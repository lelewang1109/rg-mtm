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e4625496fb24a21" /><Relationship Type="http://schemas.openxmlformats.org/officeDocument/2006/relationships/extended-properties" Target="/docProps/app.xml" Id="R55ea7571b61b48a9" /><Relationship Type="http://schemas.openxmlformats.org/officeDocument/2006/relationships/officeDocument" Target="/ppt/presentation.xml" Id="R3c564bdee0ae44ca" /></Relationships>
</file>

<file path=ppt/presentation.xml><?xml version="1.0" encoding="utf-8"?>
<p:presentation xmlns:p="http://schemas.openxmlformats.org/presentationml/2006/main" xmlns:r="http://schemas.openxmlformats.org/officeDocument/2006/relationships">
  <p:sldMasterIdLst>
    <p:sldMasterId id="2147483648" r:id="R435792b641ea4652"/>
  </p:sldMasterIdLst>
  <p:notesMasterIdLst>
    <p:notesMasterId r:id="R76193d8e907b45f6"/>
  </p:notesMasterIdLst>
  <p:sldIdLst>
    <p:sldId id="256" r:id="R8bed7e87d80c4a1e"/>
  </p:sldIdLst>
  <p:sldSz cx="24955500" cy="7915275"/>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de0c80551004c6c" /><Relationship Type="http://schemas.openxmlformats.org/officeDocument/2006/relationships/slideMaster" Target="/ppt/slideMasters/slideMaster1.xml" Id="R435792b641ea4652" /><Relationship Type="http://schemas.openxmlformats.org/officeDocument/2006/relationships/notesMaster" Target="/ppt/notesMasters/notesMaster1.xml" Id="R76193d8e907b45f6" /><Relationship Type="http://schemas.openxmlformats.org/officeDocument/2006/relationships/presProps" Target="/ppt/presProps.xml" Id="R58fb9d934b6347e4" /><Relationship Type="http://schemas.openxmlformats.org/officeDocument/2006/relationships/tableStyles" Target="/ppt/tableStyles.xml" Id="R2b91fdbbed2c4e3b" /><Relationship Type="http://schemas.openxmlformats.org/officeDocument/2006/relationships/slide" Target="/ppt/slides/slide1.xml" Id="R8bed7e87d80c4a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c54b30068649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7bf4f66709d4aa3" /><Relationship Type="http://schemas.openxmlformats.org/officeDocument/2006/relationships/notesMaster" Target="/ppt/notesMasters/notesMaster1.xml" Id="R9a953d4f84844be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RG-MTM (Reference-Guided Merge Tree Maps, 参考引导合并树图), four-feature model illustration. The conflict path H&gt;theta is shown. Colors identify branches, rather than quantitative scalar values. No feature letters are shown on the 2D field. The 2D grid, minima and merge tree are retained from the previous version.</a:t>
            </a:r>
          </a:p>
          <a:p xmlns:a="http://schemas.openxmlformats.org/drawingml/2006/main">
            <a:r>
              <a:t/>
            </a:r>
          </a:p>
          <a:p xmlns:a="http://schemas.openxmlformats.org/drawingml/2006/main">
            <a:r>
              <a:t>Original hierarchy T=((A,B)_8,(C,D)_1)_10; leaf values A1.2, B3.8, C-3, D-0.8. References q=(A0,C2,D4,B6), canvas[-1,7], equal widths0.8, eccentricity radius0, and minimum gap1.4. The larger illustrative gap makes packing error visible; these are model-example settings, not empirical paper defaults. Capacity is7.4 on a canvas of length8. All24 orders are evaluated using the paper's closed-form fixed-order positional cost. Free optimum tau_free0.3; original-tree optimum tau_star3.8 (ABCD or CDAB); initial BADC cost6.0. The depicted initial anchors are B0,A2.2,D4.4,C6.6, and the best ABCD anchors are A0,B2.2,C4.4,D6.6. Both sets satisfy exact widths, gaps and containment. The reference and layout rows share a coordinate scale. In every position comparison, solid axes and filled feature boxes denote true spatial reference coordinates q_i, while dashed axes and capped point markers denote selected layout coordinates u_i. The boxes are reference glyphs drawn at q_i for correspondence; they are not a claim that a feasible rendered interval can remain at q_i. The actual rendering still allocates area-scaled intervals at u_i. Tree drawings with mapping axes are embedded horizontally at those u_i coordinates, so each leaf projects vertically onto its dashed marker. Embedding a tree at a chosen layout does not mean that T intrinsically determines geographic coordinates. Free anchors A-0.3,C1.9,D4.1,B6.3 attain the positive free optimum. The free cost is not forced to zero by dropping hierarchy: widths, gaps and canvas remain. The displayed tau_free dimension uses A; tau_star and the initial-row dimension use B. No visible u_i=q_i assertion is used.</a:t>
            </a:r>
          </a:p>
          <a:p xmlns:a="http://schemas.openxmlformats.org/drawingml/2006/main">
            <a:r>
              <a:t/>
            </a:r>
          </a:p>
          <a:p xmlns:a="http://schemas.openxmlformats.org/drawingml/2006/main">
            <a:r>
              <a:t>H=3.5 exceeds theta0.5. The free panel is labelled Geometry only and the constrained panel Geometry + hierarchy, with q_i and u_i marked locally. The formula beneath the free panel defines tau_free alone; H=tau_star-tau_free appears immediately left of the actual downward decision arrow, and H&gt;theta appears to its right. Scalar eligibility kappa3 permits the AB gap2 and retains the CD gap9. Expand/Retain marks use one neutral charcoal color distinct from all branch colors. Both callout leaders approach their rings diagonally outside the tree edges. The operation label reads Flatten then prune. All straight lines are geometrically clipped at diamond boundaries, preventing tree edges and projection baselines from passing through diamond interiors regardless of shape ordering. The spatial direction d uses neutral charcoal rather than a feature color. Threshold-and-prune is a hierarchy policy, not a guarantee of an optimal position-topology frontier. The same relaxed Tprime is drawn in stages3 and4. It permits ACDB. The chosen illustrative final layout attains the relaxed certificate0.3 and is feasible under the position budget0.3+beta0.2=0.5. The method's general final construction is budget-constrained multi-objective optimization, not an assertion that every chosen layout attains the certificate. Both displayed centres and anchors use the same values in this model illustration. The Tprime leaf x-coordinates are embedded at u_i, with direct dashed vertical projections. The solid reference-box axis below uses q_i, and the actual B residual is dimensioned. The x difference between the tree embedding and reference boxes shows the nonzero residual. All tree chains have exposed short connecting segments; regular nodes provide scalar context rather than independent geographic anchors. The solid/dashed position grammar concerns coordinate-comparison axes; within the scalar-filling graph, its own legend distinguishes the dashed LCA-path algorithm from the solid corrected scalar function.</a:t>
            </a:r>
          </a:p>
          <a:p xmlns:a="http://schemas.openxmlformats.org/drawingml/2006/main">
            <a:r>
              <a:t/>
            </a:r>
          </a:p>
          <a:p xmlns:a="http://schemas.openxmlformats.org/drawingml/2006/main">
            <a:r>
              <a:t>Filling uses original T, not Tprime, as merge-level ground truth. With order ACDB, the gap bounds C_k are8,1,8 and the fixed-leaf term does not dominate. Optimal delta_star1 gives barriers9,2,9; initial adjacent LCA filling gives10,1,10. Scalar values at extrema remain unchanged. The horizontal positions of extrema are the same selected final anchors as the interval layout; barriers lie between adjacent intervals. The plot uses its real scalar scale. The profile connects consecutive extrema and barriers with monotone cubic interpolation with zero endpoint slopes. This smooth interpolation retains every horizontal critical position and every endpoint scalar value, hence every pairwise merge maximum and error. The previously abrupt rising segment represents scalar values increasing from the blue extremum to the first merge barrier, not an extra topology edge. Each curve is trimmed at the visible node boundaries. Burnt-orange dashed lines represent initial LCA filling, dark-blue solid lines represent correction. Diamonds identify extrema and barrier levels. Eight colored ordinary sample circles lie on the optimized curve, with the same horizontal positions, order and branch colors as the circles in the projection row. Each lies at the exact midpoint parameter of one monotone cubic segment; it is a regular sample rather than an additional critical point.</a:t>
            </a:r>
          </a:p>
          <a:p xmlns:a="http://schemas.openxmlformats.org/drawingml/2006/main">
            <a:r>
              <a:t/>
            </a:r>
          </a:p>
          <a:p xmlns:a="http://schemas.openxmlformats.org/drawingml/2006/main">
            <a:r>
              <a:t>Error annotation witness: the selected leaf pair is A,B, identified by blue and orange swatches beside T and matching colored endpoints of a full-span bracket below the profile. The range extends from u_A=-0.3 to u_B=6.3, not merely across one adjacent gap. m_T(A,B)=8. The maximum over that ENTIRE span is10 in the baseline and9 after correction. The orange delta_LCA dimension runs from the original-pair target8 to the baseline pairwise maximum10; the blue delta_star dimension runs from8 to9. These differences2 and1 equal the respective largest errors over all six original-tree leaf pairs. They are witnesses of global pairwise merge error, not differences between the two plotted curves. The corrected AC,AD,CB,DB merge levels also differ from10 by1, and CD differs from1 by1. The full pairwise definition is d_top=max_ij |max_[u_i,u_j] psi - m_T(i,j)|. Outer root endpoints are not part of this pairwise metric.</a:t>
            </a:r>
          </a:p>
          <a:p xmlns:a="http://schemas.openxmlformats.org/drawingml/2006/main">
            <a:r>
              <a:t/>
            </a:r>
          </a:p>
          <a:p xmlns:a="http://schemas.openxmlformats.org/drawingml/2006/main">
            <a:r>
              <a:t>The critical-diamond and regular-circle row preserves optimized profile coordinates, sample classes, order and branch colors. The first rendered strip uses the exact same intervals as the final layout. Four temporal examples retain the previous area widths and orders ACDB,ACDB,ADCB,CDAB, while repacking their intervals using the new common gap1.4. The first strip matches the filling output. Every final output column is exactly its source strip rotated counterclockwise90 degrees. Color transitions are appearance-only and columns meet without white seams. These time examples are illustrative, not measured outcomes.</a:t>
            </a:r>
          </a:p>
          <a:p xmlns:a="http://schemas.openxmlformats.org/drawingml/2006/main">
            <a:r>
              <a:t/>
            </a:r>
          </a:p>
          <a:p xmlns:a="http://schemas.openxmlformats.org/drawingml/2006/main">
            <a:r>
              <a:t>Scientific sources: local 01_项目代码与结果/CD-MTM/paper/pacificvis2027-content-draft/distortion_analysis.tex (free certificate and optimal filling), supplement_proofs.tex (fixed-order cost and labelled pairwise merge error), method.tex (budget-constrained layout and original-tree correction), pipeline_algorithm.tex, and domain_filling.tex. The method name in the diagram follows the user's requested RG-MTM rename; the local draft retains its earlier CD-MTM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97c4e89c89e41d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67c6ed609b5456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8dafcdbc144446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00435fd099e41b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216023469884af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a1fa6287eac40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198C6A-9B81-4207-946C-2B8580266721}"/>
              </a:ext>
            </a:extLst>
          </p:cNvPr>
          <p:cNvSpPr>
            <a:spLocks xmlns:a="http://schemas.openxmlformats.org/drawingml/2006/main" noGrp="1"/>
          </p:cNvSpPr>
          <p:nvPr>
            <p:ph type="title" idx="0"/>
          </p:nvPr>
        </p:nvSpPr>
        <p:spPr>
          <a:xfrm xmlns:a="http://schemas.openxmlformats.org/drawingml/2006/main">
            <a:off x="2495550" y="3238500"/>
            <a:ext cx="199644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Arial"/>
                <a:ea typeface="Arial"/>
                <a:cs typeface="Arial"/>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B5A5968-E280-4BEC-8FA9-314068E8B051}"/>
              </a:ext>
            </a:extLst>
          </p:cNvPr>
          <p:cNvSpPr>
            <a:spLocks xmlns:a="http://schemas.openxmlformats.org/drawingml/2006/main" noGrp="1"/>
          </p:cNvSpPr>
          <p:nvPr>
            <p:ph type="subTitle" idx="1"/>
          </p:nvPr>
        </p:nvSpPr>
        <p:spPr>
          <a:xfrm xmlns:a="http://schemas.openxmlformats.org/drawingml/2006/main">
            <a:off x="3743325" y="4714875"/>
            <a:ext cx="1746885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Arial"/>
                <a:ea typeface="Arial"/>
                <a:cs typeface="Arial"/>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E0C99E7-5B76-4847-8DF7-86A9C80A19F3}"/>
              </a:ext>
            </a:extLst>
          </p:cNvPr>
          <p:cNvSpPr>
            <a:spLocks xmlns:a="http://schemas.openxmlformats.org/drawingml/2006/main" noGrp="1"/>
          </p:cNvSpPr>
          <p:nvPr>
            <p:ph type="title" idx="0"/>
          </p:nvPr>
        </p:nvSpPr>
        <p:spPr>
          <a:xfrm xmlns:a="http://schemas.openxmlformats.org/drawingml/2006/main">
            <a:off x="2495550" y="3571875"/>
            <a:ext cx="199644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Arial"/>
                <a:ea typeface="Arial"/>
                <a:cs typeface="Arial"/>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A1D3657-4F4D-4DFF-978F-70123F592185}"/>
              </a:ext>
            </a:extLst>
          </p:cNvPr>
          <p:cNvSpPr>
            <a:spLocks xmlns:a="http://schemas.openxmlformats.org/drawingml/2006/main" noGrp="1"/>
          </p:cNvSpPr>
          <p:nvPr>
            <p:ph type="title" idx="0"/>
          </p:nvPr>
        </p:nvSpPr>
        <p:spPr>
          <a:xfrm xmlns:a="http://schemas.openxmlformats.org/drawingml/2006/main">
            <a:off x="1403747" y="666750"/>
            <a:ext cx="22148006"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Arial"/>
                <a:ea typeface="Arial"/>
                <a:cs typeface="Arial"/>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FA922B9-E35C-45A3-AA36-F24CFF92DE01}"/>
              </a:ext>
            </a:extLst>
          </p:cNvPr>
          <p:cNvSpPr>
            <a:spLocks xmlns:a="http://schemas.openxmlformats.org/drawingml/2006/main" noGrp="1"/>
          </p:cNvSpPr>
          <p:nvPr>
            <p:ph type="body" idx="1"/>
          </p:nvPr>
        </p:nvSpPr>
        <p:spPr>
          <a:xfrm xmlns:a="http://schemas.openxmlformats.org/drawingml/2006/main">
            <a:off x="1403747" y="2381250"/>
            <a:ext cx="22148006"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Arial"/>
                <a:ea typeface="Arial"/>
                <a:cs typeface="Arial"/>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0C4CCE2-5E6D-4261-AC59-EA2C77341BE4}"/>
              </a:ext>
            </a:extLst>
          </p:cNvPr>
          <p:cNvSpPr>
            <a:spLocks xmlns:a="http://schemas.openxmlformats.org/drawingml/2006/main" noGrp="1"/>
          </p:cNvSpPr>
          <p:nvPr>
            <p:ph type="title" idx="0"/>
          </p:nvPr>
        </p:nvSpPr>
        <p:spPr>
          <a:xfrm xmlns:a="http://schemas.openxmlformats.org/drawingml/2006/main">
            <a:off x="1403747" y="666750"/>
            <a:ext cx="22148006"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Arial"/>
                <a:ea typeface="Arial"/>
                <a:cs typeface="Arial"/>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36E4F60-4EBF-40EC-8141-9FDEAB48E6F8}"/>
              </a:ext>
            </a:extLst>
          </p:cNvPr>
          <p:cNvSpPr>
            <a:spLocks xmlns:a="http://schemas.openxmlformats.org/drawingml/2006/main" noGrp="1"/>
          </p:cNvSpPr>
          <p:nvPr>
            <p:ph type="body" idx="1"/>
          </p:nvPr>
        </p:nvSpPr>
        <p:spPr>
          <a:xfrm xmlns:a="http://schemas.openxmlformats.org/drawingml/2006/main">
            <a:off x="1403747" y="2381250"/>
            <a:ext cx="10294144"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Arial"/>
                <a:ea typeface="Arial"/>
                <a:cs typeface="Arial"/>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EAED4D7-0C33-4D83-B158-F0AA1C216F04}"/>
              </a:ext>
            </a:extLst>
          </p:cNvPr>
          <p:cNvSpPr>
            <a:spLocks xmlns:a="http://schemas.openxmlformats.org/drawingml/2006/main" noGrp="1"/>
          </p:cNvSpPr>
          <p:nvPr>
            <p:ph type="body" idx="2"/>
          </p:nvPr>
        </p:nvSpPr>
        <p:spPr>
          <a:xfrm xmlns:a="http://schemas.openxmlformats.org/drawingml/2006/main">
            <a:off x="13257609" y="2381250"/>
            <a:ext cx="10294144"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Arial"/>
                <a:ea typeface="Arial"/>
                <a:cs typeface="Arial"/>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5199B9-9086-4573-B8E9-9A1DF564ABC0}"/>
              </a:ext>
            </a:extLst>
          </p:cNvPr>
          <p:cNvSpPr>
            <a:spLocks xmlns:a="http://schemas.openxmlformats.org/drawingml/2006/main" noGrp="1"/>
          </p:cNvSpPr>
          <p:nvPr>
            <p:ph type="title" idx="0"/>
          </p:nvPr>
        </p:nvSpPr>
        <p:spPr>
          <a:xfrm xmlns:a="http://schemas.openxmlformats.org/drawingml/2006/main">
            <a:off x="1403747" y="666750"/>
            <a:ext cx="22148006"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Arial"/>
                <a:ea typeface="Arial"/>
                <a:cs typeface="Arial"/>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C41C13-F30B-4A8D-B8A8-2740A89F7060}"/>
              </a:ext>
            </a:extLst>
          </p:cNvPr>
          <p:cNvSpPr>
            <a:spLocks xmlns:a="http://schemas.openxmlformats.org/drawingml/2006/main" noGrp="1"/>
          </p:cNvSpPr>
          <p:nvPr>
            <p:ph type="body" idx="1"/>
          </p:nvPr>
        </p:nvSpPr>
        <p:spPr>
          <a:xfrm xmlns:a="http://schemas.openxmlformats.org/drawingml/2006/main">
            <a:off x="1403747" y="2381250"/>
            <a:ext cx="10294144"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Arial"/>
                <a:ea typeface="Arial"/>
                <a:cs typeface="Arial"/>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d9899882904f97" /><Relationship Type="http://schemas.openxmlformats.org/officeDocument/2006/relationships/slideLayout" Target="/ppt/slideLayouts/slideLayout1.xml" Id="Rfc972b43337646f2" /><Relationship Type="http://schemas.openxmlformats.org/officeDocument/2006/relationships/slideLayout" Target="/ppt/slideLayouts/slideLayout2.xml" Id="R07a9b362635f4ceb" /><Relationship Type="http://schemas.openxmlformats.org/officeDocument/2006/relationships/slideLayout" Target="/ppt/slideLayouts/slideLayout3.xml" Id="R857e9a1fb82f4719" /><Relationship Type="http://schemas.openxmlformats.org/officeDocument/2006/relationships/slideLayout" Target="/ppt/slideLayouts/slideLayout4.xml" Id="Rd867a8ff869549a6" /><Relationship Type="http://schemas.openxmlformats.org/officeDocument/2006/relationships/slideLayout" Target="/ppt/slideLayouts/slideLayout5.xml" Id="R77da627e0dac4a81" /><Relationship Type="http://schemas.openxmlformats.org/officeDocument/2006/relationships/slideLayout" Target="/ppt/slideLayouts/slideLayout6.xml" Id="Re7f77f66bbd5437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972b43337646f2"/>
    <p:sldLayoutId xmlns:r="http://schemas.openxmlformats.org/officeDocument/2006/relationships" id="2147483650" r:id="R07a9b362635f4ceb"/>
    <p:sldLayoutId xmlns:r="http://schemas.openxmlformats.org/officeDocument/2006/relationships" id="2147483651" r:id="R857e9a1fb82f4719"/>
    <p:sldLayoutId xmlns:r="http://schemas.openxmlformats.org/officeDocument/2006/relationships" id="2147483652" r:id="Rd867a8ff869549a6"/>
    <p:sldLayoutId xmlns:r="http://schemas.openxmlformats.org/officeDocument/2006/relationships" id="2147483653" r:id="R77da627e0dac4a81"/>
    <p:sldLayoutId xmlns:r="http://schemas.openxmlformats.org/officeDocument/2006/relationships" id="2147483654" r:id="Re7f77f66bbd5437f"/>
  </p:sldLayoutIdLst>
  <p:txStyles>
    <p:titleStyle>
      <a:lvl1pPr xmlns:a="http://schemas.openxmlformats.org/drawingml/2006/main" algn="l">
        <a:lnSpc>
          <a:spcPct val="90000"/>
        </a:lnSpc>
        <a:spcBef>
          <a:spcPts val="0"/>
        </a:spcBef>
        <a:buNone/>
        <a:defRPr sz="4400">
          <a:solidFill>
            <a:schemeClr val="tx1"/>
          </a:solidFill>
          <a:latin typeface="Arial"/>
          <a:ea typeface="Arial"/>
          <a:cs typeface="Arial"/>
        </a:defRPr>
      </a:lvl1pPr>
    </p:titleStyle>
    <p:bodyStyle>
      <a:lvl1pPr xmlns:a="http://schemas.openxmlformats.org/drawingml/2006/main" marL="228600" indent="-228600" algn="l">
        <a:lnSpc>
          <a:spcPct val="90000"/>
        </a:lnSpc>
        <a:spcBef>
          <a:spcPts val="1000"/>
        </a:spcBef>
        <a:buChar char="•"/>
        <a:defRPr sz="2800">
          <a:solidFill>
            <a:schemeClr val="tx1"/>
          </a:solidFill>
          <a:latin typeface="Arial"/>
          <a:ea typeface="Arial"/>
          <a:cs typeface="Arial"/>
        </a:defRPr>
      </a:lvl1pPr>
      <a:lvl2pPr xmlns:a="http://schemas.openxmlformats.org/drawingml/2006/main" marL="685800" indent="-228600" algn="l">
        <a:lnSpc>
          <a:spcPct val="90000"/>
        </a:lnSpc>
        <a:spcBef>
          <a:spcPts val="500"/>
        </a:spcBef>
        <a:buChar char="•"/>
        <a:defRPr sz="2400">
          <a:solidFill>
            <a:schemeClr val="tx1"/>
          </a:solidFill>
          <a:latin typeface="Arial"/>
          <a:ea typeface="Arial"/>
          <a:cs typeface="Arial"/>
        </a:defRPr>
      </a:lvl2pPr>
      <a:lvl3pPr xmlns:a="http://schemas.openxmlformats.org/drawingml/2006/main" marL="1143000" indent="-228600" algn="l">
        <a:lnSpc>
          <a:spcPct val="90000"/>
        </a:lnSpc>
        <a:spcBef>
          <a:spcPts val="500"/>
        </a:spcBef>
        <a:buChar char="•"/>
        <a:defRPr sz="2000">
          <a:solidFill>
            <a:schemeClr val="tx1"/>
          </a:solidFill>
          <a:latin typeface="Arial"/>
          <a:ea typeface="Arial"/>
          <a:cs typeface="Arial"/>
        </a:defRPr>
      </a:lvl3pPr>
      <a:lvl4pPr xmlns:a="http://schemas.openxmlformats.org/drawingml/2006/main" marL="1600200" indent="-228600" algn="l">
        <a:lnSpc>
          <a:spcPct val="90000"/>
        </a:lnSpc>
        <a:spcBef>
          <a:spcPts val="500"/>
        </a:spcBef>
        <a:buChar char="•"/>
        <a:defRPr sz="1800">
          <a:solidFill>
            <a:schemeClr val="tx1"/>
          </a:solidFill>
          <a:latin typeface="Arial"/>
          <a:ea typeface="Arial"/>
          <a:cs typeface="Arial"/>
        </a:defRPr>
      </a:lvl4pPr>
      <a:lvl5pPr xmlns:a="http://schemas.openxmlformats.org/drawingml/2006/main" marL="2057400" indent="-228600" algn="l">
        <a:lnSpc>
          <a:spcPct val="90000"/>
        </a:lnSpc>
        <a:spcBef>
          <a:spcPts val="500"/>
        </a:spcBef>
        <a:buChar char="•"/>
        <a:defRPr sz="1800">
          <a:solidFill>
            <a:schemeClr val="tx1"/>
          </a:solidFill>
          <a:latin typeface="Arial"/>
          <a:ea typeface="Arial"/>
          <a:cs typeface="Arial"/>
        </a:defRPr>
      </a:lvl5pPr>
      <a:lvl6pPr xmlns:a="http://schemas.openxmlformats.org/drawingml/2006/main" marL="2514600" indent="-228600" algn="l">
        <a:lnSpc>
          <a:spcPct val="90000"/>
        </a:lnSpc>
        <a:spcBef>
          <a:spcPts val="500"/>
        </a:spcBef>
        <a:buChar char="•"/>
        <a:defRPr sz="1800">
          <a:solidFill>
            <a:schemeClr val="tx1"/>
          </a:solidFill>
          <a:latin typeface="Arial"/>
          <a:ea typeface="Arial"/>
          <a:cs typeface="Arial"/>
        </a:defRPr>
      </a:lvl6pPr>
      <a:lvl7pPr xmlns:a="http://schemas.openxmlformats.org/drawingml/2006/main" marL="2971800" indent="-228600" algn="l">
        <a:lnSpc>
          <a:spcPct val="90000"/>
        </a:lnSpc>
        <a:spcBef>
          <a:spcPts val="500"/>
        </a:spcBef>
        <a:buChar char="•"/>
        <a:defRPr sz="1800">
          <a:solidFill>
            <a:schemeClr val="tx1"/>
          </a:solidFill>
          <a:latin typeface="Arial"/>
          <a:ea typeface="Arial"/>
          <a:cs typeface="Arial"/>
        </a:defRPr>
      </a:lvl7pPr>
      <a:lvl8pPr xmlns:a="http://schemas.openxmlformats.org/drawingml/2006/main" marL="3429000" indent="-228600" algn="l">
        <a:lnSpc>
          <a:spcPct val="90000"/>
        </a:lnSpc>
        <a:spcBef>
          <a:spcPts val="500"/>
        </a:spcBef>
        <a:buChar char="•"/>
        <a:defRPr sz="1800">
          <a:solidFill>
            <a:schemeClr val="tx1"/>
          </a:solidFill>
          <a:latin typeface="Arial"/>
          <a:ea typeface="Arial"/>
          <a:cs typeface="Arial"/>
        </a:defRPr>
      </a:lvl8pPr>
      <a:lvl9pPr xmlns:a="http://schemas.openxmlformats.org/drawingml/2006/main" marL="3886200" indent="-228600" algn="l">
        <a:lnSpc>
          <a:spcPct val="90000"/>
        </a:lnSpc>
        <a:spcBef>
          <a:spcPts val="500"/>
        </a:spcBef>
        <a:buChar char="•"/>
        <a:defRPr sz="1800">
          <a:solidFill>
            <a:schemeClr val="tx1"/>
          </a:solidFill>
          <a:latin typeface="Arial"/>
          <a:ea typeface="Arial"/>
          <a:cs typeface="Arial"/>
        </a:defRPr>
      </a:lvl9pPr>
    </p:bodyStyle>
    <p:otherStyle>
      <a:lvl1pPr xmlns:a="http://schemas.openxmlformats.org/drawingml/2006/main" marL="0" algn="l">
        <a:buNone/>
        <a:defRPr sz="1800">
          <a:solidFill>
            <a:schemeClr val="tx1"/>
          </a:solidFill>
          <a:latin typeface="Arial"/>
          <a:ea typeface="Arial"/>
          <a:cs typeface="Arial"/>
        </a:defRPr>
      </a:lvl1pPr>
      <a:lvl2pPr xmlns:a="http://schemas.openxmlformats.org/drawingml/2006/main" marL="457200" algn="l">
        <a:buNone/>
        <a:defRPr sz="1800">
          <a:solidFill>
            <a:schemeClr val="tx1"/>
          </a:solidFill>
          <a:latin typeface="Arial"/>
          <a:ea typeface="Arial"/>
          <a:cs typeface="Arial"/>
        </a:defRPr>
      </a:lvl2pPr>
      <a:lvl3pPr xmlns:a="http://schemas.openxmlformats.org/drawingml/2006/main" marL="914400" algn="l">
        <a:buNone/>
        <a:defRPr sz="1800">
          <a:solidFill>
            <a:schemeClr val="tx1"/>
          </a:solidFill>
          <a:latin typeface="Arial"/>
          <a:ea typeface="Arial"/>
          <a:cs typeface="Arial"/>
        </a:defRPr>
      </a:lvl3pPr>
      <a:lvl4pPr xmlns:a="http://schemas.openxmlformats.org/drawingml/2006/main" marL="1371600" algn="l">
        <a:buNone/>
        <a:defRPr sz="1800">
          <a:solidFill>
            <a:schemeClr val="tx1"/>
          </a:solidFill>
          <a:latin typeface="Arial"/>
          <a:ea typeface="Arial"/>
          <a:cs typeface="Arial"/>
        </a:defRPr>
      </a:lvl4pPr>
      <a:lvl5pPr xmlns:a="http://schemas.openxmlformats.org/drawingml/2006/main" marL="1828800" algn="l">
        <a:buNone/>
        <a:defRPr sz="1800">
          <a:solidFill>
            <a:schemeClr val="tx1"/>
          </a:solidFill>
          <a:latin typeface="Arial"/>
          <a:ea typeface="Arial"/>
          <a:cs typeface="Arial"/>
        </a:defRPr>
      </a:lvl5pPr>
      <a:lvl6pPr xmlns:a="http://schemas.openxmlformats.org/drawingml/2006/main" marL="2286000" algn="l">
        <a:buNone/>
        <a:defRPr sz="1800">
          <a:solidFill>
            <a:schemeClr val="tx1"/>
          </a:solidFill>
          <a:latin typeface="Arial"/>
          <a:ea typeface="Arial"/>
          <a:cs typeface="Arial"/>
        </a:defRPr>
      </a:lvl6pPr>
      <a:lvl7pPr xmlns:a="http://schemas.openxmlformats.org/drawingml/2006/main" marL="2743200" algn="l">
        <a:buNone/>
        <a:defRPr sz="1800">
          <a:solidFill>
            <a:schemeClr val="tx1"/>
          </a:solidFill>
          <a:latin typeface="Arial"/>
          <a:ea typeface="Arial"/>
          <a:cs typeface="Arial"/>
        </a:defRPr>
      </a:lvl7pPr>
      <a:lvl8pPr xmlns:a="http://schemas.openxmlformats.org/drawingml/2006/main" marL="3200400" algn="l">
        <a:buNone/>
        <a:defRPr sz="1800">
          <a:solidFill>
            <a:schemeClr val="tx1"/>
          </a:solidFill>
          <a:latin typeface="Arial"/>
          <a:ea typeface="Arial"/>
          <a:cs typeface="Arial"/>
        </a:defRPr>
      </a:lvl8pPr>
      <a:lvl9pPr xmlns:a="http://schemas.openxmlformats.org/drawingml/2006/main" marL="3657600" algn="l">
        <a:buNone/>
        <a:defRPr sz="1800">
          <a:solidFill>
            <a:schemeClr val="tx1"/>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bab1be34c7a40f8" /><Relationship Type="http://schemas.openxmlformats.org/officeDocument/2006/relationships/notesSlide" Target="/ppt/notesSlides/notesSlide1.xml" Id="Rc07b86c031e342bb" /></Relationships>
</file>

<file path=ppt/slides/slide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grpSp>
        <p:nvGrpSpPr>
          <p:cNvPr id="3174" name="structure"/>
          <p:cNvGrpSpPr/>
          <p:nvPr/>
        </p:nvGrpSpPr>
        <p:grpSpPr>
          <a:xfrm>
            <a:off x="0" y="0"/>
            <a:ext cx="24955500" cy="8572500"/>
            <a:chOff x="0" y="0"/>
            <a:chExt cx="24955500" cy="8572500"/>
          </a:xfrm>
        </p:grpSpPr>
        <p:sp>
          <p:nvSpPr>
            <p:cNvPr id="4" name="four:structure:substep-frame:4">
              <a:extLst>
                <a:ext uri="{FF2B5EF4-FFF2-40B4-BE49-F238E27FC236}">
                  <ns2:creationId id="{50C07151-B022-41D6-AFE9-1E158BA6CF27}"/>
                </a:ext>
              </a:extLst>
            </p:cNvPr>
            <p:cNvSpPr>
              <a:spLocks noGrp="1"/>
            </p:cNvSpPr>
            <p:nvPr/>
          </p:nvSpPr>
          <p:spPr>
            <a:xfrm>
              <a:off x="266700" y="209550"/>
              <a:ext cx="2571750" cy="7534275"/>
            </a:xfrm>
            <a:prstGeom prst="roundRect">
              <a:avLst>
                <a:gd name="adj" fmla="val 4444"/>
              </a:avLst>
            </a:prstGeom>
            <a:solidFill>
              <a:srgbClr val="F7F9FA"/>
            </a:solidFill>
            <a:ln w="12383">
              <a:solidFill>
                <a:srgbClr val="A9CDDF"/>
              </a:solidFill>
              <a:prstDash val="solid"/>
            </a:ln>
          </p:spPr>
        </p:sp>
        <p:sp>
          <p:nvSpPr>
            <p:cNvPr id="5" name="four:structure:substep-frame:5">
              <a:extLst>
                <a:ext uri="{FF2B5EF4-FFF2-40B4-BE49-F238E27FC236}">
                  <ns2:creationId id="{B7405416-D0F9-4E32-8791-EB1DA60B04BF}"/>
                </a:ext>
              </a:extLst>
            </p:cNvPr>
            <p:cNvSpPr>
              <a:spLocks noGrp="1"/>
            </p:cNvSpPr>
            <p:nvPr/>
          </p:nvSpPr>
          <p:spPr>
            <a:xfrm>
              <a:off x="266700" y="209550"/>
              <a:ext cx="2571750" cy="581025"/>
            </a:xfrm>
            <a:prstGeom prst="roundRect">
              <a:avLst>
                <a:gd name="adj" fmla="val 19672"/>
              </a:avLst>
            </a:prstGeom>
            <a:solidFill>
              <a:srgbClr val="E7EDF0"/>
            </a:solidFill>
            <a:ln w="0">
              <a:noFill/>
              <a:prstDash val="solid"/>
            </a:ln>
          </p:spPr>
        </p:sp>
        <p:sp>
          <p:nvSpPr>
            <p:cNvPr id="6" name="four:structure:rect:6">
              <a:extLst>
                <a:ext uri="{FF2B5EF4-FFF2-40B4-BE49-F238E27FC236}">
                  <ns2:creationId id="{E1328A12-C1F1-465B-B262-267B25D3BBD3}"/>
                </a:ext>
              </a:extLst>
            </p:cNvPr>
            <p:cNvSpPr>
              <a:spLocks noGrp="1"/>
            </p:cNvSpPr>
            <p:nvPr/>
          </p:nvSpPr>
          <p:spPr>
            <a:xfrm>
              <a:off x="266700" y="533400"/>
              <a:ext cx="2571750" cy="257175"/>
            </a:xfrm>
            <a:prstGeom prst="rect">
              <a:avLst/>
            </a:prstGeom>
            <a:solidFill>
              <a:srgbClr val="E7EDF0"/>
            </a:solidFill>
            <a:ln w="0">
              <a:noFill/>
              <a:prstDash val="solid"/>
            </a:ln>
          </p:spPr>
        </p:sp>
        <p:sp>
          <p:nvSpPr>
            <p:cNvPr id="7" name="four:structure:regular-node:7">
              <a:extLst>
                <a:ext uri="{FF2B5EF4-FFF2-40B4-BE49-F238E27FC236}">
                  <ns2:creationId id="{B1E07AA6-84A6-407A-B1CD-F6832E6A220F}"/>
                </a:ext>
              </a:extLst>
            </p:cNvPr>
            <p:cNvSpPr>
              <a:spLocks noGrp="1"/>
            </p:cNvSpPr>
            <p:nvPr/>
          </p:nvSpPr>
          <p:spPr>
            <a:xfrm>
              <a:off x="352425" y="323850"/>
              <a:ext cx="342900" cy="342900"/>
            </a:xfrm>
            <a:prstGeom prst="ellipse">
              <a:avLst/>
            </a:prstGeom>
            <a:solidFill>
              <a:srgbClr val="E7EDF0"/>
            </a:solidFill>
            <a:ln w="0">
              <a:noFill/>
              <a:prstDash val="solid"/>
            </a:ln>
          </p:spPr>
        </p:sp>
        <p:sp>
          <p:nvSpPr>
            <p:cNvPr id="8" name="four:structure:textbox:8">
              <a:extLst>
                <a:ext uri="{FF2B5EF4-FFF2-40B4-BE49-F238E27FC236}">
                  <ns2:creationId id="{749A3BA0-6B9D-487B-8E56-D602E7445C70}"/>
                </a:ext>
              </a:extLst>
            </p:cNvPr>
            <p:cNvSpPr>
              <a:spLocks noGrp="1"/>
            </p:cNvSpPr>
            <p:nvPr/>
          </p:nvSpPr>
          <p:spPr>
            <a:xfrm>
              <a:off x="276225" y="295275"/>
              <a:ext cx="438150" cy="381000"/>
            </a:xfrm>
            <a:prstGeom prst="rect">
              <a:avLst/>
            </a:prstGeom>
            <a:noFill/>
            <a:ln w="0">
              <a:noFill/>
              <a:prstDash val="solid"/>
            </a:ln>
          </p:spPr>
          <p:txBody>
            <a:bodyPr wrap="none" lIns="0" tIns="0" rIns="0" bIns="0" anchor="ctr">
              <a:normAutofit fontScale="100000"/>
            </a:bodyPr>
            <a:lstStyle>
              <a:defPPr algn="ctr">
                <a:defRPr sz="1875" b="1">
                  <a:solidFill>
                    <a:srgbClr val="263238"/>
                  </a:solidFill>
                  <a:latin typeface="Arial"/>
                  <a:ea typeface="Arial"/>
                  <a:cs typeface="Arial"/>
                </a:defRPr>
              </a:defPPr>
            </a:lstStyle>
            <a:p>
              <a:pPr algn="ctr">
                <a:defRPr sz="1875" b="1">
                  <a:solidFill>
                    <a:srgbClr val="263238"/>
                  </a:solidFill>
                  <a:latin typeface="Arial"/>
                  <a:ea typeface="Arial"/>
                  <a:cs typeface="Arial"/>
                </a:defRPr>
              </a:pPr>
              <a:r>
                <a:rPr sz="1500" b="1">
                  <a:solidFill>
                    <a:srgbClr val="263238"/>
                  </a:solidFill>
                  <a:latin typeface="Arial"/>
                  <a:ea typeface="Arial"/>
                  <a:cs typeface="Arial"/>
                </a:rPr>
                <a:t>(a)</a:t>
              </a:r>
            </a:p>
          </p:txBody>
        </p:sp>
        <p:sp>
          <p:nvSpPr>
            <p:cNvPr id="9" name="four:structure:textbox:9">
              <a:extLst>
                <a:ext uri="{FF2B5EF4-FFF2-40B4-BE49-F238E27FC236}">
                  <ns2:creationId id="{F202ED58-E0FF-4B6D-B9DE-D1BC15D97F43}"/>
                </a:ext>
              </a:extLst>
            </p:cNvPr>
            <p:cNvSpPr>
              <a:spLocks noGrp="1"/>
            </p:cNvSpPr>
            <p:nvPr/>
          </p:nvSpPr>
          <p:spPr>
            <a:xfrm>
              <a:off x="781050" y="285750"/>
              <a:ext cx="2103120" cy="409575"/>
            </a:xfrm>
            <a:prstGeom prst="rect">
              <a:avLst/>
            </a:prstGeom>
            <a:noFill/>
            <a:ln w="0">
              <a:noFill/>
              <a:prstDash val="solid"/>
            </a:ln>
          </p:spPr>
          <p:txBody>
            <a:bodyPr wrap="none" lIns="0" tIns="0" rIns="0" bIns="0" anchor="ctr">
              <a:normAutofit fontScale="100000"/>
            </a:bodyPr>
            <a:lstStyle>
              <a:defPPr algn="l">
                <a:defRPr sz="1875" b="1">
                  <a:solidFill>
                    <a:srgbClr val="263238"/>
                  </a:solidFill>
                  <a:latin typeface="Arial"/>
                  <a:ea typeface="Arial"/>
                  <a:cs typeface="Arial"/>
                </a:defRPr>
              </a:defPPr>
            </a:lstStyle>
            <a:p>
              <a:pPr algn="l">
                <a:defRPr sz="1875" b="1">
                  <a:solidFill>
                    <a:srgbClr val="263238"/>
                  </a:solidFill>
                  <a:latin typeface="Arial"/>
                  <a:ea typeface="Arial"/>
                  <a:cs typeface="Arial"/>
                </a:defRPr>
              </a:pPr>
              <a:r>
                <a:rPr sz="1500" b="1">
                  <a:solidFill>
                    <a:srgbClr val="263238"/>
                  </a:solidFill>
                  <a:latin typeface="Arial"/>
                  <a:ea typeface="Arial"/>
                  <a:cs typeface="Arial"/>
                </a:rPr>
                <a:t>Scalar fields (2D / 3D)</a:t>
              </a:r>
            </a:p>
          </p:txBody>
        </p:sp>
        <p:sp>
          <p:nvSpPr>
            <p:cNvPr id="10" name="four:structure:substep-frame:10">
              <a:extLst>
                <a:ext uri="{FF2B5EF4-FFF2-40B4-BE49-F238E27FC236}">
                  <ns2:creationId id="{55F16780-7C38-4450-85DD-26DD51AC6079}"/>
                </a:ext>
              </a:extLst>
            </p:cNvPr>
            <p:cNvSpPr>
              <a:spLocks noGrp="1"/>
            </p:cNvSpPr>
            <p:nvPr/>
          </p:nvSpPr>
          <p:spPr>
            <a:xfrm>
              <a:off x="3162300" y="209550"/>
              <a:ext cx="4762500" cy="7534275"/>
            </a:xfrm>
            <a:prstGeom prst="roundRect">
              <a:avLst>
                <a:gd name="adj" fmla="val 2400"/>
              </a:avLst>
            </a:prstGeom>
            <a:solidFill>
              <a:srgbClr val="F7F9FA"/>
            </a:solidFill>
            <a:ln w="12383">
              <a:solidFill>
                <a:srgbClr val="A9CDDF"/>
              </a:solidFill>
              <a:prstDash val="solid"/>
            </a:ln>
          </p:spPr>
        </p:sp>
        <p:sp>
          <p:nvSpPr>
            <p:cNvPr id="11" name="four:structure:substep-frame:11">
              <a:extLst>
                <a:ext uri="{FF2B5EF4-FFF2-40B4-BE49-F238E27FC236}">
                  <ns2:creationId id="{BE0E5ECA-EF23-4E3C-85F7-E4F8BCA0261A}"/>
                </a:ext>
              </a:extLst>
            </p:cNvPr>
            <p:cNvSpPr>
              <a:spLocks noGrp="1"/>
            </p:cNvSpPr>
            <p:nvPr/>
          </p:nvSpPr>
          <p:spPr>
            <a:xfrm>
              <a:off x="3162300" y="209550"/>
              <a:ext cx="4762500" cy="581025"/>
            </a:xfrm>
            <a:prstGeom prst="roundRect">
              <a:avLst>
                <a:gd name="adj" fmla="val 19672"/>
              </a:avLst>
            </a:prstGeom>
            <a:solidFill>
              <a:srgbClr val="E7EDF0"/>
            </a:solidFill>
            <a:ln w="0">
              <a:noFill/>
              <a:prstDash val="solid"/>
            </a:ln>
          </p:spPr>
        </p:sp>
        <p:sp>
          <p:nvSpPr>
            <p:cNvPr id="12" name="four:structure:rect:12">
              <a:extLst>
                <a:ext uri="{FF2B5EF4-FFF2-40B4-BE49-F238E27FC236}">
                  <ns2:creationId id="{697C04C4-ED5A-44E5-87EE-9DE2E349FD23}"/>
                </a:ext>
              </a:extLst>
            </p:cNvPr>
            <p:cNvSpPr>
              <a:spLocks noGrp="1"/>
            </p:cNvSpPr>
            <p:nvPr/>
          </p:nvSpPr>
          <p:spPr>
            <a:xfrm>
              <a:off x="3162300" y="533400"/>
              <a:ext cx="4762500" cy="257175"/>
            </a:xfrm>
            <a:prstGeom prst="rect">
              <a:avLst/>
            </a:prstGeom>
            <a:solidFill>
              <a:srgbClr val="E7EDF0"/>
            </a:solidFill>
            <a:ln w="0">
              <a:noFill/>
              <a:prstDash val="solid"/>
            </a:ln>
          </p:spPr>
        </p:sp>
        <p:sp>
          <p:nvSpPr>
            <p:cNvPr id="13" name="four:structure:regular-node:13">
              <a:extLst>
                <a:ext uri="{FF2B5EF4-FFF2-40B4-BE49-F238E27FC236}">
                  <ns2:creationId id="{D7217266-A055-4B49-8F46-79516131E4CF}"/>
                </a:ext>
              </a:extLst>
            </p:cNvPr>
            <p:cNvSpPr>
              <a:spLocks noGrp="1"/>
            </p:cNvSpPr>
            <p:nvPr/>
          </p:nvSpPr>
          <p:spPr>
            <a:xfrm>
              <a:off x="3248025" y="323850"/>
              <a:ext cx="342900" cy="342900"/>
            </a:xfrm>
            <a:prstGeom prst="ellipse">
              <a:avLst/>
            </a:prstGeom>
            <a:solidFill>
              <a:srgbClr val="E7EDF0"/>
            </a:solidFill>
            <a:ln w="0">
              <a:noFill/>
              <a:prstDash val="solid"/>
            </a:ln>
          </p:spPr>
        </p:sp>
        <p:sp>
          <p:nvSpPr>
            <p:cNvPr id="14" name="four:structure:textbox:14">
              <a:extLst>
                <a:ext uri="{FF2B5EF4-FFF2-40B4-BE49-F238E27FC236}">
                  <ns2:creationId id="{32F18FB8-C427-4A77-835B-3EC63557D839}"/>
                </a:ext>
              </a:extLst>
            </p:cNvPr>
            <p:cNvSpPr>
              <a:spLocks noGrp="1"/>
            </p:cNvSpPr>
            <p:nvPr/>
          </p:nvSpPr>
          <p:spPr>
            <a:xfrm>
              <a:off x="3171825" y="295275"/>
              <a:ext cx="438150" cy="381000"/>
            </a:xfrm>
            <a:prstGeom prst="rect">
              <a:avLst/>
            </a:prstGeom>
            <a:noFill/>
            <a:ln w="0">
              <a:noFill/>
              <a:prstDash val="solid"/>
            </a:ln>
          </p:spPr>
          <p:txBody>
            <a:bodyPr wrap="none" lIns="0" tIns="0" rIns="0" bIns="0" anchor="ctr">
              <a:normAutofit fontScale="100000"/>
            </a:bodyPr>
            <a:lstStyle>
              <a:defPPr algn="ctr">
                <a:defRPr sz="1875" b="1">
                  <a:solidFill>
                    <a:srgbClr val="263238"/>
                  </a:solidFill>
                  <a:latin typeface="Arial"/>
                  <a:ea typeface="Arial"/>
                  <a:cs typeface="Arial"/>
                </a:defRPr>
              </a:defPPr>
            </a:lstStyle>
            <a:p>
              <a:pPr algn="ctr">
                <a:defRPr sz="1875" b="1">
                  <a:solidFill>
                    <a:srgbClr val="263238"/>
                  </a:solidFill>
                  <a:latin typeface="Arial"/>
                  <a:ea typeface="Arial"/>
                  <a:cs typeface="Arial"/>
                </a:defRPr>
              </a:pPr>
              <a:r>
                <a:rPr sz="1500" b="1">
                  <a:solidFill>
                    <a:srgbClr val="263238"/>
                  </a:solidFill>
                  <a:latin typeface="Arial"/>
                  <a:ea typeface="Arial"/>
                  <a:cs typeface="Arial"/>
                </a:rPr>
                <a:t>(b)</a:t>
              </a:r>
            </a:p>
          </p:txBody>
        </p:sp>
        <p:sp>
          <p:nvSpPr>
            <p:cNvPr id="15" name="four:structure:textbox:15">
              <a:extLst>
                <a:ext uri="{FF2B5EF4-FFF2-40B4-BE49-F238E27FC236}">
                  <ns2:creationId id="{610B45AF-C30B-403E-8097-9F5FDA9131B8}"/>
                </a:ext>
              </a:extLst>
            </p:cNvPr>
            <p:cNvSpPr>
              <a:spLocks noGrp="1"/>
            </p:cNvSpPr>
            <p:nvPr/>
          </p:nvSpPr>
          <p:spPr>
            <a:xfrm>
              <a:off x="3676650" y="285750"/>
              <a:ext cx="4171950" cy="409575"/>
            </a:xfrm>
            <a:prstGeom prst="rect">
              <a:avLst/>
            </a:prstGeom>
            <a:noFill/>
            <a:ln w="0">
              <a:noFill/>
              <a:prstDash val="solid"/>
            </a:ln>
          </p:spPr>
          <p:txBody>
            <a:bodyPr wrap="none" lIns="0" tIns="0" rIns="0" bIns="0" anchor="ctr">
              <a:normAutofit fontScale="100000"/>
            </a:bodyPr>
            <a:lstStyle>
              <a:defPPr algn="l">
                <a:defRPr sz="1875" b="1">
                  <a:solidFill>
                    <a:srgbClr val="263238"/>
                  </a:solidFill>
                  <a:latin typeface="Arial"/>
                  <a:ea typeface="Arial"/>
                  <a:cs typeface="Arial"/>
                </a:defRPr>
              </a:defPPr>
            </a:lstStyle>
            <a:p>
              <a:pPr algn="l">
                <a:defRPr sz="1875" b="1">
                  <a:solidFill>
                    <a:srgbClr val="263238"/>
                  </a:solidFill>
                  <a:latin typeface="Arial"/>
                  <a:ea typeface="Arial"/>
                  <a:cs typeface="Arial"/>
                </a:defRPr>
              </a:pPr>
              <a:r>
                <a:rPr sz="1875" b="1">
                  <a:solidFill>
                    <a:srgbClr val="263238"/>
                  </a:solidFill>
                  <a:latin typeface="Arial"/>
                  <a:ea typeface="Arial"/>
                  <a:cs typeface="Arial"/>
                </a:rPr>
                <a:t>Topology analysis</a:t>
              </a:r>
            </a:p>
          </p:txBody>
        </p:sp>
        <p:sp>
          <p:nvSpPr>
            <p:cNvPr id="16" name="four:structure:substep-frame:16">
              <a:extLst>
                <a:ext uri="{FF2B5EF4-FFF2-40B4-BE49-F238E27FC236}">
                  <ns2:creationId id="{7439CF37-FE75-4F24-9C32-7ABCCB84C693}"/>
                </a:ext>
              </a:extLst>
            </p:cNvPr>
            <p:cNvSpPr>
              <a:spLocks noGrp="1"/>
            </p:cNvSpPr>
            <p:nvPr/>
          </p:nvSpPr>
          <p:spPr>
            <a:xfrm>
              <a:off x="8248650" y="209550"/>
              <a:ext cx="6858000" cy="7534275"/>
            </a:xfrm>
            <a:prstGeom prst="roundRect">
              <a:avLst>
                <a:gd name="adj" fmla="val 1667"/>
              </a:avLst>
            </a:prstGeom>
            <a:solidFill>
              <a:srgbClr val="F7F9FA"/>
            </a:solidFill>
            <a:ln w="12383">
              <a:solidFill>
                <a:srgbClr val="A9CDDF"/>
              </a:solidFill>
              <a:prstDash val="solid"/>
            </a:ln>
          </p:spPr>
        </p:sp>
        <p:sp>
          <p:nvSpPr>
            <p:cNvPr id="17" name="four:structure:substep-frame:17">
              <a:extLst>
                <a:ext uri="{FF2B5EF4-FFF2-40B4-BE49-F238E27FC236}">
                  <ns2:creationId id="{FC881934-72DF-4191-A5B4-EABE915EB44B}"/>
                </a:ext>
              </a:extLst>
            </p:cNvPr>
            <p:cNvSpPr>
              <a:spLocks noGrp="1"/>
            </p:cNvSpPr>
            <p:nvPr/>
          </p:nvSpPr>
          <p:spPr>
            <a:xfrm>
              <a:off x="8248650" y="209550"/>
              <a:ext cx="6858000" cy="581025"/>
            </a:xfrm>
            <a:prstGeom prst="roundRect">
              <a:avLst>
                <a:gd name="adj" fmla="val 19672"/>
              </a:avLst>
            </a:prstGeom>
            <a:solidFill>
              <a:srgbClr val="E7EDF0"/>
            </a:solidFill>
            <a:ln w="0">
              <a:noFill/>
              <a:prstDash val="solid"/>
            </a:ln>
          </p:spPr>
        </p:sp>
        <p:sp>
          <p:nvSpPr>
            <p:cNvPr id="18" name="four:structure:rect:18">
              <a:extLst>
                <a:ext uri="{FF2B5EF4-FFF2-40B4-BE49-F238E27FC236}">
                  <ns2:creationId id="{55599256-CDA5-4C6A-BBBC-F002629A7295}"/>
                </a:ext>
              </a:extLst>
            </p:cNvPr>
            <p:cNvSpPr>
              <a:spLocks noGrp="1"/>
            </p:cNvSpPr>
            <p:nvPr/>
          </p:nvSpPr>
          <p:spPr>
            <a:xfrm>
              <a:off x="8248650" y="533400"/>
              <a:ext cx="6858000" cy="257175"/>
            </a:xfrm>
            <a:prstGeom prst="rect">
              <a:avLst/>
            </a:prstGeom>
            <a:solidFill>
              <a:srgbClr val="E7EDF0"/>
            </a:solidFill>
            <a:ln w="0">
              <a:noFill/>
              <a:prstDash val="solid"/>
            </a:ln>
          </p:spPr>
        </p:sp>
        <p:sp>
          <p:nvSpPr>
            <p:cNvPr id="19" name="four:structure:regular-node:19">
              <a:extLst>
                <a:ext uri="{FF2B5EF4-FFF2-40B4-BE49-F238E27FC236}">
                  <ns2:creationId id="{19CE0BF8-0A5F-4F2E-AE4B-87F5B9A15114}"/>
                </a:ext>
              </a:extLst>
            </p:cNvPr>
            <p:cNvSpPr>
              <a:spLocks noGrp="1"/>
            </p:cNvSpPr>
            <p:nvPr/>
          </p:nvSpPr>
          <p:spPr>
            <a:xfrm>
              <a:off x="8334375" y="323850"/>
              <a:ext cx="342900" cy="342900"/>
            </a:xfrm>
            <a:prstGeom prst="ellipse">
              <a:avLst/>
            </a:prstGeom>
            <a:solidFill>
              <a:srgbClr val="E7EDF0"/>
            </a:solidFill>
            <a:ln w="0">
              <a:noFill/>
              <a:prstDash val="solid"/>
            </a:ln>
          </p:spPr>
        </p:sp>
        <p:sp>
          <p:nvSpPr>
            <p:cNvPr id="20" name="four:structure:textbox:20">
              <a:extLst>
                <a:ext uri="{FF2B5EF4-FFF2-40B4-BE49-F238E27FC236}">
                  <ns2:creationId id="{12E0377F-89B9-42F1-8C40-AF1E11D764AF}"/>
                </a:ext>
              </a:extLst>
            </p:cNvPr>
            <p:cNvSpPr>
              <a:spLocks noGrp="1"/>
            </p:cNvSpPr>
            <p:nvPr/>
          </p:nvSpPr>
          <p:spPr>
            <a:xfrm>
              <a:off x="8258175" y="295275"/>
              <a:ext cx="438150" cy="381000"/>
            </a:xfrm>
            <a:prstGeom prst="rect">
              <a:avLst/>
            </a:prstGeom>
            <a:noFill/>
            <a:ln w="0">
              <a:noFill/>
              <a:prstDash val="solid"/>
            </a:ln>
          </p:spPr>
          <p:txBody>
            <a:bodyPr wrap="none" lIns="0" tIns="0" rIns="0" bIns="0" anchor="ctr">
              <a:normAutofit fontScale="100000"/>
            </a:bodyPr>
            <a:lstStyle>
              <a:defPPr algn="ctr">
                <a:defRPr sz="1875" b="1">
                  <a:solidFill>
                    <a:srgbClr val="263238"/>
                  </a:solidFill>
                  <a:latin typeface="Arial"/>
                  <a:ea typeface="Arial"/>
                  <a:cs typeface="Arial"/>
                </a:defRPr>
              </a:defPPr>
            </a:lstStyle>
            <a:p>
              <a:pPr algn="ctr">
                <a:defRPr sz="1875" b="1">
                  <a:solidFill>
                    <a:srgbClr val="263238"/>
                  </a:solidFill>
                  <a:latin typeface="Arial"/>
                  <a:ea typeface="Arial"/>
                  <a:cs typeface="Arial"/>
                </a:defRPr>
              </a:pPr>
              <a:r>
                <a:rPr sz="1500" b="1">
                  <a:solidFill>
                    <a:srgbClr val="263238"/>
                  </a:solidFill>
                  <a:latin typeface="Arial"/>
                  <a:ea typeface="Arial"/>
                  <a:cs typeface="Arial"/>
                </a:rPr>
                <a:t>(c)</a:t>
              </a:r>
            </a:p>
          </p:txBody>
        </p:sp>
        <p:sp>
          <p:nvSpPr>
            <p:cNvPr id="21" name="four:structure:textbox:21">
              <a:extLst>
                <a:ext uri="{FF2B5EF4-FFF2-40B4-BE49-F238E27FC236}">
                  <ns2:creationId id="{F918938A-82F0-4DF2-86C2-D0F1E838D677}"/>
                </a:ext>
              </a:extLst>
            </p:cNvPr>
            <p:cNvSpPr>
              <a:spLocks noGrp="1"/>
            </p:cNvSpPr>
            <p:nvPr/>
          </p:nvSpPr>
          <p:spPr>
            <a:xfrm>
              <a:off x="8763000" y="285750"/>
              <a:ext cx="6267450" cy="409575"/>
            </a:xfrm>
            <a:prstGeom prst="rect">
              <a:avLst/>
            </a:prstGeom>
            <a:noFill/>
            <a:ln w="0">
              <a:noFill/>
              <a:prstDash val="solid"/>
            </a:ln>
          </p:spPr>
          <p:txBody>
            <a:bodyPr wrap="none" lIns="0" tIns="0" rIns="0" bIns="0" anchor="ctr">
              <a:normAutofit fontScale="100000"/>
            </a:bodyPr>
            <a:lstStyle>
              <a:defPPr algn="l">
                <a:defRPr sz="1875" b="1">
                  <a:solidFill>
                    <a:srgbClr val="263238"/>
                  </a:solidFill>
                  <a:latin typeface="Arial"/>
                  <a:ea typeface="Arial"/>
                  <a:cs typeface="Arial"/>
                </a:defRPr>
              </a:defPPr>
            </a:lstStyle>
            <a:p>
              <a:pPr algn="l">
                <a:defRPr sz="1875" b="1">
                  <a:solidFill>
                    <a:srgbClr val="263238"/>
                  </a:solidFill>
                  <a:latin typeface="Arial"/>
                  <a:ea typeface="Arial"/>
                  <a:cs typeface="Arial"/>
                </a:defRPr>
              </a:pPr>
              <a:r>
                <a:rPr sz="1875" b="1">
                  <a:solidFill>
                    <a:srgbClr val="263238"/>
                  </a:solidFill>
                  <a:latin typeface="Arial"/>
                  <a:ea typeface="Arial"/>
                  <a:cs typeface="Arial"/>
                </a:rPr>
                <a:t>Certificate and relaxation</a:t>
              </a:r>
            </a:p>
          </p:txBody>
        </p:sp>
        <p:sp>
          <p:nvSpPr>
            <p:cNvPr id="22" name="four:structure:substep-frame:22">
              <a:extLst>
                <a:ext uri="{FF2B5EF4-FFF2-40B4-BE49-F238E27FC236}">
                  <ns2:creationId id="{A319FD07-EA23-4B51-B59B-7FBF9AD26522}"/>
                </a:ext>
              </a:extLst>
            </p:cNvPr>
            <p:cNvSpPr>
              <a:spLocks noGrp="1"/>
            </p:cNvSpPr>
            <p:nvPr/>
          </p:nvSpPr>
          <p:spPr>
            <a:xfrm>
              <a:off x="15430500" y="209550"/>
              <a:ext cx="4762500" cy="7534275"/>
            </a:xfrm>
            <a:prstGeom prst="roundRect">
              <a:avLst>
                <a:gd name="adj" fmla="val 2400"/>
              </a:avLst>
            </a:prstGeom>
            <a:solidFill>
              <a:srgbClr val="F7F9FA"/>
            </a:solidFill>
            <a:ln w="12383">
              <a:solidFill>
                <a:srgbClr val="A9CDDF"/>
              </a:solidFill>
              <a:prstDash val="solid"/>
            </a:ln>
          </p:spPr>
        </p:sp>
        <p:sp>
          <p:nvSpPr>
            <p:cNvPr id="23" name="four:structure:substep-frame:23">
              <a:extLst>
                <a:ext uri="{FF2B5EF4-FFF2-40B4-BE49-F238E27FC236}">
                  <ns2:creationId id="{BECA364F-9AD0-4506-AD81-4C64C3FF1AF2}"/>
                </a:ext>
              </a:extLst>
            </p:cNvPr>
            <p:cNvSpPr>
              <a:spLocks noGrp="1"/>
            </p:cNvSpPr>
            <p:nvPr/>
          </p:nvSpPr>
          <p:spPr>
            <a:xfrm>
              <a:off x="15430500" y="209550"/>
              <a:ext cx="4762500" cy="581025"/>
            </a:xfrm>
            <a:prstGeom prst="roundRect">
              <a:avLst>
                <a:gd name="adj" fmla="val 19672"/>
              </a:avLst>
            </a:prstGeom>
            <a:solidFill>
              <a:srgbClr val="E7EDF0"/>
            </a:solidFill>
            <a:ln w="0">
              <a:noFill/>
              <a:prstDash val="solid"/>
            </a:ln>
          </p:spPr>
        </p:sp>
        <p:sp>
          <p:nvSpPr>
            <p:cNvPr id="24" name="four:structure:rect:24">
              <a:extLst>
                <a:ext uri="{FF2B5EF4-FFF2-40B4-BE49-F238E27FC236}">
                  <ns2:creationId id="{24DCD226-D7DC-42A4-94C2-5C99732CC6ED}"/>
                </a:ext>
              </a:extLst>
            </p:cNvPr>
            <p:cNvSpPr>
              <a:spLocks noGrp="1"/>
            </p:cNvSpPr>
            <p:nvPr/>
          </p:nvSpPr>
          <p:spPr>
            <a:xfrm>
              <a:off x="15430500" y="533400"/>
              <a:ext cx="4762500" cy="257175"/>
            </a:xfrm>
            <a:prstGeom prst="rect">
              <a:avLst/>
            </a:prstGeom>
            <a:solidFill>
              <a:srgbClr val="E7EDF0"/>
            </a:solidFill>
            <a:ln w="0">
              <a:noFill/>
              <a:prstDash val="solid"/>
            </a:ln>
          </p:spPr>
        </p:sp>
        <p:sp>
          <p:nvSpPr>
            <p:cNvPr id="25" name="four:structure:regular-node:25">
              <a:extLst>
                <a:ext uri="{FF2B5EF4-FFF2-40B4-BE49-F238E27FC236}">
                  <ns2:creationId id="{7539896E-DD2E-4034-A5D3-29F843F13876}"/>
                </a:ext>
              </a:extLst>
            </p:cNvPr>
            <p:cNvSpPr>
              <a:spLocks noGrp="1"/>
            </p:cNvSpPr>
            <p:nvPr/>
          </p:nvSpPr>
          <p:spPr>
            <a:xfrm>
              <a:off x="15516225" y="323850"/>
              <a:ext cx="342900" cy="342900"/>
            </a:xfrm>
            <a:prstGeom prst="ellipse">
              <a:avLst/>
            </a:prstGeom>
            <a:solidFill>
              <a:srgbClr val="E7EDF0"/>
            </a:solidFill>
            <a:ln w="0">
              <a:noFill/>
              <a:prstDash val="solid"/>
            </a:ln>
          </p:spPr>
        </p:sp>
        <p:sp>
          <p:nvSpPr>
            <p:cNvPr id="26" name="four:structure:textbox:26">
              <a:extLst>
                <a:ext uri="{FF2B5EF4-FFF2-40B4-BE49-F238E27FC236}">
                  <ns2:creationId id="{22FDBAFB-E112-4E95-AA6B-B3C9FB1C9BC6}"/>
                </a:ext>
              </a:extLst>
            </p:cNvPr>
            <p:cNvSpPr>
              <a:spLocks noGrp="1"/>
            </p:cNvSpPr>
            <p:nvPr/>
          </p:nvSpPr>
          <p:spPr>
            <a:xfrm>
              <a:off x="15440025" y="295275"/>
              <a:ext cx="438150" cy="381000"/>
            </a:xfrm>
            <a:prstGeom prst="rect">
              <a:avLst/>
            </a:prstGeom>
            <a:noFill/>
            <a:ln w="0">
              <a:noFill/>
              <a:prstDash val="solid"/>
            </a:ln>
          </p:spPr>
          <p:txBody>
            <a:bodyPr wrap="none" lIns="0" tIns="0" rIns="0" bIns="0" anchor="ctr">
              <a:normAutofit fontScale="100000"/>
            </a:bodyPr>
            <a:lstStyle>
              <a:defPPr algn="ctr">
                <a:defRPr sz="1875" b="1">
                  <a:solidFill>
                    <a:srgbClr val="263238"/>
                  </a:solidFill>
                  <a:latin typeface="Arial"/>
                  <a:ea typeface="Arial"/>
                  <a:cs typeface="Arial"/>
                </a:defRPr>
              </a:defPPr>
            </a:lstStyle>
            <a:p>
              <a:pPr algn="ctr">
                <a:defRPr sz="1875" b="1">
                  <a:solidFill>
                    <a:srgbClr val="263238"/>
                  </a:solidFill>
                  <a:latin typeface="Arial"/>
                  <a:ea typeface="Arial"/>
                  <a:cs typeface="Arial"/>
                </a:defRPr>
              </a:pPr>
              <a:r>
                <a:rPr sz="1500" b="1">
                  <a:solidFill>
                    <a:srgbClr val="263238"/>
                  </a:solidFill>
                  <a:latin typeface="Arial"/>
                  <a:ea typeface="Arial"/>
                  <a:cs typeface="Arial"/>
                </a:rPr>
                <a:t>(d)</a:t>
              </a:r>
            </a:p>
          </p:txBody>
        </p:sp>
        <p:sp>
          <p:nvSpPr>
            <p:cNvPr id="27" name="four:structure:textbox:27">
              <a:extLst>
                <a:ext uri="{FF2B5EF4-FFF2-40B4-BE49-F238E27FC236}">
                  <ns2:creationId id="{ACA32001-E2FE-41C2-8780-3AC5D8CA5A09}"/>
                </a:ext>
              </a:extLst>
            </p:cNvPr>
            <p:cNvSpPr>
              <a:spLocks noGrp="1"/>
            </p:cNvSpPr>
            <p:nvPr/>
          </p:nvSpPr>
          <p:spPr>
            <a:xfrm>
              <a:off x="15944850" y="285750"/>
              <a:ext cx="4171950" cy="409575"/>
            </a:xfrm>
            <a:prstGeom prst="rect">
              <a:avLst/>
            </a:prstGeom>
            <a:noFill/>
            <a:ln w="0">
              <a:noFill/>
              <a:prstDash val="solid"/>
            </a:ln>
          </p:spPr>
          <p:txBody>
            <a:bodyPr wrap="none" lIns="0" tIns="0" rIns="0" bIns="0" anchor="ctr">
              <a:normAutofit fontScale="100000"/>
            </a:bodyPr>
            <a:lstStyle>
              <a:defPPr algn="l">
                <a:defRPr sz="1875" b="1">
                  <a:solidFill>
                    <a:srgbClr val="263238"/>
                  </a:solidFill>
                  <a:latin typeface="Arial"/>
                  <a:ea typeface="Arial"/>
                  <a:cs typeface="Arial"/>
                </a:defRPr>
              </a:defPPr>
            </a:lstStyle>
            <a:p>
              <a:pPr algn="l">
                <a:defRPr sz="1875" b="1">
                  <a:solidFill>
                    <a:srgbClr val="263238"/>
                  </a:solidFill>
                  <a:latin typeface="Arial"/>
                  <a:ea typeface="Arial"/>
                  <a:cs typeface="Arial"/>
                </a:defRPr>
              </a:pPr>
              <a:r>
                <a:rPr sz="1875" b="1">
                  <a:solidFill>
                    <a:srgbClr val="263238"/>
                  </a:solidFill>
                  <a:latin typeface="Arial"/>
                  <a:ea typeface="Arial"/>
                  <a:cs typeface="Arial"/>
                </a:rPr>
                <a:t>Layout and optimal filling</a:t>
              </a:r>
            </a:p>
          </p:txBody>
        </p:sp>
        <p:sp>
          <p:nvSpPr>
            <p:cNvPr id="28" name="four:structure:substep-frame:28">
              <a:extLst>
                <a:ext uri="{FF2B5EF4-FFF2-40B4-BE49-F238E27FC236}">
                  <ns2:creationId id="{33B7DDE6-763C-4F23-A738-1CCEA0397328}"/>
                </a:ext>
              </a:extLst>
            </p:cNvPr>
            <p:cNvSpPr>
              <a:spLocks noGrp="1"/>
            </p:cNvSpPr>
            <p:nvPr/>
          </p:nvSpPr>
          <p:spPr>
            <a:xfrm>
              <a:off x="20516850" y="209550"/>
              <a:ext cx="4171950" cy="7534275"/>
            </a:xfrm>
            <a:prstGeom prst="roundRect">
              <a:avLst>
                <a:gd name="adj" fmla="val 2740"/>
              </a:avLst>
            </a:prstGeom>
            <a:solidFill>
              <a:srgbClr val="F7F9FA"/>
            </a:solidFill>
            <a:ln w="12383">
              <a:solidFill>
                <a:srgbClr val="A9CDDF"/>
              </a:solidFill>
              <a:prstDash val="solid"/>
            </a:ln>
          </p:spPr>
        </p:sp>
        <p:sp>
          <p:nvSpPr>
            <p:cNvPr id="29" name="four:structure:substep-frame:29">
              <a:extLst>
                <a:ext uri="{FF2B5EF4-FFF2-40B4-BE49-F238E27FC236}">
                  <ns2:creationId id="{55E29525-0AD8-488C-85BA-BF033681EE48}"/>
                </a:ext>
              </a:extLst>
            </p:cNvPr>
            <p:cNvSpPr>
              <a:spLocks noGrp="1"/>
            </p:cNvSpPr>
            <p:nvPr/>
          </p:nvSpPr>
          <p:spPr>
            <a:xfrm>
              <a:off x="20516850" y="209550"/>
              <a:ext cx="4171950" cy="581025"/>
            </a:xfrm>
            <a:prstGeom prst="roundRect">
              <a:avLst>
                <a:gd name="adj" fmla="val 19672"/>
              </a:avLst>
            </a:prstGeom>
            <a:solidFill>
              <a:srgbClr val="E7EDF0"/>
            </a:solidFill>
            <a:ln w="0">
              <a:noFill/>
              <a:prstDash val="solid"/>
            </a:ln>
          </p:spPr>
        </p:sp>
        <p:sp>
          <p:nvSpPr>
            <p:cNvPr id="30" name="four:structure:rect:30">
              <a:extLst>
                <a:ext uri="{FF2B5EF4-FFF2-40B4-BE49-F238E27FC236}">
                  <ns2:creationId id="{E687EE42-F41D-4D18-80C4-3AE7F2D09EB9}"/>
                </a:ext>
              </a:extLst>
            </p:cNvPr>
            <p:cNvSpPr>
              <a:spLocks noGrp="1"/>
            </p:cNvSpPr>
            <p:nvPr/>
          </p:nvSpPr>
          <p:spPr>
            <a:xfrm>
              <a:off x="20516850" y="533400"/>
              <a:ext cx="4171950" cy="257175"/>
            </a:xfrm>
            <a:prstGeom prst="rect">
              <a:avLst/>
            </a:prstGeom>
            <a:solidFill>
              <a:srgbClr val="E7EDF0"/>
            </a:solidFill>
            <a:ln w="0">
              <a:noFill/>
              <a:prstDash val="solid"/>
            </a:ln>
          </p:spPr>
        </p:sp>
        <p:sp>
          <p:nvSpPr>
            <p:cNvPr id="31" name="four:structure:regular-node:31">
              <a:extLst>
                <a:ext uri="{FF2B5EF4-FFF2-40B4-BE49-F238E27FC236}">
                  <ns2:creationId id="{B8153F25-2E72-4BAE-B747-0EB893EA7324}"/>
                </a:ext>
              </a:extLst>
            </p:cNvPr>
            <p:cNvSpPr>
              <a:spLocks noGrp="1"/>
            </p:cNvSpPr>
            <p:nvPr/>
          </p:nvSpPr>
          <p:spPr>
            <a:xfrm>
              <a:off x="20602575" y="323850"/>
              <a:ext cx="342900" cy="342900"/>
            </a:xfrm>
            <a:prstGeom prst="ellipse">
              <a:avLst/>
            </a:prstGeom>
            <a:solidFill>
              <a:srgbClr val="E7EDF0"/>
            </a:solidFill>
            <a:ln w="0">
              <a:noFill/>
              <a:prstDash val="solid"/>
            </a:ln>
          </p:spPr>
        </p:sp>
        <p:sp>
          <p:nvSpPr>
            <p:cNvPr id="32" name="four:structure:textbox:32">
              <a:extLst>
                <a:ext uri="{FF2B5EF4-FFF2-40B4-BE49-F238E27FC236}">
                  <ns2:creationId id="{0E049BE5-1813-4915-884B-988A8C7FE884}"/>
                </a:ext>
              </a:extLst>
            </p:cNvPr>
            <p:cNvSpPr>
              <a:spLocks noGrp="1"/>
            </p:cNvSpPr>
            <p:nvPr/>
          </p:nvSpPr>
          <p:spPr>
            <a:xfrm>
              <a:off x="20526375" y="295275"/>
              <a:ext cx="438150" cy="381000"/>
            </a:xfrm>
            <a:prstGeom prst="rect">
              <a:avLst/>
            </a:prstGeom>
            <a:noFill/>
            <a:ln w="0">
              <a:noFill/>
              <a:prstDash val="solid"/>
            </a:ln>
          </p:spPr>
          <p:txBody>
            <a:bodyPr wrap="none" lIns="0" tIns="0" rIns="0" bIns="0" anchor="ctr">
              <a:normAutofit fontScale="100000"/>
            </a:bodyPr>
            <a:lstStyle>
              <a:defPPr algn="ctr">
                <a:defRPr sz="1875" b="1">
                  <a:solidFill>
                    <a:srgbClr val="263238"/>
                  </a:solidFill>
                  <a:latin typeface="Arial"/>
                  <a:ea typeface="Arial"/>
                  <a:cs typeface="Arial"/>
                </a:defRPr>
              </a:defPPr>
            </a:lstStyle>
            <a:p>
              <a:pPr algn="ctr">
                <a:defRPr sz="1875" b="1">
                  <a:solidFill>
                    <a:srgbClr val="263238"/>
                  </a:solidFill>
                  <a:latin typeface="Arial"/>
                  <a:ea typeface="Arial"/>
                  <a:cs typeface="Arial"/>
                </a:defRPr>
              </a:pPr>
              <a:r>
                <a:rPr sz="1500" b="1">
                  <a:solidFill>
                    <a:srgbClr val="263238"/>
                  </a:solidFill>
                  <a:latin typeface="Arial"/>
                  <a:ea typeface="Arial"/>
                  <a:cs typeface="Arial"/>
                </a:rPr>
                <a:t>(e)</a:t>
              </a:r>
            </a:p>
          </p:txBody>
        </p:sp>
        <p:sp>
          <p:nvSpPr>
            <p:cNvPr id="33" name="four:structure:textbox:33">
              <a:extLst>
                <a:ext uri="{FF2B5EF4-FFF2-40B4-BE49-F238E27FC236}">
                  <ns2:creationId id="{80E93759-A576-4263-9197-FCA21D876E4E}"/>
                </a:ext>
              </a:extLst>
            </p:cNvPr>
            <p:cNvSpPr>
              <a:spLocks noGrp="1"/>
            </p:cNvSpPr>
            <p:nvPr/>
          </p:nvSpPr>
          <p:spPr>
            <a:xfrm>
              <a:off x="21031200" y="285750"/>
              <a:ext cx="3581400" cy="409575"/>
            </a:xfrm>
            <a:prstGeom prst="rect">
              <a:avLst/>
            </a:prstGeom>
            <a:noFill/>
            <a:ln w="0">
              <a:noFill/>
              <a:prstDash val="solid"/>
            </a:ln>
          </p:spPr>
          <p:txBody>
            <a:bodyPr wrap="none" lIns="0" tIns="0" rIns="0" bIns="0" anchor="ctr">
              <a:normAutofit fontScale="100000"/>
            </a:bodyPr>
            <a:lstStyle>
              <a:defPPr algn="l">
                <a:defRPr sz="1875" b="1">
                  <a:solidFill>
                    <a:srgbClr val="263238"/>
                  </a:solidFill>
                  <a:latin typeface="Arial"/>
                  <a:ea typeface="Arial"/>
                  <a:cs typeface="Arial"/>
                </a:defRPr>
              </a:defPPr>
            </a:lstStyle>
            <a:p>
              <a:pPr algn="l">
                <a:defRPr sz="1875" b="1">
                  <a:solidFill>
                    <a:srgbClr val="263238"/>
                  </a:solidFill>
                  <a:latin typeface="Arial"/>
                  <a:ea typeface="Arial"/>
                  <a:cs typeface="Arial"/>
                </a:defRPr>
              </a:pPr>
              <a:r>
                <a:rPr sz="1875" b="1">
                  <a:solidFill>
                    <a:srgbClr val="263238"/>
                  </a:solidFill>
                  <a:latin typeface="Arial"/>
                  <a:ea typeface="Arial"/>
                  <a:cs typeface="Arial"/>
                </a:rPr>
                <a:t>Temporal output</a:t>
              </a:r>
            </a:p>
          </p:txBody>
        </p:sp>
        <p:sp>
          <p:nvSpPr>
            <p:cNvPr id="34" name="four:structure:chevron:34">
              <a:extLst>
                <a:ext uri="{FF2B5EF4-FFF2-40B4-BE49-F238E27FC236}">
                  <ns2:creationId id="{37B86F99-0F3E-4DB4-BBB5-87A0B57FD91C}"/>
                </a:ext>
              </a:extLst>
            </p:cNvPr>
            <p:cNvSpPr>
              <a:spLocks noGrp="1"/>
            </p:cNvSpPr>
            <p:nvPr/>
          </p:nvSpPr>
          <p:spPr>
            <a:xfrm>
              <a:off x="2924175" y="381000"/>
              <a:ext cx="152400" cy="238125"/>
            </a:xfrm>
            <a:prstGeom prst="chevron">
              <a:avLst/>
            </a:prstGeom>
            <a:solidFill>
              <a:srgbClr val="A3B3BF"/>
            </a:solidFill>
            <a:ln w="0">
              <a:noFill/>
              <a:prstDash val="solid"/>
            </a:ln>
          </p:spPr>
        </p:sp>
        <p:sp>
          <p:nvSpPr>
            <p:cNvPr id="35" name="four:structure:chevron:35">
              <a:extLst>
                <a:ext uri="{FF2B5EF4-FFF2-40B4-BE49-F238E27FC236}">
                  <ns2:creationId id="{46302622-15BF-4561-A0B4-F514328F2213}"/>
                </a:ext>
              </a:extLst>
            </p:cNvPr>
            <p:cNvSpPr>
              <a:spLocks noGrp="1"/>
            </p:cNvSpPr>
            <p:nvPr/>
          </p:nvSpPr>
          <p:spPr>
            <a:xfrm>
              <a:off x="8010525" y="381000"/>
              <a:ext cx="152400" cy="238125"/>
            </a:xfrm>
            <a:prstGeom prst="chevron">
              <a:avLst/>
            </a:prstGeom>
            <a:solidFill>
              <a:srgbClr val="A3B3BF"/>
            </a:solidFill>
            <a:ln w="0">
              <a:noFill/>
              <a:prstDash val="solid"/>
            </a:ln>
          </p:spPr>
        </p:sp>
        <p:sp>
          <p:nvSpPr>
            <p:cNvPr id="36" name="four:structure:chevron:36">
              <a:extLst>
                <a:ext uri="{FF2B5EF4-FFF2-40B4-BE49-F238E27FC236}">
                  <ns2:creationId id="{DF1D6695-D5BE-4AC5-86DE-57A4ECE574F9}"/>
                </a:ext>
              </a:extLst>
            </p:cNvPr>
            <p:cNvSpPr>
              <a:spLocks noGrp="1"/>
            </p:cNvSpPr>
            <p:nvPr/>
          </p:nvSpPr>
          <p:spPr>
            <a:xfrm>
              <a:off x="15192375" y="381000"/>
              <a:ext cx="152400" cy="238125"/>
            </a:xfrm>
            <a:prstGeom prst="chevron">
              <a:avLst/>
            </a:prstGeom>
            <a:solidFill>
              <a:srgbClr val="A3B3BF"/>
            </a:solidFill>
            <a:ln w="0">
              <a:noFill/>
              <a:prstDash val="solid"/>
            </a:ln>
          </p:spPr>
        </p:sp>
        <p:sp>
          <p:nvSpPr>
            <p:cNvPr id="37" name="four:structure:chevron:37">
              <a:extLst>
                <a:ext uri="{FF2B5EF4-FFF2-40B4-BE49-F238E27FC236}">
                  <ns2:creationId id="{E17186BA-D593-4D45-8CBB-28A596D72536}"/>
                </a:ext>
              </a:extLst>
            </p:cNvPr>
            <p:cNvSpPr>
              <a:spLocks noGrp="1"/>
            </p:cNvSpPr>
            <p:nvPr/>
          </p:nvSpPr>
          <p:spPr>
            <a:xfrm>
              <a:off x="20278725" y="381000"/>
              <a:ext cx="152400" cy="238125"/>
            </a:xfrm>
            <a:prstGeom prst="chevron">
              <a:avLst/>
            </a:prstGeom>
            <a:solidFill>
              <a:srgbClr val="A3B3BF"/>
            </a:solidFill>
            <a:ln w="0">
              <a:noFill/>
              <a:prstDash val="solid"/>
            </a:ln>
          </p:spPr>
        </p:sp>
      </p:grpSp>
      <p:grpSp>
        <p:nvGrpSpPr>
          <p:cNvPr id="3175" name="substep-backgrounds"/>
          <p:cNvGrpSpPr/>
          <p:nvPr/>
        </p:nvGrpSpPr>
        <p:grpSpPr>
          <a:xfrm>
            <a:off x="0" y="0"/>
            <a:ext cx="24955500" cy="8572500"/>
            <a:chOff x="0" y="0"/>
            <a:chExt cx="24955500" cy="8572500"/>
          </a:xfrm>
        </p:grpSpPr>
        <p:sp>
          <p:nvSpPr>
            <p:cNvPr id="38" name="four:substep-backgrounds:substep-frame:38">
              <a:extLst>
                <a:ext uri="{FF2B5EF4-FFF2-40B4-BE49-F238E27FC236}">
                  <ns2:creationId id="{A098F6B7-2FF2-4945-9670-B9360039F1AC}"/>
                </a:ext>
              </a:extLst>
            </p:cNvPr>
            <p:cNvSpPr>
              <a:spLocks noGrp="1"/>
            </p:cNvSpPr>
            <p:nvPr/>
          </p:nvSpPr>
          <p:spPr>
            <a:xfrm>
              <a:off x="371475" y="1266825"/>
              <a:ext cx="2362200" cy="3019425"/>
            </a:xfrm>
            <a:prstGeom prst="roundRect">
              <a:avLst>
                <a:gd name="adj" fmla="val 4839"/>
              </a:avLst>
            </a:prstGeom>
            <a:solidFill>
              <a:srgbClr val="FFFFFF"/>
            </a:solidFill>
            <a:ln w="7620">
              <a:solidFill>
                <a:srgbClr val="D2DFE8"/>
              </a:solidFill>
              <a:prstDash val="solid"/>
            </a:ln>
          </p:spPr>
        </p:sp>
        <p:sp>
          <p:nvSpPr>
            <p:cNvPr id="39" name="four:substep-backgrounds:substep-frame:39">
              <a:extLst>
                <a:ext uri="{FF2B5EF4-FFF2-40B4-BE49-F238E27FC236}">
                  <ns2:creationId id="{9260A5CE-40F9-49C2-B350-9F4A98F23CAC}"/>
                </a:ext>
              </a:extLst>
            </p:cNvPr>
            <p:cNvSpPr>
              <a:spLocks noGrp="1"/>
            </p:cNvSpPr>
            <p:nvPr/>
          </p:nvSpPr>
          <p:spPr>
            <a:xfrm>
              <a:off x="3305175" y="4333875"/>
              <a:ext cx="4476750" cy="3333750"/>
            </a:xfrm>
            <a:prstGeom prst="roundRect">
              <a:avLst>
                <a:gd name="adj" fmla="val 3429"/>
              </a:avLst>
            </a:prstGeom>
            <a:solidFill>
              <a:srgbClr val="FFFFFF"/>
            </a:solidFill>
            <a:ln w="7620">
              <a:solidFill>
                <a:srgbClr val="D2DFE8"/>
              </a:solidFill>
              <a:prstDash val="solid"/>
            </a:ln>
          </p:spPr>
        </p:sp>
        <p:sp>
          <p:nvSpPr>
            <p:cNvPr id="40" name="four:substep-backgrounds:substep-frame:40">
              <a:extLst>
                <a:ext uri="{FF2B5EF4-FFF2-40B4-BE49-F238E27FC236}">
                  <ns2:creationId id="{9E91D0BD-7AB0-41FF-B955-50C84F880E85}"/>
                </a:ext>
              </a:extLst>
            </p:cNvPr>
            <p:cNvSpPr>
              <a:spLocks noGrp="1"/>
            </p:cNvSpPr>
            <p:nvPr/>
          </p:nvSpPr>
          <p:spPr>
            <a:xfrm>
              <a:off x="3324225" y="4714875"/>
              <a:ext cx="1990725" cy="2895600"/>
            </a:xfrm>
            <a:prstGeom prst="roundRect">
              <a:avLst>
                <a:gd name="adj" fmla="val 5742"/>
              </a:avLst>
            </a:prstGeom>
            <a:solidFill>
              <a:srgbClr val="F7F9FA"/>
            </a:solidFill>
            <a:ln w="7620">
              <a:noFill/>
              <a:prstDash val="solid"/>
            </a:ln>
          </p:spPr>
        </p:sp>
        <p:sp>
          <p:nvSpPr>
            <p:cNvPr id="41" name="four:substep-backgrounds:substep-frame:41">
              <a:extLst>
                <a:ext uri="{FF2B5EF4-FFF2-40B4-BE49-F238E27FC236}">
                  <ns2:creationId id="{09EF5DFB-0FBF-4269-823D-95D97675E9F4}"/>
                </a:ext>
              </a:extLst>
            </p:cNvPr>
            <p:cNvSpPr>
              <a:spLocks noGrp="1"/>
            </p:cNvSpPr>
            <p:nvPr/>
          </p:nvSpPr>
          <p:spPr>
            <a:xfrm>
              <a:off x="5705475" y="4714875"/>
              <a:ext cx="2076450" cy="2895600"/>
            </a:xfrm>
            <a:prstGeom prst="roundRect">
              <a:avLst>
                <a:gd name="adj" fmla="val 5505"/>
              </a:avLst>
            </a:prstGeom>
            <a:solidFill>
              <a:srgbClr val="F7F9FA"/>
            </a:solidFill>
            <a:ln w="7620">
              <a:noFill/>
              <a:prstDash val="solid"/>
            </a:ln>
          </p:spPr>
        </p:sp>
        <p:sp>
          <p:nvSpPr>
            <p:cNvPr id="42" name="four:substep-backgrounds:substep-frame:42">
              <a:extLst>
                <a:ext uri="{FF2B5EF4-FFF2-40B4-BE49-F238E27FC236}">
                  <ns2:creationId id="{5A73EBEA-89A2-4804-B214-ED56D89E9C3F}"/>
                </a:ext>
              </a:extLst>
            </p:cNvPr>
            <p:cNvSpPr>
              <a:spLocks noGrp="1"/>
            </p:cNvSpPr>
            <p:nvPr/>
          </p:nvSpPr>
          <p:spPr>
            <a:xfrm>
              <a:off x="3305175" y="962025"/>
              <a:ext cx="4476750" cy="3314700"/>
            </a:xfrm>
            <a:prstGeom prst="roundRect">
              <a:avLst>
                <a:gd name="adj" fmla="val 3448"/>
              </a:avLst>
            </a:prstGeom>
            <a:solidFill>
              <a:srgbClr val="FFFFFF"/>
            </a:solidFill>
            <a:ln w="7620">
              <a:solidFill>
                <a:srgbClr val="D2DFE8"/>
              </a:solidFill>
              <a:prstDash val="solid"/>
            </a:ln>
          </p:spPr>
        </p:sp>
        <p:sp>
          <p:nvSpPr>
            <p:cNvPr id="43" name="four:substep-backgrounds:substep-frame:43">
              <a:extLst>
                <a:ext uri="{FF2B5EF4-FFF2-40B4-BE49-F238E27FC236}">
                  <ns2:creationId id="{25DF0FEB-2F75-4221-A7DA-03CFB04820DB}"/>
                </a:ext>
              </a:extLst>
            </p:cNvPr>
            <p:cNvSpPr>
              <a:spLocks noGrp="1"/>
            </p:cNvSpPr>
            <p:nvPr/>
          </p:nvSpPr>
          <p:spPr>
            <a:xfrm>
              <a:off x="8401050" y="962025"/>
              <a:ext cx="6553200" cy="3143250"/>
            </a:xfrm>
            <a:prstGeom prst="roundRect">
              <a:avLst>
                <a:gd name="adj" fmla="val 3636"/>
              </a:avLst>
            </a:prstGeom>
            <a:solidFill>
              <a:srgbClr val="FFFFFF"/>
            </a:solidFill>
            <a:ln w="7620">
              <a:solidFill>
                <a:srgbClr val="D2DFE8"/>
              </a:solidFill>
              <a:prstDash val="solid"/>
            </a:ln>
          </p:spPr>
        </p:sp>
        <p:sp>
          <p:nvSpPr>
            <p:cNvPr id="44" name="four:substep-backgrounds:substep-frame:44">
              <a:extLst>
                <a:ext uri="{FF2B5EF4-FFF2-40B4-BE49-F238E27FC236}">
                  <ns2:creationId id="{C39F4A8A-CE42-41E8-929F-A5B54E4AF0D0}"/>
                </a:ext>
              </a:extLst>
            </p:cNvPr>
            <p:cNvSpPr>
              <a:spLocks noGrp="1"/>
            </p:cNvSpPr>
            <p:nvPr/>
          </p:nvSpPr>
          <p:spPr>
            <a:xfrm>
              <a:off x="8534400" y="1352550"/>
              <a:ext cx="3028950" cy="2219325"/>
            </a:xfrm>
            <a:prstGeom prst="roundRect">
              <a:avLst>
                <a:gd name="adj" fmla="val 5150"/>
              </a:avLst>
            </a:prstGeom>
            <a:solidFill>
              <a:srgbClr val="F7F9FA"/>
            </a:solidFill>
            <a:ln w="7620">
              <a:noFill/>
              <a:prstDash val="solid"/>
            </a:ln>
          </p:spPr>
        </p:sp>
        <p:sp>
          <p:nvSpPr>
            <p:cNvPr id="45" name="four:substep-backgrounds:substep-frame:45">
              <a:extLst>
                <a:ext uri="{FF2B5EF4-FFF2-40B4-BE49-F238E27FC236}">
                  <ns2:creationId id="{BE81C804-24D8-490A-862A-5FB7270AB6E3}"/>
                </a:ext>
              </a:extLst>
            </p:cNvPr>
            <p:cNvSpPr>
              <a:spLocks noGrp="1"/>
            </p:cNvSpPr>
            <p:nvPr/>
          </p:nvSpPr>
          <p:spPr>
            <a:xfrm>
              <a:off x="11811000" y="1352550"/>
              <a:ext cx="3009900" cy="2219325"/>
            </a:xfrm>
            <a:prstGeom prst="roundRect">
              <a:avLst>
                <a:gd name="adj" fmla="val 5150"/>
              </a:avLst>
            </a:prstGeom>
            <a:solidFill>
              <a:srgbClr val="F7F9FA"/>
            </a:solidFill>
            <a:ln w="7620">
              <a:noFill/>
              <a:prstDash val="solid"/>
            </a:ln>
          </p:spPr>
        </p:sp>
        <p:sp>
          <p:nvSpPr>
            <p:cNvPr id="46" name="four:substep-backgrounds:substep-frame:46">
              <a:extLst>
                <a:ext uri="{FF2B5EF4-FFF2-40B4-BE49-F238E27FC236}">
                  <ns2:creationId id="{978B766A-12C5-4E42-AB0B-CDCCA849042B}"/>
                </a:ext>
              </a:extLst>
            </p:cNvPr>
            <p:cNvSpPr>
              <a:spLocks noGrp="1"/>
            </p:cNvSpPr>
            <p:nvPr/>
          </p:nvSpPr>
          <p:spPr>
            <a:xfrm>
              <a:off x="8401050" y="4772025"/>
              <a:ext cx="6553200" cy="2895600"/>
            </a:xfrm>
            <a:prstGeom prst="roundRect">
              <a:avLst>
                <a:gd name="adj" fmla="val 3947"/>
              </a:avLst>
            </a:prstGeom>
            <a:solidFill>
              <a:srgbClr val="FFFFFF"/>
            </a:solidFill>
            <a:ln w="7620">
              <a:solidFill>
                <a:srgbClr val="D2DFE8"/>
              </a:solidFill>
              <a:prstDash val="solid"/>
            </a:ln>
          </p:spPr>
        </p:sp>
        <p:sp>
          <p:nvSpPr>
            <p:cNvPr id="47" name="four:substep-backgrounds:substep-frame:47">
              <a:extLst>
                <a:ext uri="{FF2B5EF4-FFF2-40B4-BE49-F238E27FC236}">
                  <ns2:creationId id="{69E129C9-8CAE-4187-A7A9-BCFC70F037D7}"/>
                </a:ext>
              </a:extLst>
            </p:cNvPr>
            <p:cNvSpPr>
              <a:spLocks noGrp="1"/>
            </p:cNvSpPr>
            <p:nvPr/>
          </p:nvSpPr>
          <p:spPr>
            <a:xfrm>
              <a:off x="15582900" y="962025"/>
              <a:ext cx="4457700" cy="3076575"/>
            </a:xfrm>
            <a:prstGeom prst="roundRect">
              <a:avLst>
                <a:gd name="adj" fmla="val 3715"/>
              </a:avLst>
            </a:prstGeom>
            <a:solidFill>
              <a:srgbClr val="FFFFFF"/>
            </a:solidFill>
            <a:ln w="7620">
              <a:solidFill>
                <a:srgbClr val="D2DFE8"/>
              </a:solidFill>
              <a:prstDash val="solid"/>
            </a:ln>
          </p:spPr>
        </p:sp>
        <p:sp>
          <p:nvSpPr>
            <p:cNvPr id="48" name="four:substep-backgrounds:substep-frame:48">
              <a:extLst>
                <a:ext uri="{FF2B5EF4-FFF2-40B4-BE49-F238E27FC236}">
                  <ns2:creationId id="{0EA6194F-EA74-43C6-994E-B10EA43DD785}"/>
                </a:ext>
              </a:extLst>
            </p:cNvPr>
            <p:cNvSpPr>
              <a:spLocks noGrp="1"/>
            </p:cNvSpPr>
            <p:nvPr/>
          </p:nvSpPr>
          <p:spPr>
            <a:xfrm>
              <a:off x="15582900" y="4191000"/>
              <a:ext cx="4457700" cy="3476625"/>
            </a:xfrm>
            <a:prstGeom prst="roundRect">
              <a:avLst>
                <a:gd name="adj" fmla="val 3288"/>
              </a:avLst>
            </a:prstGeom>
            <a:solidFill>
              <a:srgbClr val="FFFFFF"/>
            </a:solidFill>
            <a:ln w="7620">
              <a:solidFill>
                <a:srgbClr val="D2DFE8"/>
              </a:solidFill>
              <a:prstDash val="solid"/>
            </a:ln>
          </p:spPr>
        </p:sp>
        <p:sp>
          <p:nvSpPr>
            <p:cNvPr id="49" name="four:substep-backgrounds:substep-frame:49">
              <a:extLst>
                <a:ext uri="{FF2B5EF4-FFF2-40B4-BE49-F238E27FC236}">
                  <ns2:creationId id="{FE1E02C9-47D3-4552-8786-9D166B42C2B8}"/>
                </a:ext>
              </a:extLst>
            </p:cNvPr>
            <p:cNvSpPr>
              <a:spLocks noGrp="1"/>
            </p:cNvSpPr>
            <p:nvPr/>
          </p:nvSpPr>
          <p:spPr>
            <a:xfrm>
              <a:off x="20669250" y="962025"/>
              <a:ext cx="3867150" cy="3305175"/>
            </a:xfrm>
            <a:prstGeom prst="roundRect">
              <a:avLst>
                <a:gd name="adj" fmla="val 3458"/>
              </a:avLst>
            </a:prstGeom>
            <a:solidFill>
              <a:srgbClr val="FFFFFF"/>
            </a:solidFill>
            <a:ln w="7620">
              <a:solidFill>
                <a:srgbClr val="D2DFE8"/>
              </a:solidFill>
              <a:prstDash val="solid"/>
            </a:ln>
          </p:spPr>
        </p:sp>
        <p:sp>
          <p:nvSpPr>
            <p:cNvPr id="50" name="four:substep-backgrounds:substep-frame:50">
              <a:extLst>
                <a:ext uri="{FF2B5EF4-FFF2-40B4-BE49-F238E27FC236}">
                  <ns2:creationId id="{E7C547D0-84B4-4EF3-BC23-3E9D1400ECD4}"/>
                </a:ext>
              </a:extLst>
            </p:cNvPr>
            <p:cNvSpPr>
              <a:spLocks noGrp="1"/>
            </p:cNvSpPr>
            <p:nvPr/>
          </p:nvSpPr>
          <p:spPr>
            <a:xfrm>
              <a:off x="21936075" y="4419600"/>
              <a:ext cx="1428750" cy="704850"/>
            </a:xfrm>
            <a:prstGeom prst="roundRect">
              <a:avLst>
                <a:gd name="adj" fmla="val 16216"/>
              </a:avLst>
            </a:prstGeom>
            <a:solidFill>
              <a:srgbClr val="F7F9FA"/>
            </a:solidFill>
            <a:ln w="7620">
              <a:noFill/>
              <a:prstDash val="solid"/>
            </a:ln>
          </p:spPr>
        </p:sp>
        <p:sp>
          <p:nvSpPr>
            <p:cNvPr id="51" name="four:substep-backgrounds:substep-frame:51">
              <a:extLst>
                <a:ext uri="{FF2B5EF4-FFF2-40B4-BE49-F238E27FC236}">
                  <ns2:creationId id="{16EE381B-FA6B-4E97-9272-75A9199DD29E}"/>
                </a:ext>
              </a:extLst>
            </p:cNvPr>
            <p:cNvSpPr>
              <a:spLocks noGrp="1"/>
            </p:cNvSpPr>
            <p:nvPr/>
          </p:nvSpPr>
          <p:spPr>
            <a:xfrm>
              <a:off x="20669250" y="5334000"/>
              <a:ext cx="3867150" cy="2333625"/>
            </a:xfrm>
            <a:prstGeom prst="roundRect">
              <a:avLst>
                <a:gd name="adj" fmla="val 4898"/>
              </a:avLst>
            </a:prstGeom>
            <a:solidFill>
              <a:srgbClr val="FFFFFF"/>
            </a:solidFill>
            <a:ln w="7620">
              <a:solidFill>
                <a:srgbClr val="D2DFE8"/>
              </a:solidFill>
              <a:prstDash val="solid"/>
            </a:ln>
          </p:spPr>
        </p:sp>
      </p:grpSp>
      <p:grpSp>
        <p:nvGrpSpPr>
          <p:cNvPr id="3176" name="scalar-input"/>
          <p:cNvGrpSpPr/>
          <p:nvPr/>
        </p:nvGrpSpPr>
        <p:grpSpPr>
          <a:xfrm>
            <a:off x="0" y="0"/>
            <a:ext cx="24955500" cy="8572500"/>
            <a:chOff x="0" y="0"/>
            <a:chExt cx="24955500" cy="8572500"/>
          </a:xfrm>
        </p:grpSpPr>
        <p:sp>
          <p:nvSpPr>
            <p:cNvPr id="52" name="four:scalar-input:textbox:52">
              <a:extLst>
                <a:ext uri="{FF2B5EF4-FFF2-40B4-BE49-F238E27FC236}">
                  <ns2:creationId id="{1AFEB1DD-3BFA-4FA6-8350-7863681E2ABD}"/>
                </a:ext>
              </a:extLst>
            </p:cNvPr>
            <p:cNvSpPr>
              <a:spLocks noGrp="1"/>
            </p:cNvSpPr>
            <p:nvPr/>
          </p:nvSpPr>
          <p:spPr>
            <a:xfrm>
              <a:off x="447675" y="1438275"/>
              <a:ext cx="2190750" cy="304800"/>
            </a:xfrm>
            <a:prstGeom prst="rect">
              <a:avLst/>
            </a:prstGeom>
            <a:noFill/>
            <a:ln w="0">
              <a:noFill/>
              <a:prstDash val="solid"/>
            </a:ln>
          </p:spPr>
          <p:txBody>
            <a:bodyPr wrap="none" lIns="0" tIns="0" rIns="0" bIns="0" anchor="ctr">
              <a:normAutofit fontScale="93672"/>
            </a:bodyPr>
            <a:lstStyle>
              <a:defPPr algn="l">
                <a:defRPr sz="1500" b="1">
                  <a:solidFill>
                    <a:srgbClr val="263238"/>
                  </a:solidFill>
                  <a:latin typeface="Arial"/>
                  <a:ea typeface="Arial"/>
                  <a:cs typeface="Arial"/>
                </a:defRPr>
              </a:defPPr>
            </a:lstStyle>
            <a:p>
              <a:pPr algn="l">
                <a:defRPr sz="1500" b="1">
                  <a:solidFill>
                    <a:srgbClr val="263238"/>
                  </a:solidFill>
                  <a:latin typeface="Arial"/>
                  <a:ea typeface="Arial"/>
                  <a:cs typeface="Arial"/>
                </a:defRPr>
              </a:pPr>
              <a:r>
                <a:rPr sz="1238" b="1">
                  <a:solidFill>
                    <a:srgbClr val="263238"/>
                  </a:solidFill>
                  <a:latin typeface="Arial"/>
                  <a:ea typeface="Arial"/>
                  <a:cs typeface="Arial"/>
                </a:rPr>
                <a:t>2D time-varying scalar fields</a:t>
              </a:r>
            </a:p>
          </p:txBody>
        </p:sp>
        <p:sp>
          <p:nvSpPr>
            <p:cNvPr id="53" name="four:scalar-input:rect:53">
              <a:extLst>
                <a:ext uri="{FF2B5EF4-FFF2-40B4-BE49-F238E27FC236}">
                  <ns2:creationId id="{FD233879-9926-412E-9B22-C7FDB7F90121}"/>
                </a:ext>
              </a:extLst>
            </p:cNvPr>
            <p:cNvSpPr>
              <a:spLocks noGrp="1"/>
            </p:cNvSpPr>
            <p:nvPr/>
          </p:nvSpPr>
          <p:spPr>
            <a:xfrm>
              <a:off x="561975" y="1905000"/>
              <a:ext cx="2095500" cy="1885950"/>
            </a:xfrm>
            <a:prstGeom prst="rect">
              <a:avLst/>
            </a:prstGeom>
            <a:solidFill>
              <a:srgbClr val="E0E1E3"/>
            </a:solidFill>
            <a:ln w="8573">
              <a:solidFill>
                <a:srgbClr val="263238"/>
              </a:solidFill>
              <a:prstDash val="solid"/>
            </a:ln>
          </p:spPr>
        </p:sp>
        <p:sp>
          <p:nvSpPr>
            <p:cNvPr id="54" name="four:scalar-input:rect:54">
              <a:extLst>
                <a:ext uri="{FF2B5EF4-FFF2-40B4-BE49-F238E27FC236}">
                  <ns2:creationId id="{CE997959-4B4E-4C08-AE2C-13E5114C4B81}"/>
                </a:ext>
              </a:extLst>
            </p:cNvPr>
            <p:cNvSpPr>
              <a:spLocks noGrp="1"/>
            </p:cNvSpPr>
            <p:nvPr/>
          </p:nvSpPr>
          <p:spPr>
            <a:xfrm>
              <a:off x="495300" y="1971675"/>
              <a:ext cx="2095500" cy="1885950"/>
            </a:xfrm>
            <a:prstGeom prst="rect">
              <a:avLst/>
            </a:prstGeom>
            <a:solidFill>
              <a:srgbClr val="E0E1E3"/>
            </a:solidFill>
            <a:ln w="8573">
              <a:solidFill>
                <a:srgbClr val="263238"/>
              </a:solidFill>
              <a:prstDash val="solid"/>
            </a:ln>
          </p:spPr>
        </p:sp>
        <p:sp>
          <p:nvSpPr>
            <p:cNvPr id="55" name="four:scalar-input:rect:55">
              <a:extLst>
                <a:ext uri="{FF2B5EF4-FFF2-40B4-BE49-F238E27FC236}">
                  <ns2:creationId id="{C430A0DE-375E-43E2-98C3-4A015A8AF99F}"/>
                </a:ext>
              </a:extLst>
            </p:cNvPr>
            <p:cNvSpPr>
              <a:spLocks noGrp="1"/>
            </p:cNvSpPr>
            <p:nvPr/>
          </p:nvSpPr>
          <p:spPr>
            <a:xfrm>
              <a:off x="428625" y="2038350"/>
              <a:ext cx="2095500" cy="1885950"/>
            </a:xfrm>
            <a:prstGeom prst="rect">
              <a:avLst/>
            </a:prstGeom>
            <a:solidFill>
              <a:srgbClr val="E0E1E3"/>
            </a:solidFill>
            <a:ln w="8573">
              <a:solidFill>
                <a:srgbClr val="263238"/>
              </a:solidFill>
              <a:prstDash val="solid"/>
            </a:ln>
          </p:spPr>
        </p:sp>
        <p:sp>
          <p:nvSpPr>
            <p:cNvPr id="56" name="four:scalar-input:grid-cell:56">
              <a:extLst>
                <a:ext uri="{FF2B5EF4-FFF2-40B4-BE49-F238E27FC236}">
                  <ns2:creationId id="{FD93BB8E-F9A6-46B4-811C-9FB599D2FA67}"/>
                </a:ext>
              </a:extLst>
            </p:cNvPr>
            <p:cNvSpPr>
              <a:spLocks noGrp="1"/>
            </p:cNvSpPr>
            <p:nvPr/>
          </p:nvSpPr>
          <p:spPr>
            <a:xfrm>
              <a:off x="361950" y="2105025"/>
              <a:ext cx="104966" cy="104966"/>
            </a:xfrm>
            <a:prstGeom prst="rect">
              <a:avLst/>
            </a:prstGeom>
            <a:solidFill>
              <a:srgbClr val="DCE8ED"/>
            </a:solidFill>
            <a:ln w="0">
              <a:noFill/>
              <a:prstDash val="solid"/>
            </a:ln>
          </p:spPr>
        </p:sp>
        <p:sp>
          <p:nvSpPr>
            <p:cNvPr id="57" name="four:scalar-input:grid-cell:57">
              <a:extLst>
                <a:ext uri="{FF2B5EF4-FFF2-40B4-BE49-F238E27FC236}">
                  <ns2:creationId id="{10BF3B58-D8A7-4B36-A3A3-9C5E90D204C1}"/>
                </a:ext>
              </a:extLst>
            </p:cNvPr>
            <p:cNvSpPr>
              <a:spLocks noGrp="1"/>
            </p:cNvSpPr>
            <p:nvPr/>
          </p:nvSpPr>
          <p:spPr>
            <a:xfrm>
              <a:off x="466725" y="2105025"/>
              <a:ext cx="104966" cy="104966"/>
            </a:xfrm>
            <a:prstGeom prst="rect">
              <a:avLst/>
            </a:prstGeom>
            <a:solidFill>
              <a:srgbClr val="DCE8ED"/>
            </a:solidFill>
            <a:ln w="0">
              <a:noFill/>
              <a:prstDash val="solid"/>
            </a:ln>
          </p:spPr>
        </p:sp>
        <p:sp>
          <p:nvSpPr>
            <p:cNvPr id="58" name="four:scalar-input:grid-cell:58">
              <a:extLst>
                <a:ext uri="{FF2B5EF4-FFF2-40B4-BE49-F238E27FC236}">
                  <ns2:creationId id="{1FD0AB14-4BD9-4958-B612-988D264F5BD3}"/>
                </a:ext>
              </a:extLst>
            </p:cNvPr>
            <p:cNvSpPr>
              <a:spLocks noGrp="1"/>
            </p:cNvSpPr>
            <p:nvPr/>
          </p:nvSpPr>
          <p:spPr>
            <a:xfrm>
              <a:off x="571500" y="2105025"/>
              <a:ext cx="104966" cy="104966"/>
            </a:xfrm>
            <a:prstGeom prst="rect">
              <a:avLst/>
            </a:prstGeom>
            <a:solidFill>
              <a:srgbClr val="DCE8ED"/>
            </a:solidFill>
            <a:ln w="0">
              <a:noFill/>
              <a:prstDash val="solid"/>
            </a:ln>
          </p:spPr>
        </p:sp>
        <p:sp>
          <p:nvSpPr>
            <p:cNvPr id="59" name="four:scalar-input:grid-cell:59">
              <a:extLst>
                <a:ext uri="{FF2B5EF4-FFF2-40B4-BE49-F238E27FC236}">
                  <ns2:creationId id="{20FF655A-E557-45F4-AFB1-3A6388A26B68}"/>
                </a:ext>
              </a:extLst>
            </p:cNvPr>
            <p:cNvSpPr>
              <a:spLocks noGrp="1"/>
            </p:cNvSpPr>
            <p:nvPr/>
          </p:nvSpPr>
          <p:spPr>
            <a:xfrm>
              <a:off x="676275" y="2105025"/>
              <a:ext cx="104966" cy="104966"/>
            </a:xfrm>
            <a:prstGeom prst="rect">
              <a:avLst/>
            </a:prstGeom>
            <a:solidFill>
              <a:srgbClr val="DCE8ED"/>
            </a:solidFill>
            <a:ln w="0">
              <a:noFill/>
              <a:prstDash val="solid"/>
            </a:ln>
          </p:spPr>
        </p:sp>
        <p:sp>
          <p:nvSpPr>
            <p:cNvPr id="60" name="four:scalar-input:grid-cell:60">
              <a:extLst>
                <a:ext uri="{FF2B5EF4-FFF2-40B4-BE49-F238E27FC236}">
                  <ns2:creationId id="{E93BD86D-C6FA-4427-A101-1FC11F4967B7}"/>
                </a:ext>
              </a:extLst>
            </p:cNvPr>
            <p:cNvSpPr>
              <a:spLocks noGrp="1"/>
            </p:cNvSpPr>
            <p:nvPr/>
          </p:nvSpPr>
          <p:spPr>
            <a:xfrm>
              <a:off x="781050" y="2105025"/>
              <a:ext cx="104966" cy="104966"/>
            </a:xfrm>
            <a:prstGeom prst="rect">
              <a:avLst/>
            </a:prstGeom>
            <a:solidFill>
              <a:srgbClr val="DCE8ED"/>
            </a:solidFill>
            <a:ln w="0">
              <a:noFill/>
              <a:prstDash val="solid"/>
            </a:ln>
          </p:spPr>
        </p:sp>
        <p:sp>
          <p:nvSpPr>
            <p:cNvPr id="61" name="four:scalar-input:grid-cell:61">
              <a:extLst>
                <a:ext uri="{FF2B5EF4-FFF2-40B4-BE49-F238E27FC236}">
                  <ns2:creationId id="{A269F243-D8B1-4CBC-A523-1E7DC5180085}"/>
                </a:ext>
              </a:extLst>
            </p:cNvPr>
            <p:cNvSpPr>
              <a:spLocks noGrp="1"/>
            </p:cNvSpPr>
            <p:nvPr/>
          </p:nvSpPr>
          <p:spPr>
            <a:xfrm>
              <a:off x="885825" y="2105025"/>
              <a:ext cx="104966" cy="104966"/>
            </a:xfrm>
            <a:prstGeom prst="rect">
              <a:avLst/>
            </a:prstGeom>
            <a:solidFill>
              <a:srgbClr val="DCE8ED"/>
            </a:solidFill>
            <a:ln w="0">
              <a:noFill/>
              <a:prstDash val="solid"/>
            </a:ln>
          </p:spPr>
        </p:sp>
        <p:sp>
          <p:nvSpPr>
            <p:cNvPr id="62" name="four:scalar-input:grid-cell:62">
              <a:extLst>
                <a:ext uri="{FF2B5EF4-FFF2-40B4-BE49-F238E27FC236}">
                  <ns2:creationId id="{D3BEE0C1-B815-4921-B881-D25A7F6D2AD4}"/>
                </a:ext>
              </a:extLst>
            </p:cNvPr>
            <p:cNvSpPr>
              <a:spLocks noGrp="1"/>
            </p:cNvSpPr>
            <p:nvPr/>
          </p:nvSpPr>
          <p:spPr>
            <a:xfrm>
              <a:off x="990600" y="2105025"/>
              <a:ext cx="104966" cy="104966"/>
            </a:xfrm>
            <a:prstGeom prst="rect">
              <a:avLst/>
            </a:prstGeom>
            <a:solidFill>
              <a:srgbClr val="DCE8ED"/>
            </a:solidFill>
            <a:ln w="0">
              <a:noFill/>
              <a:prstDash val="solid"/>
            </a:ln>
          </p:spPr>
        </p:sp>
        <p:sp>
          <p:nvSpPr>
            <p:cNvPr id="63" name="four:scalar-input:grid-cell:63">
              <a:extLst>
                <a:ext uri="{FF2B5EF4-FFF2-40B4-BE49-F238E27FC236}">
                  <ns2:creationId id="{51547EA2-7653-4961-A579-BBE8DFFBED1A}"/>
                </a:ext>
              </a:extLst>
            </p:cNvPr>
            <p:cNvSpPr>
              <a:spLocks noGrp="1"/>
            </p:cNvSpPr>
            <p:nvPr/>
          </p:nvSpPr>
          <p:spPr>
            <a:xfrm>
              <a:off x="1095375" y="2105025"/>
              <a:ext cx="104966" cy="104966"/>
            </a:xfrm>
            <a:prstGeom prst="rect">
              <a:avLst/>
            </a:prstGeom>
            <a:solidFill>
              <a:srgbClr val="DCE8ED"/>
            </a:solidFill>
            <a:ln w="0">
              <a:noFill/>
              <a:prstDash val="solid"/>
            </a:ln>
          </p:spPr>
        </p:sp>
        <p:sp>
          <p:nvSpPr>
            <p:cNvPr id="64" name="four:scalar-input:grid-cell:64">
              <a:extLst>
                <a:ext uri="{FF2B5EF4-FFF2-40B4-BE49-F238E27FC236}">
                  <ns2:creationId id="{3F6CAF27-4D75-4BD4-8EF8-99AD3BCDD91A}"/>
                </a:ext>
              </a:extLst>
            </p:cNvPr>
            <p:cNvSpPr>
              <a:spLocks noGrp="1"/>
            </p:cNvSpPr>
            <p:nvPr/>
          </p:nvSpPr>
          <p:spPr>
            <a:xfrm>
              <a:off x="1200150" y="2105025"/>
              <a:ext cx="104966" cy="104966"/>
            </a:xfrm>
            <a:prstGeom prst="rect">
              <a:avLst/>
            </a:prstGeom>
            <a:solidFill>
              <a:srgbClr val="D4B4CC"/>
            </a:solidFill>
            <a:ln w="0">
              <a:noFill/>
              <a:prstDash val="solid"/>
            </a:ln>
          </p:spPr>
        </p:sp>
        <p:sp>
          <p:nvSpPr>
            <p:cNvPr id="65" name="four:scalar-input:grid-cell:65">
              <a:extLst>
                <a:ext uri="{FF2B5EF4-FFF2-40B4-BE49-F238E27FC236}">
                  <ns2:creationId id="{3E32C0CC-768A-4DA0-9B69-6DCA21C7F0A3}"/>
                </a:ext>
              </a:extLst>
            </p:cNvPr>
            <p:cNvSpPr>
              <a:spLocks noGrp="1"/>
            </p:cNvSpPr>
            <p:nvPr/>
          </p:nvSpPr>
          <p:spPr>
            <a:xfrm>
              <a:off x="1304925" y="2105025"/>
              <a:ext cx="104966" cy="104966"/>
            </a:xfrm>
            <a:prstGeom prst="rect">
              <a:avLst/>
            </a:prstGeom>
            <a:solidFill>
              <a:srgbClr val="D4B4CC"/>
            </a:solidFill>
            <a:ln w="0">
              <a:noFill/>
              <a:prstDash val="solid"/>
            </a:ln>
          </p:spPr>
        </p:sp>
        <p:sp>
          <p:nvSpPr>
            <p:cNvPr id="66" name="four:scalar-input:grid-cell:66">
              <a:extLst>
                <a:ext uri="{FF2B5EF4-FFF2-40B4-BE49-F238E27FC236}">
                  <ns2:creationId id="{A70AF580-F936-4600-89B8-9DB3D3880F8D}"/>
                </a:ext>
              </a:extLst>
            </p:cNvPr>
            <p:cNvSpPr>
              <a:spLocks noGrp="1"/>
            </p:cNvSpPr>
            <p:nvPr/>
          </p:nvSpPr>
          <p:spPr>
            <a:xfrm>
              <a:off x="1409700" y="2105025"/>
              <a:ext cx="104966" cy="104966"/>
            </a:xfrm>
            <a:prstGeom prst="rect">
              <a:avLst/>
            </a:prstGeom>
            <a:solidFill>
              <a:srgbClr val="D4B4CC"/>
            </a:solidFill>
            <a:ln w="0">
              <a:noFill/>
              <a:prstDash val="solid"/>
            </a:ln>
          </p:spPr>
        </p:sp>
        <p:sp>
          <p:nvSpPr>
            <p:cNvPr id="67" name="four:scalar-input:grid-cell:67">
              <a:extLst>
                <a:ext uri="{FF2B5EF4-FFF2-40B4-BE49-F238E27FC236}">
                  <ns2:creationId id="{8C8CCAD2-6D83-4C0D-9684-15F41F76F780}"/>
                </a:ext>
              </a:extLst>
            </p:cNvPr>
            <p:cNvSpPr>
              <a:spLocks noGrp="1"/>
            </p:cNvSpPr>
            <p:nvPr/>
          </p:nvSpPr>
          <p:spPr>
            <a:xfrm>
              <a:off x="1514475" y="2105025"/>
              <a:ext cx="104966" cy="104966"/>
            </a:xfrm>
            <a:prstGeom prst="rect">
              <a:avLst/>
            </a:prstGeom>
            <a:solidFill>
              <a:srgbClr val="CC79A7"/>
            </a:solidFill>
            <a:ln w="0">
              <a:noFill/>
              <a:prstDash val="solid"/>
            </a:ln>
          </p:spPr>
        </p:sp>
        <p:sp>
          <p:nvSpPr>
            <p:cNvPr id="68" name="four:scalar-input:grid-cell:68">
              <a:extLst>
                <a:ext uri="{FF2B5EF4-FFF2-40B4-BE49-F238E27FC236}">
                  <ns2:creationId id="{64166246-C79B-4F73-9C48-31AB5DD33CFB}"/>
                </a:ext>
              </a:extLst>
            </p:cNvPr>
            <p:cNvSpPr>
              <a:spLocks noGrp="1"/>
            </p:cNvSpPr>
            <p:nvPr/>
          </p:nvSpPr>
          <p:spPr>
            <a:xfrm>
              <a:off x="1619250" y="2105025"/>
              <a:ext cx="104966" cy="104966"/>
            </a:xfrm>
            <a:prstGeom prst="rect">
              <a:avLst/>
            </a:prstGeom>
            <a:solidFill>
              <a:srgbClr val="CC79A7"/>
            </a:solidFill>
            <a:ln w="0">
              <a:noFill/>
              <a:prstDash val="solid"/>
            </a:ln>
          </p:spPr>
        </p:sp>
        <p:sp>
          <p:nvSpPr>
            <p:cNvPr id="69" name="four:scalar-input:grid-cell:69">
              <a:extLst>
                <a:ext uri="{FF2B5EF4-FFF2-40B4-BE49-F238E27FC236}">
                  <ns2:creationId id="{208186FD-431A-4592-809D-7D5433CD50B0}"/>
                </a:ext>
              </a:extLst>
            </p:cNvPr>
            <p:cNvSpPr>
              <a:spLocks noGrp="1"/>
            </p:cNvSpPr>
            <p:nvPr/>
          </p:nvSpPr>
          <p:spPr>
            <a:xfrm>
              <a:off x="1724025" y="2105025"/>
              <a:ext cx="104966" cy="104966"/>
            </a:xfrm>
            <a:prstGeom prst="rect">
              <a:avLst/>
            </a:prstGeom>
            <a:solidFill>
              <a:srgbClr val="CC79A7"/>
            </a:solidFill>
            <a:ln w="0">
              <a:noFill/>
              <a:prstDash val="solid"/>
            </a:ln>
          </p:spPr>
        </p:sp>
        <p:sp>
          <p:nvSpPr>
            <p:cNvPr id="70" name="four:scalar-input:grid-cell:70">
              <a:extLst>
                <a:ext uri="{FF2B5EF4-FFF2-40B4-BE49-F238E27FC236}">
                  <ns2:creationId id="{F42AA64E-5C6D-4B50-A47D-E1AC0E0B7C46}"/>
                </a:ext>
              </a:extLst>
            </p:cNvPr>
            <p:cNvSpPr>
              <a:spLocks noGrp="1"/>
            </p:cNvSpPr>
            <p:nvPr/>
          </p:nvSpPr>
          <p:spPr>
            <a:xfrm>
              <a:off x="1828800" y="2105025"/>
              <a:ext cx="104966" cy="104966"/>
            </a:xfrm>
            <a:prstGeom prst="rect">
              <a:avLst/>
            </a:prstGeom>
            <a:solidFill>
              <a:srgbClr val="CC79A7"/>
            </a:solidFill>
            <a:ln w="0">
              <a:noFill/>
              <a:prstDash val="solid"/>
            </a:ln>
          </p:spPr>
        </p:sp>
        <p:sp>
          <p:nvSpPr>
            <p:cNvPr id="71" name="four:scalar-input:grid-cell:71">
              <a:extLst>
                <a:ext uri="{FF2B5EF4-FFF2-40B4-BE49-F238E27FC236}">
                  <ns2:creationId id="{EC5F60E7-FDEF-4EEF-9366-7A47D7A61910}"/>
                </a:ext>
              </a:extLst>
            </p:cNvPr>
            <p:cNvSpPr>
              <a:spLocks noGrp="1"/>
            </p:cNvSpPr>
            <p:nvPr/>
          </p:nvSpPr>
          <p:spPr>
            <a:xfrm>
              <a:off x="1933575" y="2105025"/>
              <a:ext cx="104966" cy="104966"/>
            </a:xfrm>
            <a:prstGeom prst="rect">
              <a:avLst/>
            </a:prstGeom>
            <a:solidFill>
              <a:srgbClr val="CC79A7"/>
            </a:solidFill>
            <a:ln w="0">
              <a:noFill/>
              <a:prstDash val="solid"/>
            </a:ln>
          </p:spPr>
        </p:sp>
        <p:sp>
          <p:nvSpPr>
            <p:cNvPr id="72" name="four:scalar-input:grid-cell:72">
              <a:extLst>
                <a:ext uri="{FF2B5EF4-FFF2-40B4-BE49-F238E27FC236}">
                  <ns2:creationId id="{F1B9E889-2210-4633-A643-30A0835F5089}"/>
                </a:ext>
              </a:extLst>
            </p:cNvPr>
            <p:cNvSpPr>
              <a:spLocks noGrp="1"/>
            </p:cNvSpPr>
            <p:nvPr/>
          </p:nvSpPr>
          <p:spPr>
            <a:xfrm>
              <a:off x="2038350" y="2105025"/>
              <a:ext cx="104966" cy="104966"/>
            </a:xfrm>
            <a:prstGeom prst="rect">
              <a:avLst/>
            </a:prstGeom>
            <a:solidFill>
              <a:srgbClr val="CC79A7"/>
            </a:solidFill>
            <a:ln w="0">
              <a:noFill/>
              <a:prstDash val="solid"/>
            </a:ln>
          </p:spPr>
        </p:sp>
        <p:sp>
          <p:nvSpPr>
            <p:cNvPr id="73" name="four:scalar-input:grid-cell:73">
              <a:extLst>
                <a:ext uri="{FF2B5EF4-FFF2-40B4-BE49-F238E27FC236}">
                  <ns2:creationId id="{DCC38584-939B-4637-A3D3-5343A0BA7895}"/>
                </a:ext>
              </a:extLst>
            </p:cNvPr>
            <p:cNvSpPr>
              <a:spLocks noGrp="1"/>
            </p:cNvSpPr>
            <p:nvPr/>
          </p:nvSpPr>
          <p:spPr>
            <a:xfrm>
              <a:off x="2143125" y="2105025"/>
              <a:ext cx="104966" cy="104966"/>
            </a:xfrm>
            <a:prstGeom prst="rect">
              <a:avLst/>
            </a:prstGeom>
            <a:solidFill>
              <a:srgbClr val="CC79A7"/>
            </a:solidFill>
            <a:ln w="0">
              <a:noFill/>
              <a:prstDash val="solid"/>
            </a:ln>
          </p:spPr>
        </p:sp>
        <p:sp>
          <p:nvSpPr>
            <p:cNvPr id="74" name="four:scalar-input:grid-cell:74">
              <a:extLst>
                <a:ext uri="{FF2B5EF4-FFF2-40B4-BE49-F238E27FC236}">
                  <ns2:creationId id="{49831C16-48A2-4260-A99B-6DA808C12D58}"/>
                </a:ext>
              </a:extLst>
            </p:cNvPr>
            <p:cNvSpPr>
              <a:spLocks noGrp="1"/>
            </p:cNvSpPr>
            <p:nvPr/>
          </p:nvSpPr>
          <p:spPr>
            <a:xfrm>
              <a:off x="2247900" y="2105025"/>
              <a:ext cx="104966" cy="104966"/>
            </a:xfrm>
            <a:prstGeom prst="rect">
              <a:avLst/>
            </a:prstGeom>
            <a:solidFill>
              <a:srgbClr val="CC79A7"/>
            </a:solidFill>
            <a:ln w="0">
              <a:noFill/>
              <a:prstDash val="solid"/>
            </a:ln>
          </p:spPr>
        </p:sp>
        <p:sp>
          <p:nvSpPr>
            <p:cNvPr id="75" name="four:scalar-input:grid-cell:75">
              <a:extLst>
                <a:ext uri="{FF2B5EF4-FFF2-40B4-BE49-F238E27FC236}">
                  <ns2:creationId id="{A4C2798C-26D7-4695-AA4F-DB2DB4821652}"/>
                </a:ext>
              </a:extLst>
            </p:cNvPr>
            <p:cNvSpPr>
              <a:spLocks noGrp="1"/>
            </p:cNvSpPr>
            <p:nvPr/>
          </p:nvSpPr>
          <p:spPr>
            <a:xfrm>
              <a:off x="2352675" y="2105025"/>
              <a:ext cx="104966" cy="104966"/>
            </a:xfrm>
            <a:prstGeom prst="rect">
              <a:avLst/>
            </a:prstGeom>
            <a:solidFill>
              <a:srgbClr val="CC79A7"/>
            </a:solidFill>
            <a:ln w="0">
              <a:noFill/>
              <a:prstDash val="solid"/>
            </a:ln>
          </p:spPr>
        </p:sp>
        <p:sp>
          <p:nvSpPr>
            <p:cNvPr id="76" name="four:scalar-input:grid-cell:76">
              <a:extLst>
                <a:ext uri="{FF2B5EF4-FFF2-40B4-BE49-F238E27FC236}">
                  <ns2:creationId id="{D7EF8001-98E8-472E-9B3D-07AC71CD5251}"/>
                </a:ext>
              </a:extLst>
            </p:cNvPr>
            <p:cNvSpPr>
              <a:spLocks noGrp="1"/>
            </p:cNvSpPr>
            <p:nvPr/>
          </p:nvSpPr>
          <p:spPr>
            <a:xfrm>
              <a:off x="361950" y="2209800"/>
              <a:ext cx="104966" cy="104966"/>
            </a:xfrm>
            <a:prstGeom prst="rect">
              <a:avLst/>
            </a:prstGeom>
            <a:solidFill>
              <a:srgbClr val="DCE8ED"/>
            </a:solidFill>
            <a:ln w="0">
              <a:noFill/>
              <a:prstDash val="solid"/>
            </a:ln>
          </p:spPr>
        </p:sp>
        <p:sp>
          <p:nvSpPr>
            <p:cNvPr id="77" name="four:scalar-input:grid-cell:77">
              <a:extLst>
                <a:ext uri="{FF2B5EF4-FFF2-40B4-BE49-F238E27FC236}">
                  <ns2:creationId id="{A837D988-5325-46AD-89BD-C4AFB2A3A0A4}"/>
                </a:ext>
              </a:extLst>
            </p:cNvPr>
            <p:cNvSpPr>
              <a:spLocks noGrp="1"/>
            </p:cNvSpPr>
            <p:nvPr/>
          </p:nvSpPr>
          <p:spPr>
            <a:xfrm>
              <a:off x="466725" y="2209800"/>
              <a:ext cx="104966" cy="104966"/>
            </a:xfrm>
            <a:prstGeom prst="rect">
              <a:avLst/>
            </a:prstGeom>
            <a:solidFill>
              <a:srgbClr val="DCE8ED"/>
            </a:solidFill>
            <a:ln w="0">
              <a:noFill/>
              <a:prstDash val="solid"/>
            </a:ln>
          </p:spPr>
        </p:sp>
        <p:sp>
          <p:nvSpPr>
            <p:cNvPr id="78" name="four:scalar-input:grid-cell:78">
              <a:extLst>
                <a:ext uri="{FF2B5EF4-FFF2-40B4-BE49-F238E27FC236}">
                  <ns2:creationId id="{F30B495D-3155-4477-8683-69F3038B8D1C}"/>
                </a:ext>
              </a:extLst>
            </p:cNvPr>
            <p:cNvSpPr>
              <a:spLocks noGrp="1"/>
            </p:cNvSpPr>
            <p:nvPr/>
          </p:nvSpPr>
          <p:spPr>
            <a:xfrm>
              <a:off x="571500" y="2209800"/>
              <a:ext cx="104966" cy="104966"/>
            </a:xfrm>
            <a:prstGeom prst="rect">
              <a:avLst/>
            </a:prstGeom>
            <a:solidFill>
              <a:srgbClr val="DCE8ED"/>
            </a:solidFill>
            <a:ln w="0">
              <a:noFill/>
              <a:prstDash val="solid"/>
            </a:ln>
          </p:spPr>
        </p:sp>
        <p:sp>
          <p:nvSpPr>
            <p:cNvPr id="79" name="four:scalar-input:grid-cell:79">
              <a:extLst>
                <a:ext uri="{FF2B5EF4-FFF2-40B4-BE49-F238E27FC236}">
                  <ns2:creationId id="{9DE88867-45C8-4140-AD57-BED10CE796C8}"/>
                </a:ext>
              </a:extLst>
            </p:cNvPr>
            <p:cNvSpPr>
              <a:spLocks noGrp="1"/>
            </p:cNvSpPr>
            <p:nvPr/>
          </p:nvSpPr>
          <p:spPr>
            <a:xfrm>
              <a:off x="676275" y="2209800"/>
              <a:ext cx="104966" cy="104966"/>
            </a:xfrm>
            <a:prstGeom prst="rect">
              <a:avLst/>
            </a:prstGeom>
            <a:solidFill>
              <a:srgbClr val="D4B4CC"/>
            </a:solidFill>
            <a:ln w="0">
              <a:noFill/>
              <a:prstDash val="solid"/>
            </a:ln>
          </p:spPr>
        </p:sp>
        <p:sp>
          <p:nvSpPr>
            <p:cNvPr id="80" name="four:scalar-input:grid-cell:80">
              <a:extLst>
                <a:ext uri="{FF2B5EF4-FFF2-40B4-BE49-F238E27FC236}">
                  <ns2:creationId id="{373D087F-116B-4479-B5CE-E0A1D809E1E9}"/>
                </a:ext>
              </a:extLst>
            </p:cNvPr>
            <p:cNvSpPr>
              <a:spLocks noGrp="1"/>
            </p:cNvSpPr>
            <p:nvPr/>
          </p:nvSpPr>
          <p:spPr>
            <a:xfrm>
              <a:off x="781050" y="2209800"/>
              <a:ext cx="104966" cy="104966"/>
            </a:xfrm>
            <a:prstGeom prst="rect">
              <a:avLst/>
            </a:prstGeom>
            <a:solidFill>
              <a:srgbClr val="D4B4CC"/>
            </a:solidFill>
            <a:ln w="0">
              <a:noFill/>
              <a:prstDash val="solid"/>
            </a:ln>
          </p:spPr>
        </p:sp>
        <p:sp>
          <p:nvSpPr>
            <p:cNvPr id="81" name="four:scalar-input:grid-cell:81">
              <a:extLst>
                <a:ext uri="{FF2B5EF4-FFF2-40B4-BE49-F238E27FC236}">
                  <ns2:creationId id="{84C034D2-57F9-48AE-BF39-AD175FA929C3}"/>
                </a:ext>
              </a:extLst>
            </p:cNvPr>
            <p:cNvSpPr>
              <a:spLocks noGrp="1"/>
            </p:cNvSpPr>
            <p:nvPr/>
          </p:nvSpPr>
          <p:spPr>
            <a:xfrm>
              <a:off x="885825" y="2209800"/>
              <a:ext cx="104966" cy="104966"/>
            </a:xfrm>
            <a:prstGeom prst="rect">
              <a:avLst/>
            </a:prstGeom>
            <a:solidFill>
              <a:srgbClr val="D4B4CC"/>
            </a:solidFill>
            <a:ln w="0">
              <a:noFill/>
              <a:prstDash val="solid"/>
            </a:ln>
          </p:spPr>
        </p:sp>
        <p:sp>
          <p:nvSpPr>
            <p:cNvPr id="82" name="four:scalar-input:grid-cell:82">
              <a:extLst>
                <a:ext uri="{FF2B5EF4-FFF2-40B4-BE49-F238E27FC236}">
                  <ns2:creationId id="{A97FCA0E-59AB-4B40-8A0B-3B5D95985B0A}"/>
                </a:ext>
              </a:extLst>
            </p:cNvPr>
            <p:cNvSpPr>
              <a:spLocks noGrp="1"/>
            </p:cNvSpPr>
            <p:nvPr/>
          </p:nvSpPr>
          <p:spPr>
            <a:xfrm>
              <a:off x="990600" y="2209800"/>
              <a:ext cx="104966" cy="104966"/>
            </a:xfrm>
            <a:prstGeom prst="rect">
              <a:avLst/>
            </a:prstGeom>
            <a:solidFill>
              <a:srgbClr val="D4B4CC"/>
            </a:solidFill>
            <a:ln w="0">
              <a:noFill/>
              <a:prstDash val="solid"/>
            </a:ln>
          </p:spPr>
        </p:sp>
        <p:sp>
          <p:nvSpPr>
            <p:cNvPr id="83" name="four:scalar-input:grid-cell:83">
              <a:extLst>
                <a:ext uri="{FF2B5EF4-FFF2-40B4-BE49-F238E27FC236}">
                  <ns2:creationId id="{93A550E2-3D5F-4827-938A-91649188F74C}"/>
                </a:ext>
              </a:extLst>
            </p:cNvPr>
            <p:cNvSpPr>
              <a:spLocks noGrp="1"/>
            </p:cNvSpPr>
            <p:nvPr/>
          </p:nvSpPr>
          <p:spPr>
            <a:xfrm>
              <a:off x="1095375" y="2209800"/>
              <a:ext cx="104966" cy="104966"/>
            </a:xfrm>
            <a:prstGeom prst="rect">
              <a:avLst/>
            </a:prstGeom>
            <a:solidFill>
              <a:srgbClr val="D4B4CC"/>
            </a:solidFill>
            <a:ln w="0">
              <a:noFill/>
              <a:prstDash val="solid"/>
            </a:ln>
          </p:spPr>
        </p:sp>
        <p:sp>
          <p:nvSpPr>
            <p:cNvPr id="84" name="four:scalar-input:grid-cell:84">
              <a:extLst>
                <a:ext uri="{FF2B5EF4-FFF2-40B4-BE49-F238E27FC236}">
                  <ns2:creationId id="{0C406423-CB08-4897-A899-5B5F50F1B53E}"/>
                </a:ext>
              </a:extLst>
            </p:cNvPr>
            <p:cNvSpPr>
              <a:spLocks noGrp="1"/>
            </p:cNvSpPr>
            <p:nvPr/>
          </p:nvSpPr>
          <p:spPr>
            <a:xfrm>
              <a:off x="1200150" y="2209800"/>
              <a:ext cx="104966" cy="104966"/>
            </a:xfrm>
            <a:prstGeom prst="rect">
              <a:avLst/>
            </a:prstGeom>
            <a:solidFill>
              <a:srgbClr val="D4B4CC"/>
            </a:solidFill>
            <a:ln w="0">
              <a:noFill/>
              <a:prstDash val="solid"/>
            </a:ln>
          </p:spPr>
        </p:sp>
        <p:sp>
          <p:nvSpPr>
            <p:cNvPr id="85" name="four:scalar-input:grid-cell:85">
              <a:extLst>
                <a:ext uri="{FF2B5EF4-FFF2-40B4-BE49-F238E27FC236}">
                  <ns2:creationId id="{A50188E0-08C8-4BF1-9BEA-67613B23130B}"/>
                </a:ext>
              </a:extLst>
            </p:cNvPr>
            <p:cNvSpPr>
              <a:spLocks noGrp="1"/>
            </p:cNvSpPr>
            <p:nvPr/>
          </p:nvSpPr>
          <p:spPr>
            <a:xfrm>
              <a:off x="1304925" y="2209800"/>
              <a:ext cx="104966" cy="104966"/>
            </a:xfrm>
            <a:prstGeom prst="rect">
              <a:avLst/>
            </a:prstGeom>
            <a:solidFill>
              <a:srgbClr val="D4B4CC"/>
            </a:solidFill>
            <a:ln w="0">
              <a:noFill/>
              <a:prstDash val="solid"/>
            </a:ln>
          </p:spPr>
        </p:sp>
        <p:sp>
          <p:nvSpPr>
            <p:cNvPr id="86" name="four:scalar-input:grid-cell:86">
              <a:extLst>
                <a:ext uri="{FF2B5EF4-FFF2-40B4-BE49-F238E27FC236}">
                  <ns2:creationId id="{5F65C375-A044-4D20-8DC4-586236905523}"/>
                </a:ext>
              </a:extLst>
            </p:cNvPr>
            <p:cNvSpPr>
              <a:spLocks noGrp="1"/>
            </p:cNvSpPr>
            <p:nvPr/>
          </p:nvSpPr>
          <p:spPr>
            <a:xfrm>
              <a:off x="1409700" y="2209800"/>
              <a:ext cx="104966" cy="104966"/>
            </a:xfrm>
            <a:prstGeom prst="rect">
              <a:avLst/>
            </a:prstGeom>
            <a:solidFill>
              <a:srgbClr val="CC79A7"/>
            </a:solidFill>
            <a:ln w="0">
              <a:noFill/>
              <a:prstDash val="solid"/>
            </a:ln>
          </p:spPr>
        </p:sp>
        <p:sp>
          <p:nvSpPr>
            <p:cNvPr id="87" name="four:scalar-input:grid-cell:87">
              <a:extLst>
                <a:ext uri="{FF2B5EF4-FFF2-40B4-BE49-F238E27FC236}">
                  <ns2:creationId id="{8F70C817-AEDF-4944-9135-2BF5CB220661}"/>
                </a:ext>
              </a:extLst>
            </p:cNvPr>
            <p:cNvSpPr>
              <a:spLocks noGrp="1"/>
            </p:cNvSpPr>
            <p:nvPr/>
          </p:nvSpPr>
          <p:spPr>
            <a:xfrm>
              <a:off x="1514475" y="2209800"/>
              <a:ext cx="104966" cy="104966"/>
            </a:xfrm>
            <a:prstGeom prst="rect">
              <a:avLst/>
            </a:prstGeom>
            <a:solidFill>
              <a:srgbClr val="CC79A7"/>
            </a:solidFill>
            <a:ln w="0">
              <a:noFill/>
              <a:prstDash val="solid"/>
            </a:ln>
          </p:spPr>
        </p:sp>
        <p:sp>
          <p:nvSpPr>
            <p:cNvPr id="88" name="four:scalar-input:grid-cell:88">
              <a:extLst>
                <a:ext uri="{FF2B5EF4-FFF2-40B4-BE49-F238E27FC236}">
                  <ns2:creationId id="{D0388449-BDCC-4559-AEF5-C250D39A2343}"/>
                </a:ext>
              </a:extLst>
            </p:cNvPr>
            <p:cNvSpPr>
              <a:spLocks noGrp="1"/>
            </p:cNvSpPr>
            <p:nvPr/>
          </p:nvSpPr>
          <p:spPr>
            <a:xfrm>
              <a:off x="1619250" y="2209800"/>
              <a:ext cx="104966" cy="104966"/>
            </a:xfrm>
            <a:prstGeom prst="rect">
              <a:avLst/>
            </a:prstGeom>
            <a:solidFill>
              <a:srgbClr val="CC79A7"/>
            </a:solidFill>
            <a:ln w="0">
              <a:noFill/>
              <a:prstDash val="solid"/>
            </a:ln>
          </p:spPr>
        </p:sp>
        <p:sp>
          <p:nvSpPr>
            <p:cNvPr id="89" name="four:scalar-input:grid-cell:89">
              <a:extLst>
                <a:ext uri="{FF2B5EF4-FFF2-40B4-BE49-F238E27FC236}">
                  <ns2:creationId id="{2807703C-DFDA-40D6-840D-C50E5A8AEAA6}"/>
                </a:ext>
              </a:extLst>
            </p:cNvPr>
            <p:cNvSpPr>
              <a:spLocks noGrp="1"/>
            </p:cNvSpPr>
            <p:nvPr/>
          </p:nvSpPr>
          <p:spPr>
            <a:xfrm>
              <a:off x="1724025" y="2209800"/>
              <a:ext cx="104966" cy="104966"/>
            </a:xfrm>
            <a:prstGeom prst="rect">
              <a:avLst/>
            </a:prstGeom>
            <a:solidFill>
              <a:srgbClr val="CC79A7"/>
            </a:solidFill>
            <a:ln w="0">
              <a:noFill/>
              <a:prstDash val="solid"/>
            </a:ln>
          </p:spPr>
        </p:sp>
        <p:sp>
          <p:nvSpPr>
            <p:cNvPr id="90" name="four:scalar-input:grid-cell:90">
              <a:extLst>
                <a:ext uri="{FF2B5EF4-FFF2-40B4-BE49-F238E27FC236}">
                  <ns2:creationId id="{40574541-CD43-46FC-96B7-BAC869042ACC}"/>
                </a:ext>
              </a:extLst>
            </p:cNvPr>
            <p:cNvSpPr>
              <a:spLocks noGrp="1"/>
            </p:cNvSpPr>
            <p:nvPr/>
          </p:nvSpPr>
          <p:spPr>
            <a:xfrm>
              <a:off x="1828800" y="2209800"/>
              <a:ext cx="104966" cy="104966"/>
            </a:xfrm>
            <a:prstGeom prst="rect">
              <a:avLst/>
            </a:prstGeom>
            <a:solidFill>
              <a:srgbClr val="CC79A7"/>
            </a:solidFill>
            <a:ln w="0">
              <a:noFill/>
              <a:prstDash val="solid"/>
            </a:ln>
          </p:spPr>
        </p:sp>
        <p:sp>
          <p:nvSpPr>
            <p:cNvPr id="91" name="four:scalar-input:grid-cell:91">
              <a:extLst>
                <a:ext uri="{FF2B5EF4-FFF2-40B4-BE49-F238E27FC236}">
                  <ns2:creationId id="{8E94FF7B-8CF0-4F7E-9BB5-97FF4C010DD3}"/>
                </a:ext>
              </a:extLst>
            </p:cNvPr>
            <p:cNvSpPr>
              <a:spLocks noGrp="1"/>
            </p:cNvSpPr>
            <p:nvPr/>
          </p:nvSpPr>
          <p:spPr>
            <a:xfrm>
              <a:off x="1933575" y="2209800"/>
              <a:ext cx="104966" cy="104966"/>
            </a:xfrm>
            <a:prstGeom prst="rect">
              <a:avLst/>
            </a:prstGeom>
            <a:solidFill>
              <a:srgbClr val="CC79A7"/>
            </a:solidFill>
            <a:ln w="0">
              <a:noFill/>
              <a:prstDash val="solid"/>
            </a:ln>
          </p:spPr>
        </p:sp>
        <p:sp>
          <p:nvSpPr>
            <p:cNvPr id="92" name="four:scalar-input:grid-cell:92">
              <a:extLst>
                <a:ext uri="{FF2B5EF4-FFF2-40B4-BE49-F238E27FC236}">
                  <ns2:creationId id="{F765238E-0C63-46F9-8B20-0AD9E5CEFE76}"/>
                </a:ext>
              </a:extLst>
            </p:cNvPr>
            <p:cNvSpPr>
              <a:spLocks noGrp="1"/>
            </p:cNvSpPr>
            <p:nvPr/>
          </p:nvSpPr>
          <p:spPr>
            <a:xfrm>
              <a:off x="2038350" y="2209800"/>
              <a:ext cx="104966" cy="104966"/>
            </a:xfrm>
            <a:prstGeom prst="rect">
              <a:avLst/>
            </a:prstGeom>
            <a:solidFill>
              <a:srgbClr val="CC79A7"/>
            </a:solidFill>
            <a:ln w="0">
              <a:noFill/>
              <a:prstDash val="solid"/>
            </a:ln>
          </p:spPr>
        </p:sp>
        <p:sp>
          <p:nvSpPr>
            <p:cNvPr id="93" name="four:scalar-input:grid-cell:93">
              <a:extLst>
                <a:ext uri="{FF2B5EF4-FFF2-40B4-BE49-F238E27FC236}">
                  <ns2:creationId id="{157B7D03-A1AD-4F03-BDEA-31CC64B4216B}"/>
                </a:ext>
              </a:extLst>
            </p:cNvPr>
            <p:cNvSpPr>
              <a:spLocks noGrp="1"/>
            </p:cNvSpPr>
            <p:nvPr/>
          </p:nvSpPr>
          <p:spPr>
            <a:xfrm>
              <a:off x="2143125" y="2209800"/>
              <a:ext cx="104966" cy="104966"/>
            </a:xfrm>
            <a:prstGeom prst="rect">
              <a:avLst/>
            </a:prstGeom>
            <a:solidFill>
              <a:srgbClr val="CC79A7"/>
            </a:solidFill>
            <a:ln w="0">
              <a:noFill/>
              <a:prstDash val="solid"/>
            </a:ln>
          </p:spPr>
        </p:sp>
        <p:sp>
          <p:nvSpPr>
            <p:cNvPr id="94" name="four:scalar-input:grid-cell:94">
              <a:extLst>
                <a:ext uri="{FF2B5EF4-FFF2-40B4-BE49-F238E27FC236}">
                  <ns2:creationId id="{1A04BBF8-D5C9-4385-AAFD-F3AAE7841D56}"/>
                </a:ext>
              </a:extLst>
            </p:cNvPr>
            <p:cNvSpPr>
              <a:spLocks noGrp="1"/>
            </p:cNvSpPr>
            <p:nvPr/>
          </p:nvSpPr>
          <p:spPr>
            <a:xfrm>
              <a:off x="2247900" y="2209800"/>
              <a:ext cx="104966" cy="104966"/>
            </a:xfrm>
            <a:prstGeom prst="rect">
              <a:avLst/>
            </a:prstGeom>
            <a:solidFill>
              <a:srgbClr val="CC79A7"/>
            </a:solidFill>
            <a:ln w="0">
              <a:noFill/>
              <a:prstDash val="solid"/>
            </a:ln>
          </p:spPr>
        </p:sp>
        <p:sp>
          <p:nvSpPr>
            <p:cNvPr id="95" name="four:scalar-input:grid-cell:95">
              <a:extLst>
                <a:ext uri="{FF2B5EF4-FFF2-40B4-BE49-F238E27FC236}">
                  <ns2:creationId id="{62ECE1F3-DA21-4841-9F8B-3A5DF4C11D2E}"/>
                </a:ext>
              </a:extLst>
            </p:cNvPr>
            <p:cNvSpPr>
              <a:spLocks noGrp="1"/>
            </p:cNvSpPr>
            <p:nvPr/>
          </p:nvSpPr>
          <p:spPr>
            <a:xfrm>
              <a:off x="2352675" y="2209800"/>
              <a:ext cx="104966" cy="104966"/>
            </a:xfrm>
            <a:prstGeom prst="rect">
              <a:avLst/>
            </a:prstGeom>
            <a:solidFill>
              <a:srgbClr val="CC79A7"/>
            </a:solidFill>
            <a:ln w="0">
              <a:noFill/>
              <a:prstDash val="solid"/>
            </a:ln>
          </p:spPr>
        </p:sp>
        <p:sp>
          <p:nvSpPr>
            <p:cNvPr id="96" name="four:scalar-input:grid-cell:96">
              <a:extLst>
                <a:ext uri="{FF2B5EF4-FFF2-40B4-BE49-F238E27FC236}">
                  <ns2:creationId id="{390BE238-CC70-443D-B8C0-C625F7F6771F}"/>
                </a:ext>
              </a:extLst>
            </p:cNvPr>
            <p:cNvSpPr>
              <a:spLocks noGrp="1"/>
            </p:cNvSpPr>
            <p:nvPr/>
          </p:nvSpPr>
          <p:spPr>
            <a:xfrm>
              <a:off x="361950" y="2314575"/>
              <a:ext cx="104966" cy="104966"/>
            </a:xfrm>
            <a:prstGeom prst="rect">
              <a:avLst/>
            </a:prstGeom>
            <a:solidFill>
              <a:srgbClr val="D4B4CC"/>
            </a:solidFill>
            <a:ln w="0">
              <a:noFill/>
              <a:prstDash val="solid"/>
            </a:ln>
          </p:spPr>
        </p:sp>
        <p:sp>
          <p:nvSpPr>
            <p:cNvPr id="97" name="four:scalar-input:grid-cell:97">
              <a:extLst>
                <a:ext uri="{FF2B5EF4-FFF2-40B4-BE49-F238E27FC236}">
                  <ns2:creationId id="{7FB055A8-8688-4AB4-9812-20275DBE9271}"/>
                </a:ext>
              </a:extLst>
            </p:cNvPr>
            <p:cNvSpPr>
              <a:spLocks noGrp="1"/>
            </p:cNvSpPr>
            <p:nvPr/>
          </p:nvSpPr>
          <p:spPr>
            <a:xfrm>
              <a:off x="466725" y="2314575"/>
              <a:ext cx="104966" cy="104966"/>
            </a:xfrm>
            <a:prstGeom prst="rect">
              <a:avLst/>
            </a:prstGeom>
            <a:solidFill>
              <a:srgbClr val="D4B4CC"/>
            </a:solidFill>
            <a:ln w="0">
              <a:noFill/>
              <a:prstDash val="solid"/>
            </a:ln>
          </p:spPr>
        </p:sp>
        <p:sp>
          <p:nvSpPr>
            <p:cNvPr id="98" name="four:scalar-input:grid-cell:98">
              <a:extLst>
                <a:ext uri="{FF2B5EF4-FFF2-40B4-BE49-F238E27FC236}">
                  <ns2:creationId id="{54C073E4-E43D-4BD2-A98A-FBFE4E7DD10A}"/>
                </a:ext>
              </a:extLst>
            </p:cNvPr>
            <p:cNvSpPr>
              <a:spLocks noGrp="1"/>
            </p:cNvSpPr>
            <p:nvPr/>
          </p:nvSpPr>
          <p:spPr>
            <a:xfrm>
              <a:off x="571500" y="2314575"/>
              <a:ext cx="104966" cy="104966"/>
            </a:xfrm>
            <a:prstGeom prst="rect">
              <a:avLst/>
            </a:prstGeom>
            <a:solidFill>
              <a:srgbClr val="D4B4CC"/>
            </a:solidFill>
            <a:ln w="0">
              <a:noFill/>
              <a:prstDash val="solid"/>
            </a:ln>
          </p:spPr>
        </p:sp>
        <p:sp>
          <p:nvSpPr>
            <p:cNvPr id="99" name="four:scalar-input:grid-cell:99">
              <a:extLst>
                <a:ext uri="{FF2B5EF4-FFF2-40B4-BE49-F238E27FC236}">
                  <ns2:creationId id="{76CE0305-CC60-4A2A-A310-3D45F8084C27}"/>
                </a:ext>
              </a:extLst>
            </p:cNvPr>
            <p:cNvSpPr>
              <a:spLocks noGrp="1"/>
            </p:cNvSpPr>
            <p:nvPr/>
          </p:nvSpPr>
          <p:spPr>
            <a:xfrm>
              <a:off x="676275" y="2314575"/>
              <a:ext cx="104966" cy="104966"/>
            </a:xfrm>
            <a:prstGeom prst="rect">
              <a:avLst/>
            </a:prstGeom>
            <a:solidFill>
              <a:srgbClr val="D4B4CC"/>
            </a:solidFill>
            <a:ln w="0">
              <a:noFill/>
              <a:prstDash val="solid"/>
            </a:ln>
          </p:spPr>
        </p:sp>
        <p:sp>
          <p:nvSpPr>
            <p:cNvPr id="100" name="four:scalar-input:grid-cell:100">
              <a:extLst>
                <a:ext uri="{FF2B5EF4-FFF2-40B4-BE49-F238E27FC236}">
                  <ns2:creationId id="{40E36A69-98B5-4D8C-956D-FACE53DA7FDD}"/>
                </a:ext>
              </a:extLst>
            </p:cNvPr>
            <p:cNvSpPr>
              <a:spLocks noGrp="1"/>
            </p:cNvSpPr>
            <p:nvPr/>
          </p:nvSpPr>
          <p:spPr>
            <a:xfrm>
              <a:off x="781050" y="2314575"/>
              <a:ext cx="104966" cy="104966"/>
            </a:xfrm>
            <a:prstGeom prst="rect">
              <a:avLst/>
            </a:prstGeom>
            <a:solidFill>
              <a:srgbClr val="D4B4CC"/>
            </a:solidFill>
            <a:ln w="0">
              <a:noFill/>
              <a:prstDash val="solid"/>
            </a:ln>
          </p:spPr>
        </p:sp>
        <p:sp>
          <p:nvSpPr>
            <p:cNvPr id="101" name="four:scalar-input:grid-cell:101">
              <a:extLst>
                <a:ext uri="{FF2B5EF4-FFF2-40B4-BE49-F238E27FC236}">
                  <ns2:creationId id="{EF355DE3-94DB-4483-9464-45BAAA0372DB}"/>
                </a:ext>
              </a:extLst>
            </p:cNvPr>
            <p:cNvSpPr>
              <a:spLocks noGrp="1"/>
            </p:cNvSpPr>
            <p:nvPr/>
          </p:nvSpPr>
          <p:spPr>
            <a:xfrm>
              <a:off x="885825" y="2314575"/>
              <a:ext cx="104966" cy="104966"/>
            </a:xfrm>
            <a:prstGeom prst="rect">
              <a:avLst/>
            </a:prstGeom>
            <a:solidFill>
              <a:srgbClr val="D4B4CC"/>
            </a:solidFill>
            <a:ln w="0">
              <a:noFill/>
              <a:prstDash val="solid"/>
            </a:ln>
          </p:spPr>
        </p:sp>
        <p:sp>
          <p:nvSpPr>
            <p:cNvPr id="102" name="four:scalar-input:grid-cell:102">
              <a:extLst>
                <a:ext uri="{FF2B5EF4-FFF2-40B4-BE49-F238E27FC236}">
                  <ns2:creationId id="{89BEB788-13C8-487B-A107-3FC937356E23}"/>
                </a:ext>
              </a:extLst>
            </p:cNvPr>
            <p:cNvSpPr>
              <a:spLocks noGrp="1"/>
            </p:cNvSpPr>
            <p:nvPr/>
          </p:nvSpPr>
          <p:spPr>
            <a:xfrm>
              <a:off x="990600" y="2314575"/>
              <a:ext cx="104966" cy="104966"/>
            </a:xfrm>
            <a:prstGeom prst="rect">
              <a:avLst/>
            </a:prstGeom>
            <a:solidFill>
              <a:srgbClr val="D4B4CC"/>
            </a:solidFill>
            <a:ln w="0">
              <a:noFill/>
              <a:prstDash val="solid"/>
            </a:ln>
          </p:spPr>
        </p:sp>
        <p:sp>
          <p:nvSpPr>
            <p:cNvPr id="103" name="four:scalar-input:grid-cell:103">
              <a:extLst>
                <a:ext uri="{FF2B5EF4-FFF2-40B4-BE49-F238E27FC236}">
                  <ns2:creationId id="{CE3CFC4A-05FE-45BB-B412-2A619DF608AF}"/>
                </a:ext>
              </a:extLst>
            </p:cNvPr>
            <p:cNvSpPr>
              <a:spLocks noGrp="1"/>
            </p:cNvSpPr>
            <p:nvPr/>
          </p:nvSpPr>
          <p:spPr>
            <a:xfrm>
              <a:off x="1095375" y="2314575"/>
              <a:ext cx="104966" cy="104966"/>
            </a:xfrm>
            <a:prstGeom prst="rect">
              <a:avLst/>
            </a:prstGeom>
            <a:solidFill>
              <a:srgbClr val="D4B4CC"/>
            </a:solidFill>
            <a:ln w="0">
              <a:noFill/>
              <a:prstDash val="solid"/>
            </a:ln>
          </p:spPr>
        </p:sp>
        <p:sp>
          <p:nvSpPr>
            <p:cNvPr id="104" name="four:scalar-input:grid-cell:104">
              <a:extLst>
                <a:ext uri="{FF2B5EF4-FFF2-40B4-BE49-F238E27FC236}">
                  <ns2:creationId id="{3A4FE884-5C81-462D-B8DB-39F16842E0BF}"/>
                </a:ext>
              </a:extLst>
            </p:cNvPr>
            <p:cNvSpPr>
              <a:spLocks noGrp="1"/>
            </p:cNvSpPr>
            <p:nvPr/>
          </p:nvSpPr>
          <p:spPr>
            <a:xfrm>
              <a:off x="1200150" y="2314575"/>
              <a:ext cx="104966" cy="104966"/>
            </a:xfrm>
            <a:prstGeom prst="rect">
              <a:avLst/>
            </a:prstGeom>
            <a:solidFill>
              <a:srgbClr val="D4B4CC"/>
            </a:solidFill>
            <a:ln w="0">
              <a:noFill/>
              <a:prstDash val="solid"/>
            </a:ln>
          </p:spPr>
        </p:sp>
        <p:sp>
          <p:nvSpPr>
            <p:cNvPr id="105" name="four:scalar-input:grid-cell:105">
              <a:extLst>
                <a:ext uri="{FF2B5EF4-FFF2-40B4-BE49-F238E27FC236}">
                  <ns2:creationId id="{17B5107B-A6E8-43E3-A76C-BC5BF050FB12}"/>
                </a:ext>
              </a:extLst>
            </p:cNvPr>
            <p:cNvSpPr>
              <a:spLocks noGrp="1"/>
            </p:cNvSpPr>
            <p:nvPr/>
          </p:nvSpPr>
          <p:spPr>
            <a:xfrm>
              <a:off x="1304925" y="2314575"/>
              <a:ext cx="104966" cy="104966"/>
            </a:xfrm>
            <a:prstGeom prst="rect">
              <a:avLst/>
            </a:prstGeom>
            <a:solidFill>
              <a:srgbClr val="CC79A7"/>
            </a:solidFill>
            <a:ln w="0">
              <a:noFill/>
              <a:prstDash val="solid"/>
            </a:ln>
          </p:spPr>
        </p:sp>
        <p:sp>
          <p:nvSpPr>
            <p:cNvPr id="106" name="four:scalar-input:grid-cell:106">
              <a:extLst>
                <a:ext uri="{FF2B5EF4-FFF2-40B4-BE49-F238E27FC236}">
                  <ns2:creationId id="{A9DAF25A-F1A2-4309-A949-E8B669DD9173}"/>
                </a:ext>
              </a:extLst>
            </p:cNvPr>
            <p:cNvSpPr>
              <a:spLocks noGrp="1"/>
            </p:cNvSpPr>
            <p:nvPr/>
          </p:nvSpPr>
          <p:spPr>
            <a:xfrm>
              <a:off x="1409700" y="2314575"/>
              <a:ext cx="104966" cy="104966"/>
            </a:xfrm>
            <a:prstGeom prst="rect">
              <a:avLst/>
            </a:prstGeom>
            <a:solidFill>
              <a:srgbClr val="CC79A7"/>
            </a:solidFill>
            <a:ln w="0">
              <a:noFill/>
              <a:prstDash val="solid"/>
            </a:ln>
          </p:spPr>
        </p:sp>
        <p:sp>
          <p:nvSpPr>
            <p:cNvPr id="107" name="four:scalar-input:grid-cell:107">
              <a:extLst>
                <a:ext uri="{FF2B5EF4-FFF2-40B4-BE49-F238E27FC236}">
                  <ns2:creationId id="{82D07F67-83D8-4234-ACA9-3655DA97E1F2}"/>
                </a:ext>
              </a:extLst>
            </p:cNvPr>
            <p:cNvSpPr>
              <a:spLocks noGrp="1"/>
            </p:cNvSpPr>
            <p:nvPr/>
          </p:nvSpPr>
          <p:spPr>
            <a:xfrm>
              <a:off x="1514475" y="2314575"/>
              <a:ext cx="104966" cy="104966"/>
            </a:xfrm>
            <a:prstGeom prst="rect">
              <a:avLst/>
            </a:prstGeom>
            <a:solidFill>
              <a:srgbClr val="CC79A7"/>
            </a:solidFill>
            <a:ln w="0">
              <a:noFill/>
              <a:prstDash val="solid"/>
            </a:ln>
          </p:spPr>
        </p:sp>
        <p:sp>
          <p:nvSpPr>
            <p:cNvPr id="108" name="four:scalar-input:grid-cell:108">
              <a:extLst>
                <a:ext uri="{FF2B5EF4-FFF2-40B4-BE49-F238E27FC236}">
                  <ns2:creationId id="{E1B29D21-A5D3-43AD-9AFB-14996B6E8620}"/>
                </a:ext>
              </a:extLst>
            </p:cNvPr>
            <p:cNvSpPr>
              <a:spLocks noGrp="1"/>
            </p:cNvSpPr>
            <p:nvPr/>
          </p:nvSpPr>
          <p:spPr>
            <a:xfrm>
              <a:off x="1619250" y="2314575"/>
              <a:ext cx="104966" cy="104966"/>
            </a:xfrm>
            <a:prstGeom prst="rect">
              <a:avLst/>
            </a:prstGeom>
            <a:solidFill>
              <a:srgbClr val="CC79A7"/>
            </a:solidFill>
            <a:ln w="0">
              <a:noFill/>
              <a:prstDash val="solid"/>
            </a:ln>
          </p:spPr>
        </p:sp>
        <p:sp>
          <p:nvSpPr>
            <p:cNvPr id="109" name="four:scalar-input:grid-cell:109">
              <a:extLst>
                <a:ext uri="{FF2B5EF4-FFF2-40B4-BE49-F238E27FC236}">
                  <ns2:creationId id="{399CC447-AF42-4253-9ACA-8C6E5BC97D74}"/>
                </a:ext>
              </a:extLst>
            </p:cNvPr>
            <p:cNvSpPr>
              <a:spLocks noGrp="1"/>
            </p:cNvSpPr>
            <p:nvPr/>
          </p:nvSpPr>
          <p:spPr>
            <a:xfrm>
              <a:off x="1724025" y="2314575"/>
              <a:ext cx="104966" cy="104966"/>
            </a:xfrm>
            <a:prstGeom prst="rect">
              <a:avLst/>
            </a:prstGeom>
            <a:solidFill>
              <a:srgbClr val="CC79A7"/>
            </a:solidFill>
            <a:ln w="0">
              <a:noFill/>
              <a:prstDash val="solid"/>
            </a:ln>
          </p:spPr>
        </p:sp>
        <p:sp>
          <p:nvSpPr>
            <p:cNvPr id="110" name="four:scalar-input:grid-cell:110">
              <a:extLst>
                <a:ext uri="{FF2B5EF4-FFF2-40B4-BE49-F238E27FC236}">
                  <ns2:creationId id="{D2AACD00-4EA2-4293-AA19-CE4A42E70A32}"/>
                </a:ext>
              </a:extLst>
            </p:cNvPr>
            <p:cNvSpPr>
              <a:spLocks noGrp="1"/>
            </p:cNvSpPr>
            <p:nvPr/>
          </p:nvSpPr>
          <p:spPr>
            <a:xfrm>
              <a:off x="1828800" y="2314575"/>
              <a:ext cx="104966" cy="104966"/>
            </a:xfrm>
            <a:prstGeom prst="rect">
              <a:avLst/>
            </a:prstGeom>
            <a:solidFill>
              <a:srgbClr val="CC79A7"/>
            </a:solidFill>
            <a:ln w="0">
              <a:noFill/>
              <a:prstDash val="solid"/>
            </a:ln>
          </p:spPr>
        </p:sp>
        <p:sp>
          <p:nvSpPr>
            <p:cNvPr id="111" name="four:scalar-input:grid-cell:111">
              <a:extLst>
                <a:ext uri="{FF2B5EF4-FFF2-40B4-BE49-F238E27FC236}">
                  <ns2:creationId id="{F9AB3C4A-49FD-4664-B957-6330B2A2C8BB}"/>
                </a:ext>
              </a:extLst>
            </p:cNvPr>
            <p:cNvSpPr>
              <a:spLocks noGrp="1"/>
            </p:cNvSpPr>
            <p:nvPr/>
          </p:nvSpPr>
          <p:spPr>
            <a:xfrm>
              <a:off x="1933575" y="2314575"/>
              <a:ext cx="104966" cy="104966"/>
            </a:xfrm>
            <a:prstGeom prst="rect">
              <a:avLst/>
            </a:prstGeom>
            <a:solidFill>
              <a:srgbClr val="CC79A7"/>
            </a:solidFill>
            <a:ln w="0">
              <a:noFill/>
              <a:prstDash val="solid"/>
            </a:ln>
          </p:spPr>
        </p:sp>
        <p:sp>
          <p:nvSpPr>
            <p:cNvPr id="112" name="four:scalar-input:grid-cell:112">
              <a:extLst>
                <a:ext uri="{FF2B5EF4-FFF2-40B4-BE49-F238E27FC236}">
                  <ns2:creationId id="{2A97C49E-E1AE-435D-9EC6-550E02AE7F3E}"/>
                </a:ext>
              </a:extLst>
            </p:cNvPr>
            <p:cNvSpPr>
              <a:spLocks noGrp="1"/>
            </p:cNvSpPr>
            <p:nvPr/>
          </p:nvSpPr>
          <p:spPr>
            <a:xfrm>
              <a:off x="2038350" y="2314575"/>
              <a:ext cx="104966" cy="104966"/>
            </a:xfrm>
            <a:prstGeom prst="rect">
              <a:avLst/>
            </a:prstGeom>
            <a:solidFill>
              <a:srgbClr val="CC79A7"/>
            </a:solidFill>
            <a:ln w="0">
              <a:noFill/>
              <a:prstDash val="solid"/>
            </a:ln>
          </p:spPr>
        </p:sp>
        <p:sp>
          <p:nvSpPr>
            <p:cNvPr id="113" name="four:scalar-input:grid-cell:113">
              <a:extLst>
                <a:ext uri="{FF2B5EF4-FFF2-40B4-BE49-F238E27FC236}">
                  <ns2:creationId id="{57650AC7-487E-46C3-A1A8-F6E57A6D297D}"/>
                </a:ext>
              </a:extLst>
            </p:cNvPr>
            <p:cNvSpPr>
              <a:spLocks noGrp="1"/>
            </p:cNvSpPr>
            <p:nvPr/>
          </p:nvSpPr>
          <p:spPr>
            <a:xfrm>
              <a:off x="2143125" y="2314575"/>
              <a:ext cx="104966" cy="104966"/>
            </a:xfrm>
            <a:prstGeom prst="rect">
              <a:avLst/>
            </a:prstGeom>
            <a:solidFill>
              <a:srgbClr val="CC79A7"/>
            </a:solidFill>
            <a:ln w="0">
              <a:noFill/>
              <a:prstDash val="solid"/>
            </a:ln>
          </p:spPr>
        </p:sp>
        <p:sp>
          <p:nvSpPr>
            <p:cNvPr id="114" name="four:scalar-input:grid-cell:114">
              <a:extLst>
                <a:ext uri="{FF2B5EF4-FFF2-40B4-BE49-F238E27FC236}">
                  <ns2:creationId id="{E36FC381-2F8D-4140-8B6A-57B3BE502646}"/>
                </a:ext>
              </a:extLst>
            </p:cNvPr>
            <p:cNvSpPr>
              <a:spLocks noGrp="1"/>
            </p:cNvSpPr>
            <p:nvPr/>
          </p:nvSpPr>
          <p:spPr>
            <a:xfrm>
              <a:off x="2247900" y="2314575"/>
              <a:ext cx="104966" cy="104966"/>
            </a:xfrm>
            <a:prstGeom prst="rect">
              <a:avLst/>
            </a:prstGeom>
            <a:solidFill>
              <a:srgbClr val="CC79A7"/>
            </a:solidFill>
            <a:ln w="0">
              <a:noFill/>
              <a:prstDash val="solid"/>
            </a:ln>
          </p:spPr>
        </p:sp>
        <p:sp>
          <p:nvSpPr>
            <p:cNvPr id="115" name="four:scalar-input:grid-cell:115">
              <a:extLst>
                <a:ext uri="{FF2B5EF4-FFF2-40B4-BE49-F238E27FC236}">
                  <ns2:creationId id="{254CC205-E035-44B1-A555-58704B0E7545}"/>
                </a:ext>
              </a:extLst>
            </p:cNvPr>
            <p:cNvSpPr>
              <a:spLocks noGrp="1"/>
            </p:cNvSpPr>
            <p:nvPr/>
          </p:nvSpPr>
          <p:spPr>
            <a:xfrm>
              <a:off x="2352675" y="2314575"/>
              <a:ext cx="104966" cy="104966"/>
            </a:xfrm>
            <a:prstGeom prst="rect">
              <a:avLst/>
            </a:prstGeom>
            <a:solidFill>
              <a:srgbClr val="CC79A7"/>
            </a:solidFill>
            <a:ln w="0">
              <a:noFill/>
              <a:prstDash val="solid"/>
            </a:ln>
          </p:spPr>
        </p:sp>
        <p:sp>
          <p:nvSpPr>
            <p:cNvPr id="116" name="four:scalar-input:grid-cell:116">
              <a:extLst>
                <a:ext uri="{FF2B5EF4-FFF2-40B4-BE49-F238E27FC236}">
                  <ns2:creationId id="{EDFC39D2-6E19-46FA-9F41-9FF5FE1B4BC4}"/>
                </a:ext>
              </a:extLst>
            </p:cNvPr>
            <p:cNvSpPr>
              <a:spLocks noGrp="1"/>
            </p:cNvSpPr>
            <p:nvPr/>
          </p:nvSpPr>
          <p:spPr>
            <a:xfrm>
              <a:off x="361950" y="2419350"/>
              <a:ext cx="104966" cy="104966"/>
            </a:xfrm>
            <a:prstGeom prst="rect">
              <a:avLst/>
            </a:prstGeom>
            <a:solidFill>
              <a:srgbClr val="D4B4CC"/>
            </a:solidFill>
            <a:ln w="0">
              <a:noFill/>
              <a:prstDash val="solid"/>
            </a:ln>
          </p:spPr>
        </p:sp>
        <p:sp>
          <p:nvSpPr>
            <p:cNvPr id="117" name="four:scalar-input:grid-cell:117">
              <a:extLst>
                <a:ext uri="{FF2B5EF4-FFF2-40B4-BE49-F238E27FC236}">
                  <ns2:creationId id="{7AA5961E-1EC9-4390-8055-C6906DFCC687}"/>
                </a:ext>
              </a:extLst>
            </p:cNvPr>
            <p:cNvSpPr>
              <a:spLocks noGrp="1"/>
            </p:cNvSpPr>
            <p:nvPr/>
          </p:nvSpPr>
          <p:spPr>
            <a:xfrm>
              <a:off x="466725" y="2419350"/>
              <a:ext cx="104966" cy="104966"/>
            </a:xfrm>
            <a:prstGeom prst="rect">
              <a:avLst/>
            </a:prstGeom>
            <a:solidFill>
              <a:srgbClr val="D4B4CC"/>
            </a:solidFill>
            <a:ln w="0">
              <a:noFill/>
              <a:prstDash val="solid"/>
            </a:ln>
          </p:spPr>
        </p:sp>
        <p:sp>
          <p:nvSpPr>
            <p:cNvPr id="118" name="four:scalar-input:grid-cell:118">
              <a:extLst>
                <a:ext uri="{FF2B5EF4-FFF2-40B4-BE49-F238E27FC236}">
                  <ns2:creationId id="{7130E967-86DB-4FC9-B320-2E35EBDE86DF}"/>
                </a:ext>
              </a:extLst>
            </p:cNvPr>
            <p:cNvSpPr>
              <a:spLocks noGrp="1"/>
            </p:cNvSpPr>
            <p:nvPr/>
          </p:nvSpPr>
          <p:spPr>
            <a:xfrm>
              <a:off x="571500" y="2419350"/>
              <a:ext cx="104966" cy="104966"/>
            </a:xfrm>
            <a:prstGeom prst="rect">
              <a:avLst/>
            </a:prstGeom>
            <a:solidFill>
              <a:srgbClr val="0072B2"/>
            </a:solidFill>
            <a:ln w="0">
              <a:noFill/>
              <a:prstDash val="solid"/>
            </a:ln>
          </p:spPr>
        </p:sp>
        <p:sp>
          <p:nvSpPr>
            <p:cNvPr id="119" name="four:scalar-input:grid-cell:119">
              <a:extLst>
                <a:ext uri="{FF2B5EF4-FFF2-40B4-BE49-F238E27FC236}">
                  <ns2:creationId id="{89A1DC7F-BD85-4EB2-A677-1BD2EAC0CF76}"/>
                </a:ext>
              </a:extLst>
            </p:cNvPr>
            <p:cNvSpPr>
              <a:spLocks noGrp="1"/>
            </p:cNvSpPr>
            <p:nvPr/>
          </p:nvSpPr>
          <p:spPr>
            <a:xfrm>
              <a:off x="676275" y="2419350"/>
              <a:ext cx="104966" cy="104966"/>
            </a:xfrm>
            <a:prstGeom prst="rect">
              <a:avLst/>
            </a:prstGeom>
            <a:solidFill>
              <a:srgbClr val="0072B2"/>
            </a:solidFill>
            <a:ln w="0">
              <a:noFill/>
              <a:prstDash val="solid"/>
            </a:ln>
          </p:spPr>
        </p:sp>
        <p:sp>
          <p:nvSpPr>
            <p:cNvPr id="120" name="four:scalar-input:grid-cell:120">
              <a:extLst>
                <a:ext uri="{FF2B5EF4-FFF2-40B4-BE49-F238E27FC236}">
                  <ns2:creationId id="{6ED05A28-F223-4DE4-BA85-A2414652E607}"/>
                </a:ext>
              </a:extLst>
            </p:cNvPr>
            <p:cNvSpPr>
              <a:spLocks noGrp="1"/>
            </p:cNvSpPr>
            <p:nvPr/>
          </p:nvSpPr>
          <p:spPr>
            <a:xfrm>
              <a:off x="781050" y="2419350"/>
              <a:ext cx="104966" cy="104966"/>
            </a:xfrm>
            <a:prstGeom prst="rect">
              <a:avLst/>
            </a:prstGeom>
            <a:solidFill>
              <a:srgbClr val="0072B2"/>
            </a:solidFill>
            <a:ln w="0">
              <a:noFill/>
              <a:prstDash val="solid"/>
            </a:ln>
          </p:spPr>
        </p:sp>
        <p:sp>
          <p:nvSpPr>
            <p:cNvPr id="121" name="four:scalar-input:grid-cell:121">
              <a:extLst>
                <a:ext uri="{FF2B5EF4-FFF2-40B4-BE49-F238E27FC236}">
                  <ns2:creationId id="{AD6BC0B8-D3B4-4344-9E38-D528D68E413B}"/>
                </a:ext>
              </a:extLst>
            </p:cNvPr>
            <p:cNvSpPr>
              <a:spLocks noGrp="1"/>
            </p:cNvSpPr>
            <p:nvPr/>
          </p:nvSpPr>
          <p:spPr>
            <a:xfrm>
              <a:off x="885825" y="2419350"/>
              <a:ext cx="104966" cy="104966"/>
            </a:xfrm>
            <a:prstGeom prst="rect">
              <a:avLst/>
            </a:prstGeom>
            <a:solidFill>
              <a:srgbClr val="0072B2"/>
            </a:solidFill>
            <a:ln w="0">
              <a:noFill/>
              <a:prstDash val="solid"/>
            </a:ln>
          </p:spPr>
        </p:sp>
        <p:sp>
          <p:nvSpPr>
            <p:cNvPr id="122" name="four:scalar-input:grid-cell:122">
              <a:extLst>
                <a:ext uri="{FF2B5EF4-FFF2-40B4-BE49-F238E27FC236}">
                  <ns2:creationId id="{424D9DED-FC28-401A-9B88-C0EA468E3307}"/>
                </a:ext>
              </a:extLst>
            </p:cNvPr>
            <p:cNvSpPr>
              <a:spLocks noGrp="1"/>
            </p:cNvSpPr>
            <p:nvPr/>
          </p:nvSpPr>
          <p:spPr>
            <a:xfrm>
              <a:off x="990600" y="2419350"/>
              <a:ext cx="104966" cy="104966"/>
            </a:xfrm>
            <a:prstGeom prst="rect">
              <a:avLst/>
            </a:prstGeom>
            <a:solidFill>
              <a:srgbClr val="D4B4CC"/>
            </a:solidFill>
            <a:ln w="0">
              <a:noFill/>
              <a:prstDash val="solid"/>
            </a:ln>
          </p:spPr>
        </p:sp>
        <p:sp>
          <p:nvSpPr>
            <p:cNvPr id="123" name="four:scalar-input:grid-cell:123">
              <a:extLst>
                <a:ext uri="{FF2B5EF4-FFF2-40B4-BE49-F238E27FC236}">
                  <ns2:creationId id="{2329D35A-35AC-47CC-BF67-B1DDF76B340D}"/>
                </a:ext>
              </a:extLst>
            </p:cNvPr>
            <p:cNvSpPr>
              <a:spLocks noGrp="1"/>
            </p:cNvSpPr>
            <p:nvPr/>
          </p:nvSpPr>
          <p:spPr>
            <a:xfrm>
              <a:off x="1095375" y="2419350"/>
              <a:ext cx="104966" cy="104966"/>
            </a:xfrm>
            <a:prstGeom prst="rect">
              <a:avLst/>
            </a:prstGeom>
            <a:solidFill>
              <a:srgbClr val="D4B4CC"/>
            </a:solidFill>
            <a:ln w="0">
              <a:noFill/>
              <a:prstDash val="solid"/>
            </a:ln>
          </p:spPr>
        </p:sp>
        <p:sp>
          <p:nvSpPr>
            <p:cNvPr id="124" name="four:scalar-input:grid-cell:124">
              <a:extLst>
                <a:ext uri="{FF2B5EF4-FFF2-40B4-BE49-F238E27FC236}">
                  <ns2:creationId id="{24EFE39E-4BD4-484B-9862-F4B96989F538}"/>
                </a:ext>
              </a:extLst>
            </p:cNvPr>
            <p:cNvSpPr>
              <a:spLocks noGrp="1"/>
            </p:cNvSpPr>
            <p:nvPr/>
          </p:nvSpPr>
          <p:spPr>
            <a:xfrm>
              <a:off x="1200150" y="2419350"/>
              <a:ext cx="104966" cy="104966"/>
            </a:xfrm>
            <a:prstGeom prst="rect">
              <a:avLst/>
            </a:prstGeom>
            <a:solidFill>
              <a:srgbClr val="CC79A7"/>
            </a:solidFill>
            <a:ln w="0">
              <a:noFill/>
              <a:prstDash val="solid"/>
            </a:ln>
          </p:spPr>
        </p:sp>
        <p:sp>
          <p:nvSpPr>
            <p:cNvPr id="125" name="four:scalar-input:grid-cell:125">
              <a:extLst>
                <a:ext uri="{FF2B5EF4-FFF2-40B4-BE49-F238E27FC236}">
                  <ns2:creationId id="{A7EF4FD2-39E0-4407-92F4-3243FC3FCF50}"/>
                </a:ext>
              </a:extLst>
            </p:cNvPr>
            <p:cNvSpPr>
              <a:spLocks noGrp="1"/>
            </p:cNvSpPr>
            <p:nvPr/>
          </p:nvSpPr>
          <p:spPr>
            <a:xfrm>
              <a:off x="1304925" y="2419350"/>
              <a:ext cx="104966" cy="104966"/>
            </a:xfrm>
            <a:prstGeom prst="rect">
              <a:avLst/>
            </a:prstGeom>
            <a:solidFill>
              <a:srgbClr val="CC79A7"/>
            </a:solidFill>
            <a:ln w="0">
              <a:noFill/>
              <a:prstDash val="solid"/>
            </a:ln>
          </p:spPr>
        </p:sp>
        <p:sp>
          <p:nvSpPr>
            <p:cNvPr id="126" name="four:scalar-input:grid-cell:126">
              <a:extLst>
                <a:ext uri="{FF2B5EF4-FFF2-40B4-BE49-F238E27FC236}">
                  <ns2:creationId id="{6E50179B-0CBB-460F-B50A-53AEE712EE5C}"/>
                </a:ext>
              </a:extLst>
            </p:cNvPr>
            <p:cNvSpPr>
              <a:spLocks noGrp="1"/>
            </p:cNvSpPr>
            <p:nvPr/>
          </p:nvSpPr>
          <p:spPr>
            <a:xfrm>
              <a:off x="1409700" y="2419350"/>
              <a:ext cx="104966" cy="104966"/>
            </a:xfrm>
            <a:prstGeom prst="rect">
              <a:avLst/>
            </a:prstGeom>
            <a:solidFill>
              <a:srgbClr val="CC79A7"/>
            </a:solidFill>
            <a:ln w="0">
              <a:noFill/>
              <a:prstDash val="solid"/>
            </a:ln>
          </p:spPr>
        </p:sp>
        <p:sp>
          <p:nvSpPr>
            <p:cNvPr id="127" name="four:scalar-input:grid-cell:127">
              <a:extLst>
                <a:ext uri="{FF2B5EF4-FFF2-40B4-BE49-F238E27FC236}">
                  <ns2:creationId id="{F39F71EA-C7AF-4C7D-996F-7A6645292FE6}"/>
                </a:ext>
              </a:extLst>
            </p:cNvPr>
            <p:cNvSpPr>
              <a:spLocks noGrp="1"/>
            </p:cNvSpPr>
            <p:nvPr/>
          </p:nvSpPr>
          <p:spPr>
            <a:xfrm>
              <a:off x="1514475" y="2419350"/>
              <a:ext cx="104966" cy="104966"/>
            </a:xfrm>
            <a:prstGeom prst="rect">
              <a:avLst/>
            </a:prstGeom>
            <a:solidFill>
              <a:srgbClr val="CC79A7"/>
            </a:solidFill>
            <a:ln w="0">
              <a:noFill/>
              <a:prstDash val="solid"/>
            </a:ln>
          </p:spPr>
        </p:sp>
        <p:sp>
          <p:nvSpPr>
            <p:cNvPr id="128" name="four:scalar-input:grid-cell:128">
              <a:extLst>
                <a:ext uri="{FF2B5EF4-FFF2-40B4-BE49-F238E27FC236}">
                  <ns2:creationId id="{986ED279-98A8-4428-87D8-1A4B2C34FEAD}"/>
                </a:ext>
              </a:extLst>
            </p:cNvPr>
            <p:cNvSpPr>
              <a:spLocks noGrp="1"/>
            </p:cNvSpPr>
            <p:nvPr/>
          </p:nvSpPr>
          <p:spPr>
            <a:xfrm>
              <a:off x="1619250" y="2419350"/>
              <a:ext cx="104966" cy="104966"/>
            </a:xfrm>
            <a:prstGeom prst="rect">
              <a:avLst/>
            </a:prstGeom>
            <a:solidFill>
              <a:srgbClr val="CC79A7"/>
            </a:solidFill>
            <a:ln w="0">
              <a:noFill/>
              <a:prstDash val="solid"/>
            </a:ln>
          </p:spPr>
        </p:sp>
        <p:sp>
          <p:nvSpPr>
            <p:cNvPr id="129" name="four:scalar-input:grid-cell:129">
              <a:extLst>
                <a:ext uri="{FF2B5EF4-FFF2-40B4-BE49-F238E27FC236}">
                  <ns2:creationId id="{9EA658E5-E577-4C5A-8D11-CFBAD0DBB4CA}"/>
                </a:ext>
              </a:extLst>
            </p:cNvPr>
            <p:cNvSpPr>
              <a:spLocks noGrp="1"/>
            </p:cNvSpPr>
            <p:nvPr/>
          </p:nvSpPr>
          <p:spPr>
            <a:xfrm>
              <a:off x="1724025" y="2419350"/>
              <a:ext cx="104966" cy="104966"/>
            </a:xfrm>
            <a:prstGeom prst="rect">
              <a:avLst/>
            </a:prstGeom>
            <a:solidFill>
              <a:srgbClr val="CC79A7"/>
            </a:solidFill>
            <a:ln w="0">
              <a:noFill/>
              <a:prstDash val="solid"/>
            </a:ln>
          </p:spPr>
        </p:sp>
        <p:sp>
          <p:nvSpPr>
            <p:cNvPr id="130" name="four:scalar-input:grid-cell:130">
              <a:extLst>
                <a:ext uri="{FF2B5EF4-FFF2-40B4-BE49-F238E27FC236}">
                  <ns2:creationId id="{739BC15E-45BC-4D41-BE11-B9D1E3DFC650}"/>
                </a:ext>
              </a:extLst>
            </p:cNvPr>
            <p:cNvSpPr>
              <a:spLocks noGrp="1"/>
            </p:cNvSpPr>
            <p:nvPr/>
          </p:nvSpPr>
          <p:spPr>
            <a:xfrm>
              <a:off x="1828800" y="2419350"/>
              <a:ext cx="104966" cy="104966"/>
            </a:xfrm>
            <a:prstGeom prst="rect">
              <a:avLst/>
            </a:prstGeom>
            <a:solidFill>
              <a:srgbClr val="CC79A7"/>
            </a:solidFill>
            <a:ln w="0">
              <a:noFill/>
              <a:prstDash val="solid"/>
            </a:ln>
          </p:spPr>
        </p:sp>
        <p:sp>
          <p:nvSpPr>
            <p:cNvPr id="131" name="four:scalar-input:grid-cell:131">
              <a:extLst>
                <a:ext uri="{FF2B5EF4-FFF2-40B4-BE49-F238E27FC236}">
                  <ns2:creationId id="{09744626-9686-48DB-9CAF-54D6F4225D0C}"/>
                </a:ext>
              </a:extLst>
            </p:cNvPr>
            <p:cNvSpPr>
              <a:spLocks noGrp="1"/>
            </p:cNvSpPr>
            <p:nvPr/>
          </p:nvSpPr>
          <p:spPr>
            <a:xfrm>
              <a:off x="1933575" y="2419350"/>
              <a:ext cx="104966" cy="104966"/>
            </a:xfrm>
            <a:prstGeom prst="rect">
              <a:avLst/>
            </a:prstGeom>
            <a:solidFill>
              <a:srgbClr val="CC79A7"/>
            </a:solidFill>
            <a:ln w="0">
              <a:noFill/>
              <a:prstDash val="solid"/>
            </a:ln>
          </p:spPr>
        </p:sp>
        <p:sp>
          <p:nvSpPr>
            <p:cNvPr id="132" name="four:scalar-input:grid-cell:132">
              <a:extLst>
                <a:ext uri="{FF2B5EF4-FFF2-40B4-BE49-F238E27FC236}">
                  <ns2:creationId id="{33B1D5CE-3C89-4AD6-8805-74F690B2095E}"/>
                </a:ext>
              </a:extLst>
            </p:cNvPr>
            <p:cNvSpPr>
              <a:spLocks noGrp="1"/>
            </p:cNvSpPr>
            <p:nvPr/>
          </p:nvSpPr>
          <p:spPr>
            <a:xfrm>
              <a:off x="2038350" y="2419350"/>
              <a:ext cx="104966" cy="104966"/>
            </a:xfrm>
            <a:prstGeom prst="rect">
              <a:avLst/>
            </a:prstGeom>
            <a:solidFill>
              <a:srgbClr val="CC79A7"/>
            </a:solidFill>
            <a:ln w="0">
              <a:noFill/>
              <a:prstDash val="solid"/>
            </a:ln>
          </p:spPr>
        </p:sp>
        <p:sp>
          <p:nvSpPr>
            <p:cNvPr id="133" name="four:scalar-input:grid-cell:133">
              <a:extLst>
                <a:ext uri="{FF2B5EF4-FFF2-40B4-BE49-F238E27FC236}">
                  <ns2:creationId id="{04BB2E8A-3069-40E4-8C48-7DDD7150F513}"/>
                </a:ext>
              </a:extLst>
            </p:cNvPr>
            <p:cNvSpPr>
              <a:spLocks noGrp="1"/>
            </p:cNvSpPr>
            <p:nvPr/>
          </p:nvSpPr>
          <p:spPr>
            <a:xfrm>
              <a:off x="2143125" y="2419350"/>
              <a:ext cx="104966" cy="104966"/>
            </a:xfrm>
            <a:prstGeom prst="rect">
              <a:avLst/>
            </a:prstGeom>
            <a:solidFill>
              <a:srgbClr val="CC79A7"/>
            </a:solidFill>
            <a:ln w="0">
              <a:noFill/>
              <a:prstDash val="solid"/>
            </a:ln>
          </p:spPr>
        </p:sp>
        <p:sp>
          <p:nvSpPr>
            <p:cNvPr id="134" name="four:scalar-input:grid-cell:134">
              <a:extLst>
                <a:ext uri="{FF2B5EF4-FFF2-40B4-BE49-F238E27FC236}">
                  <ns2:creationId id="{C30C2D60-3D70-4C11-846F-E9A851E9C4A0}"/>
                </a:ext>
              </a:extLst>
            </p:cNvPr>
            <p:cNvSpPr>
              <a:spLocks noGrp="1"/>
            </p:cNvSpPr>
            <p:nvPr/>
          </p:nvSpPr>
          <p:spPr>
            <a:xfrm>
              <a:off x="2247900" y="2419350"/>
              <a:ext cx="104966" cy="104966"/>
            </a:xfrm>
            <a:prstGeom prst="rect">
              <a:avLst/>
            </a:prstGeom>
            <a:solidFill>
              <a:srgbClr val="CC79A7"/>
            </a:solidFill>
            <a:ln w="0">
              <a:noFill/>
              <a:prstDash val="solid"/>
            </a:ln>
          </p:spPr>
        </p:sp>
        <p:sp>
          <p:nvSpPr>
            <p:cNvPr id="135" name="four:scalar-input:grid-cell:135">
              <a:extLst>
                <a:ext uri="{FF2B5EF4-FFF2-40B4-BE49-F238E27FC236}">
                  <ns2:creationId id="{79B89071-36B2-4186-84C7-9B9C7D10107F}"/>
                </a:ext>
              </a:extLst>
            </p:cNvPr>
            <p:cNvSpPr>
              <a:spLocks noGrp="1"/>
            </p:cNvSpPr>
            <p:nvPr/>
          </p:nvSpPr>
          <p:spPr>
            <a:xfrm>
              <a:off x="2352675" y="2419350"/>
              <a:ext cx="104966" cy="104966"/>
            </a:xfrm>
            <a:prstGeom prst="rect">
              <a:avLst/>
            </a:prstGeom>
            <a:solidFill>
              <a:srgbClr val="D4B4CC"/>
            </a:solidFill>
            <a:ln w="0">
              <a:noFill/>
              <a:prstDash val="solid"/>
            </a:ln>
          </p:spPr>
        </p:sp>
        <p:sp>
          <p:nvSpPr>
            <p:cNvPr id="136" name="four:scalar-input:grid-cell:136">
              <a:extLst>
                <a:ext uri="{FF2B5EF4-FFF2-40B4-BE49-F238E27FC236}">
                  <ns2:creationId id="{809FF9FB-8ED3-4EB9-9E5A-B562BD58F5EC}"/>
                </a:ext>
              </a:extLst>
            </p:cNvPr>
            <p:cNvSpPr>
              <a:spLocks noGrp="1"/>
            </p:cNvSpPr>
            <p:nvPr/>
          </p:nvSpPr>
          <p:spPr>
            <a:xfrm>
              <a:off x="361950" y="2524125"/>
              <a:ext cx="104966" cy="104966"/>
            </a:xfrm>
            <a:prstGeom prst="rect">
              <a:avLst/>
            </a:prstGeom>
            <a:solidFill>
              <a:srgbClr val="D4B4CC"/>
            </a:solidFill>
            <a:ln w="0">
              <a:noFill/>
              <a:prstDash val="solid"/>
            </a:ln>
          </p:spPr>
        </p:sp>
        <p:sp>
          <p:nvSpPr>
            <p:cNvPr id="137" name="four:scalar-input:grid-cell:137">
              <a:extLst>
                <a:ext uri="{FF2B5EF4-FFF2-40B4-BE49-F238E27FC236}">
                  <ns2:creationId id="{549C9760-77C7-4A9E-A1E3-63910FBF9F41}"/>
                </a:ext>
              </a:extLst>
            </p:cNvPr>
            <p:cNvSpPr>
              <a:spLocks noGrp="1"/>
            </p:cNvSpPr>
            <p:nvPr/>
          </p:nvSpPr>
          <p:spPr>
            <a:xfrm>
              <a:off x="466725" y="2524125"/>
              <a:ext cx="104966" cy="104966"/>
            </a:xfrm>
            <a:prstGeom prst="rect">
              <a:avLst/>
            </a:prstGeom>
            <a:solidFill>
              <a:srgbClr val="0072B2"/>
            </a:solidFill>
            <a:ln w="0">
              <a:noFill/>
              <a:prstDash val="solid"/>
            </a:ln>
          </p:spPr>
        </p:sp>
        <p:sp>
          <p:nvSpPr>
            <p:cNvPr id="138" name="four:scalar-input:grid-cell:138">
              <a:extLst>
                <a:ext uri="{FF2B5EF4-FFF2-40B4-BE49-F238E27FC236}">
                  <ns2:creationId id="{26BC7D11-5134-4A32-9DEA-E5F4D9D1826D}"/>
                </a:ext>
              </a:extLst>
            </p:cNvPr>
            <p:cNvSpPr>
              <a:spLocks noGrp="1"/>
            </p:cNvSpPr>
            <p:nvPr/>
          </p:nvSpPr>
          <p:spPr>
            <a:xfrm>
              <a:off x="571500" y="2524125"/>
              <a:ext cx="104966" cy="104966"/>
            </a:xfrm>
            <a:prstGeom prst="rect">
              <a:avLst/>
            </a:prstGeom>
            <a:solidFill>
              <a:srgbClr val="0072B2"/>
            </a:solidFill>
            <a:ln w="0">
              <a:noFill/>
              <a:prstDash val="solid"/>
            </a:ln>
          </p:spPr>
        </p:sp>
        <p:sp>
          <p:nvSpPr>
            <p:cNvPr id="139" name="four:scalar-input:grid-cell:139">
              <a:extLst>
                <a:ext uri="{FF2B5EF4-FFF2-40B4-BE49-F238E27FC236}">
                  <ns2:creationId id="{2D22AFA4-88A6-4C9E-BCFC-4FAF0F11F531}"/>
                </a:ext>
              </a:extLst>
            </p:cNvPr>
            <p:cNvSpPr>
              <a:spLocks noGrp="1"/>
            </p:cNvSpPr>
            <p:nvPr/>
          </p:nvSpPr>
          <p:spPr>
            <a:xfrm>
              <a:off x="676275" y="2524125"/>
              <a:ext cx="104966" cy="104966"/>
            </a:xfrm>
            <a:prstGeom prst="rect">
              <a:avLst/>
            </a:prstGeom>
            <a:solidFill>
              <a:srgbClr val="0072B2"/>
            </a:solidFill>
            <a:ln w="0">
              <a:noFill/>
              <a:prstDash val="solid"/>
            </a:ln>
          </p:spPr>
        </p:sp>
        <p:sp>
          <p:nvSpPr>
            <p:cNvPr id="140" name="four:scalar-input:grid-cell:140">
              <a:extLst>
                <a:ext uri="{FF2B5EF4-FFF2-40B4-BE49-F238E27FC236}">
                  <ns2:creationId id="{1899B507-C7F5-416A-A8B5-93C9E325259B}"/>
                </a:ext>
              </a:extLst>
            </p:cNvPr>
            <p:cNvSpPr>
              <a:spLocks noGrp="1"/>
            </p:cNvSpPr>
            <p:nvPr/>
          </p:nvSpPr>
          <p:spPr>
            <a:xfrm>
              <a:off x="781050" y="2524125"/>
              <a:ext cx="104966" cy="104966"/>
            </a:xfrm>
            <a:prstGeom prst="rect">
              <a:avLst/>
            </a:prstGeom>
            <a:solidFill>
              <a:srgbClr val="0072B2"/>
            </a:solidFill>
            <a:ln w="0">
              <a:noFill/>
              <a:prstDash val="solid"/>
            </a:ln>
          </p:spPr>
        </p:sp>
        <p:sp>
          <p:nvSpPr>
            <p:cNvPr id="141" name="four:scalar-input:grid-cell:141">
              <a:extLst>
                <a:ext uri="{FF2B5EF4-FFF2-40B4-BE49-F238E27FC236}">
                  <ns2:creationId id="{D2B54CA5-669F-4195-B23C-47436505A491}"/>
                </a:ext>
              </a:extLst>
            </p:cNvPr>
            <p:cNvSpPr>
              <a:spLocks noGrp="1"/>
            </p:cNvSpPr>
            <p:nvPr/>
          </p:nvSpPr>
          <p:spPr>
            <a:xfrm>
              <a:off x="885825" y="2524125"/>
              <a:ext cx="104966" cy="104966"/>
            </a:xfrm>
            <a:prstGeom prst="rect">
              <a:avLst/>
            </a:prstGeom>
            <a:solidFill>
              <a:srgbClr val="0072B2"/>
            </a:solidFill>
            <a:ln w="0">
              <a:noFill/>
              <a:prstDash val="solid"/>
            </a:ln>
          </p:spPr>
        </p:sp>
        <p:sp>
          <p:nvSpPr>
            <p:cNvPr id="142" name="four:scalar-input:grid-cell:142">
              <a:extLst>
                <a:ext uri="{FF2B5EF4-FFF2-40B4-BE49-F238E27FC236}">
                  <ns2:creationId id="{A108A527-F29B-402C-B68E-D314A7493764}"/>
                </a:ext>
              </a:extLst>
            </p:cNvPr>
            <p:cNvSpPr>
              <a:spLocks noGrp="1"/>
            </p:cNvSpPr>
            <p:nvPr/>
          </p:nvSpPr>
          <p:spPr>
            <a:xfrm>
              <a:off x="990600" y="2524125"/>
              <a:ext cx="104966" cy="104966"/>
            </a:xfrm>
            <a:prstGeom prst="rect">
              <a:avLst/>
            </a:prstGeom>
            <a:solidFill>
              <a:srgbClr val="0072B2"/>
            </a:solidFill>
            <a:ln w="0">
              <a:noFill/>
              <a:prstDash val="solid"/>
            </a:ln>
          </p:spPr>
        </p:sp>
        <p:sp>
          <p:nvSpPr>
            <p:cNvPr id="143" name="four:scalar-input:grid-cell:143">
              <a:extLst>
                <a:ext uri="{FF2B5EF4-FFF2-40B4-BE49-F238E27FC236}">
                  <ns2:creationId id="{BDFE608C-C29A-4135-8570-E2D3FF44F58B}"/>
                </a:ext>
              </a:extLst>
            </p:cNvPr>
            <p:cNvSpPr>
              <a:spLocks noGrp="1"/>
            </p:cNvSpPr>
            <p:nvPr/>
          </p:nvSpPr>
          <p:spPr>
            <a:xfrm>
              <a:off x="1095375" y="2524125"/>
              <a:ext cx="104966" cy="104966"/>
            </a:xfrm>
            <a:prstGeom prst="rect">
              <a:avLst/>
            </a:prstGeom>
            <a:solidFill>
              <a:srgbClr val="D4B4CC"/>
            </a:solidFill>
            <a:ln w="0">
              <a:noFill/>
              <a:prstDash val="solid"/>
            </a:ln>
          </p:spPr>
        </p:sp>
        <p:sp>
          <p:nvSpPr>
            <p:cNvPr id="144" name="four:scalar-input:grid-cell:144">
              <a:extLst>
                <a:ext uri="{FF2B5EF4-FFF2-40B4-BE49-F238E27FC236}">
                  <ns2:creationId id="{53CC3171-A86C-4142-8BEC-E9443A0DB646}"/>
                </a:ext>
              </a:extLst>
            </p:cNvPr>
            <p:cNvSpPr>
              <a:spLocks noGrp="1"/>
            </p:cNvSpPr>
            <p:nvPr/>
          </p:nvSpPr>
          <p:spPr>
            <a:xfrm>
              <a:off x="1200150" y="2524125"/>
              <a:ext cx="104966" cy="104966"/>
            </a:xfrm>
            <a:prstGeom prst="rect">
              <a:avLst/>
            </a:prstGeom>
            <a:solidFill>
              <a:srgbClr val="CC79A7"/>
            </a:solidFill>
            <a:ln w="0">
              <a:noFill/>
              <a:prstDash val="solid"/>
            </a:ln>
          </p:spPr>
        </p:sp>
        <p:sp>
          <p:nvSpPr>
            <p:cNvPr id="145" name="four:scalar-input:grid-cell:145">
              <a:extLst>
                <a:ext uri="{FF2B5EF4-FFF2-40B4-BE49-F238E27FC236}">
                  <ns2:creationId id="{CBDE9386-4310-4135-867D-93B6A957FCF8}"/>
                </a:ext>
              </a:extLst>
            </p:cNvPr>
            <p:cNvSpPr>
              <a:spLocks noGrp="1"/>
            </p:cNvSpPr>
            <p:nvPr/>
          </p:nvSpPr>
          <p:spPr>
            <a:xfrm>
              <a:off x="1304925" y="2524125"/>
              <a:ext cx="104966" cy="104966"/>
            </a:xfrm>
            <a:prstGeom prst="rect">
              <a:avLst/>
            </a:prstGeom>
            <a:solidFill>
              <a:srgbClr val="CC79A7"/>
            </a:solidFill>
            <a:ln w="0">
              <a:noFill/>
              <a:prstDash val="solid"/>
            </a:ln>
          </p:spPr>
        </p:sp>
        <p:sp>
          <p:nvSpPr>
            <p:cNvPr id="146" name="four:scalar-input:grid-cell:146">
              <a:extLst>
                <a:ext uri="{FF2B5EF4-FFF2-40B4-BE49-F238E27FC236}">
                  <ns2:creationId id="{FC1750DE-F767-414A-8982-9E33FC320F35}"/>
                </a:ext>
              </a:extLst>
            </p:cNvPr>
            <p:cNvSpPr>
              <a:spLocks noGrp="1"/>
            </p:cNvSpPr>
            <p:nvPr/>
          </p:nvSpPr>
          <p:spPr>
            <a:xfrm>
              <a:off x="1409700" y="2524125"/>
              <a:ext cx="104966" cy="104966"/>
            </a:xfrm>
            <a:prstGeom prst="rect">
              <a:avLst/>
            </a:prstGeom>
            <a:solidFill>
              <a:srgbClr val="CC79A7"/>
            </a:solidFill>
            <a:ln w="0">
              <a:noFill/>
              <a:prstDash val="solid"/>
            </a:ln>
          </p:spPr>
        </p:sp>
        <p:sp>
          <p:nvSpPr>
            <p:cNvPr id="147" name="four:scalar-input:grid-cell:147">
              <a:extLst>
                <a:ext uri="{FF2B5EF4-FFF2-40B4-BE49-F238E27FC236}">
                  <ns2:creationId id="{80786BE9-5808-4166-BCCD-CCE0B48BFB0E}"/>
                </a:ext>
              </a:extLst>
            </p:cNvPr>
            <p:cNvSpPr>
              <a:spLocks noGrp="1"/>
            </p:cNvSpPr>
            <p:nvPr/>
          </p:nvSpPr>
          <p:spPr>
            <a:xfrm>
              <a:off x="1514475" y="2524125"/>
              <a:ext cx="104966" cy="104966"/>
            </a:xfrm>
            <a:prstGeom prst="rect">
              <a:avLst/>
            </a:prstGeom>
            <a:solidFill>
              <a:srgbClr val="CC79A7"/>
            </a:solidFill>
            <a:ln w="0">
              <a:noFill/>
              <a:prstDash val="solid"/>
            </a:ln>
          </p:spPr>
        </p:sp>
        <p:sp>
          <p:nvSpPr>
            <p:cNvPr id="148" name="four:scalar-input:grid-cell:148">
              <a:extLst>
                <a:ext uri="{FF2B5EF4-FFF2-40B4-BE49-F238E27FC236}">
                  <ns2:creationId id="{18389A65-9014-46CC-85F0-B10C3AB2BB9E}"/>
                </a:ext>
              </a:extLst>
            </p:cNvPr>
            <p:cNvSpPr>
              <a:spLocks noGrp="1"/>
            </p:cNvSpPr>
            <p:nvPr/>
          </p:nvSpPr>
          <p:spPr>
            <a:xfrm>
              <a:off x="1619250" y="2524125"/>
              <a:ext cx="104966" cy="104966"/>
            </a:xfrm>
            <a:prstGeom prst="rect">
              <a:avLst/>
            </a:prstGeom>
            <a:solidFill>
              <a:srgbClr val="CC79A7"/>
            </a:solidFill>
            <a:ln w="0">
              <a:noFill/>
              <a:prstDash val="solid"/>
            </a:ln>
          </p:spPr>
        </p:sp>
        <p:sp>
          <p:nvSpPr>
            <p:cNvPr id="149" name="four:scalar-input:grid-cell:149">
              <a:extLst>
                <a:ext uri="{FF2B5EF4-FFF2-40B4-BE49-F238E27FC236}">
                  <ns2:creationId id="{DCF60B14-5C0B-4407-8D22-A56AAD1F3A7A}"/>
                </a:ext>
              </a:extLst>
            </p:cNvPr>
            <p:cNvSpPr>
              <a:spLocks noGrp="1"/>
            </p:cNvSpPr>
            <p:nvPr/>
          </p:nvSpPr>
          <p:spPr>
            <a:xfrm>
              <a:off x="1724025" y="2524125"/>
              <a:ext cx="104966" cy="104966"/>
            </a:xfrm>
            <a:prstGeom prst="rect">
              <a:avLst/>
            </a:prstGeom>
            <a:solidFill>
              <a:srgbClr val="CC79A7"/>
            </a:solidFill>
            <a:ln w="0">
              <a:noFill/>
              <a:prstDash val="solid"/>
            </a:ln>
          </p:spPr>
        </p:sp>
        <p:sp>
          <p:nvSpPr>
            <p:cNvPr id="150" name="four:scalar-input:grid-cell:150">
              <a:extLst>
                <a:ext uri="{FF2B5EF4-FFF2-40B4-BE49-F238E27FC236}">
                  <ns2:creationId id="{6A685641-AF79-4A04-9CA8-BA555A0A67BE}"/>
                </a:ext>
              </a:extLst>
            </p:cNvPr>
            <p:cNvSpPr>
              <a:spLocks noGrp="1"/>
            </p:cNvSpPr>
            <p:nvPr/>
          </p:nvSpPr>
          <p:spPr>
            <a:xfrm>
              <a:off x="1828800" y="2524125"/>
              <a:ext cx="104966" cy="104966"/>
            </a:xfrm>
            <a:prstGeom prst="rect">
              <a:avLst/>
            </a:prstGeom>
            <a:solidFill>
              <a:srgbClr val="CC79A7"/>
            </a:solidFill>
            <a:ln w="0">
              <a:noFill/>
              <a:prstDash val="solid"/>
            </a:ln>
          </p:spPr>
        </p:sp>
        <p:sp>
          <p:nvSpPr>
            <p:cNvPr id="151" name="four:scalar-input:grid-cell:151">
              <a:extLst>
                <a:ext uri="{FF2B5EF4-FFF2-40B4-BE49-F238E27FC236}">
                  <ns2:creationId id="{F6D24C86-C464-4D65-8664-0F45EA113D5A}"/>
                </a:ext>
              </a:extLst>
            </p:cNvPr>
            <p:cNvSpPr>
              <a:spLocks noGrp="1"/>
            </p:cNvSpPr>
            <p:nvPr/>
          </p:nvSpPr>
          <p:spPr>
            <a:xfrm>
              <a:off x="1933575" y="2524125"/>
              <a:ext cx="104966" cy="104966"/>
            </a:xfrm>
            <a:prstGeom prst="rect">
              <a:avLst/>
            </a:prstGeom>
            <a:solidFill>
              <a:srgbClr val="CC79A7"/>
            </a:solidFill>
            <a:ln w="0">
              <a:noFill/>
              <a:prstDash val="solid"/>
            </a:ln>
          </p:spPr>
        </p:sp>
        <p:sp>
          <p:nvSpPr>
            <p:cNvPr id="152" name="four:scalar-input:grid-cell:152">
              <a:extLst>
                <a:ext uri="{FF2B5EF4-FFF2-40B4-BE49-F238E27FC236}">
                  <ns2:creationId id="{61DCDB7A-94B3-47A0-AB5A-47CB5463BB02}"/>
                </a:ext>
              </a:extLst>
            </p:cNvPr>
            <p:cNvSpPr>
              <a:spLocks noGrp="1"/>
            </p:cNvSpPr>
            <p:nvPr/>
          </p:nvSpPr>
          <p:spPr>
            <a:xfrm>
              <a:off x="2038350" y="2524125"/>
              <a:ext cx="104966" cy="104966"/>
            </a:xfrm>
            <a:prstGeom prst="rect">
              <a:avLst/>
            </a:prstGeom>
            <a:solidFill>
              <a:srgbClr val="CC79A7"/>
            </a:solidFill>
            <a:ln w="0">
              <a:noFill/>
              <a:prstDash val="solid"/>
            </a:ln>
          </p:spPr>
        </p:sp>
        <p:sp>
          <p:nvSpPr>
            <p:cNvPr id="153" name="four:scalar-input:grid-cell:153">
              <a:extLst>
                <a:ext uri="{FF2B5EF4-FFF2-40B4-BE49-F238E27FC236}">
                  <ns2:creationId id="{01D7BD12-2A8C-4E61-9413-36EB663AE580}"/>
                </a:ext>
              </a:extLst>
            </p:cNvPr>
            <p:cNvSpPr>
              <a:spLocks noGrp="1"/>
            </p:cNvSpPr>
            <p:nvPr/>
          </p:nvSpPr>
          <p:spPr>
            <a:xfrm>
              <a:off x="2143125" y="2524125"/>
              <a:ext cx="104966" cy="104966"/>
            </a:xfrm>
            <a:prstGeom prst="rect">
              <a:avLst/>
            </a:prstGeom>
            <a:solidFill>
              <a:srgbClr val="CC79A7"/>
            </a:solidFill>
            <a:ln w="0">
              <a:noFill/>
              <a:prstDash val="solid"/>
            </a:ln>
          </p:spPr>
        </p:sp>
        <p:sp>
          <p:nvSpPr>
            <p:cNvPr id="154" name="four:scalar-input:grid-cell:154">
              <a:extLst>
                <a:ext uri="{FF2B5EF4-FFF2-40B4-BE49-F238E27FC236}">
                  <ns2:creationId id="{EA2A5E8C-18C7-41CC-A2C9-BF13D4D36746}"/>
                </a:ext>
              </a:extLst>
            </p:cNvPr>
            <p:cNvSpPr>
              <a:spLocks noGrp="1"/>
            </p:cNvSpPr>
            <p:nvPr/>
          </p:nvSpPr>
          <p:spPr>
            <a:xfrm>
              <a:off x="2247900" y="2524125"/>
              <a:ext cx="104966" cy="104966"/>
            </a:xfrm>
            <a:prstGeom prst="rect">
              <a:avLst/>
            </a:prstGeom>
            <a:solidFill>
              <a:srgbClr val="CC79A7"/>
            </a:solidFill>
            <a:ln w="0">
              <a:noFill/>
              <a:prstDash val="solid"/>
            </a:ln>
          </p:spPr>
        </p:sp>
        <p:sp>
          <p:nvSpPr>
            <p:cNvPr id="155" name="four:scalar-input:grid-cell:155">
              <a:extLst>
                <a:ext uri="{FF2B5EF4-FFF2-40B4-BE49-F238E27FC236}">
                  <ns2:creationId id="{83C371B1-9EF6-4520-BCFF-4BA88E1C57BC}"/>
                </a:ext>
              </a:extLst>
            </p:cNvPr>
            <p:cNvSpPr>
              <a:spLocks noGrp="1"/>
            </p:cNvSpPr>
            <p:nvPr/>
          </p:nvSpPr>
          <p:spPr>
            <a:xfrm>
              <a:off x="2352675" y="2524125"/>
              <a:ext cx="104966" cy="104966"/>
            </a:xfrm>
            <a:prstGeom prst="rect">
              <a:avLst/>
            </a:prstGeom>
            <a:solidFill>
              <a:srgbClr val="D4B4CC"/>
            </a:solidFill>
            <a:ln w="0">
              <a:noFill/>
              <a:prstDash val="solid"/>
            </a:ln>
          </p:spPr>
        </p:sp>
        <p:sp>
          <p:nvSpPr>
            <p:cNvPr id="156" name="four:scalar-input:grid-cell:156">
              <a:extLst>
                <a:ext uri="{FF2B5EF4-FFF2-40B4-BE49-F238E27FC236}">
                  <ns2:creationId id="{610D9735-A572-445C-8038-1C964C0C420E}"/>
                </a:ext>
              </a:extLst>
            </p:cNvPr>
            <p:cNvSpPr>
              <a:spLocks noGrp="1"/>
            </p:cNvSpPr>
            <p:nvPr/>
          </p:nvSpPr>
          <p:spPr>
            <a:xfrm>
              <a:off x="361950" y="2628900"/>
              <a:ext cx="104966" cy="104966"/>
            </a:xfrm>
            <a:prstGeom prst="rect">
              <a:avLst/>
            </a:prstGeom>
            <a:solidFill>
              <a:srgbClr val="0072B2"/>
            </a:solidFill>
            <a:ln w="0">
              <a:noFill/>
              <a:prstDash val="solid"/>
            </a:ln>
          </p:spPr>
        </p:sp>
        <p:sp>
          <p:nvSpPr>
            <p:cNvPr id="157" name="four:scalar-input:grid-cell:157">
              <a:extLst>
                <a:ext uri="{FF2B5EF4-FFF2-40B4-BE49-F238E27FC236}">
                  <ns2:creationId id="{34A23DF4-6A9D-4861-8956-4667414C038F}"/>
                </a:ext>
              </a:extLst>
            </p:cNvPr>
            <p:cNvSpPr>
              <a:spLocks noGrp="1"/>
            </p:cNvSpPr>
            <p:nvPr/>
          </p:nvSpPr>
          <p:spPr>
            <a:xfrm>
              <a:off x="466725" y="2628900"/>
              <a:ext cx="104966" cy="104966"/>
            </a:xfrm>
            <a:prstGeom prst="rect">
              <a:avLst/>
            </a:prstGeom>
            <a:solidFill>
              <a:srgbClr val="0072B2"/>
            </a:solidFill>
            <a:ln w="0">
              <a:noFill/>
              <a:prstDash val="solid"/>
            </a:ln>
          </p:spPr>
        </p:sp>
        <p:sp>
          <p:nvSpPr>
            <p:cNvPr id="158" name="four:scalar-input:grid-cell:158">
              <a:extLst>
                <a:ext uri="{FF2B5EF4-FFF2-40B4-BE49-F238E27FC236}">
                  <ns2:creationId id="{A5CC1F29-9FAA-42D2-AEBB-DA7508DD4E8B}"/>
                </a:ext>
              </a:extLst>
            </p:cNvPr>
            <p:cNvSpPr>
              <a:spLocks noGrp="1"/>
            </p:cNvSpPr>
            <p:nvPr/>
          </p:nvSpPr>
          <p:spPr>
            <a:xfrm>
              <a:off x="571500" y="2628900"/>
              <a:ext cx="104966" cy="104966"/>
            </a:xfrm>
            <a:prstGeom prst="rect">
              <a:avLst/>
            </a:prstGeom>
            <a:solidFill>
              <a:srgbClr val="0072B2"/>
            </a:solidFill>
            <a:ln w="0">
              <a:noFill/>
              <a:prstDash val="solid"/>
            </a:ln>
          </p:spPr>
        </p:sp>
        <p:sp>
          <p:nvSpPr>
            <p:cNvPr id="159" name="four:scalar-input:grid-cell:159">
              <a:extLst>
                <a:ext uri="{FF2B5EF4-FFF2-40B4-BE49-F238E27FC236}">
                  <ns2:creationId id="{0D6F8BD7-927C-4B3A-A24D-A86F3FC4441A}"/>
                </a:ext>
              </a:extLst>
            </p:cNvPr>
            <p:cNvSpPr>
              <a:spLocks noGrp="1"/>
            </p:cNvSpPr>
            <p:nvPr/>
          </p:nvSpPr>
          <p:spPr>
            <a:xfrm>
              <a:off x="676275" y="2628900"/>
              <a:ext cx="104966" cy="104966"/>
            </a:xfrm>
            <a:prstGeom prst="rect">
              <a:avLst/>
            </a:prstGeom>
            <a:solidFill>
              <a:srgbClr val="0072B2"/>
            </a:solidFill>
            <a:ln w="0">
              <a:noFill/>
              <a:prstDash val="solid"/>
            </a:ln>
          </p:spPr>
        </p:sp>
        <p:sp>
          <p:nvSpPr>
            <p:cNvPr id="160" name="four:scalar-input:grid-cell:160">
              <a:extLst>
                <a:ext uri="{FF2B5EF4-FFF2-40B4-BE49-F238E27FC236}">
                  <ns2:creationId id="{2102CA11-E594-4EC1-9A5A-F7E3FFA94141}"/>
                </a:ext>
              </a:extLst>
            </p:cNvPr>
            <p:cNvSpPr>
              <a:spLocks noGrp="1"/>
            </p:cNvSpPr>
            <p:nvPr/>
          </p:nvSpPr>
          <p:spPr>
            <a:xfrm>
              <a:off x="781050" y="2628900"/>
              <a:ext cx="104966" cy="104966"/>
            </a:xfrm>
            <a:prstGeom prst="rect">
              <a:avLst/>
            </a:prstGeom>
            <a:solidFill>
              <a:srgbClr val="0072B2"/>
            </a:solidFill>
            <a:ln w="0">
              <a:noFill/>
              <a:prstDash val="solid"/>
            </a:ln>
          </p:spPr>
        </p:sp>
        <p:sp>
          <p:nvSpPr>
            <p:cNvPr id="161" name="four:scalar-input:grid-cell:161">
              <a:extLst>
                <a:ext uri="{FF2B5EF4-FFF2-40B4-BE49-F238E27FC236}">
                  <ns2:creationId id="{67BF9B88-39D9-4791-B436-FF1F4BA941A3}"/>
                </a:ext>
              </a:extLst>
            </p:cNvPr>
            <p:cNvSpPr>
              <a:spLocks noGrp="1"/>
            </p:cNvSpPr>
            <p:nvPr/>
          </p:nvSpPr>
          <p:spPr>
            <a:xfrm>
              <a:off x="885825" y="2628900"/>
              <a:ext cx="104966" cy="104966"/>
            </a:xfrm>
            <a:prstGeom prst="rect">
              <a:avLst/>
            </a:prstGeom>
            <a:solidFill>
              <a:srgbClr val="0072B2"/>
            </a:solidFill>
            <a:ln w="0">
              <a:noFill/>
              <a:prstDash val="solid"/>
            </a:ln>
          </p:spPr>
        </p:sp>
        <p:sp>
          <p:nvSpPr>
            <p:cNvPr id="162" name="four:scalar-input:grid-cell:162">
              <a:extLst>
                <a:ext uri="{FF2B5EF4-FFF2-40B4-BE49-F238E27FC236}">
                  <ns2:creationId id="{2B5A58CC-876A-406D-8C31-4014E409310A}"/>
                </a:ext>
              </a:extLst>
            </p:cNvPr>
            <p:cNvSpPr>
              <a:spLocks noGrp="1"/>
            </p:cNvSpPr>
            <p:nvPr/>
          </p:nvSpPr>
          <p:spPr>
            <a:xfrm>
              <a:off x="990600" y="2628900"/>
              <a:ext cx="104966" cy="104966"/>
            </a:xfrm>
            <a:prstGeom prst="rect">
              <a:avLst/>
            </a:prstGeom>
            <a:solidFill>
              <a:srgbClr val="0072B2"/>
            </a:solidFill>
            <a:ln w="0">
              <a:noFill/>
              <a:prstDash val="solid"/>
            </a:ln>
          </p:spPr>
        </p:sp>
        <p:sp>
          <p:nvSpPr>
            <p:cNvPr id="163" name="four:scalar-input:grid-cell:163">
              <a:extLst>
                <a:ext uri="{FF2B5EF4-FFF2-40B4-BE49-F238E27FC236}">
                  <ns2:creationId id="{E2A1AE24-CE93-49FF-8C02-DC4E45F5AC0D}"/>
                </a:ext>
              </a:extLst>
            </p:cNvPr>
            <p:cNvSpPr>
              <a:spLocks noGrp="1"/>
            </p:cNvSpPr>
            <p:nvPr/>
          </p:nvSpPr>
          <p:spPr>
            <a:xfrm>
              <a:off x="1095375" y="2628900"/>
              <a:ext cx="104966" cy="104966"/>
            </a:xfrm>
            <a:prstGeom prst="rect">
              <a:avLst/>
            </a:prstGeom>
            <a:solidFill>
              <a:srgbClr val="0072B2"/>
            </a:solidFill>
            <a:ln w="0">
              <a:noFill/>
              <a:prstDash val="solid"/>
            </a:ln>
          </p:spPr>
        </p:sp>
        <p:sp>
          <p:nvSpPr>
            <p:cNvPr id="164" name="four:scalar-input:grid-cell:164">
              <a:extLst>
                <a:ext uri="{FF2B5EF4-FFF2-40B4-BE49-F238E27FC236}">
                  <ns2:creationId id="{749DAB25-482B-41C7-9834-ECBDDA08B2A6}"/>
                </a:ext>
              </a:extLst>
            </p:cNvPr>
            <p:cNvSpPr>
              <a:spLocks noGrp="1"/>
            </p:cNvSpPr>
            <p:nvPr/>
          </p:nvSpPr>
          <p:spPr>
            <a:xfrm>
              <a:off x="1200150" y="2628900"/>
              <a:ext cx="104966" cy="104966"/>
            </a:xfrm>
            <a:prstGeom prst="rect">
              <a:avLst/>
            </a:prstGeom>
            <a:solidFill>
              <a:srgbClr val="D4B4CC"/>
            </a:solidFill>
            <a:ln w="0">
              <a:noFill/>
              <a:prstDash val="solid"/>
            </a:ln>
          </p:spPr>
        </p:sp>
        <p:sp>
          <p:nvSpPr>
            <p:cNvPr id="165" name="four:scalar-input:grid-cell:165">
              <a:extLst>
                <a:ext uri="{FF2B5EF4-FFF2-40B4-BE49-F238E27FC236}">
                  <ns2:creationId id="{08E27812-B938-4D7A-8544-34680EE2D5AC}"/>
                </a:ext>
              </a:extLst>
            </p:cNvPr>
            <p:cNvSpPr>
              <a:spLocks noGrp="1"/>
            </p:cNvSpPr>
            <p:nvPr/>
          </p:nvSpPr>
          <p:spPr>
            <a:xfrm>
              <a:off x="1304925" y="2628900"/>
              <a:ext cx="104966" cy="104966"/>
            </a:xfrm>
            <a:prstGeom prst="rect">
              <a:avLst/>
            </a:prstGeom>
            <a:solidFill>
              <a:srgbClr val="CC79A7"/>
            </a:solidFill>
            <a:ln w="0">
              <a:noFill/>
              <a:prstDash val="solid"/>
            </a:ln>
          </p:spPr>
        </p:sp>
        <p:sp>
          <p:nvSpPr>
            <p:cNvPr id="166" name="four:scalar-input:grid-cell:166">
              <a:extLst>
                <a:ext uri="{FF2B5EF4-FFF2-40B4-BE49-F238E27FC236}">
                  <ns2:creationId id="{501D29BE-87E5-4B90-BCE8-D6FD0048C3DC}"/>
                </a:ext>
              </a:extLst>
            </p:cNvPr>
            <p:cNvSpPr>
              <a:spLocks noGrp="1"/>
            </p:cNvSpPr>
            <p:nvPr/>
          </p:nvSpPr>
          <p:spPr>
            <a:xfrm>
              <a:off x="1409700" y="2628900"/>
              <a:ext cx="104966" cy="104966"/>
            </a:xfrm>
            <a:prstGeom prst="rect">
              <a:avLst/>
            </a:prstGeom>
            <a:solidFill>
              <a:srgbClr val="CC79A7"/>
            </a:solidFill>
            <a:ln w="0">
              <a:noFill/>
              <a:prstDash val="solid"/>
            </a:ln>
          </p:spPr>
        </p:sp>
        <p:sp>
          <p:nvSpPr>
            <p:cNvPr id="167" name="four:scalar-input:grid-cell:167">
              <a:extLst>
                <a:ext uri="{FF2B5EF4-FFF2-40B4-BE49-F238E27FC236}">
                  <ns2:creationId id="{F40DADDE-E0B8-448E-BCC1-E3E405DD0254}"/>
                </a:ext>
              </a:extLst>
            </p:cNvPr>
            <p:cNvSpPr>
              <a:spLocks noGrp="1"/>
            </p:cNvSpPr>
            <p:nvPr/>
          </p:nvSpPr>
          <p:spPr>
            <a:xfrm>
              <a:off x="1514475" y="2628900"/>
              <a:ext cx="104966" cy="104966"/>
            </a:xfrm>
            <a:prstGeom prst="rect">
              <a:avLst/>
            </a:prstGeom>
            <a:solidFill>
              <a:srgbClr val="CC79A7"/>
            </a:solidFill>
            <a:ln w="0">
              <a:noFill/>
              <a:prstDash val="solid"/>
            </a:ln>
          </p:spPr>
        </p:sp>
        <p:sp>
          <p:nvSpPr>
            <p:cNvPr id="168" name="four:scalar-input:grid-cell:168">
              <a:extLst>
                <a:ext uri="{FF2B5EF4-FFF2-40B4-BE49-F238E27FC236}">
                  <ns2:creationId id="{64C3FD9E-503C-4603-A216-5FE7884DAB5A}"/>
                </a:ext>
              </a:extLst>
            </p:cNvPr>
            <p:cNvSpPr>
              <a:spLocks noGrp="1"/>
            </p:cNvSpPr>
            <p:nvPr/>
          </p:nvSpPr>
          <p:spPr>
            <a:xfrm>
              <a:off x="1619250" y="2628900"/>
              <a:ext cx="104966" cy="104966"/>
            </a:xfrm>
            <a:prstGeom prst="rect">
              <a:avLst/>
            </a:prstGeom>
            <a:solidFill>
              <a:srgbClr val="CC79A7"/>
            </a:solidFill>
            <a:ln w="0">
              <a:noFill/>
              <a:prstDash val="solid"/>
            </a:ln>
          </p:spPr>
        </p:sp>
        <p:sp>
          <p:nvSpPr>
            <p:cNvPr id="169" name="four:scalar-input:grid-cell:169">
              <a:extLst>
                <a:ext uri="{FF2B5EF4-FFF2-40B4-BE49-F238E27FC236}">
                  <ns2:creationId id="{0C847EEF-AD0B-4291-917C-F7E8AB0B642A}"/>
                </a:ext>
              </a:extLst>
            </p:cNvPr>
            <p:cNvSpPr>
              <a:spLocks noGrp="1"/>
            </p:cNvSpPr>
            <p:nvPr/>
          </p:nvSpPr>
          <p:spPr>
            <a:xfrm>
              <a:off x="1724025" y="2628900"/>
              <a:ext cx="104966" cy="104966"/>
            </a:xfrm>
            <a:prstGeom prst="rect">
              <a:avLst/>
            </a:prstGeom>
            <a:solidFill>
              <a:srgbClr val="CC79A7"/>
            </a:solidFill>
            <a:ln w="0">
              <a:noFill/>
              <a:prstDash val="solid"/>
            </a:ln>
          </p:spPr>
        </p:sp>
        <p:sp>
          <p:nvSpPr>
            <p:cNvPr id="170" name="four:scalar-input:grid-cell:170">
              <a:extLst>
                <a:ext uri="{FF2B5EF4-FFF2-40B4-BE49-F238E27FC236}">
                  <ns2:creationId id="{1AC9D1BF-0704-4F3C-B39C-C8082BB64851}"/>
                </a:ext>
              </a:extLst>
            </p:cNvPr>
            <p:cNvSpPr>
              <a:spLocks noGrp="1"/>
            </p:cNvSpPr>
            <p:nvPr/>
          </p:nvSpPr>
          <p:spPr>
            <a:xfrm>
              <a:off x="1828800" y="2628900"/>
              <a:ext cx="104966" cy="104966"/>
            </a:xfrm>
            <a:prstGeom prst="rect">
              <a:avLst/>
            </a:prstGeom>
            <a:solidFill>
              <a:srgbClr val="CC79A7"/>
            </a:solidFill>
            <a:ln w="0">
              <a:noFill/>
              <a:prstDash val="solid"/>
            </a:ln>
          </p:spPr>
        </p:sp>
        <p:sp>
          <p:nvSpPr>
            <p:cNvPr id="171" name="four:scalar-input:grid-cell:171">
              <a:extLst>
                <a:ext uri="{FF2B5EF4-FFF2-40B4-BE49-F238E27FC236}">
                  <ns2:creationId id="{EECC6C8F-AAB5-4820-A43D-418BCA80A448}"/>
                </a:ext>
              </a:extLst>
            </p:cNvPr>
            <p:cNvSpPr>
              <a:spLocks noGrp="1"/>
            </p:cNvSpPr>
            <p:nvPr/>
          </p:nvSpPr>
          <p:spPr>
            <a:xfrm>
              <a:off x="1933575" y="2628900"/>
              <a:ext cx="104966" cy="104966"/>
            </a:xfrm>
            <a:prstGeom prst="rect">
              <a:avLst/>
            </a:prstGeom>
            <a:solidFill>
              <a:srgbClr val="CC79A7"/>
            </a:solidFill>
            <a:ln w="0">
              <a:noFill/>
              <a:prstDash val="solid"/>
            </a:ln>
          </p:spPr>
        </p:sp>
        <p:sp>
          <p:nvSpPr>
            <p:cNvPr id="172" name="four:scalar-input:grid-cell:172">
              <a:extLst>
                <a:ext uri="{FF2B5EF4-FFF2-40B4-BE49-F238E27FC236}">
                  <ns2:creationId id="{4D47CA7D-F691-46FD-9666-E186F57BB0F3}"/>
                </a:ext>
              </a:extLst>
            </p:cNvPr>
            <p:cNvSpPr>
              <a:spLocks noGrp="1"/>
            </p:cNvSpPr>
            <p:nvPr/>
          </p:nvSpPr>
          <p:spPr>
            <a:xfrm>
              <a:off x="2038350" y="2628900"/>
              <a:ext cx="104966" cy="104966"/>
            </a:xfrm>
            <a:prstGeom prst="rect">
              <a:avLst/>
            </a:prstGeom>
            <a:solidFill>
              <a:srgbClr val="D4B4CC"/>
            </a:solidFill>
            <a:ln w="0">
              <a:noFill/>
              <a:prstDash val="solid"/>
            </a:ln>
          </p:spPr>
        </p:sp>
        <p:sp>
          <p:nvSpPr>
            <p:cNvPr id="173" name="four:scalar-input:grid-cell:173">
              <a:extLst>
                <a:ext uri="{FF2B5EF4-FFF2-40B4-BE49-F238E27FC236}">
                  <ns2:creationId id="{4D8EFC70-D4B0-4565-B816-34C1E312FB76}"/>
                </a:ext>
              </a:extLst>
            </p:cNvPr>
            <p:cNvSpPr>
              <a:spLocks noGrp="1"/>
            </p:cNvSpPr>
            <p:nvPr/>
          </p:nvSpPr>
          <p:spPr>
            <a:xfrm>
              <a:off x="2143125" y="2628900"/>
              <a:ext cx="104966" cy="104966"/>
            </a:xfrm>
            <a:prstGeom prst="rect">
              <a:avLst/>
            </a:prstGeom>
            <a:solidFill>
              <a:srgbClr val="D4B4CC"/>
            </a:solidFill>
            <a:ln w="0">
              <a:noFill/>
              <a:prstDash val="solid"/>
            </a:ln>
          </p:spPr>
        </p:sp>
        <p:sp>
          <p:nvSpPr>
            <p:cNvPr id="174" name="four:scalar-input:grid-cell:174">
              <a:extLst>
                <a:ext uri="{FF2B5EF4-FFF2-40B4-BE49-F238E27FC236}">
                  <ns2:creationId id="{845B41C4-9ED4-4A50-80CA-62ABD484019D}"/>
                </a:ext>
              </a:extLst>
            </p:cNvPr>
            <p:cNvSpPr>
              <a:spLocks noGrp="1"/>
            </p:cNvSpPr>
            <p:nvPr/>
          </p:nvSpPr>
          <p:spPr>
            <a:xfrm>
              <a:off x="2247900" y="2628900"/>
              <a:ext cx="104966" cy="104966"/>
            </a:xfrm>
            <a:prstGeom prst="rect">
              <a:avLst/>
            </a:prstGeom>
            <a:solidFill>
              <a:srgbClr val="D4B4CC"/>
            </a:solidFill>
            <a:ln w="0">
              <a:noFill/>
              <a:prstDash val="solid"/>
            </a:ln>
          </p:spPr>
        </p:sp>
        <p:sp>
          <p:nvSpPr>
            <p:cNvPr id="175" name="four:scalar-input:grid-cell:175">
              <a:extLst>
                <a:ext uri="{FF2B5EF4-FFF2-40B4-BE49-F238E27FC236}">
                  <ns2:creationId id="{4E100952-4A6C-4194-B633-8D2AB27D05E0}"/>
                </a:ext>
              </a:extLst>
            </p:cNvPr>
            <p:cNvSpPr>
              <a:spLocks noGrp="1"/>
            </p:cNvSpPr>
            <p:nvPr/>
          </p:nvSpPr>
          <p:spPr>
            <a:xfrm>
              <a:off x="2352675" y="2628900"/>
              <a:ext cx="104966" cy="104966"/>
            </a:xfrm>
            <a:prstGeom prst="rect">
              <a:avLst/>
            </a:prstGeom>
            <a:solidFill>
              <a:srgbClr val="D4B4CC"/>
            </a:solidFill>
            <a:ln w="0">
              <a:noFill/>
              <a:prstDash val="solid"/>
            </a:ln>
          </p:spPr>
        </p:sp>
        <p:sp>
          <p:nvSpPr>
            <p:cNvPr id="176" name="four:scalar-input:grid-cell:176">
              <a:extLst>
                <a:ext uri="{FF2B5EF4-FFF2-40B4-BE49-F238E27FC236}">
                  <ns2:creationId id="{3295D975-7FDE-4FC5-8BA0-FEAB378DDC25}"/>
                </a:ext>
              </a:extLst>
            </p:cNvPr>
            <p:cNvSpPr>
              <a:spLocks noGrp="1"/>
            </p:cNvSpPr>
            <p:nvPr/>
          </p:nvSpPr>
          <p:spPr>
            <a:xfrm>
              <a:off x="361950" y="2733675"/>
              <a:ext cx="104966" cy="104966"/>
            </a:xfrm>
            <a:prstGeom prst="rect">
              <a:avLst/>
            </a:prstGeom>
            <a:solidFill>
              <a:srgbClr val="0072B2"/>
            </a:solidFill>
            <a:ln w="0">
              <a:noFill/>
              <a:prstDash val="solid"/>
            </a:ln>
          </p:spPr>
        </p:sp>
        <p:sp>
          <p:nvSpPr>
            <p:cNvPr id="177" name="four:scalar-input:grid-cell:177">
              <a:extLst>
                <a:ext uri="{FF2B5EF4-FFF2-40B4-BE49-F238E27FC236}">
                  <ns2:creationId id="{012866ED-1894-425D-A44D-A358529F7A89}"/>
                </a:ext>
              </a:extLst>
            </p:cNvPr>
            <p:cNvSpPr>
              <a:spLocks noGrp="1"/>
            </p:cNvSpPr>
            <p:nvPr/>
          </p:nvSpPr>
          <p:spPr>
            <a:xfrm>
              <a:off x="466725" y="2733675"/>
              <a:ext cx="104966" cy="104966"/>
            </a:xfrm>
            <a:prstGeom prst="rect">
              <a:avLst/>
            </a:prstGeom>
            <a:solidFill>
              <a:srgbClr val="0072B2"/>
            </a:solidFill>
            <a:ln w="0">
              <a:noFill/>
              <a:prstDash val="solid"/>
            </a:ln>
          </p:spPr>
        </p:sp>
        <p:sp>
          <p:nvSpPr>
            <p:cNvPr id="178" name="four:scalar-input:grid-cell:178">
              <a:extLst>
                <a:ext uri="{FF2B5EF4-FFF2-40B4-BE49-F238E27FC236}">
                  <ns2:creationId id="{DF40EAA4-F110-4190-900F-5250070F1A0C}"/>
                </a:ext>
              </a:extLst>
            </p:cNvPr>
            <p:cNvSpPr>
              <a:spLocks noGrp="1"/>
            </p:cNvSpPr>
            <p:nvPr/>
          </p:nvSpPr>
          <p:spPr>
            <a:xfrm>
              <a:off x="571500" y="2733675"/>
              <a:ext cx="104966" cy="104966"/>
            </a:xfrm>
            <a:prstGeom prst="rect">
              <a:avLst/>
            </a:prstGeom>
            <a:solidFill>
              <a:srgbClr val="0072B2"/>
            </a:solidFill>
            <a:ln w="0">
              <a:noFill/>
              <a:prstDash val="solid"/>
            </a:ln>
          </p:spPr>
        </p:sp>
        <p:sp>
          <p:nvSpPr>
            <p:cNvPr id="179" name="four:scalar-input:grid-cell:179">
              <a:extLst>
                <a:ext uri="{FF2B5EF4-FFF2-40B4-BE49-F238E27FC236}">
                  <ns2:creationId id="{6D8E216C-7CF8-4D31-8BF6-30D978710618}"/>
                </a:ext>
              </a:extLst>
            </p:cNvPr>
            <p:cNvSpPr>
              <a:spLocks noGrp="1"/>
            </p:cNvSpPr>
            <p:nvPr/>
          </p:nvSpPr>
          <p:spPr>
            <a:xfrm>
              <a:off x="676275" y="2733675"/>
              <a:ext cx="104966" cy="104966"/>
            </a:xfrm>
            <a:prstGeom prst="rect">
              <a:avLst/>
            </a:prstGeom>
            <a:solidFill>
              <a:srgbClr val="0072B2"/>
            </a:solidFill>
            <a:ln w="0">
              <a:noFill/>
              <a:prstDash val="solid"/>
            </a:ln>
          </p:spPr>
        </p:sp>
        <p:sp>
          <p:nvSpPr>
            <p:cNvPr id="180" name="four:scalar-input:grid-cell:180">
              <a:extLst>
                <a:ext uri="{FF2B5EF4-FFF2-40B4-BE49-F238E27FC236}">
                  <ns2:creationId id="{ECB2D872-A3A3-4685-ADA2-70CA7BFFAB1F}"/>
                </a:ext>
              </a:extLst>
            </p:cNvPr>
            <p:cNvSpPr>
              <a:spLocks noGrp="1"/>
            </p:cNvSpPr>
            <p:nvPr/>
          </p:nvSpPr>
          <p:spPr>
            <a:xfrm>
              <a:off x="781050" y="2733675"/>
              <a:ext cx="104966" cy="104966"/>
            </a:xfrm>
            <a:prstGeom prst="rect">
              <a:avLst/>
            </a:prstGeom>
            <a:solidFill>
              <a:srgbClr val="0072B2"/>
            </a:solidFill>
            <a:ln w="0">
              <a:noFill/>
              <a:prstDash val="solid"/>
            </a:ln>
          </p:spPr>
        </p:sp>
        <p:sp>
          <p:nvSpPr>
            <p:cNvPr id="181" name="four:scalar-input:grid-cell:181">
              <a:extLst>
                <a:ext uri="{FF2B5EF4-FFF2-40B4-BE49-F238E27FC236}">
                  <ns2:creationId id="{2436F438-192E-4A42-88B7-1CEB9CADFD3B}"/>
                </a:ext>
              </a:extLst>
            </p:cNvPr>
            <p:cNvSpPr>
              <a:spLocks noGrp="1"/>
            </p:cNvSpPr>
            <p:nvPr/>
          </p:nvSpPr>
          <p:spPr>
            <a:xfrm>
              <a:off x="885825" y="2733675"/>
              <a:ext cx="104966" cy="104966"/>
            </a:xfrm>
            <a:prstGeom prst="rect">
              <a:avLst/>
            </a:prstGeom>
            <a:solidFill>
              <a:srgbClr val="0072B2"/>
            </a:solidFill>
            <a:ln w="0">
              <a:noFill/>
              <a:prstDash val="solid"/>
            </a:ln>
          </p:spPr>
        </p:sp>
        <p:sp>
          <p:nvSpPr>
            <p:cNvPr id="182" name="four:scalar-input:grid-cell:182">
              <a:extLst>
                <a:ext uri="{FF2B5EF4-FFF2-40B4-BE49-F238E27FC236}">
                  <ns2:creationId id="{1C5D366E-D7A8-4199-ACBE-A78699E248F8}"/>
                </a:ext>
              </a:extLst>
            </p:cNvPr>
            <p:cNvSpPr>
              <a:spLocks noGrp="1"/>
            </p:cNvSpPr>
            <p:nvPr/>
          </p:nvSpPr>
          <p:spPr>
            <a:xfrm>
              <a:off x="990600" y="2733675"/>
              <a:ext cx="104966" cy="104966"/>
            </a:xfrm>
            <a:prstGeom prst="rect">
              <a:avLst/>
            </a:prstGeom>
            <a:solidFill>
              <a:srgbClr val="0072B2"/>
            </a:solidFill>
            <a:ln w="0">
              <a:noFill/>
              <a:prstDash val="solid"/>
            </a:ln>
          </p:spPr>
        </p:sp>
        <p:sp>
          <p:nvSpPr>
            <p:cNvPr id="183" name="four:scalar-input:grid-cell:183">
              <a:extLst>
                <a:ext uri="{FF2B5EF4-FFF2-40B4-BE49-F238E27FC236}">
                  <ns2:creationId id="{4F89119F-0D31-4243-B44E-32417BAA90D0}"/>
                </a:ext>
              </a:extLst>
            </p:cNvPr>
            <p:cNvSpPr>
              <a:spLocks noGrp="1"/>
            </p:cNvSpPr>
            <p:nvPr/>
          </p:nvSpPr>
          <p:spPr>
            <a:xfrm>
              <a:off x="1095375" y="2733675"/>
              <a:ext cx="104966" cy="104966"/>
            </a:xfrm>
            <a:prstGeom prst="rect">
              <a:avLst/>
            </a:prstGeom>
            <a:solidFill>
              <a:srgbClr val="0072B2"/>
            </a:solidFill>
            <a:ln w="0">
              <a:noFill/>
              <a:prstDash val="solid"/>
            </a:ln>
          </p:spPr>
        </p:sp>
        <p:sp>
          <p:nvSpPr>
            <p:cNvPr id="184" name="four:scalar-input:grid-cell:184">
              <a:extLst>
                <a:ext uri="{FF2B5EF4-FFF2-40B4-BE49-F238E27FC236}">
                  <ns2:creationId id="{DC8FADD9-D98C-4D10-A7FB-D1CEC44E2E39}"/>
                </a:ext>
              </a:extLst>
            </p:cNvPr>
            <p:cNvSpPr>
              <a:spLocks noGrp="1"/>
            </p:cNvSpPr>
            <p:nvPr/>
          </p:nvSpPr>
          <p:spPr>
            <a:xfrm>
              <a:off x="1200150" y="2733675"/>
              <a:ext cx="104966" cy="104966"/>
            </a:xfrm>
            <a:prstGeom prst="rect">
              <a:avLst/>
            </a:prstGeom>
            <a:solidFill>
              <a:srgbClr val="D4B4CC"/>
            </a:solidFill>
            <a:ln w="0">
              <a:noFill/>
              <a:prstDash val="solid"/>
            </a:ln>
          </p:spPr>
        </p:sp>
        <p:sp>
          <p:nvSpPr>
            <p:cNvPr id="185" name="four:scalar-input:grid-cell:185">
              <a:extLst>
                <a:ext uri="{FF2B5EF4-FFF2-40B4-BE49-F238E27FC236}">
                  <ns2:creationId id="{F6C06C84-0BCD-4DDC-8FE3-9CA352AADFE8}"/>
                </a:ext>
              </a:extLst>
            </p:cNvPr>
            <p:cNvSpPr>
              <a:spLocks noGrp="1"/>
            </p:cNvSpPr>
            <p:nvPr/>
          </p:nvSpPr>
          <p:spPr>
            <a:xfrm>
              <a:off x="1304925" y="2733675"/>
              <a:ext cx="104966" cy="104966"/>
            </a:xfrm>
            <a:prstGeom prst="rect">
              <a:avLst/>
            </a:prstGeom>
            <a:solidFill>
              <a:srgbClr val="D4B4CC"/>
            </a:solidFill>
            <a:ln w="0">
              <a:noFill/>
              <a:prstDash val="solid"/>
            </a:ln>
          </p:spPr>
        </p:sp>
        <p:sp>
          <p:nvSpPr>
            <p:cNvPr id="186" name="four:scalar-input:grid-cell:186">
              <a:extLst>
                <a:ext uri="{FF2B5EF4-FFF2-40B4-BE49-F238E27FC236}">
                  <ns2:creationId id="{C5A94E88-BCA4-4FD8-860D-89AC84EA7B2C}"/>
                </a:ext>
              </a:extLst>
            </p:cNvPr>
            <p:cNvSpPr>
              <a:spLocks noGrp="1"/>
            </p:cNvSpPr>
            <p:nvPr/>
          </p:nvSpPr>
          <p:spPr>
            <a:xfrm>
              <a:off x="1409700" y="2733675"/>
              <a:ext cx="104966" cy="104966"/>
            </a:xfrm>
            <a:prstGeom prst="rect">
              <a:avLst/>
            </a:prstGeom>
            <a:solidFill>
              <a:srgbClr val="D4B4CC"/>
            </a:solidFill>
            <a:ln w="0">
              <a:noFill/>
              <a:prstDash val="solid"/>
            </a:ln>
          </p:spPr>
        </p:sp>
        <p:sp>
          <p:nvSpPr>
            <p:cNvPr id="187" name="four:scalar-input:grid-cell:187">
              <a:extLst>
                <a:ext uri="{FF2B5EF4-FFF2-40B4-BE49-F238E27FC236}">
                  <ns2:creationId id="{3F1810F6-CCED-4A48-B8D1-FF93AEE85445}"/>
                </a:ext>
              </a:extLst>
            </p:cNvPr>
            <p:cNvSpPr>
              <a:spLocks noGrp="1"/>
            </p:cNvSpPr>
            <p:nvPr/>
          </p:nvSpPr>
          <p:spPr>
            <a:xfrm>
              <a:off x="1514475" y="2733675"/>
              <a:ext cx="104966" cy="104966"/>
            </a:xfrm>
            <a:prstGeom prst="rect">
              <a:avLst/>
            </a:prstGeom>
            <a:solidFill>
              <a:srgbClr val="D4B4CC"/>
            </a:solidFill>
            <a:ln w="0">
              <a:noFill/>
              <a:prstDash val="solid"/>
            </a:ln>
          </p:spPr>
        </p:sp>
        <p:sp>
          <p:nvSpPr>
            <p:cNvPr id="188" name="four:scalar-input:grid-cell:188">
              <a:extLst>
                <a:ext uri="{FF2B5EF4-FFF2-40B4-BE49-F238E27FC236}">
                  <ns2:creationId id="{D1EC5C42-93B4-45F8-B5FE-EBCAC68AEFFF}"/>
                </a:ext>
              </a:extLst>
            </p:cNvPr>
            <p:cNvSpPr>
              <a:spLocks noGrp="1"/>
            </p:cNvSpPr>
            <p:nvPr/>
          </p:nvSpPr>
          <p:spPr>
            <a:xfrm>
              <a:off x="1619250" y="2733675"/>
              <a:ext cx="104966" cy="104966"/>
            </a:xfrm>
            <a:prstGeom prst="rect">
              <a:avLst/>
            </a:prstGeom>
            <a:solidFill>
              <a:srgbClr val="D4B4CC"/>
            </a:solidFill>
            <a:ln w="0">
              <a:noFill/>
              <a:prstDash val="solid"/>
            </a:ln>
          </p:spPr>
        </p:sp>
        <p:sp>
          <p:nvSpPr>
            <p:cNvPr id="189" name="four:scalar-input:grid-cell:189">
              <a:extLst>
                <a:ext uri="{FF2B5EF4-FFF2-40B4-BE49-F238E27FC236}">
                  <ns2:creationId id="{495AD81D-0962-462C-8C65-80F11ECCA034}"/>
                </a:ext>
              </a:extLst>
            </p:cNvPr>
            <p:cNvSpPr>
              <a:spLocks noGrp="1"/>
            </p:cNvSpPr>
            <p:nvPr/>
          </p:nvSpPr>
          <p:spPr>
            <a:xfrm>
              <a:off x="1724025" y="2733675"/>
              <a:ext cx="104966" cy="104966"/>
            </a:xfrm>
            <a:prstGeom prst="rect">
              <a:avLst/>
            </a:prstGeom>
            <a:solidFill>
              <a:srgbClr val="D4B4CC"/>
            </a:solidFill>
            <a:ln w="0">
              <a:noFill/>
              <a:prstDash val="solid"/>
            </a:ln>
          </p:spPr>
        </p:sp>
        <p:sp>
          <p:nvSpPr>
            <p:cNvPr id="190" name="four:scalar-input:grid-cell:190">
              <a:extLst>
                <a:ext uri="{FF2B5EF4-FFF2-40B4-BE49-F238E27FC236}">
                  <ns2:creationId id="{00BD98BE-02DF-4BC0-96C0-49B06E7575CE}"/>
                </a:ext>
              </a:extLst>
            </p:cNvPr>
            <p:cNvSpPr>
              <a:spLocks noGrp="1"/>
            </p:cNvSpPr>
            <p:nvPr/>
          </p:nvSpPr>
          <p:spPr>
            <a:xfrm>
              <a:off x="1828800" y="2733675"/>
              <a:ext cx="104966" cy="104966"/>
            </a:xfrm>
            <a:prstGeom prst="rect">
              <a:avLst/>
            </a:prstGeom>
            <a:solidFill>
              <a:srgbClr val="D4B4CC"/>
            </a:solidFill>
            <a:ln w="0">
              <a:noFill/>
              <a:prstDash val="solid"/>
            </a:ln>
          </p:spPr>
        </p:sp>
        <p:sp>
          <p:nvSpPr>
            <p:cNvPr id="191" name="four:scalar-input:grid-cell:191">
              <a:extLst>
                <a:ext uri="{FF2B5EF4-FFF2-40B4-BE49-F238E27FC236}">
                  <ns2:creationId id="{99B61795-E620-4F35-A45E-CF3FE5CFE341}"/>
                </a:ext>
              </a:extLst>
            </p:cNvPr>
            <p:cNvSpPr>
              <a:spLocks noGrp="1"/>
            </p:cNvSpPr>
            <p:nvPr/>
          </p:nvSpPr>
          <p:spPr>
            <a:xfrm>
              <a:off x="1933575" y="2733675"/>
              <a:ext cx="104966" cy="104966"/>
            </a:xfrm>
            <a:prstGeom prst="rect">
              <a:avLst/>
            </a:prstGeom>
            <a:solidFill>
              <a:srgbClr val="D4B4CC"/>
            </a:solidFill>
            <a:ln w="0">
              <a:noFill/>
              <a:prstDash val="solid"/>
            </a:ln>
          </p:spPr>
        </p:sp>
        <p:sp>
          <p:nvSpPr>
            <p:cNvPr id="192" name="four:scalar-input:grid-cell:192">
              <a:extLst>
                <a:ext uri="{FF2B5EF4-FFF2-40B4-BE49-F238E27FC236}">
                  <ns2:creationId id="{11AB2BDF-0492-44E0-A191-634ADD97BF65}"/>
                </a:ext>
              </a:extLst>
            </p:cNvPr>
            <p:cNvSpPr>
              <a:spLocks noGrp="1"/>
            </p:cNvSpPr>
            <p:nvPr/>
          </p:nvSpPr>
          <p:spPr>
            <a:xfrm>
              <a:off x="2038350" y="2733675"/>
              <a:ext cx="104966" cy="104966"/>
            </a:xfrm>
            <a:prstGeom prst="rect">
              <a:avLst/>
            </a:prstGeom>
            <a:solidFill>
              <a:srgbClr val="D4B4CC"/>
            </a:solidFill>
            <a:ln w="0">
              <a:noFill/>
              <a:prstDash val="solid"/>
            </a:ln>
          </p:spPr>
        </p:sp>
        <p:sp>
          <p:nvSpPr>
            <p:cNvPr id="193" name="four:scalar-input:grid-cell:193">
              <a:extLst>
                <a:ext uri="{FF2B5EF4-FFF2-40B4-BE49-F238E27FC236}">
                  <ns2:creationId id="{EB35F9A7-B5C9-4945-96A5-5D71C70F82CF}"/>
                </a:ext>
              </a:extLst>
            </p:cNvPr>
            <p:cNvSpPr>
              <a:spLocks noGrp="1"/>
            </p:cNvSpPr>
            <p:nvPr/>
          </p:nvSpPr>
          <p:spPr>
            <a:xfrm>
              <a:off x="2143125" y="2733675"/>
              <a:ext cx="104966" cy="104966"/>
            </a:xfrm>
            <a:prstGeom prst="rect">
              <a:avLst/>
            </a:prstGeom>
            <a:solidFill>
              <a:srgbClr val="D4B4CC"/>
            </a:solidFill>
            <a:ln w="0">
              <a:noFill/>
              <a:prstDash val="solid"/>
            </a:ln>
          </p:spPr>
        </p:sp>
        <p:sp>
          <p:nvSpPr>
            <p:cNvPr id="194" name="four:scalar-input:grid-cell:194">
              <a:extLst>
                <a:ext uri="{FF2B5EF4-FFF2-40B4-BE49-F238E27FC236}">
                  <ns2:creationId id="{82142DC4-3826-4340-AA2D-9588D0782E2E}"/>
                </a:ext>
              </a:extLst>
            </p:cNvPr>
            <p:cNvSpPr>
              <a:spLocks noGrp="1"/>
            </p:cNvSpPr>
            <p:nvPr/>
          </p:nvSpPr>
          <p:spPr>
            <a:xfrm>
              <a:off x="2247900" y="2733675"/>
              <a:ext cx="104966" cy="104966"/>
            </a:xfrm>
            <a:prstGeom prst="rect">
              <a:avLst/>
            </a:prstGeom>
            <a:solidFill>
              <a:srgbClr val="D4B4CC"/>
            </a:solidFill>
            <a:ln w="0">
              <a:noFill/>
              <a:prstDash val="solid"/>
            </a:ln>
          </p:spPr>
        </p:sp>
        <p:sp>
          <p:nvSpPr>
            <p:cNvPr id="195" name="four:scalar-input:grid-cell:195">
              <a:extLst>
                <a:ext uri="{FF2B5EF4-FFF2-40B4-BE49-F238E27FC236}">
                  <ns2:creationId id="{BF372761-9A00-4026-B9DC-FA7F148F32AE}"/>
                </a:ext>
              </a:extLst>
            </p:cNvPr>
            <p:cNvSpPr>
              <a:spLocks noGrp="1"/>
            </p:cNvSpPr>
            <p:nvPr/>
          </p:nvSpPr>
          <p:spPr>
            <a:xfrm>
              <a:off x="2352675" y="2733675"/>
              <a:ext cx="104966" cy="104966"/>
            </a:xfrm>
            <a:prstGeom prst="rect">
              <a:avLst/>
            </a:prstGeom>
            <a:solidFill>
              <a:srgbClr val="DCE8ED"/>
            </a:solidFill>
            <a:ln w="0">
              <a:noFill/>
              <a:prstDash val="solid"/>
            </a:ln>
          </p:spPr>
        </p:sp>
        <p:sp>
          <p:nvSpPr>
            <p:cNvPr id="196" name="four:scalar-input:grid-cell:196">
              <a:extLst>
                <a:ext uri="{FF2B5EF4-FFF2-40B4-BE49-F238E27FC236}">
                  <ns2:creationId id="{8DE49F79-28AB-44B6-B5D5-710F08545E13}"/>
                </a:ext>
              </a:extLst>
            </p:cNvPr>
            <p:cNvSpPr>
              <a:spLocks noGrp="1"/>
            </p:cNvSpPr>
            <p:nvPr/>
          </p:nvSpPr>
          <p:spPr>
            <a:xfrm>
              <a:off x="361950" y="2838450"/>
              <a:ext cx="104966" cy="104966"/>
            </a:xfrm>
            <a:prstGeom prst="rect">
              <a:avLst/>
            </a:prstGeom>
            <a:solidFill>
              <a:srgbClr val="0072B2"/>
            </a:solidFill>
            <a:ln w="0">
              <a:noFill/>
              <a:prstDash val="solid"/>
            </a:ln>
          </p:spPr>
        </p:sp>
        <p:sp>
          <p:nvSpPr>
            <p:cNvPr id="197" name="four:scalar-input:grid-cell:197">
              <a:extLst>
                <a:ext uri="{FF2B5EF4-FFF2-40B4-BE49-F238E27FC236}">
                  <ns2:creationId id="{29D83377-F7A8-4B78-B2A6-D6AE1A46DD35}"/>
                </a:ext>
              </a:extLst>
            </p:cNvPr>
            <p:cNvSpPr>
              <a:spLocks noGrp="1"/>
            </p:cNvSpPr>
            <p:nvPr/>
          </p:nvSpPr>
          <p:spPr>
            <a:xfrm>
              <a:off x="466725" y="2838450"/>
              <a:ext cx="104966" cy="104966"/>
            </a:xfrm>
            <a:prstGeom prst="rect">
              <a:avLst/>
            </a:prstGeom>
            <a:solidFill>
              <a:srgbClr val="0072B2"/>
            </a:solidFill>
            <a:ln w="0">
              <a:noFill/>
              <a:prstDash val="solid"/>
            </a:ln>
          </p:spPr>
        </p:sp>
        <p:sp>
          <p:nvSpPr>
            <p:cNvPr id="198" name="four:scalar-input:grid-cell:198">
              <a:extLst>
                <a:ext uri="{FF2B5EF4-FFF2-40B4-BE49-F238E27FC236}">
                  <ns2:creationId id="{6DB7A62C-A255-42AB-B672-451AB73EB499}"/>
                </a:ext>
              </a:extLst>
            </p:cNvPr>
            <p:cNvSpPr>
              <a:spLocks noGrp="1"/>
            </p:cNvSpPr>
            <p:nvPr/>
          </p:nvSpPr>
          <p:spPr>
            <a:xfrm>
              <a:off x="571500" y="2838450"/>
              <a:ext cx="104966" cy="104966"/>
            </a:xfrm>
            <a:prstGeom prst="rect">
              <a:avLst/>
            </a:prstGeom>
            <a:solidFill>
              <a:srgbClr val="0072B2"/>
            </a:solidFill>
            <a:ln w="0">
              <a:noFill/>
              <a:prstDash val="solid"/>
            </a:ln>
          </p:spPr>
        </p:sp>
        <p:sp>
          <p:nvSpPr>
            <p:cNvPr id="199" name="four:scalar-input:grid-cell:199">
              <a:extLst>
                <a:ext uri="{FF2B5EF4-FFF2-40B4-BE49-F238E27FC236}">
                  <ns2:creationId id="{2CBE1A42-5711-426E-BAE7-98744BAC8FEC}"/>
                </a:ext>
              </a:extLst>
            </p:cNvPr>
            <p:cNvSpPr>
              <a:spLocks noGrp="1"/>
            </p:cNvSpPr>
            <p:nvPr/>
          </p:nvSpPr>
          <p:spPr>
            <a:xfrm>
              <a:off x="676275" y="2838450"/>
              <a:ext cx="104966" cy="104966"/>
            </a:xfrm>
            <a:prstGeom prst="rect">
              <a:avLst/>
            </a:prstGeom>
            <a:solidFill>
              <a:srgbClr val="0072B2"/>
            </a:solidFill>
            <a:ln w="0">
              <a:noFill/>
              <a:prstDash val="solid"/>
            </a:ln>
          </p:spPr>
        </p:sp>
        <p:sp>
          <p:nvSpPr>
            <p:cNvPr id="200" name="four:scalar-input:grid-cell:200">
              <a:extLst>
                <a:ext uri="{FF2B5EF4-FFF2-40B4-BE49-F238E27FC236}">
                  <ns2:creationId id="{63EC83D3-26A5-43DD-9696-11FCB7CE1CC8}"/>
                </a:ext>
              </a:extLst>
            </p:cNvPr>
            <p:cNvSpPr>
              <a:spLocks noGrp="1"/>
            </p:cNvSpPr>
            <p:nvPr/>
          </p:nvSpPr>
          <p:spPr>
            <a:xfrm>
              <a:off x="781050" y="2838450"/>
              <a:ext cx="104966" cy="104966"/>
            </a:xfrm>
            <a:prstGeom prst="rect">
              <a:avLst/>
            </a:prstGeom>
            <a:solidFill>
              <a:srgbClr val="0072B2"/>
            </a:solidFill>
            <a:ln w="0">
              <a:noFill/>
              <a:prstDash val="solid"/>
            </a:ln>
          </p:spPr>
        </p:sp>
        <p:sp>
          <p:nvSpPr>
            <p:cNvPr id="201" name="four:scalar-input:grid-cell:201">
              <a:extLst>
                <a:ext uri="{FF2B5EF4-FFF2-40B4-BE49-F238E27FC236}">
                  <ns2:creationId id="{6C59894C-E9A6-41F2-9CC8-CBCFB52ECB9F}"/>
                </a:ext>
              </a:extLst>
            </p:cNvPr>
            <p:cNvSpPr>
              <a:spLocks noGrp="1"/>
            </p:cNvSpPr>
            <p:nvPr/>
          </p:nvSpPr>
          <p:spPr>
            <a:xfrm>
              <a:off x="885825" y="2838450"/>
              <a:ext cx="104966" cy="104966"/>
            </a:xfrm>
            <a:prstGeom prst="rect">
              <a:avLst/>
            </a:prstGeom>
            <a:solidFill>
              <a:srgbClr val="0072B2"/>
            </a:solidFill>
            <a:ln w="0">
              <a:noFill/>
              <a:prstDash val="solid"/>
            </a:ln>
          </p:spPr>
        </p:sp>
        <p:sp>
          <p:nvSpPr>
            <p:cNvPr id="202" name="four:scalar-input:grid-cell:202">
              <a:extLst>
                <a:ext uri="{FF2B5EF4-FFF2-40B4-BE49-F238E27FC236}">
                  <ns2:creationId id="{3EBB5C00-5329-496E-8C2A-17C966ABC295}"/>
                </a:ext>
              </a:extLst>
            </p:cNvPr>
            <p:cNvSpPr>
              <a:spLocks noGrp="1"/>
            </p:cNvSpPr>
            <p:nvPr/>
          </p:nvSpPr>
          <p:spPr>
            <a:xfrm>
              <a:off x="990600" y="2838450"/>
              <a:ext cx="104966" cy="104966"/>
            </a:xfrm>
            <a:prstGeom prst="rect">
              <a:avLst/>
            </a:prstGeom>
            <a:solidFill>
              <a:srgbClr val="0072B2"/>
            </a:solidFill>
            <a:ln w="0">
              <a:noFill/>
              <a:prstDash val="solid"/>
            </a:ln>
          </p:spPr>
        </p:sp>
        <p:sp>
          <p:nvSpPr>
            <p:cNvPr id="203" name="four:scalar-input:grid-cell:203">
              <a:extLst>
                <a:ext uri="{FF2B5EF4-FFF2-40B4-BE49-F238E27FC236}">
                  <ns2:creationId id="{1F0F8D37-B107-4B9C-BDD5-89E39969BF20}"/>
                </a:ext>
              </a:extLst>
            </p:cNvPr>
            <p:cNvSpPr>
              <a:spLocks noGrp="1"/>
            </p:cNvSpPr>
            <p:nvPr/>
          </p:nvSpPr>
          <p:spPr>
            <a:xfrm>
              <a:off x="1095375" y="2838450"/>
              <a:ext cx="104966" cy="104966"/>
            </a:xfrm>
            <a:prstGeom prst="rect">
              <a:avLst/>
            </a:prstGeom>
            <a:solidFill>
              <a:srgbClr val="D4B4CC"/>
            </a:solidFill>
            <a:ln w="0">
              <a:noFill/>
              <a:prstDash val="solid"/>
            </a:ln>
          </p:spPr>
        </p:sp>
        <p:sp>
          <p:nvSpPr>
            <p:cNvPr id="204" name="four:scalar-input:grid-cell:204">
              <a:extLst>
                <a:ext uri="{FF2B5EF4-FFF2-40B4-BE49-F238E27FC236}">
                  <ns2:creationId id="{4B2D7D4B-49DC-441A-9CCC-9CAF43BD7D25}"/>
                </a:ext>
              </a:extLst>
            </p:cNvPr>
            <p:cNvSpPr>
              <a:spLocks noGrp="1"/>
            </p:cNvSpPr>
            <p:nvPr/>
          </p:nvSpPr>
          <p:spPr>
            <a:xfrm>
              <a:off x="1200150" y="2838450"/>
              <a:ext cx="104966" cy="104966"/>
            </a:xfrm>
            <a:prstGeom prst="rect">
              <a:avLst/>
            </a:prstGeom>
            <a:solidFill>
              <a:srgbClr val="D4B4CC"/>
            </a:solidFill>
            <a:ln w="0">
              <a:noFill/>
              <a:prstDash val="solid"/>
            </a:ln>
          </p:spPr>
        </p:sp>
        <p:sp>
          <p:nvSpPr>
            <p:cNvPr id="205" name="four:scalar-input:grid-cell:205">
              <a:extLst>
                <a:ext uri="{FF2B5EF4-FFF2-40B4-BE49-F238E27FC236}">
                  <ns2:creationId id="{0EE8B5F7-E770-4786-B218-C76258FAF39D}"/>
                </a:ext>
              </a:extLst>
            </p:cNvPr>
            <p:cNvSpPr>
              <a:spLocks noGrp="1"/>
            </p:cNvSpPr>
            <p:nvPr/>
          </p:nvSpPr>
          <p:spPr>
            <a:xfrm>
              <a:off x="1304925" y="2838450"/>
              <a:ext cx="104966" cy="104966"/>
            </a:xfrm>
            <a:prstGeom prst="rect">
              <a:avLst/>
            </a:prstGeom>
            <a:solidFill>
              <a:srgbClr val="D4B4CC"/>
            </a:solidFill>
            <a:ln w="0">
              <a:noFill/>
              <a:prstDash val="solid"/>
            </a:ln>
          </p:spPr>
        </p:sp>
        <p:sp>
          <p:nvSpPr>
            <p:cNvPr id="206" name="four:scalar-input:grid-cell:206">
              <a:extLst>
                <a:ext uri="{FF2B5EF4-FFF2-40B4-BE49-F238E27FC236}">
                  <ns2:creationId id="{42F520D3-51DD-45C7-B2BE-B35308437BCE}"/>
                </a:ext>
              </a:extLst>
            </p:cNvPr>
            <p:cNvSpPr>
              <a:spLocks noGrp="1"/>
            </p:cNvSpPr>
            <p:nvPr/>
          </p:nvSpPr>
          <p:spPr>
            <a:xfrm>
              <a:off x="1409700" y="2838450"/>
              <a:ext cx="104966" cy="104966"/>
            </a:xfrm>
            <a:prstGeom prst="rect">
              <a:avLst/>
            </a:prstGeom>
            <a:solidFill>
              <a:srgbClr val="D4B4CC"/>
            </a:solidFill>
            <a:ln w="0">
              <a:noFill/>
              <a:prstDash val="solid"/>
            </a:ln>
          </p:spPr>
        </p:sp>
        <p:sp>
          <p:nvSpPr>
            <p:cNvPr id="207" name="four:scalar-input:grid-cell:207">
              <a:extLst>
                <a:ext uri="{FF2B5EF4-FFF2-40B4-BE49-F238E27FC236}">
                  <ns2:creationId id="{8DB4E560-9125-41C4-97FD-1022196C0318}"/>
                </a:ext>
              </a:extLst>
            </p:cNvPr>
            <p:cNvSpPr>
              <a:spLocks noGrp="1"/>
            </p:cNvSpPr>
            <p:nvPr/>
          </p:nvSpPr>
          <p:spPr>
            <a:xfrm>
              <a:off x="1514475" y="2838450"/>
              <a:ext cx="104966" cy="104966"/>
            </a:xfrm>
            <a:prstGeom prst="rect">
              <a:avLst/>
            </a:prstGeom>
            <a:solidFill>
              <a:srgbClr val="D4B4CC"/>
            </a:solidFill>
            <a:ln w="0">
              <a:noFill/>
              <a:prstDash val="solid"/>
            </a:ln>
          </p:spPr>
        </p:sp>
        <p:sp>
          <p:nvSpPr>
            <p:cNvPr id="208" name="four:scalar-input:grid-cell:208">
              <a:extLst>
                <a:ext uri="{FF2B5EF4-FFF2-40B4-BE49-F238E27FC236}">
                  <ns2:creationId id="{462A3642-C09D-4DEE-99A7-D9D92DD097DB}"/>
                </a:ext>
              </a:extLst>
            </p:cNvPr>
            <p:cNvSpPr>
              <a:spLocks noGrp="1"/>
            </p:cNvSpPr>
            <p:nvPr/>
          </p:nvSpPr>
          <p:spPr>
            <a:xfrm>
              <a:off x="1619250" y="2838450"/>
              <a:ext cx="104966" cy="104966"/>
            </a:xfrm>
            <a:prstGeom prst="rect">
              <a:avLst/>
            </a:prstGeom>
            <a:solidFill>
              <a:srgbClr val="D4B4CC"/>
            </a:solidFill>
            <a:ln w="0">
              <a:noFill/>
              <a:prstDash val="solid"/>
            </a:ln>
          </p:spPr>
        </p:sp>
        <p:sp>
          <p:nvSpPr>
            <p:cNvPr id="209" name="four:scalar-input:grid-cell:209">
              <a:extLst>
                <a:ext uri="{FF2B5EF4-FFF2-40B4-BE49-F238E27FC236}">
                  <ns2:creationId id="{B66E52C7-627B-4011-AAA2-D27A76AB8371}"/>
                </a:ext>
              </a:extLst>
            </p:cNvPr>
            <p:cNvSpPr>
              <a:spLocks noGrp="1"/>
            </p:cNvSpPr>
            <p:nvPr/>
          </p:nvSpPr>
          <p:spPr>
            <a:xfrm>
              <a:off x="1724025" y="2838450"/>
              <a:ext cx="104966" cy="104966"/>
            </a:xfrm>
            <a:prstGeom prst="rect">
              <a:avLst/>
            </a:prstGeom>
            <a:solidFill>
              <a:srgbClr val="D4B4CC"/>
            </a:solidFill>
            <a:ln w="0">
              <a:noFill/>
              <a:prstDash val="solid"/>
            </a:ln>
          </p:spPr>
        </p:sp>
        <p:sp>
          <p:nvSpPr>
            <p:cNvPr id="210" name="four:scalar-input:grid-cell:210">
              <a:extLst>
                <a:ext uri="{FF2B5EF4-FFF2-40B4-BE49-F238E27FC236}">
                  <ns2:creationId id="{73D2688D-04F5-4073-9EFC-E3A3C0E99A0A}"/>
                </a:ext>
              </a:extLst>
            </p:cNvPr>
            <p:cNvSpPr>
              <a:spLocks noGrp="1"/>
            </p:cNvSpPr>
            <p:nvPr/>
          </p:nvSpPr>
          <p:spPr>
            <a:xfrm>
              <a:off x="1828800" y="2838450"/>
              <a:ext cx="104966" cy="104966"/>
            </a:xfrm>
            <a:prstGeom prst="rect">
              <a:avLst/>
            </a:prstGeom>
            <a:solidFill>
              <a:srgbClr val="D4B4CC"/>
            </a:solidFill>
            <a:ln w="0">
              <a:noFill/>
              <a:prstDash val="solid"/>
            </a:ln>
          </p:spPr>
        </p:sp>
        <p:sp>
          <p:nvSpPr>
            <p:cNvPr id="211" name="four:scalar-input:grid-cell:211">
              <a:extLst>
                <a:ext uri="{FF2B5EF4-FFF2-40B4-BE49-F238E27FC236}">
                  <ns2:creationId id="{9CB4BA05-FC4F-4815-8F7E-3E29BFB0F4EE}"/>
                </a:ext>
              </a:extLst>
            </p:cNvPr>
            <p:cNvSpPr>
              <a:spLocks noGrp="1"/>
            </p:cNvSpPr>
            <p:nvPr/>
          </p:nvSpPr>
          <p:spPr>
            <a:xfrm>
              <a:off x="1933575" y="2838450"/>
              <a:ext cx="104966" cy="104966"/>
            </a:xfrm>
            <a:prstGeom prst="rect">
              <a:avLst/>
            </a:prstGeom>
            <a:solidFill>
              <a:srgbClr val="D4B4CC"/>
            </a:solidFill>
            <a:ln w="0">
              <a:noFill/>
              <a:prstDash val="solid"/>
            </a:ln>
          </p:spPr>
        </p:sp>
        <p:sp>
          <p:nvSpPr>
            <p:cNvPr id="212" name="four:scalar-input:grid-cell:212">
              <a:extLst>
                <a:ext uri="{FF2B5EF4-FFF2-40B4-BE49-F238E27FC236}">
                  <ns2:creationId id="{66EEFE19-4470-4979-BC7F-F13CD27530ED}"/>
                </a:ext>
              </a:extLst>
            </p:cNvPr>
            <p:cNvSpPr>
              <a:spLocks noGrp="1"/>
            </p:cNvSpPr>
            <p:nvPr/>
          </p:nvSpPr>
          <p:spPr>
            <a:xfrm>
              <a:off x="2038350" y="2838450"/>
              <a:ext cx="104966" cy="104966"/>
            </a:xfrm>
            <a:prstGeom prst="rect">
              <a:avLst/>
            </a:prstGeom>
            <a:solidFill>
              <a:srgbClr val="DCE8ED"/>
            </a:solidFill>
            <a:ln w="0">
              <a:noFill/>
              <a:prstDash val="solid"/>
            </a:ln>
          </p:spPr>
        </p:sp>
        <p:sp>
          <p:nvSpPr>
            <p:cNvPr id="213" name="four:scalar-input:grid-cell:213">
              <a:extLst>
                <a:ext uri="{FF2B5EF4-FFF2-40B4-BE49-F238E27FC236}">
                  <ns2:creationId id="{24A074E8-93B1-4E8F-B568-D6756AA9C785}"/>
                </a:ext>
              </a:extLst>
            </p:cNvPr>
            <p:cNvSpPr>
              <a:spLocks noGrp="1"/>
            </p:cNvSpPr>
            <p:nvPr/>
          </p:nvSpPr>
          <p:spPr>
            <a:xfrm>
              <a:off x="2143125" y="2838450"/>
              <a:ext cx="104966" cy="104966"/>
            </a:xfrm>
            <a:prstGeom prst="rect">
              <a:avLst/>
            </a:prstGeom>
            <a:solidFill>
              <a:srgbClr val="DCE8ED"/>
            </a:solidFill>
            <a:ln w="0">
              <a:noFill/>
              <a:prstDash val="solid"/>
            </a:ln>
          </p:spPr>
        </p:sp>
        <p:sp>
          <p:nvSpPr>
            <p:cNvPr id="214" name="four:scalar-input:grid-cell:214">
              <a:extLst>
                <a:ext uri="{FF2B5EF4-FFF2-40B4-BE49-F238E27FC236}">
                  <ns2:creationId id="{7A3B1D16-B19A-4790-8187-C9C07A6FFF2A}"/>
                </a:ext>
              </a:extLst>
            </p:cNvPr>
            <p:cNvSpPr>
              <a:spLocks noGrp="1"/>
            </p:cNvSpPr>
            <p:nvPr/>
          </p:nvSpPr>
          <p:spPr>
            <a:xfrm>
              <a:off x="2247900" y="2838450"/>
              <a:ext cx="104966" cy="104966"/>
            </a:xfrm>
            <a:prstGeom prst="rect">
              <a:avLst/>
            </a:prstGeom>
            <a:solidFill>
              <a:srgbClr val="DCE8ED"/>
            </a:solidFill>
            <a:ln w="0">
              <a:noFill/>
              <a:prstDash val="solid"/>
            </a:ln>
          </p:spPr>
        </p:sp>
        <p:sp>
          <p:nvSpPr>
            <p:cNvPr id="215" name="four:scalar-input:grid-cell:215">
              <a:extLst>
                <a:ext uri="{FF2B5EF4-FFF2-40B4-BE49-F238E27FC236}">
                  <ns2:creationId id="{FB96A717-0425-43D8-B8BA-4FF89E5B075F}"/>
                </a:ext>
              </a:extLst>
            </p:cNvPr>
            <p:cNvSpPr>
              <a:spLocks noGrp="1"/>
            </p:cNvSpPr>
            <p:nvPr/>
          </p:nvSpPr>
          <p:spPr>
            <a:xfrm>
              <a:off x="2352675" y="2838450"/>
              <a:ext cx="104966" cy="104966"/>
            </a:xfrm>
            <a:prstGeom prst="rect">
              <a:avLst/>
            </a:prstGeom>
            <a:solidFill>
              <a:srgbClr val="DCE8ED"/>
            </a:solidFill>
            <a:ln w="0">
              <a:noFill/>
              <a:prstDash val="solid"/>
            </a:ln>
          </p:spPr>
        </p:sp>
        <p:sp>
          <p:nvSpPr>
            <p:cNvPr id="216" name="four:scalar-input:grid-cell:216">
              <a:extLst>
                <a:ext uri="{FF2B5EF4-FFF2-40B4-BE49-F238E27FC236}">
                  <ns2:creationId id="{A99E420D-E602-4133-8086-39A1CDE14622}"/>
                </a:ext>
              </a:extLst>
            </p:cNvPr>
            <p:cNvSpPr>
              <a:spLocks noGrp="1"/>
            </p:cNvSpPr>
            <p:nvPr/>
          </p:nvSpPr>
          <p:spPr>
            <a:xfrm>
              <a:off x="361950" y="2943225"/>
              <a:ext cx="104966" cy="104966"/>
            </a:xfrm>
            <a:prstGeom prst="rect">
              <a:avLst/>
            </a:prstGeom>
            <a:solidFill>
              <a:srgbClr val="0072B2"/>
            </a:solidFill>
            <a:ln w="0">
              <a:noFill/>
              <a:prstDash val="solid"/>
            </a:ln>
          </p:spPr>
        </p:sp>
        <p:sp>
          <p:nvSpPr>
            <p:cNvPr id="217" name="four:scalar-input:grid-cell:217">
              <a:extLst>
                <a:ext uri="{FF2B5EF4-FFF2-40B4-BE49-F238E27FC236}">
                  <ns2:creationId id="{DC22EA7C-BB94-4DF9-AECE-FA8BD2A7B27A}"/>
                </a:ext>
              </a:extLst>
            </p:cNvPr>
            <p:cNvSpPr>
              <a:spLocks noGrp="1"/>
            </p:cNvSpPr>
            <p:nvPr/>
          </p:nvSpPr>
          <p:spPr>
            <a:xfrm>
              <a:off x="466725" y="2943225"/>
              <a:ext cx="104966" cy="104966"/>
            </a:xfrm>
            <a:prstGeom prst="rect">
              <a:avLst/>
            </a:prstGeom>
            <a:solidFill>
              <a:srgbClr val="0072B2"/>
            </a:solidFill>
            <a:ln w="0">
              <a:noFill/>
              <a:prstDash val="solid"/>
            </a:ln>
          </p:spPr>
        </p:sp>
        <p:sp>
          <p:nvSpPr>
            <p:cNvPr id="218" name="four:scalar-input:grid-cell:218">
              <a:extLst>
                <a:ext uri="{FF2B5EF4-FFF2-40B4-BE49-F238E27FC236}">
                  <ns2:creationId id="{B7E512BB-8B1F-4AEE-AC14-747AEBCB8EB0}"/>
                </a:ext>
              </a:extLst>
            </p:cNvPr>
            <p:cNvSpPr>
              <a:spLocks noGrp="1"/>
            </p:cNvSpPr>
            <p:nvPr/>
          </p:nvSpPr>
          <p:spPr>
            <a:xfrm>
              <a:off x="571500" y="2943225"/>
              <a:ext cx="104966" cy="104966"/>
            </a:xfrm>
            <a:prstGeom prst="rect">
              <a:avLst/>
            </a:prstGeom>
            <a:solidFill>
              <a:srgbClr val="0072B2"/>
            </a:solidFill>
            <a:ln w="0">
              <a:noFill/>
              <a:prstDash val="solid"/>
            </a:ln>
          </p:spPr>
        </p:sp>
        <p:sp>
          <p:nvSpPr>
            <p:cNvPr id="219" name="four:scalar-input:grid-cell:219">
              <a:extLst>
                <a:ext uri="{FF2B5EF4-FFF2-40B4-BE49-F238E27FC236}">
                  <ns2:creationId id="{711D6071-C7CF-4428-B766-30B79DBC91D0}"/>
                </a:ext>
              </a:extLst>
            </p:cNvPr>
            <p:cNvSpPr>
              <a:spLocks noGrp="1"/>
            </p:cNvSpPr>
            <p:nvPr/>
          </p:nvSpPr>
          <p:spPr>
            <a:xfrm>
              <a:off x="676275" y="2943225"/>
              <a:ext cx="104966" cy="104966"/>
            </a:xfrm>
            <a:prstGeom prst="rect">
              <a:avLst/>
            </a:prstGeom>
            <a:solidFill>
              <a:srgbClr val="0072B2"/>
            </a:solidFill>
            <a:ln w="0">
              <a:noFill/>
              <a:prstDash val="solid"/>
            </a:ln>
          </p:spPr>
        </p:sp>
        <p:sp>
          <p:nvSpPr>
            <p:cNvPr id="220" name="four:scalar-input:grid-cell:220">
              <a:extLst>
                <a:ext uri="{FF2B5EF4-FFF2-40B4-BE49-F238E27FC236}">
                  <ns2:creationId id="{937C1D01-B0F9-4A08-82CF-4FCEAB8A3DA7}"/>
                </a:ext>
              </a:extLst>
            </p:cNvPr>
            <p:cNvSpPr>
              <a:spLocks noGrp="1"/>
            </p:cNvSpPr>
            <p:nvPr/>
          </p:nvSpPr>
          <p:spPr>
            <a:xfrm>
              <a:off x="781050" y="2943225"/>
              <a:ext cx="104966" cy="104966"/>
            </a:xfrm>
            <a:prstGeom prst="rect">
              <a:avLst/>
            </a:prstGeom>
            <a:solidFill>
              <a:srgbClr val="0072B2"/>
            </a:solidFill>
            <a:ln w="0">
              <a:noFill/>
              <a:prstDash val="solid"/>
            </a:ln>
          </p:spPr>
        </p:sp>
        <p:sp>
          <p:nvSpPr>
            <p:cNvPr id="221" name="four:scalar-input:grid-cell:221">
              <a:extLst>
                <a:ext uri="{FF2B5EF4-FFF2-40B4-BE49-F238E27FC236}">
                  <ns2:creationId id="{E0CEA335-6080-4D82-AD75-04B437469BD8}"/>
                </a:ext>
              </a:extLst>
            </p:cNvPr>
            <p:cNvSpPr>
              <a:spLocks noGrp="1"/>
            </p:cNvSpPr>
            <p:nvPr/>
          </p:nvSpPr>
          <p:spPr>
            <a:xfrm>
              <a:off x="885825" y="2943225"/>
              <a:ext cx="104966" cy="104966"/>
            </a:xfrm>
            <a:prstGeom prst="rect">
              <a:avLst/>
            </a:prstGeom>
            <a:solidFill>
              <a:srgbClr val="0072B2"/>
            </a:solidFill>
            <a:ln w="0">
              <a:noFill/>
              <a:prstDash val="solid"/>
            </a:ln>
          </p:spPr>
        </p:sp>
        <p:sp>
          <p:nvSpPr>
            <p:cNvPr id="222" name="four:scalar-input:grid-cell:222">
              <a:extLst>
                <a:ext uri="{FF2B5EF4-FFF2-40B4-BE49-F238E27FC236}">
                  <ns2:creationId id="{9C8E9BCF-195E-4446-9D23-C7D74C5B9BE6}"/>
                </a:ext>
              </a:extLst>
            </p:cNvPr>
            <p:cNvSpPr>
              <a:spLocks noGrp="1"/>
            </p:cNvSpPr>
            <p:nvPr/>
          </p:nvSpPr>
          <p:spPr>
            <a:xfrm>
              <a:off x="990600" y="2943225"/>
              <a:ext cx="104966" cy="104966"/>
            </a:xfrm>
            <a:prstGeom prst="rect">
              <a:avLst/>
            </a:prstGeom>
            <a:solidFill>
              <a:srgbClr val="D4B4CC"/>
            </a:solidFill>
            <a:ln w="0">
              <a:noFill/>
              <a:prstDash val="solid"/>
            </a:ln>
          </p:spPr>
        </p:sp>
        <p:sp>
          <p:nvSpPr>
            <p:cNvPr id="223" name="four:scalar-input:grid-cell:223">
              <a:extLst>
                <a:ext uri="{FF2B5EF4-FFF2-40B4-BE49-F238E27FC236}">
                  <ns2:creationId id="{2F90031E-FB0D-4408-9D57-2CAE179D152D}"/>
                </a:ext>
              </a:extLst>
            </p:cNvPr>
            <p:cNvSpPr>
              <a:spLocks noGrp="1"/>
            </p:cNvSpPr>
            <p:nvPr/>
          </p:nvSpPr>
          <p:spPr>
            <a:xfrm>
              <a:off x="1095375" y="2943225"/>
              <a:ext cx="104966" cy="104966"/>
            </a:xfrm>
            <a:prstGeom prst="rect">
              <a:avLst/>
            </a:prstGeom>
            <a:solidFill>
              <a:srgbClr val="D4B4CC"/>
            </a:solidFill>
            <a:ln w="0">
              <a:noFill/>
              <a:prstDash val="solid"/>
            </a:ln>
          </p:spPr>
        </p:sp>
        <p:sp>
          <p:nvSpPr>
            <p:cNvPr id="224" name="four:scalar-input:grid-cell:224">
              <a:extLst>
                <a:ext uri="{FF2B5EF4-FFF2-40B4-BE49-F238E27FC236}">
                  <ns2:creationId id="{F30DBA6D-4072-4EA5-8B78-763543027653}"/>
                </a:ext>
              </a:extLst>
            </p:cNvPr>
            <p:cNvSpPr>
              <a:spLocks noGrp="1"/>
            </p:cNvSpPr>
            <p:nvPr/>
          </p:nvSpPr>
          <p:spPr>
            <a:xfrm>
              <a:off x="1200150" y="2943225"/>
              <a:ext cx="104966" cy="104966"/>
            </a:xfrm>
            <a:prstGeom prst="rect">
              <a:avLst/>
            </a:prstGeom>
            <a:solidFill>
              <a:srgbClr val="D4B4CC"/>
            </a:solidFill>
            <a:ln w="0">
              <a:noFill/>
              <a:prstDash val="solid"/>
            </a:ln>
          </p:spPr>
        </p:sp>
        <p:sp>
          <p:nvSpPr>
            <p:cNvPr id="225" name="four:scalar-input:grid-cell:225">
              <a:extLst>
                <a:ext uri="{FF2B5EF4-FFF2-40B4-BE49-F238E27FC236}">
                  <ns2:creationId id="{5B74191D-C040-412C-B41D-1D518676E254}"/>
                </a:ext>
              </a:extLst>
            </p:cNvPr>
            <p:cNvSpPr>
              <a:spLocks noGrp="1"/>
            </p:cNvSpPr>
            <p:nvPr/>
          </p:nvSpPr>
          <p:spPr>
            <a:xfrm>
              <a:off x="1304925" y="2943225"/>
              <a:ext cx="104966" cy="104966"/>
            </a:xfrm>
            <a:prstGeom prst="rect">
              <a:avLst/>
            </a:prstGeom>
            <a:solidFill>
              <a:srgbClr val="D4B4CC"/>
            </a:solidFill>
            <a:ln w="0">
              <a:noFill/>
              <a:prstDash val="solid"/>
            </a:ln>
          </p:spPr>
        </p:sp>
        <p:sp>
          <p:nvSpPr>
            <p:cNvPr id="226" name="four:scalar-input:grid-cell:226">
              <a:extLst>
                <a:ext uri="{FF2B5EF4-FFF2-40B4-BE49-F238E27FC236}">
                  <ns2:creationId id="{0CA893C6-AD5C-4422-BB9A-D6108118DC55}"/>
                </a:ext>
              </a:extLst>
            </p:cNvPr>
            <p:cNvSpPr>
              <a:spLocks noGrp="1"/>
            </p:cNvSpPr>
            <p:nvPr/>
          </p:nvSpPr>
          <p:spPr>
            <a:xfrm>
              <a:off x="1409700" y="2943225"/>
              <a:ext cx="104966" cy="104966"/>
            </a:xfrm>
            <a:prstGeom prst="rect">
              <a:avLst/>
            </a:prstGeom>
            <a:solidFill>
              <a:srgbClr val="DCE8ED"/>
            </a:solidFill>
            <a:ln w="0">
              <a:noFill/>
              <a:prstDash val="solid"/>
            </a:ln>
          </p:spPr>
        </p:sp>
        <p:sp>
          <p:nvSpPr>
            <p:cNvPr id="227" name="four:scalar-input:grid-cell:227">
              <a:extLst>
                <a:ext uri="{FF2B5EF4-FFF2-40B4-BE49-F238E27FC236}">
                  <ns2:creationId id="{E1A35A22-DFEA-4E9E-BB1A-927FD0F0DB98}"/>
                </a:ext>
              </a:extLst>
            </p:cNvPr>
            <p:cNvSpPr>
              <a:spLocks noGrp="1"/>
            </p:cNvSpPr>
            <p:nvPr/>
          </p:nvSpPr>
          <p:spPr>
            <a:xfrm>
              <a:off x="1514475" y="2943225"/>
              <a:ext cx="104966" cy="104966"/>
            </a:xfrm>
            <a:prstGeom prst="rect">
              <a:avLst/>
            </a:prstGeom>
            <a:solidFill>
              <a:srgbClr val="DCE8ED"/>
            </a:solidFill>
            <a:ln w="0">
              <a:noFill/>
              <a:prstDash val="solid"/>
            </a:ln>
          </p:spPr>
        </p:sp>
        <p:sp>
          <p:nvSpPr>
            <p:cNvPr id="228" name="four:scalar-input:grid-cell:228">
              <a:extLst>
                <a:ext uri="{FF2B5EF4-FFF2-40B4-BE49-F238E27FC236}">
                  <ns2:creationId id="{34ABB0F9-F5A7-40D0-901B-C20FC94978BA}"/>
                </a:ext>
              </a:extLst>
            </p:cNvPr>
            <p:cNvSpPr>
              <a:spLocks noGrp="1"/>
            </p:cNvSpPr>
            <p:nvPr/>
          </p:nvSpPr>
          <p:spPr>
            <a:xfrm>
              <a:off x="1619250" y="2943225"/>
              <a:ext cx="104966" cy="104966"/>
            </a:xfrm>
            <a:prstGeom prst="rect">
              <a:avLst/>
            </a:prstGeom>
            <a:solidFill>
              <a:srgbClr val="DCE8ED"/>
            </a:solidFill>
            <a:ln w="0">
              <a:noFill/>
              <a:prstDash val="solid"/>
            </a:ln>
          </p:spPr>
        </p:sp>
        <p:sp>
          <p:nvSpPr>
            <p:cNvPr id="229" name="four:scalar-input:grid-cell:229">
              <a:extLst>
                <a:ext uri="{FF2B5EF4-FFF2-40B4-BE49-F238E27FC236}">
                  <ns2:creationId id="{3057E3CF-1DD6-43E6-B676-0D9C8B93A349}"/>
                </a:ext>
              </a:extLst>
            </p:cNvPr>
            <p:cNvSpPr>
              <a:spLocks noGrp="1"/>
            </p:cNvSpPr>
            <p:nvPr/>
          </p:nvSpPr>
          <p:spPr>
            <a:xfrm>
              <a:off x="1724025" y="2943225"/>
              <a:ext cx="104966" cy="104966"/>
            </a:xfrm>
            <a:prstGeom prst="rect">
              <a:avLst/>
            </a:prstGeom>
            <a:solidFill>
              <a:srgbClr val="DCE8ED"/>
            </a:solidFill>
            <a:ln w="0">
              <a:noFill/>
              <a:prstDash val="solid"/>
            </a:ln>
          </p:spPr>
        </p:sp>
        <p:sp>
          <p:nvSpPr>
            <p:cNvPr id="230" name="four:scalar-input:grid-cell:230">
              <a:extLst>
                <a:ext uri="{FF2B5EF4-FFF2-40B4-BE49-F238E27FC236}">
                  <ns2:creationId id="{5E270D97-7CB9-4053-989B-81C1302BC56C}"/>
                </a:ext>
              </a:extLst>
            </p:cNvPr>
            <p:cNvSpPr>
              <a:spLocks noGrp="1"/>
            </p:cNvSpPr>
            <p:nvPr/>
          </p:nvSpPr>
          <p:spPr>
            <a:xfrm>
              <a:off x="1828800" y="2943225"/>
              <a:ext cx="104966" cy="104966"/>
            </a:xfrm>
            <a:prstGeom prst="rect">
              <a:avLst/>
            </a:prstGeom>
            <a:solidFill>
              <a:srgbClr val="DCE8ED"/>
            </a:solidFill>
            <a:ln w="0">
              <a:noFill/>
              <a:prstDash val="solid"/>
            </a:ln>
          </p:spPr>
        </p:sp>
        <p:sp>
          <p:nvSpPr>
            <p:cNvPr id="231" name="four:scalar-input:grid-cell:231">
              <a:extLst>
                <a:ext uri="{FF2B5EF4-FFF2-40B4-BE49-F238E27FC236}">
                  <ns2:creationId id="{035AB8A3-AD80-44D7-AC2A-28062FA94B2D}"/>
                </a:ext>
              </a:extLst>
            </p:cNvPr>
            <p:cNvSpPr>
              <a:spLocks noGrp="1"/>
            </p:cNvSpPr>
            <p:nvPr/>
          </p:nvSpPr>
          <p:spPr>
            <a:xfrm>
              <a:off x="1933575" y="2943225"/>
              <a:ext cx="104966" cy="104966"/>
            </a:xfrm>
            <a:prstGeom prst="rect">
              <a:avLst/>
            </a:prstGeom>
            <a:solidFill>
              <a:srgbClr val="DCE8ED"/>
            </a:solidFill>
            <a:ln w="0">
              <a:noFill/>
              <a:prstDash val="solid"/>
            </a:ln>
          </p:spPr>
        </p:sp>
        <p:sp>
          <p:nvSpPr>
            <p:cNvPr id="232" name="four:scalar-input:grid-cell:232">
              <a:extLst>
                <a:ext uri="{FF2B5EF4-FFF2-40B4-BE49-F238E27FC236}">
                  <ns2:creationId id="{25B60161-58F9-429D-9605-5421EC0ADE76}"/>
                </a:ext>
              </a:extLst>
            </p:cNvPr>
            <p:cNvSpPr>
              <a:spLocks noGrp="1"/>
            </p:cNvSpPr>
            <p:nvPr/>
          </p:nvSpPr>
          <p:spPr>
            <a:xfrm>
              <a:off x="2038350" y="2943225"/>
              <a:ext cx="104966" cy="104966"/>
            </a:xfrm>
            <a:prstGeom prst="rect">
              <a:avLst/>
            </a:prstGeom>
            <a:solidFill>
              <a:srgbClr val="DCE8ED"/>
            </a:solidFill>
            <a:ln w="0">
              <a:noFill/>
              <a:prstDash val="solid"/>
            </a:ln>
          </p:spPr>
        </p:sp>
        <p:sp>
          <p:nvSpPr>
            <p:cNvPr id="233" name="four:scalar-input:grid-cell:233">
              <a:extLst>
                <a:ext uri="{FF2B5EF4-FFF2-40B4-BE49-F238E27FC236}">
                  <ns2:creationId id="{5D289EDA-2523-448F-A6AC-F262CA806559}"/>
                </a:ext>
              </a:extLst>
            </p:cNvPr>
            <p:cNvSpPr>
              <a:spLocks noGrp="1"/>
            </p:cNvSpPr>
            <p:nvPr/>
          </p:nvSpPr>
          <p:spPr>
            <a:xfrm>
              <a:off x="2143125" y="2943225"/>
              <a:ext cx="104966" cy="104966"/>
            </a:xfrm>
            <a:prstGeom prst="rect">
              <a:avLst/>
            </a:prstGeom>
            <a:solidFill>
              <a:srgbClr val="DCE8ED"/>
            </a:solidFill>
            <a:ln w="0">
              <a:noFill/>
              <a:prstDash val="solid"/>
            </a:ln>
          </p:spPr>
        </p:sp>
        <p:sp>
          <p:nvSpPr>
            <p:cNvPr id="234" name="four:scalar-input:grid-cell:234">
              <a:extLst>
                <a:ext uri="{FF2B5EF4-FFF2-40B4-BE49-F238E27FC236}">
                  <ns2:creationId id="{9A2FE317-76AF-4C33-85B2-C4ABDADACC2F}"/>
                </a:ext>
              </a:extLst>
            </p:cNvPr>
            <p:cNvSpPr>
              <a:spLocks noGrp="1"/>
            </p:cNvSpPr>
            <p:nvPr/>
          </p:nvSpPr>
          <p:spPr>
            <a:xfrm>
              <a:off x="2247900" y="2943225"/>
              <a:ext cx="104966" cy="104966"/>
            </a:xfrm>
            <a:prstGeom prst="rect">
              <a:avLst/>
            </a:prstGeom>
            <a:solidFill>
              <a:srgbClr val="DCE8ED"/>
            </a:solidFill>
            <a:ln w="0">
              <a:noFill/>
              <a:prstDash val="solid"/>
            </a:ln>
          </p:spPr>
        </p:sp>
        <p:sp>
          <p:nvSpPr>
            <p:cNvPr id="235" name="four:scalar-input:grid-cell:235">
              <a:extLst>
                <a:ext uri="{FF2B5EF4-FFF2-40B4-BE49-F238E27FC236}">
                  <ns2:creationId id="{8C8AABE3-C895-49B4-8E2B-68B3EF4D3E76}"/>
                </a:ext>
              </a:extLst>
            </p:cNvPr>
            <p:cNvSpPr>
              <a:spLocks noGrp="1"/>
            </p:cNvSpPr>
            <p:nvPr/>
          </p:nvSpPr>
          <p:spPr>
            <a:xfrm>
              <a:off x="2352675" y="2943225"/>
              <a:ext cx="104966" cy="104966"/>
            </a:xfrm>
            <a:prstGeom prst="rect">
              <a:avLst/>
            </a:prstGeom>
            <a:solidFill>
              <a:srgbClr val="DCE8ED"/>
            </a:solidFill>
            <a:ln w="0">
              <a:noFill/>
              <a:prstDash val="solid"/>
            </a:ln>
          </p:spPr>
        </p:sp>
        <p:sp>
          <p:nvSpPr>
            <p:cNvPr id="236" name="four:scalar-input:grid-cell:236">
              <a:extLst>
                <a:ext uri="{FF2B5EF4-FFF2-40B4-BE49-F238E27FC236}">
                  <ns2:creationId id="{82464255-D8CC-4937-81D9-E4FD51C77F8F}"/>
                </a:ext>
              </a:extLst>
            </p:cNvPr>
            <p:cNvSpPr>
              <a:spLocks noGrp="1"/>
            </p:cNvSpPr>
            <p:nvPr/>
          </p:nvSpPr>
          <p:spPr>
            <a:xfrm>
              <a:off x="361950" y="3048000"/>
              <a:ext cx="104966" cy="104966"/>
            </a:xfrm>
            <a:prstGeom prst="rect">
              <a:avLst/>
            </a:prstGeom>
            <a:solidFill>
              <a:srgbClr val="0072B2"/>
            </a:solidFill>
            <a:ln w="0">
              <a:noFill/>
              <a:prstDash val="solid"/>
            </a:ln>
          </p:spPr>
        </p:sp>
        <p:sp>
          <p:nvSpPr>
            <p:cNvPr id="237" name="four:scalar-input:grid-cell:237">
              <a:extLst>
                <a:ext uri="{FF2B5EF4-FFF2-40B4-BE49-F238E27FC236}">
                  <ns2:creationId id="{C6DB368A-A4D4-4ABD-BF24-9972CD1F5E28}"/>
                </a:ext>
              </a:extLst>
            </p:cNvPr>
            <p:cNvSpPr>
              <a:spLocks noGrp="1"/>
            </p:cNvSpPr>
            <p:nvPr/>
          </p:nvSpPr>
          <p:spPr>
            <a:xfrm>
              <a:off x="466725" y="3048000"/>
              <a:ext cx="104966" cy="104966"/>
            </a:xfrm>
            <a:prstGeom prst="rect">
              <a:avLst/>
            </a:prstGeom>
            <a:solidFill>
              <a:srgbClr val="0072B2"/>
            </a:solidFill>
            <a:ln w="0">
              <a:noFill/>
              <a:prstDash val="solid"/>
            </a:ln>
          </p:spPr>
        </p:sp>
        <p:sp>
          <p:nvSpPr>
            <p:cNvPr id="238" name="four:scalar-input:grid-cell:238">
              <a:extLst>
                <a:ext uri="{FF2B5EF4-FFF2-40B4-BE49-F238E27FC236}">
                  <ns2:creationId id="{E46A6AA5-C68E-46CC-AE62-BA2F8740F302}"/>
                </a:ext>
              </a:extLst>
            </p:cNvPr>
            <p:cNvSpPr>
              <a:spLocks noGrp="1"/>
            </p:cNvSpPr>
            <p:nvPr/>
          </p:nvSpPr>
          <p:spPr>
            <a:xfrm>
              <a:off x="571500" y="3048000"/>
              <a:ext cx="104966" cy="104966"/>
            </a:xfrm>
            <a:prstGeom prst="rect">
              <a:avLst/>
            </a:prstGeom>
            <a:solidFill>
              <a:srgbClr val="0072B2"/>
            </a:solidFill>
            <a:ln w="0">
              <a:noFill/>
              <a:prstDash val="solid"/>
            </a:ln>
          </p:spPr>
        </p:sp>
        <p:sp>
          <p:nvSpPr>
            <p:cNvPr id="239" name="four:scalar-input:grid-cell:239">
              <a:extLst>
                <a:ext uri="{FF2B5EF4-FFF2-40B4-BE49-F238E27FC236}">
                  <ns2:creationId id="{8D1058DC-BCAD-4AC1-8D89-AB792EFE6535}"/>
                </a:ext>
              </a:extLst>
            </p:cNvPr>
            <p:cNvSpPr>
              <a:spLocks noGrp="1"/>
            </p:cNvSpPr>
            <p:nvPr/>
          </p:nvSpPr>
          <p:spPr>
            <a:xfrm>
              <a:off x="676275" y="3048000"/>
              <a:ext cx="104966" cy="104966"/>
            </a:xfrm>
            <a:prstGeom prst="rect">
              <a:avLst/>
            </a:prstGeom>
            <a:solidFill>
              <a:srgbClr val="0072B2"/>
            </a:solidFill>
            <a:ln w="0">
              <a:noFill/>
              <a:prstDash val="solid"/>
            </a:ln>
          </p:spPr>
        </p:sp>
        <p:sp>
          <p:nvSpPr>
            <p:cNvPr id="240" name="four:scalar-input:grid-cell:240">
              <a:extLst>
                <a:ext uri="{FF2B5EF4-FFF2-40B4-BE49-F238E27FC236}">
                  <ns2:creationId id="{18935CF2-C76D-42E9-BF1C-C32BACEE4599}"/>
                </a:ext>
              </a:extLst>
            </p:cNvPr>
            <p:cNvSpPr>
              <a:spLocks noGrp="1"/>
            </p:cNvSpPr>
            <p:nvPr/>
          </p:nvSpPr>
          <p:spPr>
            <a:xfrm>
              <a:off x="781050" y="3048000"/>
              <a:ext cx="104966" cy="104966"/>
            </a:xfrm>
            <a:prstGeom prst="rect">
              <a:avLst/>
            </a:prstGeom>
            <a:solidFill>
              <a:srgbClr val="0072B2"/>
            </a:solidFill>
            <a:ln w="0">
              <a:noFill/>
              <a:prstDash val="solid"/>
            </a:ln>
          </p:spPr>
        </p:sp>
        <p:sp>
          <p:nvSpPr>
            <p:cNvPr id="241" name="four:scalar-input:grid-cell:241">
              <a:extLst>
                <a:ext uri="{FF2B5EF4-FFF2-40B4-BE49-F238E27FC236}">
                  <ns2:creationId id="{F6114853-9D57-4695-A813-C0E1A15E4385}"/>
                </a:ext>
              </a:extLst>
            </p:cNvPr>
            <p:cNvSpPr>
              <a:spLocks noGrp="1"/>
            </p:cNvSpPr>
            <p:nvPr/>
          </p:nvSpPr>
          <p:spPr>
            <a:xfrm>
              <a:off x="885825" y="3048000"/>
              <a:ext cx="104966" cy="104966"/>
            </a:xfrm>
            <a:prstGeom prst="rect">
              <a:avLst/>
            </a:prstGeom>
            <a:solidFill>
              <a:srgbClr val="D4B4CC"/>
            </a:solidFill>
            <a:ln w="0">
              <a:noFill/>
              <a:prstDash val="solid"/>
            </a:ln>
          </p:spPr>
        </p:sp>
        <p:sp>
          <p:nvSpPr>
            <p:cNvPr id="242" name="four:scalar-input:grid-cell:242">
              <a:extLst>
                <a:ext uri="{FF2B5EF4-FFF2-40B4-BE49-F238E27FC236}">
                  <ns2:creationId id="{6C718AB9-EF34-4CBB-870C-776A2D4B3B67}"/>
                </a:ext>
              </a:extLst>
            </p:cNvPr>
            <p:cNvSpPr>
              <a:spLocks noGrp="1"/>
            </p:cNvSpPr>
            <p:nvPr/>
          </p:nvSpPr>
          <p:spPr>
            <a:xfrm>
              <a:off x="990600" y="3048000"/>
              <a:ext cx="104966" cy="104966"/>
            </a:xfrm>
            <a:prstGeom prst="rect">
              <a:avLst/>
            </a:prstGeom>
            <a:solidFill>
              <a:srgbClr val="D4B4CC"/>
            </a:solidFill>
            <a:ln w="0">
              <a:noFill/>
              <a:prstDash val="solid"/>
            </a:ln>
          </p:spPr>
        </p:sp>
        <p:sp>
          <p:nvSpPr>
            <p:cNvPr id="243" name="four:scalar-input:grid-cell:243">
              <a:extLst>
                <a:ext uri="{FF2B5EF4-FFF2-40B4-BE49-F238E27FC236}">
                  <ns2:creationId id="{152F4BEB-6F62-46E7-B96A-C9FBB71E4548}"/>
                </a:ext>
              </a:extLst>
            </p:cNvPr>
            <p:cNvSpPr>
              <a:spLocks noGrp="1"/>
            </p:cNvSpPr>
            <p:nvPr/>
          </p:nvSpPr>
          <p:spPr>
            <a:xfrm>
              <a:off x="1095375" y="3048000"/>
              <a:ext cx="104966" cy="104966"/>
            </a:xfrm>
            <a:prstGeom prst="rect">
              <a:avLst/>
            </a:prstGeom>
            <a:solidFill>
              <a:srgbClr val="D4B4CC"/>
            </a:solidFill>
            <a:ln w="0">
              <a:noFill/>
              <a:prstDash val="solid"/>
            </a:ln>
          </p:spPr>
        </p:sp>
        <p:sp>
          <p:nvSpPr>
            <p:cNvPr id="244" name="four:scalar-input:grid-cell:244">
              <a:extLst>
                <a:ext uri="{FF2B5EF4-FFF2-40B4-BE49-F238E27FC236}">
                  <ns2:creationId id="{392FCD11-8C8C-42AC-A6CC-3183AAF79D47}"/>
                </a:ext>
              </a:extLst>
            </p:cNvPr>
            <p:cNvSpPr>
              <a:spLocks noGrp="1"/>
            </p:cNvSpPr>
            <p:nvPr/>
          </p:nvSpPr>
          <p:spPr>
            <a:xfrm>
              <a:off x="1200150" y="3048000"/>
              <a:ext cx="104966" cy="104966"/>
            </a:xfrm>
            <a:prstGeom prst="rect">
              <a:avLst/>
            </a:prstGeom>
            <a:solidFill>
              <a:srgbClr val="DCE8ED"/>
            </a:solidFill>
            <a:ln w="0">
              <a:noFill/>
              <a:prstDash val="solid"/>
            </a:ln>
          </p:spPr>
        </p:sp>
        <p:sp>
          <p:nvSpPr>
            <p:cNvPr id="245" name="four:scalar-input:grid-cell:245">
              <a:extLst>
                <a:ext uri="{FF2B5EF4-FFF2-40B4-BE49-F238E27FC236}">
                  <ns2:creationId id="{1E6FDEEA-56F1-4739-B2AC-C7892C4F1159}"/>
                </a:ext>
              </a:extLst>
            </p:cNvPr>
            <p:cNvSpPr>
              <a:spLocks noGrp="1"/>
            </p:cNvSpPr>
            <p:nvPr/>
          </p:nvSpPr>
          <p:spPr>
            <a:xfrm>
              <a:off x="1304925" y="3048000"/>
              <a:ext cx="104966" cy="104966"/>
            </a:xfrm>
            <a:prstGeom prst="rect">
              <a:avLst/>
            </a:prstGeom>
            <a:solidFill>
              <a:srgbClr val="DCE8ED"/>
            </a:solidFill>
            <a:ln w="0">
              <a:noFill/>
              <a:prstDash val="solid"/>
            </a:ln>
          </p:spPr>
        </p:sp>
        <p:sp>
          <p:nvSpPr>
            <p:cNvPr id="246" name="four:scalar-input:grid-cell:246">
              <a:extLst>
                <a:ext uri="{FF2B5EF4-FFF2-40B4-BE49-F238E27FC236}">
                  <ns2:creationId id="{BAE016AB-7055-4FEA-9945-BA7632740925}"/>
                </a:ext>
              </a:extLst>
            </p:cNvPr>
            <p:cNvSpPr>
              <a:spLocks noGrp="1"/>
            </p:cNvSpPr>
            <p:nvPr/>
          </p:nvSpPr>
          <p:spPr>
            <a:xfrm>
              <a:off x="1409700" y="3048000"/>
              <a:ext cx="104966" cy="104966"/>
            </a:xfrm>
            <a:prstGeom prst="rect">
              <a:avLst/>
            </a:prstGeom>
            <a:solidFill>
              <a:srgbClr val="DCE8ED"/>
            </a:solidFill>
            <a:ln w="0">
              <a:noFill/>
              <a:prstDash val="solid"/>
            </a:ln>
          </p:spPr>
        </p:sp>
        <p:sp>
          <p:nvSpPr>
            <p:cNvPr id="247" name="four:scalar-input:grid-cell:247">
              <a:extLst>
                <a:ext uri="{FF2B5EF4-FFF2-40B4-BE49-F238E27FC236}">
                  <ns2:creationId id="{34A88D6E-C774-43DB-8934-4CAF610B7027}"/>
                </a:ext>
              </a:extLst>
            </p:cNvPr>
            <p:cNvSpPr>
              <a:spLocks noGrp="1"/>
            </p:cNvSpPr>
            <p:nvPr/>
          </p:nvSpPr>
          <p:spPr>
            <a:xfrm>
              <a:off x="1514475" y="3048000"/>
              <a:ext cx="104966" cy="104966"/>
            </a:xfrm>
            <a:prstGeom prst="rect">
              <a:avLst/>
            </a:prstGeom>
            <a:solidFill>
              <a:srgbClr val="DCE8ED"/>
            </a:solidFill>
            <a:ln w="0">
              <a:noFill/>
              <a:prstDash val="solid"/>
            </a:ln>
          </p:spPr>
        </p:sp>
        <p:sp>
          <p:nvSpPr>
            <p:cNvPr id="248" name="four:scalar-input:grid-cell:248">
              <a:extLst>
                <a:ext uri="{FF2B5EF4-FFF2-40B4-BE49-F238E27FC236}">
                  <ns2:creationId id="{9B92265B-69F9-4FA3-96F6-0E1FD0BC4853}"/>
                </a:ext>
              </a:extLst>
            </p:cNvPr>
            <p:cNvSpPr>
              <a:spLocks noGrp="1"/>
            </p:cNvSpPr>
            <p:nvPr/>
          </p:nvSpPr>
          <p:spPr>
            <a:xfrm>
              <a:off x="1619250" y="3048000"/>
              <a:ext cx="104966" cy="104966"/>
            </a:xfrm>
            <a:prstGeom prst="rect">
              <a:avLst/>
            </a:prstGeom>
            <a:solidFill>
              <a:srgbClr val="81C9BA"/>
            </a:solidFill>
            <a:ln w="0">
              <a:noFill/>
              <a:prstDash val="solid"/>
            </a:ln>
          </p:spPr>
        </p:sp>
        <p:sp>
          <p:nvSpPr>
            <p:cNvPr id="249" name="four:scalar-input:grid-cell:249">
              <a:extLst>
                <a:ext uri="{FF2B5EF4-FFF2-40B4-BE49-F238E27FC236}">
                  <ns2:creationId id="{928AD833-32CE-468C-AF37-17CD5468BFA2}"/>
                </a:ext>
              </a:extLst>
            </p:cNvPr>
            <p:cNvSpPr>
              <a:spLocks noGrp="1"/>
            </p:cNvSpPr>
            <p:nvPr/>
          </p:nvSpPr>
          <p:spPr>
            <a:xfrm>
              <a:off x="1724025" y="3048000"/>
              <a:ext cx="104966" cy="104966"/>
            </a:xfrm>
            <a:prstGeom prst="rect">
              <a:avLst/>
            </a:prstGeom>
            <a:solidFill>
              <a:srgbClr val="81C9BA"/>
            </a:solidFill>
            <a:ln w="0">
              <a:noFill/>
              <a:prstDash val="solid"/>
            </a:ln>
          </p:spPr>
        </p:sp>
        <p:sp>
          <p:nvSpPr>
            <p:cNvPr id="250" name="four:scalar-input:grid-cell:250">
              <a:extLst>
                <a:ext uri="{FF2B5EF4-FFF2-40B4-BE49-F238E27FC236}">
                  <ns2:creationId id="{78024DA5-E272-4BC5-A930-0B3E5E9D8BA2}"/>
                </a:ext>
              </a:extLst>
            </p:cNvPr>
            <p:cNvSpPr>
              <a:spLocks noGrp="1"/>
            </p:cNvSpPr>
            <p:nvPr/>
          </p:nvSpPr>
          <p:spPr>
            <a:xfrm>
              <a:off x="1828800" y="3048000"/>
              <a:ext cx="104966" cy="104966"/>
            </a:xfrm>
            <a:prstGeom prst="rect">
              <a:avLst/>
            </a:prstGeom>
            <a:solidFill>
              <a:srgbClr val="81C9BA"/>
            </a:solidFill>
            <a:ln w="0">
              <a:noFill/>
              <a:prstDash val="solid"/>
            </a:ln>
          </p:spPr>
        </p:sp>
        <p:sp>
          <p:nvSpPr>
            <p:cNvPr id="251" name="four:scalar-input:grid-cell:251">
              <a:extLst>
                <a:ext uri="{FF2B5EF4-FFF2-40B4-BE49-F238E27FC236}">
                  <ns2:creationId id="{F9C575D0-DF6D-422C-9D32-DAF9011BB156}"/>
                </a:ext>
              </a:extLst>
            </p:cNvPr>
            <p:cNvSpPr>
              <a:spLocks noGrp="1"/>
            </p:cNvSpPr>
            <p:nvPr/>
          </p:nvSpPr>
          <p:spPr>
            <a:xfrm>
              <a:off x="1933575" y="3048000"/>
              <a:ext cx="104966" cy="104966"/>
            </a:xfrm>
            <a:prstGeom prst="rect">
              <a:avLst/>
            </a:prstGeom>
            <a:solidFill>
              <a:srgbClr val="81C9BA"/>
            </a:solidFill>
            <a:ln w="0">
              <a:noFill/>
              <a:prstDash val="solid"/>
            </a:ln>
          </p:spPr>
        </p:sp>
        <p:sp>
          <p:nvSpPr>
            <p:cNvPr id="252" name="four:scalar-input:grid-cell:252">
              <a:extLst>
                <a:ext uri="{FF2B5EF4-FFF2-40B4-BE49-F238E27FC236}">
                  <ns2:creationId id="{68D42E7F-2E74-4B39-84B2-C4E1969D4508}"/>
                </a:ext>
              </a:extLst>
            </p:cNvPr>
            <p:cNvSpPr>
              <a:spLocks noGrp="1"/>
            </p:cNvSpPr>
            <p:nvPr/>
          </p:nvSpPr>
          <p:spPr>
            <a:xfrm>
              <a:off x="2038350" y="3048000"/>
              <a:ext cx="104966" cy="104966"/>
            </a:xfrm>
            <a:prstGeom prst="rect">
              <a:avLst/>
            </a:prstGeom>
            <a:solidFill>
              <a:srgbClr val="81C9BA"/>
            </a:solidFill>
            <a:ln w="0">
              <a:noFill/>
              <a:prstDash val="solid"/>
            </a:ln>
          </p:spPr>
        </p:sp>
        <p:sp>
          <p:nvSpPr>
            <p:cNvPr id="253" name="four:scalar-input:grid-cell:253">
              <a:extLst>
                <a:ext uri="{FF2B5EF4-FFF2-40B4-BE49-F238E27FC236}">
                  <ns2:creationId id="{784B63FD-C183-4C9F-BB5F-7FACC7F383E8}"/>
                </a:ext>
              </a:extLst>
            </p:cNvPr>
            <p:cNvSpPr>
              <a:spLocks noGrp="1"/>
            </p:cNvSpPr>
            <p:nvPr/>
          </p:nvSpPr>
          <p:spPr>
            <a:xfrm>
              <a:off x="2143125" y="3048000"/>
              <a:ext cx="104966" cy="104966"/>
            </a:xfrm>
            <a:prstGeom prst="rect">
              <a:avLst/>
            </a:prstGeom>
            <a:solidFill>
              <a:srgbClr val="81C9BA"/>
            </a:solidFill>
            <a:ln w="0">
              <a:noFill/>
              <a:prstDash val="solid"/>
            </a:ln>
          </p:spPr>
        </p:sp>
        <p:sp>
          <p:nvSpPr>
            <p:cNvPr id="254" name="four:scalar-input:grid-cell:254">
              <a:extLst>
                <a:ext uri="{FF2B5EF4-FFF2-40B4-BE49-F238E27FC236}">
                  <ns2:creationId id="{05825FB8-4099-4B65-AFEF-97E67F6031EA}"/>
                </a:ext>
              </a:extLst>
            </p:cNvPr>
            <p:cNvSpPr>
              <a:spLocks noGrp="1"/>
            </p:cNvSpPr>
            <p:nvPr/>
          </p:nvSpPr>
          <p:spPr>
            <a:xfrm>
              <a:off x="2247900" y="3048000"/>
              <a:ext cx="104966" cy="104966"/>
            </a:xfrm>
            <a:prstGeom prst="rect">
              <a:avLst/>
            </a:prstGeom>
            <a:solidFill>
              <a:srgbClr val="DCE8ED"/>
            </a:solidFill>
            <a:ln w="0">
              <a:noFill/>
              <a:prstDash val="solid"/>
            </a:ln>
          </p:spPr>
        </p:sp>
        <p:sp>
          <p:nvSpPr>
            <p:cNvPr id="255" name="four:scalar-input:grid-cell:255">
              <a:extLst>
                <a:ext uri="{FF2B5EF4-FFF2-40B4-BE49-F238E27FC236}">
                  <ns2:creationId id="{45F9621A-7446-4D2D-9AF9-E69109EEECE2}"/>
                </a:ext>
              </a:extLst>
            </p:cNvPr>
            <p:cNvSpPr>
              <a:spLocks noGrp="1"/>
            </p:cNvSpPr>
            <p:nvPr/>
          </p:nvSpPr>
          <p:spPr>
            <a:xfrm>
              <a:off x="2352675" y="3048000"/>
              <a:ext cx="104966" cy="104966"/>
            </a:xfrm>
            <a:prstGeom prst="rect">
              <a:avLst/>
            </a:prstGeom>
            <a:solidFill>
              <a:srgbClr val="DCE8ED"/>
            </a:solidFill>
            <a:ln w="0">
              <a:noFill/>
              <a:prstDash val="solid"/>
            </a:ln>
          </p:spPr>
        </p:sp>
        <p:sp>
          <p:nvSpPr>
            <p:cNvPr id="256" name="four:scalar-input:grid-cell:256">
              <a:extLst>
                <a:ext uri="{FF2B5EF4-FFF2-40B4-BE49-F238E27FC236}">
                  <ns2:creationId id="{0BC1C154-7005-4C74-AA18-E1DEED17F666}"/>
                </a:ext>
              </a:extLst>
            </p:cNvPr>
            <p:cNvSpPr>
              <a:spLocks noGrp="1"/>
            </p:cNvSpPr>
            <p:nvPr/>
          </p:nvSpPr>
          <p:spPr>
            <a:xfrm>
              <a:off x="361950" y="3152775"/>
              <a:ext cx="104966" cy="104966"/>
            </a:xfrm>
            <a:prstGeom prst="rect">
              <a:avLst/>
            </a:prstGeom>
            <a:solidFill>
              <a:srgbClr val="D4B4CC"/>
            </a:solidFill>
            <a:ln w="0">
              <a:noFill/>
              <a:prstDash val="solid"/>
            </a:ln>
          </p:spPr>
        </p:sp>
        <p:sp>
          <p:nvSpPr>
            <p:cNvPr id="257" name="four:scalar-input:grid-cell:257">
              <a:extLst>
                <a:ext uri="{FF2B5EF4-FFF2-40B4-BE49-F238E27FC236}">
                  <ns2:creationId id="{D931A78A-4476-4EB3-BD60-686F279B2E5B}"/>
                </a:ext>
              </a:extLst>
            </p:cNvPr>
            <p:cNvSpPr>
              <a:spLocks noGrp="1"/>
            </p:cNvSpPr>
            <p:nvPr/>
          </p:nvSpPr>
          <p:spPr>
            <a:xfrm>
              <a:off x="466725" y="3152775"/>
              <a:ext cx="104966" cy="104966"/>
            </a:xfrm>
            <a:prstGeom prst="rect">
              <a:avLst/>
            </a:prstGeom>
            <a:solidFill>
              <a:srgbClr val="0072B2"/>
            </a:solidFill>
            <a:ln w="0">
              <a:noFill/>
              <a:prstDash val="solid"/>
            </a:ln>
          </p:spPr>
        </p:sp>
        <p:sp>
          <p:nvSpPr>
            <p:cNvPr id="258" name="four:scalar-input:grid-cell:258">
              <a:extLst>
                <a:ext uri="{FF2B5EF4-FFF2-40B4-BE49-F238E27FC236}">
                  <ns2:creationId id="{5426BAB5-797B-4FEB-9286-E0E5824C6E6B}"/>
                </a:ext>
              </a:extLst>
            </p:cNvPr>
            <p:cNvSpPr>
              <a:spLocks noGrp="1"/>
            </p:cNvSpPr>
            <p:nvPr/>
          </p:nvSpPr>
          <p:spPr>
            <a:xfrm>
              <a:off x="571500" y="3152775"/>
              <a:ext cx="104966" cy="104966"/>
            </a:xfrm>
            <a:prstGeom prst="rect">
              <a:avLst/>
            </a:prstGeom>
            <a:solidFill>
              <a:srgbClr val="0072B2"/>
            </a:solidFill>
            <a:ln w="0">
              <a:noFill/>
              <a:prstDash val="solid"/>
            </a:ln>
          </p:spPr>
        </p:sp>
        <p:sp>
          <p:nvSpPr>
            <p:cNvPr id="259" name="four:scalar-input:grid-cell:259">
              <a:extLst>
                <a:ext uri="{FF2B5EF4-FFF2-40B4-BE49-F238E27FC236}">
                  <ns2:creationId id="{6C5B8CFE-A8F1-4253-9DFA-721144D0CE5F}"/>
                </a:ext>
              </a:extLst>
            </p:cNvPr>
            <p:cNvSpPr>
              <a:spLocks noGrp="1"/>
            </p:cNvSpPr>
            <p:nvPr/>
          </p:nvSpPr>
          <p:spPr>
            <a:xfrm>
              <a:off x="676275" y="3152775"/>
              <a:ext cx="104966" cy="104966"/>
            </a:xfrm>
            <a:prstGeom prst="rect">
              <a:avLst/>
            </a:prstGeom>
            <a:solidFill>
              <a:srgbClr val="D4B4CC"/>
            </a:solidFill>
            <a:ln w="0">
              <a:noFill/>
              <a:prstDash val="solid"/>
            </a:ln>
          </p:spPr>
        </p:sp>
        <p:sp>
          <p:nvSpPr>
            <p:cNvPr id="260" name="four:scalar-input:grid-cell:260">
              <a:extLst>
                <a:ext uri="{FF2B5EF4-FFF2-40B4-BE49-F238E27FC236}">
                  <ns2:creationId id="{A184984D-1740-4D38-B54F-8C20C03DA3D0}"/>
                </a:ext>
              </a:extLst>
            </p:cNvPr>
            <p:cNvSpPr>
              <a:spLocks noGrp="1"/>
            </p:cNvSpPr>
            <p:nvPr/>
          </p:nvSpPr>
          <p:spPr>
            <a:xfrm>
              <a:off x="781050" y="3152775"/>
              <a:ext cx="104966" cy="104966"/>
            </a:xfrm>
            <a:prstGeom prst="rect">
              <a:avLst/>
            </a:prstGeom>
            <a:solidFill>
              <a:srgbClr val="D4B4CC"/>
            </a:solidFill>
            <a:ln w="0">
              <a:noFill/>
              <a:prstDash val="solid"/>
            </a:ln>
          </p:spPr>
        </p:sp>
        <p:sp>
          <p:nvSpPr>
            <p:cNvPr id="261" name="four:scalar-input:grid-cell:261">
              <a:extLst>
                <a:ext uri="{FF2B5EF4-FFF2-40B4-BE49-F238E27FC236}">
                  <ns2:creationId id="{9E81B922-076F-4216-96C1-78555EEF04D3}"/>
                </a:ext>
              </a:extLst>
            </p:cNvPr>
            <p:cNvSpPr>
              <a:spLocks noGrp="1"/>
            </p:cNvSpPr>
            <p:nvPr/>
          </p:nvSpPr>
          <p:spPr>
            <a:xfrm>
              <a:off x="885825" y="3152775"/>
              <a:ext cx="104966" cy="104966"/>
            </a:xfrm>
            <a:prstGeom prst="rect">
              <a:avLst/>
            </a:prstGeom>
            <a:solidFill>
              <a:srgbClr val="D4B4CC"/>
            </a:solidFill>
            <a:ln w="0">
              <a:noFill/>
              <a:prstDash val="solid"/>
            </a:ln>
          </p:spPr>
        </p:sp>
        <p:sp>
          <p:nvSpPr>
            <p:cNvPr id="262" name="four:scalar-input:grid-cell:262">
              <a:extLst>
                <a:ext uri="{FF2B5EF4-FFF2-40B4-BE49-F238E27FC236}">
                  <ns2:creationId id="{8FD51856-FDA8-4126-8D65-7740B0F13635}"/>
                </a:ext>
              </a:extLst>
            </p:cNvPr>
            <p:cNvSpPr>
              <a:spLocks noGrp="1"/>
            </p:cNvSpPr>
            <p:nvPr/>
          </p:nvSpPr>
          <p:spPr>
            <a:xfrm>
              <a:off x="990600" y="3152775"/>
              <a:ext cx="104966" cy="104966"/>
            </a:xfrm>
            <a:prstGeom prst="rect">
              <a:avLst/>
            </a:prstGeom>
            <a:solidFill>
              <a:srgbClr val="D4B4CC"/>
            </a:solidFill>
            <a:ln w="0">
              <a:noFill/>
              <a:prstDash val="solid"/>
            </a:ln>
          </p:spPr>
        </p:sp>
        <p:sp>
          <p:nvSpPr>
            <p:cNvPr id="263" name="four:scalar-input:grid-cell:263">
              <a:extLst>
                <a:ext uri="{FF2B5EF4-FFF2-40B4-BE49-F238E27FC236}">
                  <ns2:creationId id="{A8EB1901-D2E8-41DB-8963-82535FF5A795}"/>
                </a:ext>
              </a:extLst>
            </p:cNvPr>
            <p:cNvSpPr>
              <a:spLocks noGrp="1"/>
            </p:cNvSpPr>
            <p:nvPr/>
          </p:nvSpPr>
          <p:spPr>
            <a:xfrm>
              <a:off x="1095375" y="3152775"/>
              <a:ext cx="104966" cy="104966"/>
            </a:xfrm>
            <a:prstGeom prst="rect">
              <a:avLst/>
            </a:prstGeom>
            <a:solidFill>
              <a:srgbClr val="DCE8ED"/>
            </a:solidFill>
            <a:ln w="0">
              <a:noFill/>
              <a:prstDash val="solid"/>
            </a:ln>
          </p:spPr>
        </p:sp>
        <p:sp>
          <p:nvSpPr>
            <p:cNvPr id="264" name="four:scalar-input:grid-cell:264">
              <a:extLst>
                <a:ext uri="{FF2B5EF4-FFF2-40B4-BE49-F238E27FC236}">
                  <ns2:creationId id="{783D71F8-6061-40AB-9074-31ACB9070D4B}"/>
                </a:ext>
              </a:extLst>
            </p:cNvPr>
            <p:cNvSpPr>
              <a:spLocks noGrp="1"/>
            </p:cNvSpPr>
            <p:nvPr/>
          </p:nvSpPr>
          <p:spPr>
            <a:xfrm>
              <a:off x="1200150" y="3152775"/>
              <a:ext cx="104966" cy="104966"/>
            </a:xfrm>
            <a:prstGeom prst="rect">
              <a:avLst/>
            </a:prstGeom>
            <a:solidFill>
              <a:srgbClr val="DCE8ED"/>
            </a:solidFill>
            <a:ln w="0">
              <a:noFill/>
              <a:prstDash val="solid"/>
            </a:ln>
          </p:spPr>
        </p:sp>
        <p:sp>
          <p:nvSpPr>
            <p:cNvPr id="265" name="four:scalar-input:grid-cell:265">
              <a:extLst>
                <a:ext uri="{FF2B5EF4-FFF2-40B4-BE49-F238E27FC236}">
                  <ns2:creationId id="{D7FF423F-CD30-4A0F-B27D-4E5554BDA55F}"/>
                </a:ext>
              </a:extLst>
            </p:cNvPr>
            <p:cNvSpPr>
              <a:spLocks noGrp="1"/>
            </p:cNvSpPr>
            <p:nvPr/>
          </p:nvSpPr>
          <p:spPr>
            <a:xfrm>
              <a:off x="1304925" y="3152775"/>
              <a:ext cx="104966" cy="104966"/>
            </a:xfrm>
            <a:prstGeom prst="rect">
              <a:avLst/>
            </a:prstGeom>
            <a:solidFill>
              <a:srgbClr val="81C9BA"/>
            </a:solidFill>
            <a:ln w="0">
              <a:noFill/>
              <a:prstDash val="solid"/>
            </a:ln>
          </p:spPr>
        </p:sp>
        <p:sp>
          <p:nvSpPr>
            <p:cNvPr id="266" name="four:scalar-input:grid-cell:266">
              <a:extLst>
                <a:ext uri="{FF2B5EF4-FFF2-40B4-BE49-F238E27FC236}">
                  <ns2:creationId id="{EC4FAE0C-9E8E-4FF0-8A81-B509DAC1C783}"/>
                </a:ext>
              </a:extLst>
            </p:cNvPr>
            <p:cNvSpPr>
              <a:spLocks noGrp="1"/>
            </p:cNvSpPr>
            <p:nvPr/>
          </p:nvSpPr>
          <p:spPr>
            <a:xfrm>
              <a:off x="1409700" y="3152775"/>
              <a:ext cx="104966" cy="104966"/>
            </a:xfrm>
            <a:prstGeom prst="rect">
              <a:avLst/>
            </a:prstGeom>
            <a:solidFill>
              <a:srgbClr val="81C9BA"/>
            </a:solidFill>
            <a:ln w="0">
              <a:noFill/>
              <a:prstDash val="solid"/>
            </a:ln>
          </p:spPr>
        </p:sp>
        <p:sp>
          <p:nvSpPr>
            <p:cNvPr id="267" name="four:scalar-input:grid-cell:267">
              <a:extLst>
                <a:ext uri="{FF2B5EF4-FFF2-40B4-BE49-F238E27FC236}">
                  <ns2:creationId id="{535E09D8-5444-4F8A-958F-8456E777AF90}"/>
                </a:ext>
              </a:extLst>
            </p:cNvPr>
            <p:cNvSpPr>
              <a:spLocks noGrp="1"/>
            </p:cNvSpPr>
            <p:nvPr/>
          </p:nvSpPr>
          <p:spPr>
            <a:xfrm>
              <a:off x="1514475" y="3152775"/>
              <a:ext cx="104966" cy="104966"/>
            </a:xfrm>
            <a:prstGeom prst="rect">
              <a:avLst/>
            </a:prstGeom>
            <a:solidFill>
              <a:srgbClr val="81C9BA"/>
            </a:solidFill>
            <a:ln w="0">
              <a:noFill/>
              <a:prstDash val="solid"/>
            </a:ln>
          </p:spPr>
        </p:sp>
        <p:sp>
          <p:nvSpPr>
            <p:cNvPr id="268" name="four:scalar-input:grid-cell:268">
              <a:extLst>
                <a:ext uri="{FF2B5EF4-FFF2-40B4-BE49-F238E27FC236}">
                  <ns2:creationId id="{7E161688-92F8-4BC0-A0B0-3D7B6CE14043}"/>
                </a:ext>
              </a:extLst>
            </p:cNvPr>
            <p:cNvSpPr>
              <a:spLocks noGrp="1"/>
            </p:cNvSpPr>
            <p:nvPr/>
          </p:nvSpPr>
          <p:spPr>
            <a:xfrm>
              <a:off x="1619250" y="3152775"/>
              <a:ext cx="104966" cy="104966"/>
            </a:xfrm>
            <a:prstGeom prst="rect">
              <a:avLst/>
            </a:prstGeom>
            <a:solidFill>
              <a:srgbClr val="81C9BA"/>
            </a:solidFill>
            <a:ln w="0">
              <a:noFill/>
              <a:prstDash val="solid"/>
            </a:ln>
          </p:spPr>
        </p:sp>
        <p:sp>
          <p:nvSpPr>
            <p:cNvPr id="269" name="four:scalar-input:grid-cell:269">
              <a:extLst>
                <a:ext uri="{FF2B5EF4-FFF2-40B4-BE49-F238E27FC236}">
                  <ns2:creationId id="{FE0A972E-DD35-4959-A988-F2D7B7FB4017}"/>
                </a:ext>
              </a:extLst>
            </p:cNvPr>
            <p:cNvSpPr>
              <a:spLocks noGrp="1"/>
            </p:cNvSpPr>
            <p:nvPr/>
          </p:nvSpPr>
          <p:spPr>
            <a:xfrm>
              <a:off x="1724025" y="3152775"/>
              <a:ext cx="104966" cy="104966"/>
            </a:xfrm>
            <a:prstGeom prst="rect">
              <a:avLst/>
            </a:prstGeom>
            <a:solidFill>
              <a:srgbClr val="81C9BA"/>
            </a:solidFill>
            <a:ln w="0">
              <a:noFill/>
              <a:prstDash val="solid"/>
            </a:ln>
          </p:spPr>
        </p:sp>
        <p:sp>
          <p:nvSpPr>
            <p:cNvPr id="270" name="four:scalar-input:grid-cell:270">
              <a:extLst>
                <a:ext uri="{FF2B5EF4-FFF2-40B4-BE49-F238E27FC236}">
                  <ns2:creationId id="{43E59D14-7DD8-47BB-84FE-DF3D5B5BCA5F}"/>
                </a:ext>
              </a:extLst>
            </p:cNvPr>
            <p:cNvSpPr>
              <a:spLocks noGrp="1"/>
            </p:cNvSpPr>
            <p:nvPr/>
          </p:nvSpPr>
          <p:spPr>
            <a:xfrm>
              <a:off x="1828800" y="3152775"/>
              <a:ext cx="104966" cy="104966"/>
            </a:xfrm>
            <a:prstGeom prst="rect">
              <a:avLst/>
            </a:prstGeom>
            <a:solidFill>
              <a:srgbClr val="81C9BA"/>
            </a:solidFill>
            <a:ln w="0">
              <a:noFill/>
              <a:prstDash val="solid"/>
            </a:ln>
          </p:spPr>
        </p:sp>
        <p:sp>
          <p:nvSpPr>
            <p:cNvPr id="271" name="four:scalar-input:grid-cell:271">
              <a:extLst>
                <a:ext uri="{FF2B5EF4-FFF2-40B4-BE49-F238E27FC236}">
                  <ns2:creationId id="{48564E94-9F6D-4680-BFEF-F163CBD3326C}"/>
                </a:ext>
              </a:extLst>
            </p:cNvPr>
            <p:cNvSpPr>
              <a:spLocks noGrp="1"/>
            </p:cNvSpPr>
            <p:nvPr/>
          </p:nvSpPr>
          <p:spPr>
            <a:xfrm>
              <a:off x="1933575" y="3152775"/>
              <a:ext cx="104966" cy="104966"/>
            </a:xfrm>
            <a:prstGeom prst="rect">
              <a:avLst/>
            </a:prstGeom>
            <a:solidFill>
              <a:srgbClr val="81C9BA"/>
            </a:solidFill>
            <a:ln w="0">
              <a:noFill/>
              <a:prstDash val="solid"/>
            </a:ln>
          </p:spPr>
        </p:sp>
        <p:sp>
          <p:nvSpPr>
            <p:cNvPr id="272" name="four:scalar-input:grid-cell:272">
              <a:extLst>
                <a:ext uri="{FF2B5EF4-FFF2-40B4-BE49-F238E27FC236}">
                  <ns2:creationId id="{5568321B-4994-4658-BF53-B8DBF3D13886}"/>
                </a:ext>
              </a:extLst>
            </p:cNvPr>
            <p:cNvSpPr>
              <a:spLocks noGrp="1"/>
            </p:cNvSpPr>
            <p:nvPr/>
          </p:nvSpPr>
          <p:spPr>
            <a:xfrm>
              <a:off x="2038350" y="3152775"/>
              <a:ext cx="104966" cy="104966"/>
            </a:xfrm>
            <a:prstGeom prst="rect">
              <a:avLst/>
            </a:prstGeom>
            <a:solidFill>
              <a:srgbClr val="81C9BA"/>
            </a:solidFill>
            <a:ln w="0">
              <a:noFill/>
              <a:prstDash val="solid"/>
            </a:ln>
          </p:spPr>
        </p:sp>
        <p:sp>
          <p:nvSpPr>
            <p:cNvPr id="273" name="four:scalar-input:grid-cell:273">
              <a:extLst>
                <a:ext uri="{FF2B5EF4-FFF2-40B4-BE49-F238E27FC236}">
                  <ns2:creationId id="{A72ED13D-B44B-4269-AB5E-279FF84189DC}"/>
                </a:ext>
              </a:extLst>
            </p:cNvPr>
            <p:cNvSpPr>
              <a:spLocks noGrp="1"/>
            </p:cNvSpPr>
            <p:nvPr/>
          </p:nvSpPr>
          <p:spPr>
            <a:xfrm>
              <a:off x="2143125" y="3152775"/>
              <a:ext cx="104966" cy="104966"/>
            </a:xfrm>
            <a:prstGeom prst="rect">
              <a:avLst/>
            </a:prstGeom>
            <a:solidFill>
              <a:srgbClr val="81C9BA"/>
            </a:solidFill>
            <a:ln w="0">
              <a:noFill/>
              <a:prstDash val="solid"/>
            </a:ln>
          </p:spPr>
        </p:sp>
        <p:sp>
          <p:nvSpPr>
            <p:cNvPr id="274" name="four:scalar-input:grid-cell:274">
              <a:extLst>
                <a:ext uri="{FF2B5EF4-FFF2-40B4-BE49-F238E27FC236}">
                  <ns2:creationId id="{6BCF3558-AEB5-4B56-92F3-0C62C2B9B808}"/>
                </a:ext>
              </a:extLst>
            </p:cNvPr>
            <p:cNvSpPr>
              <a:spLocks noGrp="1"/>
            </p:cNvSpPr>
            <p:nvPr/>
          </p:nvSpPr>
          <p:spPr>
            <a:xfrm>
              <a:off x="2247900" y="3152775"/>
              <a:ext cx="104966" cy="104966"/>
            </a:xfrm>
            <a:prstGeom prst="rect">
              <a:avLst/>
            </a:prstGeom>
            <a:solidFill>
              <a:srgbClr val="81C9BA"/>
            </a:solidFill>
            <a:ln w="0">
              <a:noFill/>
              <a:prstDash val="solid"/>
            </a:ln>
          </p:spPr>
        </p:sp>
        <p:sp>
          <p:nvSpPr>
            <p:cNvPr id="275" name="four:scalar-input:grid-cell:275">
              <a:extLst>
                <a:ext uri="{FF2B5EF4-FFF2-40B4-BE49-F238E27FC236}">
                  <ns2:creationId id="{84892BA5-CBD7-4926-86DA-66C3A364FAC2}"/>
                </a:ext>
              </a:extLst>
            </p:cNvPr>
            <p:cNvSpPr>
              <a:spLocks noGrp="1"/>
            </p:cNvSpPr>
            <p:nvPr/>
          </p:nvSpPr>
          <p:spPr>
            <a:xfrm>
              <a:off x="2352675" y="3152775"/>
              <a:ext cx="104966" cy="104966"/>
            </a:xfrm>
            <a:prstGeom prst="rect">
              <a:avLst/>
            </a:prstGeom>
            <a:solidFill>
              <a:srgbClr val="DCE8ED"/>
            </a:solidFill>
            <a:ln w="0">
              <a:noFill/>
              <a:prstDash val="solid"/>
            </a:ln>
          </p:spPr>
        </p:sp>
        <p:sp>
          <p:nvSpPr>
            <p:cNvPr id="276" name="four:scalar-input:grid-cell:276">
              <a:extLst>
                <a:ext uri="{FF2B5EF4-FFF2-40B4-BE49-F238E27FC236}">
                  <ns2:creationId id="{8B4C8839-9545-4DC1-B966-61A7D3943BC4}"/>
                </a:ext>
              </a:extLst>
            </p:cNvPr>
            <p:cNvSpPr>
              <a:spLocks noGrp="1"/>
            </p:cNvSpPr>
            <p:nvPr/>
          </p:nvSpPr>
          <p:spPr>
            <a:xfrm>
              <a:off x="361950" y="3257550"/>
              <a:ext cx="104966" cy="104966"/>
            </a:xfrm>
            <a:prstGeom prst="rect">
              <a:avLst/>
            </a:prstGeom>
            <a:solidFill>
              <a:srgbClr val="D4B4CC"/>
            </a:solidFill>
            <a:ln w="0">
              <a:noFill/>
              <a:prstDash val="solid"/>
            </a:ln>
          </p:spPr>
        </p:sp>
        <p:sp>
          <p:nvSpPr>
            <p:cNvPr id="277" name="four:scalar-input:grid-cell:277">
              <a:extLst>
                <a:ext uri="{FF2B5EF4-FFF2-40B4-BE49-F238E27FC236}">
                  <ns2:creationId id="{0319A5ED-13D3-4726-BDBC-6927983DC560}"/>
                </a:ext>
              </a:extLst>
            </p:cNvPr>
            <p:cNvSpPr>
              <a:spLocks noGrp="1"/>
            </p:cNvSpPr>
            <p:nvPr/>
          </p:nvSpPr>
          <p:spPr>
            <a:xfrm>
              <a:off x="466725" y="3257550"/>
              <a:ext cx="104966" cy="104966"/>
            </a:xfrm>
            <a:prstGeom prst="rect">
              <a:avLst/>
            </a:prstGeom>
            <a:solidFill>
              <a:srgbClr val="D4B4CC"/>
            </a:solidFill>
            <a:ln w="0">
              <a:noFill/>
              <a:prstDash val="solid"/>
            </a:ln>
          </p:spPr>
        </p:sp>
        <p:sp>
          <p:nvSpPr>
            <p:cNvPr id="278" name="four:scalar-input:grid-cell:278">
              <a:extLst>
                <a:ext uri="{FF2B5EF4-FFF2-40B4-BE49-F238E27FC236}">
                  <ns2:creationId id="{9EBF58C5-721A-402C-BD6F-5EBE221F9DF0}"/>
                </a:ext>
              </a:extLst>
            </p:cNvPr>
            <p:cNvSpPr>
              <a:spLocks noGrp="1"/>
            </p:cNvSpPr>
            <p:nvPr/>
          </p:nvSpPr>
          <p:spPr>
            <a:xfrm>
              <a:off x="571500" y="3257550"/>
              <a:ext cx="104966" cy="104966"/>
            </a:xfrm>
            <a:prstGeom prst="rect">
              <a:avLst/>
            </a:prstGeom>
            <a:solidFill>
              <a:srgbClr val="D4B4CC"/>
            </a:solidFill>
            <a:ln w="0">
              <a:noFill/>
              <a:prstDash val="solid"/>
            </a:ln>
          </p:spPr>
        </p:sp>
        <p:sp>
          <p:nvSpPr>
            <p:cNvPr id="279" name="four:scalar-input:grid-cell:279">
              <a:extLst>
                <a:ext uri="{FF2B5EF4-FFF2-40B4-BE49-F238E27FC236}">
                  <ns2:creationId id="{2C46DE15-6057-4461-85A7-3A588E133009}"/>
                </a:ext>
              </a:extLst>
            </p:cNvPr>
            <p:cNvSpPr>
              <a:spLocks noGrp="1"/>
            </p:cNvSpPr>
            <p:nvPr/>
          </p:nvSpPr>
          <p:spPr>
            <a:xfrm>
              <a:off x="676275" y="3257550"/>
              <a:ext cx="104966" cy="104966"/>
            </a:xfrm>
            <a:prstGeom prst="rect">
              <a:avLst/>
            </a:prstGeom>
            <a:solidFill>
              <a:srgbClr val="D4B4CC"/>
            </a:solidFill>
            <a:ln w="0">
              <a:noFill/>
              <a:prstDash val="solid"/>
            </a:ln>
          </p:spPr>
        </p:sp>
        <p:sp>
          <p:nvSpPr>
            <p:cNvPr id="280" name="four:scalar-input:grid-cell:280">
              <a:extLst>
                <a:ext uri="{FF2B5EF4-FFF2-40B4-BE49-F238E27FC236}">
                  <ns2:creationId id="{22629D66-7D66-4DEB-9496-9775EDFD0FAB}"/>
                </a:ext>
              </a:extLst>
            </p:cNvPr>
            <p:cNvSpPr>
              <a:spLocks noGrp="1"/>
            </p:cNvSpPr>
            <p:nvPr/>
          </p:nvSpPr>
          <p:spPr>
            <a:xfrm>
              <a:off x="781050" y="3257550"/>
              <a:ext cx="104966" cy="104966"/>
            </a:xfrm>
            <a:prstGeom prst="rect">
              <a:avLst/>
            </a:prstGeom>
            <a:solidFill>
              <a:srgbClr val="D4B4CC"/>
            </a:solidFill>
            <a:ln w="0">
              <a:noFill/>
              <a:prstDash val="solid"/>
            </a:ln>
          </p:spPr>
        </p:sp>
        <p:sp>
          <p:nvSpPr>
            <p:cNvPr id="281" name="four:scalar-input:grid-cell:281">
              <a:extLst>
                <a:ext uri="{FF2B5EF4-FFF2-40B4-BE49-F238E27FC236}">
                  <ns2:creationId id="{ECD238D5-7D0D-4DC9-A0CC-828E6700815E}"/>
                </a:ext>
              </a:extLst>
            </p:cNvPr>
            <p:cNvSpPr>
              <a:spLocks noGrp="1"/>
            </p:cNvSpPr>
            <p:nvPr/>
          </p:nvSpPr>
          <p:spPr>
            <a:xfrm>
              <a:off x="885825" y="3257550"/>
              <a:ext cx="104966" cy="104966"/>
            </a:xfrm>
            <a:prstGeom prst="rect">
              <a:avLst/>
            </a:prstGeom>
            <a:solidFill>
              <a:srgbClr val="DCE8ED"/>
            </a:solidFill>
            <a:ln w="0">
              <a:noFill/>
              <a:prstDash val="solid"/>
            </a:ln>
          </p:spPr>
        </p:sp>
        <p:sp>
          <p:nvSpPr>
            <p:cNvPr id="282" name="four:scalar-input:grid-cell:282">
              <a:extLst>
                <a:ext uri="{FF2B5EF4-FFF2-40B4-BE49-F238E27FC236}">
                  <ns2:creationId id="{D1E6679A-90D6-46FC-B0A1-FF259D418165}"/>
                </a:ext>
              </a:extLst>
            </p:cNvPr>
            <p:cNvSpPr>
              <a:spLocks noGrp="1"/>
            </p:cNvSpPr>
            <p:nvPr/>
          </p:nvSpPr>
          <p:spPr>
            <a:xfrm>
              <a:off x="990600" y="3257550"/>
              <a:ext cx="104966" cy="104966"/>
            </a:xfrm>
            <a:prstGeom prst="rect">
              <a:avLst/>
            </a:prstGeom>
            <a:solidFill>
              <a:srgbClr val="DCE8ED"/>
            </a:solidFill>
            <a:ln w="0">
              <a:noFill/>
              <a:prstDash val="solid"/>
            </a:ln>
          </p:spPr>
        </p:sp>
        <p:sp>
          <p:nvSpPr>
            <p:cNvPr id="283" name="four:scalar-input:grid-cell:283">
              <a:extLst>
                <a:ext uri="{FF2B5EF4-FFF2-40B4-BE49-F238E27FC236}">
                  <ns2:creationId id="{33330A21-456F-4D51-97BA-0581E04DF5D0}"/>
                </a:ext>
              </a:extLst>
            </p:cNvPr>
            <p:cNvSpPr>
              <a:spLocks noGrp="1"/>
            </p:cNvSpPr>
            <p:nvPr/>
          </p:nvSpPr>
          <p:spPr>
            <a:xfrm>
              <a:off x="1095375" y="3257550"/>
              <a:ext cx="104966" cy="104966"/>
            </a:xfrm>
            <a:prstGeom prst="rect">
              <a:avLst/>
            </a:prstGeom>
            <a:solidFill>
              <a:srgbClr val="81C9BA"/>
            </a:solidFill>
            <a:ln w="0">
              <a:noFill/>
              <a:prstDash val="solid"/>
            </a:ln>
          </p:spPr>
        </p:sp>
        <p:sp>
          <p:nvSpPr>
            <p:cNvPr id="284" name="four:scalar-input:grid-cell:284">
              <a:extLst>
                <a:ext uri="{FF2B5EF4-FFF2-40B4-BE49-F238E27FC236}">
                  <ns2:creationId id="{5CCCF2BC-0AAF-4C01-884E-1707CE20694C}"/>
                </a:ext>
              </a:extLst>
            </p:cNvPr>
            <p:cNvSpPr>
              <a:spLocks noGrp="1"/>
            </p:cNvSpPr>
            <p:nvPr/>
          </p:nvSpPr>
          <p:spPr>
            <a:xfrm>
              <a:off x="1200150" y="3257550"/>
              <a:ext cx="104966" cy="104966"/>
            </a:xfrm>
            <a:prstGeom prst="rect">
              <a:avLst/>
            </a:prstGeom>
            <a:solidFill>
              <a:srgbClr val="81C9BA"/>
            </a:solidFill>
            <a:ln w="0">
              <a:noFill/>
              <a:prstDash val="solid"/>
            </a:ln>
          </p:spPr>
        </p:sp>
        <p:sp>
          <p:nvSpPr>
            <p:cNvPr id="285" name="four:scalar-input:grid-cell:285">
              <a:extLst>
                <a:ext uri="{FF2B5EF4-FFF2-40B4-BE49-F238E27FC236}">
                  <ns2:creationId id="{DF0056DF-C60E-4EC3-9098-02B6D4972A6A}"/>
                </a:ext>
              </a:extLst>
            </p:cNvPr>
            <p:cNvSpPr>
              <a:spLocks noGrp="1"/>
            </p:cNvSpPr>
            <p:nvPr/>
          </p:nvSpPr>
          <p:spPr>
            <a:xfrm>
              <a:off x="1304925" y="3257550"/>
              <a:ext cx="104966" cy="104966"/>
            </a:xfrm>
            <a:prstGeom prst="rect">
              <a:avLst/>
            </a:prstGeom>
            <a:solidFill>
              <a:srgbClr val="81C9BA"/>
            </a:solidFill>
            <a:ln w="0">
              <a:noFill/>
              <a:prstDash val="solid"/>
            </a:ln>
          </p:spPr>
        </p:sp>
        <p:sp>
          <p:nvSpPr>
            <p:cNvPr id="286" name="four:scalar-input:grid-cell:286">
              <a:extLst>
                <a:ext uri="{FF2B5EF4-FFF2-40B4-BE49-F238E27FC236}">
                  <ns2:creationId id="{91F394C8-0FB2-4CFD-9C20-614D20F00A73}"/>
                </a:ext>
              </a:extLst>
            </p:cNvPr>
            <p:cNvSpPr>
              <a:spLocks noGrp="1"/>
            </p:cNvSpPr>
            <p:nvPr/>
          </p:nvSpPr>
          <p:spPr>
            <a:xfrm>
              <a:off x="1409700" y="3257550"/>
              <a:ext cx="104966" cy="104966"/>
            </a:xfrm>
            <a:prstGeom prst="rect">
              <a:avLst/>
            </a:prstGeom>
            <a:solidFill>
              <a:srgbClr val="81C9BA"/>
            </a:solidFill>
            <a:ln w="0">
              <a:noFill/>
              <a:prstDash val="solid"/>
            </a:ln>
          </p:spPr>
        </p:sp>
        <p:sp>
          <p:nvSpPr>
            <p:cNvPr id="287" name="four:scalar-input:grid-cell:287">
              <a:extLst>
                <a:ext uri="{FF2B5EF4-FFF2-40B4-BE49-F238E27FC236}">
                  <ns2:creationId id="{C44FEFD1-5C6B-491D-9B12-7799093C85E9}"/>
                </a:ext>
              </a:extLst>
            </p:cNvPr>
            <p:cNvSpPr>
              <a:spLocks noGrp="1"/>
            </p:cNvSpPr>
            <p:nvPr/>
          </p:nvSpPr>
          <p:spPr>
            <a:xfrm>
              <a:off x="1514475" y="3257550"/>
              <a:ext cx="104966" cy="104966"/>
            </a:xfrm>
            <a:prstGeom prst="rect">
              <a:avLst/>
            </a:prstGeom>
            <a:solidFill>
              <a:srgbClr val="81C9BA"/>
            </a:solidFill>
            <a:ln w="0">
              <a:noFill/>
              <a:prstDash val="solid"/>
            </a:ln>
          </p:spPr>
        </p:sp>
        <p:sp>
          <p:nvSpPr>
            <p:cNvPr id="288" name="four:scalar-input:grid-cell:288">
              <a:extLst>
                <a:ext uri="{FF2B5EF4-FFF2-40B4-BE49-F238E27FC236}">
                  <ns2:creationId id="{DF73D6A4-7AA0-465B-A32D-E947B7D1DC57}"/>
                </a:ext>
              </a:extLst>
            </p:cNvPr>
            <p:cNvSpPr>
              <a:spLocks noGrp="1"/>
            </p:cNvSpPr>
            <p:nvPr/>
          </p:nvSpPr>
          <p:spPr>
            <a:xfrm>
              <a:off x="1619250" y="3257550"/>
              <a:ext cx="104966" cy="104966"/>
            </a:xfrm>
            <a:prstGeom prst="rect">
              <a:avLst/>
            </a:prstGeom>
            <a:solidFill>
              <a:srgbClr val="81C9BA"/>
            </a:solidFill>
            <a:ln w="0">
              <a:noFill/>
              <a:prstDash val="solid"/>
            </a:ln>
          </p:spPr>
        </p:sp>
        <p:sp>
          <p:nvSpPr>
            <p:cNvPr id="289" name="four:scalar-input:grid-cell:289">
              <a:extLst>
                <a:ext uri="{FF2B5EF4-FFF2-40B4-BE49-F238E27FC236}">
                  <ns2:creationId id="{A67D2106-FF4F-49A2-A893-E18BA6F462A8}"/>
                </a:ext>
              </a:extLst>
            </p:cNvPr>
            <p:cNvSpPr>
              <a:spLocks noGrp="1"/>
            </p:cNvSpPr>
            <p:nvPr/>
          </p:nvSpPr>
          <p:spPr>
            <a:xfrm>
              <a:off x="1724025" y="3257550"/>
              <a:ext cx="104966" cy="104966"/>
            </a:xfrm>
            <a:prstGeom prst="rect">
              <a:avLst/>
            </a:prstGeom>
            <a:solidFill>
              <a:srgbClr val="81C9BA"/>
            </a:solidFill>
            <a:ln w="0">
              <a:noFill/>
              <a:prstDash val="solid"/>
            </a:ln>
          </p:spPr>
        </p:sp>
        <p:sp>
          <p:nvSpPr>
            <p:cNvPr id="290" name="four:scalar-input:grid-cell:290">
              <a:extLst>
                <a:ext uri="{FF2B5EF4-FFF2-40B4-BE49-F238E27FC236}">
                  <ns2:creationId id="{09F37743-D16A-4B03-AB0F-ECDE1B3856E4}"/>
                </a:ext>
              </a:extLst>
            </p:cNvPr>
            <p:cNvSpPr>
              <a:spLocks noGrp="1"/>
            </p:cNvSpPr>
            <p:nvPr/>
          </p:nvSpPr>
          <p:spPr>
            <a:xfrm>
              <a:off x="1828800" y="3257550"/>
              <a:ext cx="104966" cy="104966"/>
            </a:xfrm>
            <a:prstGeom prst="rect">
              <a:avLst/>
            </a:prstGeom>
            <a:solidFill>
              <a:srgbClr val="009E73"/>
            </a:solidFill>
            <a:ln w="0">
              <a:noFill/>
              <a:prstDash val="solid"/>
            </a:ln>
          </p:spPr>
        </p:sp>
        <p:sp>
          <p:nvSpPr>
            <p:cNvPr id="291" name="four:scalar-input:grid-cell:291">
              <a:extLst>
                <a:ext uri="{FF2B5EF4-FFF2-40B4-BE49-F238E27FC236}">
                  <ns2:creationId id="{D5EFA6D9-D298-4B16-B081-252D5D7E85C7}"/>
                </a:ext>
              </a:extLst>
            </p:cNvPr>
            <p:cNvSpPr>
              <a:spLocks noGrp="1"/>
            </p:cNvSpPr>
            <p:nvPr/>
          </p:nvSpPr>
          <p:spPr>
            <a:xfrm>
              <a:off x="1933575" y="3257550"/>
              <a:ext cx="104966" cy="104966"/>
            </a:xfrm>
            <a:prstGeom prst="rect">
              <a:avLst/>
            </a:prstGeom>
            <a:solidFill>
              <a:srgbClr val="81C9BA"/>
            </a:solidFill>
            <a:ln w="0">
              <a:noFill/>
              <a:prstDash val="solid"/>
            </a:ln>
          </p:spPr>
        </p:sp>
        <p:sp>
          <p:nvSpPr>
            <p:cNvPr id="292" name="four:scalar-input:grid-cell:292">
              <a:extLst>
                <a:ext uri="{FF2B5EF4-FFF2-40B4-BE49-F238E27FC236}">
                  <ns2:creationId id="{2DB0298C-3896-4ABB-BF87-7E98583451DE}"/>
                </a:ext>
              </a:extLst>
            </p:cNvPr>
            <p:cNvSpPr>
              <a:spLocks noGrp="1"/>
            </p:cNvSpPr>
            <p:nvPr/>
          </p:nvSpPr>
          <p:spPr>
            <a:xfrm>
              <a:off x="2038350" y="3257550"/>
              <a:ext cx="104966" cy="104966"/>
            </a:xfrm>
            <a:prstGeom prst="rect">
              <a:avLst/>
            </a:prstGeom>
            <a:solidFill>
              <a:srgbClr val="81C9BA"/>
            </a:solidFill>
            <a:ln w="0">
              <a:noFill/>
              <a:prstDash val="solid"/>
            </a:ln>
          </p:spPr>
        </p:sp>
        <p:sp>
          <p:nvSpPr>
            <p:cNvPr id="293" name="four:scalar-input:grid-cell:293">
              <a:extLst>
                <a:ext uri="{FF2B5EF4-FFF2-40B4-BE49-F238E27FC236}">
                  <ns2:creationId id="{A851C53C-0654-4AE1-B09C-BE0A0FCF4624}"/>
                </a:ext>
              </a:extLst>
            </p:cNvPr>
            <p:cNvSpPr>
              <a:spLocks noGrp="1"/>
            </p:cNvSpPr>
            <p:nvPr/>
          </p:nvSpPr>
          <p:spPr>
            <a:xfrm>
              <a:off x="2143125" y="3257550"/>
              <a:ext cx="104966" cy="104966"/>
            </a:xfrm>
            <a:prstGeom prst="rect">
              <a:avLst/>
            </a:prstGeom>
            <a:solidFill>
              <a:srgbClr val="81C9BA"/>
            </a:solidFill>
            <a:ln w="0">
              <a:noFill/>
              <a:prstDash val="solid"/>
            </a:ln>
          </p:spPr>
        </p:sp>
        <p:sp>
          <p:nvSpPr>
            <p:cNvPr id="294" name="four:scalar-input:grid-cell:294">
              <a:extLst>
                <a:ext uri="{FF2B5EF4-FFF2-40B4-BE49-F238E27FC236}">
                  <ns2:creationId id="{13414A77-C81D-49D7-9133-F6978F7DFC8B}"/>
                </a:ext>
              </a:extLst>
            </p:cNvPr>
            <p:cNvSpPr>
              <a:spLocks noGrp="1"/>
            </p:cNvSpPr>
            <p:nvPr/>
          </p:nvSpPr>
          <p:spPr>
            <a:xfrm>
              <a:off x="2247900" y="3257550"/>
              <a:ext cx="104966" cy="104966"/>
            </a:xfrm>
            <a:prstGeom prst="rect">
              <a:avLst/>
            </a:prstGeom>
            <a:solidFill>
              <a:srgbClr val="81C9BA"/>
            </a:solidFill>
            <a:ln w="0">
              <a:noFill/>
              <a:prstDash val="solid"/>
            </a:ln>
          </p:spPr>
        </p:sp>
        <p:sp>
          <p:nvSpPr>
            <p:cNvPr id="295" name="four:scalar-input:grid-cell:295">
              <a:extLst>
                <a:ext uri="{FF2B5EF4-FFF2-40B4-BE49-F238E27FC236}">
                  <ns2:creationId id="{51EB5F5A-5E82-4AB4-A112-1B6DBDC5B510}"/>
                </a:ext>
              </a:extLst>
            </p:cNvPr>
            <p:cNvSpPr>
              <a:spLocks noGrp="1"/>
            </p:cNvSpPr>
            <p:nvPr/>
          </p:nvSpPr>
          <p:spPr>
            <a:xfrm>
              <a:off x="2352675" y="3257550"/>
              <a:ext cx="104966" cy="104966"/>
            </a:xfrm>
            <a:prstGeom prst="rect">
              <a:avLst/>
            </a:prstGeom>
            <a:solidFill>
              <a:srgbClr val="DCE8ED"/>
            </a:solidFill>
            <a:ln w="0">
              <a:noFill/>
              <a:prstDash val="solid"/>
            </a:ln>
          </p:spPr>
        </p:sp>
        <p:sp>
          <p:nvSpPr>
            <p:cNvPr id="296" name="four:scalar-input:grid-cell:296">
              <a:extLst>
                <a:ext uri="{FF2B5EF4-FFF2-40B4-BE49-F238E27FC236}">
                  <ns2:creationId id="{680FCD2C-70E8-4501-8868-45453B5B42D6}"/>
                </a:ext>
              </a:extLst>
            </p:cNvPr>
            <p:cNvSpPr>
              <a:spLocks noGrp="1"/>
            </p:cNvSpPr>
            <p:nvPr/>
          </p:nvSpPr>
          <p:spPr>
            <a:xfrm>
              <a:off x="361950" y="3362325"/>
              <a:ext cx="104966" cy="104966"/>
            </a:xfrm>
            <a:prstGeom prst="rect">
              <a:avLst/>
            </a:prstGeom>
            <a:solidFill>
              <a:srgbClr val="D4B4CC"/>
            </a:solidFill>
            <a:ln w="0">
              <a:noFill/>
              <a:prstDash val="solid"/>
            </a:ln>
          </p:spPr>
        </p:sp>
        <p:sp>
          <p:nvSpPr>
            <p:cNvPr id="297" name="four:scalar-input:grid-cell:297">
              <a:extLst>
                <a:ext uri="{FF2B5EF4-FFF2-40B4-BE49-F238E27FC236}">
                  <ns2:creationId id="{C7755CA7-E30F-4A59-8E05-00676E797691}"/>
                </a:ext>
              </a:extLst>
            </p:cNvPr>
            <p:cNvSpPr>
              <a:spLocks noGrp="1"/>
            </p:cNvSpPr>
            <p:nvPr/>
          </p:nvSpPr>
          <p:spPr>
            <a:xfrm>
              <a:off x="466725" y="3362325"/>
              <a:ext cx="104966" cy="104966"/>
            </a:xfrm>
            <a:prstGeom prst="rect">
              <a:avLst/>
            </a:prstGeom>
            <a:solidFill>
              <a:srgbClr val="D4B4CC"/>
            </a:solidFill>
            <a:ln w="0">
              <a:noFill/>
              <a:prstDash val="solid"/>
            </a:ln>
          </p:spPr>
        </p:sp>
        <p:sp>
          <p:nvSpPr>
            <p:cNvPr id="298" name="four:scalar-input:grid-cell:298">
              <a:extLst>
                <a:ext uri="{FF2B5EF4-FFF2-40B4-BE49-F238E27FC236}">
                  <ns2:creationId id="{D188E46C-3818-45B3-85E1-D62D85B4FFFC}"/>
                </a:ext>
              </a:extLst>
            </p:cNvPr>
            <p:cNvSpPr>
              <a:spLocks noGrp="1"/>
            </p:cNvSpPr>
            <p:nvPr/>
          </p:nvSpPr>
          <p:spPr>
            <a:xfrm>
              <a:off x="571500" y="3362325"/>
              <a:ext cx="104966" cy="104966"/>
            </a:xfrm>
            <a:prstGeom prst="rect">
              <a:avLst/>
            </a:prstGeom>
            <a:solidFill>
              <a:srgbClr val="D4B4CC"/>
            </a:solidFill>
            <a:ln w="0">
              <a:noFill/>
              <a:prstDash val="solid"/>
            </a:ln>
          </p:spPr>
        </p:sp>
        <p:sp>
          <p:nvSpPr>
            <p:cNvPr id="299" name="four:scalar-input:grid-cell:299">
              <a:extLst>
                <a:ext uri="{FF2B5EF4-FFF2-40B4-BE49-F238E27FC236}">
                  <ns2:creationId id="{0A1B14AB-FBFC-4B53-80DD-4A64A6522B95}"/>
                </a:ext>
              </a:extLst>
            </p:cNvPr>
            <p:cNvSpPr>
              <a:spLocks noGrp="1"/>
            </p:cNvSpPr>
            <p:nvPr/>
          </p:nvSpPr>
          <p:spPr>
            <a:xfrm>
              <a:off x="676275" y="3362325"/>
              <a:ext cx="104966" cy="104966"/>
            </a:xfrm>
            <a:prstGeom prst="rect">
              <a:avLst/>
            </a:prstGeom>
            <a:solidFill>
              <a:srgbClr val="DCE8ED"/>
            </a:solidFill>
            <a:ln w="0">
              <a:noFill/>
              <a:prstDash val="solid"/>
            </a:ln>
          </p:spPr>
        </p:sp>
        <p:sp>
          <p:nvSpPr>
            <p:cNvPr id="300" name="four:scalar-input:grid-cell:300">
              <a:extLst>
                <a:ext uri="{FF2B5EF4-FFF2-40B4-BE49-F238E27FC236}">
                  <ns2:creationId id="{B952CAE6-2C22-4479-8D73-D32801B2411C}"/>
                </a:ext>
              </a:extLst>
            </p:cNvPr>
            <p:cNvSpPr>
              <a:spLocks noGrp="1"/>
            </p:cNvSpPr>
            <p:nvPr/>
          </p:nvSpPr>
          <p:spPr>
            <a:xfrm>
              <a:off x="781050" y="3362325"/>
              <a:ext cx="104966" cy="104966"/>
            </a:xfrm>
            <a:prstGeom prst="rect">
              <a:avLst/>
            </a:prstGeom>
            <a:solidFill>
              <a:srgbClr val="DCE8ED"/>
            </a:solidFill>
            <a:ln w="0">
              <a:noFill/>
              <a:prstDash val="solid"/>
            </a:ln>
          </p:spPr>
        </p:sp>
        <p:sp>
          <p:nvSpPr>
            <p:cNvPr id="301" name="four:scalar-input:grid-cell:301">
              <a:extLst>
                <a:ext uri="{FF2B5EF4-FFF2-40B4-BE49-F238E27FC236}">
                  <ns2:creationId id="{2D04AFB0-7CC6-42D1-940C-CA082D96C35F}"/>
                </a:ext>
              </a:extLst>
            </p:cNvPr>
            <p:cNvSpPr>
              <a:spLocks noGrp="1"/>
            </p:cNvSpPr>
            <p:nvPr/>
          </p:nvSpPr>
          <p:spPr>
            <a:xfrm>
              <a:off x="885825" y="3362325"/>
              <a:ext cx="104966" cy="104966"/>
            </a:xfrm>
            <a:prstGeom prst="rect">
              <a:avLst/>
            </a:prstGeom>
            <a:solidFill>
              <a:srgbClr val="81C9BA"/>
            </a:solidFill>
            <a:ln w="0">
              <a:noFill/>
              <a:prstDash val="solid"/>
            </a:ln>
          </p:spPr>
        </p:sp>
        <p:sp>
          <p:nvSpPr>
            <p:cNvPr id="302" name="four:scalar-input:grid-cell:302">
              <a:extLst>
                <a:ext uri="{FF2B5EF4-FFF2-40B4-BE49-F238E27FC236}">
                  <ns2:creationId id="{DB076CE3-B836-49BC-A504-7A324C645F9F}"/>
                </a:ext>
              </a:extLst>
            </p:cNvPr>
            <p:cNvSpPr>
              <a:spLocks noGrp="1"/>
            </p:cNvSpPr>
            <p:nvPr/>
          </p:nvSpPr>
          <p:spPr>
            <a:xfrm>
              <a:off x="990600" y="3362325"/>
              <a:ext cx="104966" cy="104966"/>
            </a:xfrm>
            <a:prstGeom prst="rect">
              <a:avLst/>
            </a:prstGeom>
            <a:solidFill>
              <a:srgbClr val="81C9BA"/>
            </a:solidFill>
            <a:ln w="0">
              <a:noFill/>
              <a:prstDash val="solid"/>
            </a:ln>
          </p:spPr>
        </p:sp>
        <p:sp>
          <p:nvSpPr>
            <p:cNvPr id="303" name="four:scalar-input:grid-cell:303">
              <a:extLst>
                <a:ext uri="{FF2B5EF4-FFF2-40B4-BE49-F238E27FC236}">
                  <ns2:creationId id="{53031243-CB54-4984-AACA-93D848A43C4A}"/>
                </a:ext>
              </a:extLst>
            </p:cNvPr>
            <p:cNvSpPr>
              <a:spLocks noGrp="1"/>
            </p:cNvSpPr>
            <p:nvPr/>
          </p:nvSpPr>
          <p:spPr>
            <a:xfrm>
              <a:off x="1095375" y="3362325"/>
              <a:ext cx="104966" cy="104966"/>
            </a:xfrm>
            <a:prstGeom prst="rect">
              <a:avLst/>
            </a:prstGeom>
            <a:solidFill>
              <a:srgbClr val="81C9BA"/>
            </a:solidFill>
            <a:ln w="0">
              <a:noFill/>
              <a:prstDash val="solid"/>
            </a:ln>
          </p:spPr>
        </p:sp>
        <p:sp>
          <p:nvSpPr>
            <p:cNvPr id="304" name="four:scalar-input:grid-cell:304">
              <a:extLst>
                <a:ext uri="{FF2B5EF4-FFF2-40B4-BE49-F238E27FC236}">
                  <ns2:creationId id="{1A60C70E-D7B4-402C-82B3-D0F5C76FC0D1}"/>
                </a:ext>
              </a:extLst>
            </p:cNvPr>
            <p:cNvSpPr>
              <a:spLocks noGrp="1"/>
            </p:cNvSpPr>
            <p:nvPr/>
          </p:nvSpPr>
          <p:spPr>
            <a:xfrm>
              <a:off x="1200150" y="3362325"/>
              <a:ext cx="104966" cy="104966"/>
            </a:xfrm>
            <a:prstGeom prst="rect">
              <a:avLst/>
            </a:prstGeom>
            <a:solidFill>
              <a:srgbClr val="81C9BA"/>
            </a:solidFill>
            <a:ln w="0">
              <a:noFill/>
              <a:prstDash val="solid"/>
            </a:ln>
          </p:spPr>
        </p:sp>
        <p:sp>
          <p:nvSpPr>
            <p:cNvPr id="305" name="four:scalar-input:grid-cell:305">
              <a:extLst>
                <a:ext uri="{FF2B5EF4-FFF2-40B4-BE49-F238E27FC236}">
                  <ns2:creationId id="{0D77F6FE-4CEA-470B-B539-F9CA0196F1E5}"/>
                </a:ext>
              </a:extLst>
            </p:cNvPr>
            <p:cNvSpPr>
              <a:spLocks noGrp="1"/>
            </p:cNvSpPr>
            <p:nvPr/>
          </p:nvSpPr>
          <p:spPr>
            <a:xfrm>
              <a:off x="1304925" y="3362325"/>
              <a:ext cx="104966" cy="104966"/>
            </a:xfrm>
            <a:prstGeom prst="rect">
              <a:avLst/>
            </a:prstGeom>
            <a:solidFill>
              <a:srgbClr val="81C9BA"/>
            </a:solidFill>
            <a:ln w="0">
              <a:noFill/>
              <a:prstDash val="solid"/>
            </a:ln>
          </p:spPr>
        </p:sp>
        <p:sp>
          <p:nvSpPr>
            <p:cNvPr id="306" name="four:scalar-input:grid-cell:306">
              <a:extLst>
                <a:ext uri="{FF2B5EF4-FFF2-40B4-BE49-F238E27FC236}">
                  <ns2:creationId id="{9C07961E-2915-420F-9D57-DAAFB1C31825}"/>
                </a:ext>
              </a:extLst>
            </p:cNvPr>
            <p:cNvSpPr>
              <a:spLocks noGrp="1"/>
            </p:cNvSpPr>
            <p:nvPr/>
          </p:nvSpPr>
          <p:spPr>
            <a:xfrm>
              <a:off x="1409700" y="3362325"/>
              <a:ext cx="104966" cy="104966"/>
            </a:xfrm>
            <a:prstGeom prst="rect">
              <a:avLst/>
            </a:prstGeom>
            <a:solidFill>
              <a:srgbClr val="81C9BA"/>
            </a:solidFill>
            <a:ln w="0">
              <a:noFill/>
              <a:prstDash val="solid"/>
            </a:ln>
          </p:spPr>
        </p:sp>
        <p:sp>
          <p:nvSpPr>
            <p:cNvPr id="307" name="four:scalar-input:grid-cell:307">
              <a:extLst>
                <a:ext uri="{FF2B5EF4-FFF2-40B4-BE49-F238E27FC236}">
                  <ns2:creationId id="{1F34A9B7-025D-43E4-97CC-D1E1F02B9AE0}"/>
                </a:ext>
              </a:extLst>
            </p:cNvPr>
            <p:cNvSpPr>
              <a:spLocks noGrp="1"/>
            </p:cNvSpPr>
            <p:nvPr/>
          </p:nvSpPr>
          <p:spPr>
            <a:xfrm>
              <a:off x="1514475" y="3362325"/>
              <a:ext cx="104966" cy="104966"/>
            </a:xfrm>
            <a:prstGeom prst="rect">
              <a:avLst/>
            </a:prstGeom>
            <a:solidFill>
              <a:srgbClr val="81C9BA"/>
            </a:solidFill>
            <a:ln w="0">
              <a:noFill/>
              <a:prstDash val="solid"/>
            </a:ln>
          </p:spPr>
        </p:sp>
        <p:sp>
          <p:nvSpPr>
            <p:cNvPr id="308" name="four:scalar-input:grid-cell:308">
              <a:extLst>
                <a:ext uri="{FF2B5EF4-FFF2-40B4-BE49-F238E27FC236}">
                  <ns2:creationId id="{A68034A8-DF4B-4FA2-871D-79D29F4A582B}"/>
                </a:ext>
              </a:extLst>
            </p:cNvPr>
            <p:cNvSpPr>
              <a:spLocks noGrp="1"/>
            </p:cNvSpPr>
            <p:nvPr/>
          </p:nvSpPr>
          <p:spPr>
            <a:xfrm>
              <a:off x="1619250" y="3362325"/>
              <a:ext cx="104966" cy="104966"/>
            </a:xfrm>
            <a:prstGeom prst="rect">
              <a:avLst/>
            </a:prstGeom>
            <a:solidFill>
              <a:srgbClr val="81C9BA"/>
            </a:solidFill>
            <a:ln w="0">
              <a:noFill/>
              <a:prstDash val="solid"/>
            </a:ln>
          </p:spPr>
        </p:sp>
        <p:sp>
          <p:nvSpPr>
            <p:cNvPr id="309" name="four:scalar-input:grid-cell:309">
              <a:extLst>
                <a:ext uri="{FF2B5EF4-FFF2-40B4-BE49-F238E27FC236}">
                  <ns2:creationId id="{1B9B9A89-7E8B-40E4-B475-35CDE8F71D85}"/>
                </a:ext>
              </a:extLst>
            </p:cNvPr>
            <p:cNvSpPr>
              <a:spLocks noGrp="1"/>
            </p:cNvSpPr>
            <p:nvPr/>
          </p:nvSpPr>
          <p:spPr>
            <a:xfrm>
              <a:off x="1724025" y="3362325"/>
              <a:ext cx="104966" cy="104966"/>
            </a:xfrm>
            <a:prstGeom prst="rect">
              <a:avLst/>
            </a:prstGeom>
            <a:solidFill>
              <a:srgbClr val="009E73"/>
            </a:solidFill>
            <a:ln w="0">
              <a:noFill/>
              <a:prstDash val="solid"/>
            </a:ln>
          </p:spPr>
        </p:sp>
        <p:sp>
          <p:nvSpPr>
            <p:cNvPr id="310" name="four:scalar-input:grid-cell:310">
              <a:extLst>
                <a:ext uri="{FF2B5EF4-FFF2-40B4-BE49-F238E27FC236}">
                  <ns2:creationId id="{C33F2390-8C38-41DE-A050-0DBF5C35CB7E}"/>
                </a:ext>
              </a:extLst>
            </p:cNvPr>
            <p:cNvSpPr>
              <a:spLocks noGrp="1"/>
            </p:cNvSpPr>
            <p:nvPr/>
          </p:nvSpPr>
          <p:spPr>
            <a:xfrm>
              <a:off x="1828800" y="3362325"/>
              <a:ext cx="104966" cy="104966"/>
            </a:xfrm>
            <a:prstGeom prst="rect">
              <a:avLst/>
            </a:prstGeom>
            <a:solidFill>
              <a:srgbClr val="009E73"/>
            </a:solidFill>
            <a:ln w="0">
              <a:noFill/>
              <a:prstDash val="solid"/>
            </a:ln>
          </p:spPr>
        </p:sp>
        <p:sp>
          <p:nvSpPr>
            <p:cNvPr id="311" name="four:scalar-input:grid-cell:311">
              <a:extLst>
                <a:ext uri="{FF2B5EF4-FFF2-40B4-BE49-F238E27FC236}">
                  <ns2:creationId id="{D1B350C6-C64D-4A1C-8F37-5B4AC5E13160}"/>
                </a:ext>
              </a:extLst>
            </p:cNvPr>
            <p:cNvSpPr>
              <a:spLocks noGrp="1"/>
            </p:cNvSpPr>
            <p:nvPr/>
          </p:nvSpPr>
          <p:spPr>
            <a:xfrm>
              <a:off x="1933575" y="3362325"/>
              <a:ext cx="104966" cy="104966"/>
            </a:xfrm>
            <a:prstGeom prst="rect">
              <a:avLst/>
            </a:prstGeom>
            <a:solidFill>
              <a:srgbClr val="009E73"/>
            </a:solidFill>
            <a:ln w="0">
              <a:noFill/>
              <a:prstDash val="solid"/>
            </a:ln>
          </p:spPr>
        </p:sp>
        <p:sp>
          <p:nvSpPr>
            <p:cNvPr id="312" name="four:scalar-input:grid-cell:312">
              <a:extLst>
                <a:ext uri="{FF2B5EF4-FFF2-40B4-BE49-F238E27FC236}">
                  <ns2:creationId id="{023DEAB1-A3AC-4D29-BC28-09772BEEC0CF}"/>
                </a:ext>
              </a:extLst>
            </p:cNvPr>
            <p:cNvSpPr>
              <a:spLocks noGrp="1"/>
            </p:cNvSpPr>
            <p:nvPr/>
          </p:nvSpPr>
          <p:spPr>
            <a:xfrm>
              <a:off x="2038350" y="3362325"/>
              <a:ext cx="104966" cy="104966"/>
            </a:xfrm>
            <a:prstGeom prst="rect">
              <a:avLst/>
            </a:prstGeom>
            <a:solidFill>
              <a:srgbClr val="009E73"/>
            </a:solidFill>
            <a:ln w="0">
              <a:noFill/>
              <a:prstDash val="solid"/>
            </a:ln>
          </p:spPr>
        </p:sp>
        <p:sp>
          <p:nvSpPr>
            <p:cNvPr id="313" name="four:scalar-input:grid-cell:313">
              <a:extLst>
                <a:ext uri="{FF2B5EF4-FFF2-40B4-BE49-F238E27FC236}">
                  <ns2:creationId id="{FAEDB05F-455C-4F5C-A575-5CD0EE1D3DDC}"/>
                </a:ext>
              </a:extLst>
            </p:cNvPr>
            <p:cNvSpPr>
              <a:spLocks noGrp="1"/>
            </p:cNvSpPr>
            <p:nvPr/>
          </p:nvSpPr>
          <p:spPr>
            <a:xfrm>
              <a:off x="2143125" y="3362325"/>
              <a:ext cx="104966" cy="104966"/>
            </a:xfrm>
            <a:prstGeom prst="rect">
              <a:avLst/>
            </a:prstGeom>
            <a:solidFill>
              <a:srgbClr val="81C9BA"/>
            </a:solidFill>
            <a:ln w="0">
              <a:noFill/>
              <a:prstDash val="solid"/>
            </a:ln>
          </p:spPr>
        </p:sp>
        <p:sp>
          <p:nvSpPr>
            <p:cNvPr id="314" name="four:scalar-input:grid-cell:314">
              <a:extLst>
                <a:ext uri="{FF2B5EF4-FFF2-40B4-BE49-F238E27FC236}">
                  <ns2:creationId id="{2EC8CCE5-E126-44C7-995F-E20E95492E47}"/>
                </a:ext>
              </a:extLst>
            </p:cNvPr>
            <p:cNvSpPr>
              <a:spLocks noGrp="1"/>
            </p:cNvSpPr>
            <p:nvPr/>
          </p:nvSpPr>
          <p:spPr>
            <a:xfrm>
              <a:off x="2247900" y="3362325"/>
              <a:ext cx="104966" cy="104966"/>
            </a:xfrm>
            <a:prstGeom prst="rect">
              <a:avLst/>
            </a:prstGeom>
            <a:solidFill>
              <a:srgbClr val="81C9BA"/>
            </a:solidFill>
            <a:ln w="0">
              <a:noFill/>
              <a:prstDash val="solid"/>
            </a:ln>
          </p:spPr>
        </p:sp>
        <p:sp>
          <p:nvSpPr>
            <p:cNvPr id="315" name="four:scalar-input:grid-cell:315">
              <a:extLst>
                <a:ext uri="{FF2B5EF4-FFF2-40B4-BE49-F238E27FC236}">
                  <ns2:creationId id="{DA3EB2CA-8C42-4F37-A0B0-A3792DFAA194}"/>
                </a:ext>
              </a:extLst>
            </p:cNvPr>
            <p:cNvSpPr>
              <a:spLocks noGrp="1"/>
            </p:cNvSpPr>
            <p:nvPr/>
          </p:nvSpPr>
          <p:spPr>
            <a:xfrm>
              <a:off x="2352675" y="3362325"/>
              <a:ext cx="104966" cy="104966"/>
            </a:xfrm>
            <a:prstGeom prst="rect">
              <a:avLst/>
            </a:prstGeom>
            <a:solidFill>
              <a:srgbClr val="81C9BA"/>
            </a:solidFill>
            <a:ln w="0">
              <a:noFill/>
              <a:prstDash val="solid"/>
            </a:ln>
          </p:spPr>
        </p:sp>
        <p:sp>
          <p:nvSpPr>
            <p:cNvPr id="316" name="four:scalar-input:grid-cell:316">
              <a:extLst>
                <a:ext uri="{FF2B5EF4-FFF2-40B4-BE49-F238E27FC236}">
                  <ns2:creationId id="{82264597-B348-4584-AA0C-11FAAEEE032D}"/>
                </a:ext>
              </a:extLst>
            </p:cNvPr>
            <p:cNvSpPr>
              <a:spLocks noGrp="1"/>
            </p:cNvSpPr>
            <p:nvPr/>
          </p:nvSpPr>
          <p:spPr>
            <a:xfrm>
              <a:off x="361950" y="3467100"/>
              <a:ext cx="104966" cy="104966"/>
            </a:xfrm>
            <a:prstGeom prst="rect">
              <a:avLst/>
            </a:prstGeom>
            <a:solidFill>
              <a:srgbClr val="DCE8ED"/>
            </a:solidFill>
            <a:ln w="0">
              <a:noFill/>
              <a:prstDash val="solid"/>
            </a:ln>
          </p:spPr>
        </p:sp>
        <p:sp>
          <p:nvSpPr>
            <p:cNvPr id="317" name="four:scalar-input:grid-cell:317">
              <a:extLst>
                <a:ext uri="{FF2B5EF4-FFF2-40B4-BE49-F238E27FC236}">
                  <ns2:creationId id="{50DC37C6-4608-40FC-B7C0-8E24B45759A8}"/>
                </a:ext>
              </a:extLst>
            </p:cNvPr>
            <p:cNvSpPr>
              <a:spLocks noGrp="1"/>
            </p:cNvSpPr>
            <p:nvPr/>
          </p:nvSpPr>
          <p:spPr>
            <a:xfrm>
              <a:off x="466725" y="3467100"/>
              <a:ext cx="104966" cy="104966"/>
            </a:xfrm>
            <a:prstGeom prst="rect">
              <a:avLst/>
            </a:prstGeom>
            <a:solidFill>
              <a:srgbClr val="DCE8ED"/>
            </a:solidFill>
            <a:ln w="0">
              <a:noFill/>
              <a:prstDash val="solid"/>
            </a:ln>
          </p:spPr>
        </p:sp>
        <p:sp>
          <p:nvSpPr>
            <p:cNvPr id="318" name="four:scalar-input:grid-cell:318">
              <a:extLst>
                <a:ext uri="{FF2B5EF4-FFF2-40B4-BE49-F238E27FC236}">
                  <ns2:creationId id="{EB7436F8-D8CA-4991-B820-83129A42A47B}"/>
                </a:ext>
              </a:extLst>
            </p:cNvPr>
            <p:cNvSpPr>
              <a:spLocks noGrp="1"/>
            </p:cNvSpPr>
            <p:nvPr/>
          </p:nvSpPr>
          <p:spPr>
            <a:xfrm>
              <a:off x="571500" y="3467100"/>
              <a:ext cx="104966" cy="104966"/>
            </a:xfrm>
            <a:prstGeom prst="rect">
              <a:avLst/>
            </a:prstGeom>
            <a:solidFill>
              <a:srgbClr val="DCE8ED"/>
            </a:solidFill>
            <a:ln w="0">
              <a:noFill/>
              <a:prstDash val="solid"/>
            </a:ln>
          </p:spPr>
        </p:sp>
        <p:sp>
          <p:nvSpPr>
            <p:cNvPr id="319" name="four:scalar-input:grid-cell:319">
              <a:extLst>
                <a:ext uri="{FF2B5EF4-FFF2-40B4-BE49-F238E27FC236}">
                  <ns2:creationId id="{D15EAE21-307A-4DD8-B618-CB84945822D9}"/>
                </a:ext>
              </a:extLst>
            </p:cNvPr>
            <p:cNvSpPr>
              <a:spLocks noGrp="1"/>
            </p:cNvSpPr>
            <p:nvPr/>
          </p:nvSpPr>
          <p:spPr>
            <a:xfrm>
              <a:off x="676275" y="3467100"/>
              <a:ext cx="104966" cy="104966"/>
            </a:xfrm>
            <a:prstGeom prst="rect">
              <a:avLst/>
            </a:prstGeom>
            <a:solidFill>
              <a:srgbClr val="DCE8ED"/>
            </a:solidFill>
            <a:ln w="0">
              <a:noFill/>
              <a:prstDash val="solid"/>
            </a:ln>
          </p:spPr>
        </p:sp>
        <p:sp>
          <p:nvSpPr>
            <p:cNvPr id="320" name="four:scalar-input:grid-cell:320">
              <a:extLst>
                <a:ext uri="{FF2B5EF4-FFF2-40B4-BE49-F238E27FC236}">
                  <ns2:creationId id="{3546EFA1-E5D3-475B-B44B-0C4CD24B822D}"/>
                </a:ext>
              </a:extLst>
            </p:cNvPr>
            <p:cNvSpPr>
              <a:spLocks noGrp="1"/>
            </p:cNvSpPr>
            <p:nvPr/>
          </p:nvSpPr>
          <p:spPr>
            <a:xfrm>
              <a:off x="781050" y="3467100"/>
              <a:ext cx="104966" cy="104966"/>
            </a:xfrm>
            <a:prstGeom prst="rect">
              <a:avLst/>
            </a:prstGeom>
            <a:solidFill>
              <a:srgbClr val="DCE8ED"/>
            </a:solidFill>
            <a:ln w="0">
              <a:noFill/>
              <a:prstDash val="solid"/>
            </a:ln>
          </p:spPr>
        </p:sp>
        <p:sp>
          <p:nvSpPr>
            <p:cNvPr id="321" name="four:scalar-input:grid-cell:321">
              <a:extLst>
                <a:ext uri="{FF2B5EF4-FFF2-40B4-BE49-F238E27FC236}">
                  <ns2:creationId id="{82992B67-109D-42D1-85DF-0728EC8CFEBE}"/>
                </a:ext>
              </a:extLst>
            </p:cNvPr>
            <p:cNvSpPr>
              <a:spLocks noGrp="1"/>
            </p:cNvSpPr>
            <p:nvPr/>
          </p:nvSpPr>
          <p:spPr>
            <a:xfrm>
              <a:off x="885825" y="3467100"/>
              <a:ext cx="104966" cy="104966"/>
            </a:xfrm>
            <a:prstGeom prst="rect">
              <a:avLst/>
            </a:prstGeom>
            <a:solidFill>
              <a:srgbClr val="81C9BA"/>
            </a:solidFill>
            <a:ln w="0">
              <a:noFill/>
              <a:prstDash val="solid"/>
            </a:ln>
          </p:spPr>
        </p:sp>
        <p:sp>
          <p:nvSpPr>
            <p:cNvPr id="322" name="four:scalar-input:grid-cell:322">
              <a:extLst>
                <a:ext uri="{FF2B5EF4-FFF2-40B4-BE49-F238E27FC236}">
                  <ns2:creationId id="{A871B84C-BAA5-4E64-91DE-F7AC909045BD}"/>
                </a:ext>
              </a:extLst>
            </p:cNvPr>
            <p:cNvSpPr>
              <a:spLocks noGrp="1"/>
            </p:cNvSpPr>
            <p:nvPr/>
          </p:nvSpPr>
          <p:spPr>
            <a:xfrm>
              <a:off x="990600" y="3467100"/>
              <a:ext cx="104966" cy="104966"/>
            </a:xfrm>
            <a:prstGeom prst="rect">
              <a:avLst/>
            </a:prstGeom>
            <a:solidFill>
              <a:srgbClr val="81C9BA"/>
            </a:solidFill>
            <a:ln w="0">
              <a:noFill/>
              <a:prstDash val="solid"/>
            </a:ln>
          </p:spPr>
        </p:sp>
        <p:sp>
          <p:nvSpPr>
            <p:cNvPr id="323" name="four:scalar-input:grid-cell:323">
              <a:extLst>
                <a:ext uri="{FF2B5EF4-FFF2-40B4-BE49-F238E27FC236}">
                  <ns2:creationId id="{F1465C06-DACC-4450-AD3F-9B6D01371BFC}"/>
                </a:ext>
              </a:extLst>
            </p:cNvPr>
            <p:cNvSpPr>
              <a:spLocks noGrp="1"/>
            </p:cNvSpPr>
            <p:nvPr/>
          </p:nvSpPr>
          <p:spPr>
            <a:xfrm>
              <a:off x="1095375" y="3467100"/>
              <a:ext cx="104966" cy="104966"/>
            </a:xfrm>
            <a:prstGeom prst="rect">
              <a:avLst/>
            </a:prstGeom>
            <a:solidFill>
              <a:srgbClr val="81C9BA"/>
            </a:solidFill>
            <a:ln w="0">
              <a:noFill/>
              <a:prstDash val="solid"/>
            </a:ln>
          </p:spPr>
        </p:sp>
        <p:sp>
          <p:nvSpPr>
            <p:cNvPr id="324" name="four:scalar-input:grid-cell:324">
              <a:extLst>
                <a:ext uri="{FF2B5EF4-FFF2-40B4-BE49-F238E27FC236}">
                  <ns2:creationId id="{82E0D899-15BE-4E97-8ACC-7B5B4457DBEE}"/>
                </a:ext>
              </a:extLst>
            </p:cNvPr>
            <p:cNvSpPr>
              <a:spLocks noGrp="1"/>
            </p:cNvSpPr>
            <p:nvPr/>
          </p:nvSpPr>
          <p:spPr>
            <a:xfrm>
              <a:off x="1200150" y="3467100"/>
              <a:ext cx="104966" cy="104966"/>
            </a:xfrm>
            <a:prstGeom prst="rect">
              <a:avLst/>
            </a:prstGeom>
            <a:solidFill>
              <a:srgbClr val="81C9BA"/>
            </a:solidFill>
            <a:ln w="0">
              <a:noFill/>
              <a:prstDash val="solid"/>
            </a:ln>
          </p:spPr>
        </p:sp>
        <p:sp>
          <p:nvSpPr>
            <p:cNvPr id="325" name="four:scalar-input:grid-cell:325">
              <a:extLst>
                <a:ext uri="{FF2B5EF4-FFF2-40B4-BE49-F238E27FC236}">
                  <ns2:creationId id="{8D37D0D0-37D5-4F33-834A-C171A92FC7E7}"/>
                </a:ext>
              </a:extLst>
            </p:cNvPr>
            <p:cNvSpPr>
              <a:spLocks noGrp="1"/>
            </p:cNvSpPr>
            <p:nvPr/>
          </p:nvSpPr>
          <p:spPr>
            <a:xfrm>
              <a:off x="1304925" y="3467100"/>
              <a:ext cx="104966" cy="104966"/>
            </a:xfrm>
            <a:prstGeom prst="rect">
              <a:avLst/>
            </a:prstGeom>
            <a:solidFill>
              <a:srgbClr val="D55E00"/>
            </a:solidFill>
            <a:ln w="0">
              <a:noFill/>
              <a:prstDash val="solid"/>
            </a:ln>
          </p:spPr>
        </p:sp>
        <p:sp>
          <p:nvSpPr>
            <p:cNvPr id="326" name="four:scalar-input:grid-cell:326">
              <a:extLst>
                <a:ext uri="{FF2B5EF4-FFF2-40B4-BE49-F238E27FC236}">
                  <ns2:creationId id="{318640AF-7064-44B7-AEF0-E71AFABD3DA9}"/>
                </a:ext>
              </a:extLst>
            </p:cNvPr>
            <p:cNvSpPr>
              <a:spLocks noGrp="1"/>
            </p:cNvSpPr>
            <p:nvPr/>
          </p:nvSpPr>
          <p:spPr>
            <a:xfrm>
              <a:off x="1409700" y="3467100"/>
              <a:ext cx="104966" cy="104966"/>
            </a:xfrm>
            <a:prstGeom prst="rect">
              <a:avLst/>
            </a:prstGeom>
            <a:solidFill>
              <a:srgbClr val="D55E00"/>
            </a:solidFill>
            <a:ln w="0">
              <a:noFill/>
              <a:prstDash val="solid"/>
            </a:ln>
          </p:spPr>
        </p:sp>
        <p:sp>
          <p:nvSpPr>
            <p:cNvPr id="327" name="four:scalar-input:grid-cell:327">
              <a:extLst>
                <a:ext uri="{FF2B5EF4-FFF2-40B4-BE49-F238E27FC236}">
                  <ns2:creationId id="{6A90D434-A648-4548-908E-06EF51316431}"/>
                </a:ext>
              </a:extLst>
            </p:cNvPr>
            <p:cNvSpPr>
              <a:spLocks noGrp="1"/>
            </p:cNvSpPr>
            <p:nvPr/>
          </p:nvSpPr>
          <p:spPr>
            <a:xfrm>
              <a:off x="1514475" y="3467100"/>
              <a:ext cx="104966" cy="104966"/>
            </a:xfrm>
            <a:prstGeom prst="rect">
              <a:avLst/>
            </a:prstGeom>
            <a:solidFill>
              <a:srgbClr val="81C9BA"/>
            </a:solidFill>
            <a:ln w="0">
              <a:noFill/>
              <a:prstDash val="solid"/>
            </a:ln>
          </p:spPr>
        </p:sp>
        <p:sp>
          <p:nvSpPr>
            <p:cNvPr id="328" name="four:scalar-input:grid-cell:328">
              <a:extLst>
                <a:ext uri="{FF2B5EF4-FFF2-40B4-BE49-F238E27FC236}">
                  <ns2:creationId id="{80281331-7ADF-4F56-B752-982542E25972}"/>
                </a:ext>
              </a:extLst>
            </p:cNvPr>
            <p:cNvSpPr>
              <a:spLocks noGrp="1"/>
            </p:cNvSpPr>
            <p:nvPr/>
          </p:nvSpPr>
          <p:spPr>
            <a:xfrm>
              <a:off x="1619250" y="3467100"/>
              <a:ext cx="104966" cy="104966"/>
            </a:xfrm>
            <a:prstGeom prst="rect">
              <a:avLst/>
            </a:prstGeom>
            <a:solidFill>
              <a:srgbClr val="009E73"/>
            </a:solidFill>
            <a:ln w="0">
              <a:noFill/>
              <a:prstDash val="solid"/>
            </a:ln>
          </p:spPr>
        </p:sp>
        <p:sp>
          <p:nvSpPr>
            <p:cNvPr id="329" name="four:scalar-input:grid-cell:329">
              <a:extLst>
                <a:ext uri="{FF2B5EF4-FFF2-40B4-BE49-F238E27FC236}">
                  <ns2:creationId id="{F3BBB1A6-E267-4A14-9FFB-322472AF8023}"/>
                </a:ext>
              </a:extLst>
            </p:cNvPr>
            <p:cNvSpPr>
              <a:spLocks noGrp="1"/>
            </p:cNvSpPr>
            <p:nvPr/>
          </p:nvSpPr>
          <p:spPr>
            <a:xfrm>
              <a:off x="1724025" y="3467100"/>
              <a:ext cx="104966" cy="104966"/>
            </a:xfrm>
            <a:prstGeom prst="rect">
              <a:avLst/>
            </a:prstGeom>
            <a:solidFill>
              <a:srgbClr val="009E73"/>
            </a:solidFill>
            <a:ln w="0">
              <a:noFill/>
              <a:prstDash val="solid"/>
            </a:ln>
          </p:spPr>
        </p:sp>
        <p:sp>
          <p:nvSpPr>
            <p:cNvPr id="330" name="four:scalar-input:grid-cell:330">
              <a:extLst>
                <a:ext uri="{FF2B5EF4-FFF2-40B4-BE49-F238E27FC236}">
                  <ns2:creationId id="{0D2D455B-1C75-467A-A3A4-9AE7DA9303BA}"/>
                </a:ext>
              </a:extLst>
            </p:cNvPr>
            <p:cNvSpPr>
              <a:spLocks noGrp="1"/>
            </p:cNvSpPr>
            <p:nvPr/>
          </p:nvSpPr>
          <p:spPr>
            <a:xfrm>
              <a:off x="1828800" y="3467100"/>
              <a:ext cx="104966" cy="104966"/>
            </a:xfrm>
            <a:prstGeom prst="rect">
              <a:avLst/>
            </a:prstGeom>
            <a:solidFill>
              <a:srgbClr val="009E73"/>
            </a:solidFill>
            <a:ln w="0">
              <a:noFill/>
              <a:prstDash val="solid"/>
            </a:ln>
          </p:spPr>
        </p:sp>
        <p:sp>
          <p:nvSpPr>
            <p:cNvPr id="331" name="four:scalar-input:grid-cell:331">
              <a:extLst>
                <a:ext uri="{FF2B5EF4-FFF2-40B4-BE49-F238E27FC236}">
                  <ns2:creationId id="{F4E78B17-008E-4134-B192-6E854B9EFC83}"/>
                </a:ext>
              </a:extLst>
            </p:cNvPr>
            <p:cNvSpPr>
              <a:spLocks noGrp="1"/>
            </p:cNvSpPr>
            <p:nvPr/>
          </p:nvSpPr>
          <p:spPr>
            <a:xfrm>
              <a:off x="1933575" y="3467100"/>
              <a:ext cx="104966" cy="104966"/>
            </a:xfrm>
            <a:prstGeom prst="rect">
              <a:avLst/>
            </a:prstGeom>
            <a:solidFill>
              <a:srgbClr val="009E73"/>
            </a:solidFill>
            <a:ln w="0">
              <a:noFill/>
              <a:prstDash val="solid"/>
            </a:ln>
          </p:spPr>
        </p:sp>
        <p:sp>
          <p:nvSpPr>
            <p:cNvPr id="332" name="four:scalar-input:grid-cell:332">
              <a:extLst>
                <a:ext uri="{FF2B5EF4-FFF2-40B4-BE49-F238E27FC236}">
                  <ns2:creationId id="{A3E321A0-5D4D-4E0B-9F5A-CC1F91AA4328}"/>
                </a:ext>
              </a:extLst>
            </p:cNvPr>
            <p:cNvSpPr>
              <a:spLocks noGrp="1"/>
            </p:cNvSpPr>
            <p:nvPr/>
          </p:nvSpPr>
          <p:spPr>
            <a:xfrm>
              <a:off x="2038350" y="3467100"/>
              <a:ext cx="104966" cy="104966"/>
            </a:xfrm>
            <a:prstGeom prst="rect">
              <a:avLst/>
            </a:prstGeom>
            <a:solidFill>
              <a:srgbClr val="009E73"/>
            </a:solidFill>
            <a:ln w="0">
              <a:noFill/>
              <a:prstDash val="solid"/>
            </a:ln>
          </p:spPr>
        </p:sp>
        <p:sp>
          <p:nvSpPr>
            <p:cNvPr id="333" name="four:scalar-input:grid-cell:333">
              <a:extLst>
                <a:ext uri="{FF2B5EF4-FFF2-40B4-BE49-F238E27FC236}">
                  <ns2:creationId id="{E434C28C-99BD-4D7A-AE34-D28EB1D2A119}"/>
                </a:ext>
              </a:extLst>
            </p:cNvPr>
            <p:cNvSpPr>
              <a:spLocks noGrp="1"/>
            </p:cNvSpPr>
            <p:nvPr/>
          </p:nvSpPr>
          <p:spPr>
            <a:xfrm>
              <a:off x="2143125" y="3467100"/>
              <a:ext cx="104966" cy="104966"/>
            </a:xfrm>
            <a:prstGeom prst="rect">
              <a:avLst/>
            </a:prstGeom>
            <a:solidFill>
              <a:srgbClr val="81C9BA"/>
            </a:solidFill>
            <a:ln w="0">
              <a:noFill/>
              <a:prstDash val="solid"/>
            </a:ln>
          </p:spPr>
        </p:sp>
        <p:sp>
          <p:nvSpPr>
            <p:cNvPr id="334" name="four:scalar-input:grid-cell:334">
              <a:extLst>
                <a:ext uri="{FF2B5EF4-FFF2-40B4-BE49-F238E27FC236}">
                  <ns2:creationId id="{2923885A-48BC-42F1-B074-06C267354479}"/>
                </a:ext>
              </a:extLst>
            </p:cNvPr>
            <p:cNvSpPr>
              <a:spLocks noGrp="1"/>
            </p:cNvSpPr>
            <p:nvPr/>
          </p:nvSpPr>
          <p:spPr>
            <a:xfrm>
              <a:off x="2247900" y="3467100"/>
              <a:ext cx="104966" cy="104966"/>
            </a:xfrm>
            <a:prstGeom prst="rect">
              <a:avLst/>
            </a:prstGeom>
            <a:solidFill>
              <a:srgbClr val="81C9BA"/>
            </a:solidFill>
            <a:ln w="0">
              <a:noFill/>
              <a:prstDash val="solid"/>
            </a:ln>
          </p:spPr>
        </p:sp>
        <p:sp>
          <p:nvSpPr>
            <p:cNvPr id="335" name="four:scalar-input:grid-cell:335">
              <a:extLst>
                <a:ext uri="{FF2B5EF4-FFF2-40B4-BE49-F238E27FC236}">
                  <ns2:creationId id="{DFBF2E50-5DCC-443D-A05D-7FCB7A012ACB}"/>
                </a:ext>
              </a:extLst>
            </p:cNvPr>
            <p:cNvSpPr>
              <a:spLocks noGrp="1"/>
            </p:cNvSpPr>
            <p:nvPr/>
          </p:nvSpPr>
          <p:spPr>
            <a:xfrm>
              <a:off x="2352675" y="3467100"/>
              <a:ext cx="104966" cy="104966"/>
            </a:xfrm>
            <a:prstGeom prst="rect">
              <a:avLst/>
            </a:prstGeom>
            <a:solidFill>
              <a:srgbClr val="81C9BA"/>
            </a:solidFill>
            <a:ln w="0">
              <a:noFill/>
              <a:prstDash val="solid"/>
            </a:ln>
          </p:spPr>
        </p:sp>
        <p:sp>
          <p:nvSpPr>
            <p:cNvPr id="336" name="four:scalar-input:grid-cell:336">
              <a:extLst>
                <a:ext uri="{FF2B5EF4-FFF2-40B4-BE49-F238E27FC236}">
                  <ns2:creationId id="{1F21BCA7-20B6-4133-B40A-255DE0415C68}"/>
                </a:ext>
              </a:extLst>
            </p:cNvPr>
            <p:cNvSpPr>
              <a:spLocks noGrp="1"/>
            </p:cNvSpPr>
            <p:nvPr/>
          </p:nvSpPr>
          <p:spPr>
            <a:xfrm>
              <a:off x="361950" y="3571875"/>
              <a:ext cx="104966" cy="104966"/>
            </a:xfrm>
            <a:prstGeom prst="rect">
              <a:avLst/>
            </a:prstGeom>
            <a:solidFill>
              <a:srgbClr val="DCE8ED"/>
            </a:solidFill>
            <a:ln w="0">
              <a:noFill/>
              <a:prstDash val="solid"/>
            </a:ln>
          </p:spPr>
        </p:sp>
        <p:sp>
          <p:nvSpPr>
            <p:cNvPr id="337" name="four:scalar-input:grid-cell:337">
              <a:extLst>
                <a:ext uri="{FF2B5EF4-FFF2-40B4-BE49-F238E27FC236}">
                  <ns2:creationId id="{B7770E85-4CF1-4C89-88FB-5818B156842B}"/>
                </a:ext>
              </a:extLst>
            </p:cNvPr>
            <p:cNvSpPr>
              <a:spLocks noGrp="1"/>
            </p:cNvSpPr>
            <p:nvPr/>
          </p:nvSpPr>
          <p:spPr>
            <a:xfrm>
              <a:off x="466725" y="3571875"/>
              <a:ext cx="104966" cy="104966"/>
            </a:xfrm>
            <a:prstGeom prst="rect">
              <a:avLst/>
            </a:prstGeom>
            <a:solidFill>
              <a:srgbClr val="DCE8ED"/>
            </a:solidFill>
            <a:ln w="0">
              <a:noFill/>
              <a:prstDash val="solid"/>
            </a:ln>
          </p:spPr>
        </p:sp>
        <p:sp>
          <p:nvSpPr>
            <p:cNvPr id="338" name="four:scalar-input:grid-cell:338">
              <a:extLst>
                <a:ext uri="{FF2B5EF4-FFF2-40B4-BE49-F238E27FC236}">
                  <ns2:creationId id="{A975EC35-F7FF-4E72-A687-2855C0303667}"/>
                </a:ext>
              </a:extLst>
            </p:cNvPr>
            <p:cNvSpPr>
              <a:spLocks noGrp="1"/>
            </p:cNvSpPr>
            <p:nvPr/>
          </p:nvSpPr>
          <p:spPr>
            <a:xfrm>
              <a:off x="571500" y="3571875"/>
              <a:ext cx="104966" cy="104966"/>
            </a:xfrm>
            <a:prstGeom prst="rect">
              <a:avLst/>
            </a:prstGeom>
            <a:solidFill>
              <a:srgbClr val="DCE8ED"/>
            </a:solidFill>
            <a:ln w="0">
              <a:noFill/>
              <a:prstDash val="solid"/>
            </a:ln>
          </p:spPr>
        </p:sp>
        <p:sp>
          <p:nvSpPr>
            <p:cNvPr id="339" name="four:scalar-input:grid-cell:339">
              <a:extLst>
                <a:ext uri="{FF2B5EF4-FFF2-40B4-BE49-F238E27FC236}">
                  <ns2:creationId id="{34F69C66-CDC0-4592-9794-B9DD9D71B213}"/>
                </a:ext>
              </a:extLst>
            </p:cNvPr>
            <p:cNvSpPr>
              <a:spLocks noGrp="1"/>
            </p:cNvSpPr>
            <p:nvPr/>
          </p:nvSpPr>
          <p:spPr>
            <a:xfrm>
              <a:off x="676275" y="3571875"/>
              <a:ext cx="104966" cy="104966"/>
            </a:xfrm>
            <a:prstGeom prst="rect">
              <a:avLst/>
            </a:prstGeom>
            <a:solidFill>
              <a:srgbClr val="DCE8ED"/>
            </a:solidFill>
            <a:ln w="0">
              <a:noFill/>
              <a:prstDash val="solid"/>
            </a:ln>
          </p:spPr>
        </p:sp>
        <p:sp>
          <p:nvSpPr>
            <p:cNvPr id="340" name="four:scalar-input:grid-cell:340">
              <a:extLst>
                <a:ext uri="{FF2B5EF4-FFF2-40B4-BE49-F238E27FC236}">
                  <ns2:creationId id="{3949AC06-EF16-4DF6-8C0B-4B891A7C4323}"/>
                </a:ext>
              </a:extLst>
            </p:cNvPr>
            <p:cNvSpPr>
              <a:spLocks noGrp="1"/>
            </p:cNvSpPr>
            <p:nvPr/>
          </p:nvSpPr>
          <p:spPr>
            <a:xfrm>
              <a:off x="781050" y="3571875"/>
              <a:ext cx="104966" cy="104966"/>
            </a:xfrm>
            <a:prstGeom prst="rect">
              <a:avLst/>
            </a:prstGeom>
            <a:solidFill>
              <a:srgbClr val="81C9BA"/>
            </a:solidFill>
            <a:ln w="0">
              <a:noFill/>
              <a:prstDash val="solid"/>
            </a:ln>
          </p:spPr>
        </p:sp>
        <p:sp>
          <p:nvSpPr>
            <p:cNvPr id="341" name="four:scalar-input:grid-cell:341">
              <a:extLst>
                <a:ext uri="{FF2B5EF4-FFF2-40B4-BE49-F238E27FC236}">
                  <ns2:creationId id="{B3EF9CD3-671C-4F14-9939-A5FE51BCDBBB}"/>
                </a:ext>
              </a:extLst>
            </p:cNvPr>
            <p:cNvSpPr>
              <a:spLocks noGrp="1"/>
            </p:cNvSpPr>
            <p:nvPr/>
          </p:nvSpPr>
          <p:spPr>
            <a:xfrm>
              <a:off x="885825" y="3571875"/>
              <a:ext cx="104966" cy="104966"/>
            </a:xfrm>
            <a:prstGeom prst="rect">
              <a:avLst/>
            </a:prstGeom>
            <a:solidFill>
              <a:srgbClr val="81C9BA"/>
            </a:solidFill>
            <a:ln w="0">
              <a:noFill/>
              <a:prstDash val="solid"/>
            </a:ln>
          </p:spPr>
        </p:sp>
        <p:sp>
          <p:nvSpPr>
            <p:cNvPr id="342" name="four:scalar-input:grid-cell:342">
              <a:extLst>
                <a:ext uri="{FF2B5EF4-FFF2-40B4-BE49-F238E27FC236}">
                  <ns2:creationId id="{10FAB77B-78CA-4165-BE97-744F0A0B4AE1}"/>
                </a:ext>
              </a:extLst>
            </p:cNvPr>
            <p:cNvSpPr>
              <a:spLocks noGrp="1"/>
            </p:cNvSpPr>
            <p:nvPr/>
          </p:nvSpPr>
          <p:spPr>
            <a:xfrm>
              <a:off x="990600" y="3571875"/>
              <a:ext cx="104966" cy="104966"/>
            </a:xfrm>
            <a:prstGeom prst="rect">
              <a:avLst/>
            </a:prstGeom>
            <a:solidFill>
              <a:srgbClr val="81C9BA"/>
            </a:solidFill>
            <a:ln w="0">
              <a:noFill/>
              <a:prstDash val="solid"/>
            </a:ln>
          </p:spPr>
        </p:sp>
        <p:sp>
          <p:nvSpPr>
            <p:cNvPr id="343" name="four:scalar-input:grid-cell:343">
              <a:extLst>
                <a:ext uri="{FF2B5EF4-FFF2-40B4-BE49-F238E27FC236}">
                  <ns2:creationId id="{3CABB999-00E4-4660-8B11-CA7A79A0200B}"/>
                </a:ext>
              </a:extLst>
            </p:cNvPr>
            <p:cNvSpPr>
              <a:spLocks noGrp="1"/>
            </p:cNvSpPr>
            <p:nvPr/>
          </p:nvSpPr>
          <p:spPr>
            <a:xfrm>
              <a:off x="1095375" y="3571875"/>
              <a:ext cx="104966" cy="104966"/>
            </a:xfrm>
            <a:prstGeom prst="rect">
              <a:avLst/>
            </a:prstGeom>
            <a:solidFill>
              <a:srgbClr val="81C9BA"/>
            </a:solidFill>
            <a:ln w="0">
              <a:noFill/>
              <a:prstDash val="solid"/>
            </a:ln>
          </p:spPr>
        </p:sp>
        <p:sp>
          <p:nvSpPr>
            <p:cNvPr id="344" name="four:scalar-input:grid-cell:344">
              <a:extLst>
                <a:ext uri="{FF2B5EF4-FFF2-40B4-BE49-F238E27FC236}">
                  <ns2:creationId id="{8A356352-0516-43E7-A8FF-9B7E66C69F2A}"/>
                </a:ext>
              </a:extLst>
            </p:cNvPr>
            <p:cNvSpPr>
              <a:spLocks noGrp="1"/>
            </p:cNvSpPr>
            <p:nvPr/>
          </p:nvSpPr>
          <p:spPr>
            <a:xfrm>
              <a:off x="1200150" y="3571875"/>
              <a:ext cx="104966" cy="104966"/>
            </a:xfrm>
            <a:prstGeom prst="rect">
              <a:avLst/>
            </a:prstGeom>
            <a:solidFill>
              <a:srgbClr val="D55E00"/>
            </a:solidFill>
            <a:ln w="0">
              <a:noFill/>
              <a:prstDash val="solid"/>
            </a:ln>
          </p:spPr>
        </p:sp>
        <p:sp>
          <p:nvSpPr>
            <p:cNvPr id="345" name="four:scalar-input:grid-cell:345">
              <a:extLst>
                <a:ext uri="{FF2B5EF4-FFF2-40B4-BE49-F238E27FC236}">
                  <ns2:creationId id="{10B45BFB-A94D-4FCE-8865-0B1CEA3167DB}"/>
                </a:ext>
              </a:extLst>
            </p:cNvPr>
            <p:cNvSpPr>
              <a:spLocks noGrp="1"/>
            </p:cNvSpPr>
            <p:nvPr/>
          </p:nvSpPr>
          <p:spPr>
            <a:xfrm>
              <a:off x="1304925" y="3571875"/>
              <a:ext cx="104966" cy="104966"/>
            </a:xfrm>
            <a:prstGeom prst="rect">
              <a:avLst/>
            </a:prstGeom>
            <a:solidFill>
              <a:srgbClr val="D55E00"/>
            </a:solidFill>
            <a:ln w="0">
              <a:noFill/>
              <a:prstDash val="solid"/>
            </a:ln>
          </p:spPr>
        </p:sp>
        <p:sp>
          <p:nvSpPr>
            <p:cNvPr id="346" name="four:scalar-input:grid-cell:346">
              <a:extLst>
                <a:ext uri="{FF2B5EF4-FFF2-40B4-BE49-F238E27FC236}">
                  <ns2:creationId id="{7275C653-04BE-4358-8817-772EC7381369}"/>
                </a:ext>
              </a:extLst>
            </p:cNvPr>
            <p:cNvSpPr>
              <a:spLocks noGrp="1"/>
            </p:cNvSpPr>
            <p:nvPr/>
          </p:nvSpPr>
          <p:spPr>
            <a:xfrm>
              <a:off x="1409700" y="3571875"/>
              <a:ext cx="104966" cy="104966"/>
            </a:xfrm>
            <a:prstGeom prst="rect">
              <a:avLst/>
            </a:prstGeom>
            <a:solidFill>
              <a:srgbClr val="D55E00"/>
            </a:solidFill>
            <a:ln w="0">
              <a:noFill/>
              <a:prstDash val="solid"/>
            </a:ln>
          </p:spPr>
        </p:sp>
        <p:sp>
          <p:nvSpPr>
            <p:cNvPr id="347" name="four:scalar-input:grid-cell:347">
              <a:extLst>
                <a:ext uri="{FF2B5EF4-FFF2-40B4-BE49-F238E27FC236}">
                  <ns2:creationId id="{8ABF8AD1-79C5-4CF6-8034-70495E25F37C}"/>
                </a:ext>
              </a:extLst>
            </p:cNvPr>
            <p:cNvSpPr>
              <a:spLocks noGrp="1"/>
            </p:cNvSpPr>
            <p:nvPr/>
          </p:nvSpPr>
          <p:spPr>
            <a:xfrm>
              <a:off x="1514475" y="3571875"/>
              <a:ext cx="104966" cy="104966"/>
            </a:xfrm>
            <a:prstGeom prst="rect">
              <a:avLst/>
            </a:prstGeom>
            <a:solidFill>
              <a:srgbClr val="D55E00"/>
            </a:solidFill>
            <a:ln w="0">
              <a:noFill/>
              <a:prstDash val="solid"/>
            </a:ln>
          </p:spPr>
        </p:sp>
        <p:sp>
          <p:nvSpPr>
            <p:cNvPr id="348" name="four:scalar-input:grid-cell:348">
              <a:extLst>
                <a:ext uri="{FF2B5EF4-FFF2-40B4-BE49-F238E27FC236}">
                  <ns2:creationId id="{B52CB60E-EBFC-418D-8C57-AD584DBD7BE3}"/>
                </a:ext>
              </a:extLst>
            </p:cNvPr>
            <p:cNvSpPr>
              <a:spLocks noGrp="1"/>
            </p:cNvSpPr>
            <p:nvPr/>
          </p:nvSpPr>
          <p:spPr>
            <a:xfrm>
              <a:off x="1619250" y="3571875"/>
              <a:ext cx="104966" cy="104966"/>
            </a:xfrm>
            <a:prstGeom prst="rect">
              <a:avLst/>
            </a:prstGeom>
            <a:solidFill>
              <a:srgbClr val="81C9BA"/>
            </a:solidFill>
            <a:ln w="0">
              <a:noFill/>
              <a:prstDash val="solid"/>
            </a:ln>
          </p:spPr>
        </p:sp>
        <p:sp>
          <p:nvSpPr>
            <p:cNvPr id="349" name="four:scalar-input:grid-cell:349">
              <a:extLst>
                <a:ext uri="{FF2B5EF4-FFF2-40B4-BE49-F238E27FC236}">
                  <ns2:creationId id="{340F11C4-BFD0-4BF2-8D72-E75FB006007F}"/>
                </a:ext>
              </a:extLst>
            </p:cNvPr>
            <p:cNvSpPr>
              <a:spLocks noGrp="1"/>
            </p:cNvSpPr>
            <p:nvPr/>
          </p:nvSpPr>
          <p:spPr>
            <a:xfrm>
              <a:off x="1724025" y="3571875"/>
              <a:ext cx="104966" cy="104966"/>
            </a:xfrm>
            <a:prstGeom prst="rect">
              <a:avLst/>
            </a:prstGeom>
            <a:solidFill>
              <a:srgbClr val="009E73"/>
            </a:solidFill>
            <a:ln w="0">
              <a:noFill/>
              <a:prstDash val="solid"/>
            </a:ln>
          </p:spPr>
        </p:sp>
        <p:sp>
          <p:nvSpPr>
            <p:cNvPr id="350" name="four:scalar-input:grid-cell:350">
              <a:extLst>
                <a:ext uri="{FF2B5EF4-FFF2-40B4-BE49-F238E27FC236}">
                  <ns2:creationId id="{75C090D2-8030-45D2-AB28-E6A77B4389E8}"/>
                </a:ext>
              </a:extLst>
            </p:cNvPr>
            <p:cNvSpPr>
              <a:spLocks noGrp="1"/>
            </p:cNvSpPr>
            <p:nvPr/>
          </p:nvSpPr>
          <p:spPr>
            <a:xfrm>
              <a:off x="1828800" y="3571875"/>
              <a:ext cx="104966" cy="104966"/>
            </a:xfrm>
            <a:prstGeom prst="rect">
              <a:avLst/>
            </a:prstGeom>
            <a:solidFill>
              <a:srgbClr val="009E73"/>
            </a:solidFill>
            <a:ln w="0">
              <a:noFill/>
              <a:prstDash val="solid"/>
            </a:ln>
          </p:spPr>
        </p:sp>
        <p:sp>
          <p:nvSpPr>
            <p:cNvPr id="351" name="four:scalar-input:grid-cell:351">
              <a:extLst>
                <a:ext uri="{FF2B5EF4-FFF2-40B4-BE49-F238E27FC236}">
                  <ns2:creationId id="{E762D9E8-2344-448F-B778-D4918D67AF5A}"/>
                </a:ext>
              </a:extLst>
            </p:cNvPr>
            <p:cNvSpPr>
              <a:spLocks noGrp="1"/>
            </p:cNvSpPr>
            <p:nvPr/>
          </p:nvSpPr>
          <p:spPr>
            <a:xfrm>
              <a:off x="1933575" y="3571875"/>
              <a:ext cx="104966" cy="104966"/>
            </a:xfrm>
            <a:prstGeom prst="rect">
              <a:avLst/>
            </a:prstGeom>
            <a:solidFill>
              <a:srgbClr val="009E73"/>
            </a:solidFill>
            <a:ln w="0">
              <a:noFill/>
              <a:prstDash val="solid"/>
            </a:ln>
          </p:spPr>
        </p:sp>
        <p:sp>
          <p:nvSpPr>
            <p:cNvPr id="352" name="four:scalar-input:grid-cell:352">
              <a:extLst>
                <a:ext uri="{FF2B5EF4-FFF2-40B4-BE49-F238E27FC236}">
                  <ns2:creationId id="{8415F09F-7BA0-45A6-B139-0DEC57BFEE8B}"/>
                </a:ext>
              </a:extLst>
            </p:cNvPr>
            <p:cNvSpPr>
              <a:spLocks noGrp="1"/>
            </p:cNvSpPr>
            <p:nvPr/>
          </p:nvSpPr>
          <p:spPr>
            <a:xfrm>
              <a:off x="2038350" y="3571875"/>
              <a:ext cx="104966" cy="104966"/>
            </a:xfrm>
            <a:prstGeom prst="rect">
              <a:avLst/>
            </a:prstGeom>
            <a:solidFill>
              <a:srgbClr val="81C9BA"/>
            </a:solidFill>
            <a:ln w="0">
              <a:noFill/>
              <a:prstDash val="solid"/>
            </a:ln>
          </p:spPr>
        </p:sp>
        <p:sp>
          <p:nvSpPr>
            <p:cNvPr id="353" name="four:scalar-input:grid-cell:353">
              <a:extLst>
                <a:ext uri="{FF2B5EF4-FFF2-40B4-BE49-F238E27FC236}">
                  <ns2:creationId id="{774945EE-166D-4676-B2B7-5B1D60C751E4}"/>
                </a:ext>
              </a:extLst>
            </p:cNvPr>
            <p:cNvSpPr>
              <a:spLocks noGrp="1"/>
            </p:cNvSpPr>
            <p:nvPr/>
          </p:nvSpPr>
          <p:spPr>
            <a:xfrm>
              <a:off x="2143125" y="3571875"/>
              <a:ext cx="104966" cy="104966"/>
            </a:xfrm>
            <a:prstGeom prst="rect">
              <a:avLst/>
            </a:prstGeom>
            <a:solidFill>
              <a:srgbClr val="81C9BA"/>
            </a:solidFill>
            <a:ln w="0">
              <a:noFill/>
              <a:prstDash val="solid"/>
            </a:ln>
          </p:spPr>
        </p:sp>
        <p:sp>
          <p:nvSpPr>
            <p:cNvPr id="354" name="four:scalar-input:grid-cell:354">
              <a:extLst>
                <a:ext uri="{FF2B5EF4-FFF2-40B4-BE49-F238E27FC236}">
                  <ns2:creationId id="{7D5CFACD-C8E9-45D5-9AE5-B6106D0FF34C}"/>
                </a:ext>
              </a:extLst>
            </p:cNvPr>
            <p:cNvSpPr>
              <a:spLocks noGrp="1"/>
            </p:cNvSpPr>
            <p:nvPr/>
          </p:nvSpPr>
          <p:spPr>
            <a:xfrm>
              <a:off x="2247900" y="3571875"/>
              <a:ext cx="104966" cy="104966"/>
            </a:xfrm>
            <a:prstGeom prst="rect">
              <a:avLst/>
            </a:prstGeom>
            <a:solidFill>
              <a:srgbClr val="81C9BA"/>
            </a:solidFill>
            <a:ln w="0">
              <a:noFill/>
              <a:prstDash val="solid"/>
            </a:ln>
          </p:spPr>
        </p:sp>
        <p:sp>
          <p:nvSpPr>
            <p:cNvPr id="355" name="four:scalar-input:grid-cell:355">
              <a:extLst>
                <a:ext uri="{FF2B5EF4-FFF2-40B4-BE49-F238E27FC236}">
                  <ns2:creationId id="{5B217BAE-A74C-49DD-8D7E-6F100D698278}"/>
                </a:ext>
              </a:extLst>
            </p:cNvPr>
            <p:cNvSpPr>
              <a:spLocks noGrp="1"/>
            </p:cNvSpPr>
            <p:nvPr/>
          </p:nvSpPr>
          <p:spPr>
            <a:xfrm>
              <a:off x="2352675" y="3571875"/>
              <a:ext cx="104966" cy="104966"/>
            </a:xfrm>
            <a:prstGeom prst="rect">
              <a:avLst/>
            </a:prstGeom>
            <a:solidFill>
              <a:srgbClr val="DCE8ED"/>
            </a:solidFill>
            <a:ln w="0">
              <a:noFill/>
              <a:prstDash val="solid"/>
            </a:ln>
          </p:spPr>
        </p:sp>
        <p:sp>
          <p:nvSpPr>
            <p:cNvPr id="356" name="four:scalar-input:grid-cell:356">
              <a:extLst>
                <a:ext uri="{FF2B5EF4-FFF2-40B4-BE49-F238E27FC236}">
                  <ns2:creationId id="{F364973E-D6C2-493C-A4D6-A7D1526B9DA6}"/>
                </a:ext>
              </a:extLst>
            </p:cNvPr>
            <p:cNvSpPr>
              <a:spLocks noGrp="1"/>
            </p:cNvSpPr>
            <p:nvPr/>
          </p:nvSpPr>
          <p:spPr>
            <a:xfrm>
              <a:off x="361950" y="3676650"/>
              <a:ext cx="104966" cy="104966"/>
            </a:xfrm>
            <a:prstGeom prst="rect">
              <a:avLst/>
            </a:prstGeom>
            <a:solidFill>
              <a:srgbClr val="DCE8ED"/>
            </a:solidFill>
            <a:ln w="0">
              <a:noFill/>
              <a:prstDash val="solid"/>
            </a:ln>
          </p:spPr>
        </p:sp>
        <p:sp>
          <p:nvSpPr>
            <p:cNvPr id="357" name="four:scalar-input:grid-cell:357">
              <a:extLst>
                <a:ext uri="{FF2B5EF4-FFF2-40B4-BE49-F238E27FC236}">
                  <ns2:creationId id="{FB331D9C-0C90-45B0-8D0E-139528398FD4}"/>
                </a:ext>
              </a:extLst>
            </p:cNvPr>
            <p:cNvSpPr>
              <a:spLocks noGrp="1"/>
            </p:cNvSpPr>
            <p:nvPr/>
          </p:nvSpPr>
          <p:spPr>
            <a:xfrm>
              <a:off x="466725" y="3676650"/>
              <a:ext cx="104966" cy="104966"/>
            </a:xfrm>
            <a:prstGeom prst="rect">
              <a:avLst/>
            </a:prstGeom>
            <a:solidFill>
              <a:srgbClr val="DCE8ED"/>
            </a:solidFill>
            <a:ln w="0">
              <a:noFill/>
              <a:prstDash val="solid"/>
            </a:ln>
          </p:spPr>
        </p:sp>
        <p:sp>
          <p:nvSpPr>
            <p:cNvPr id="358" name="four:scalar-input:grid-cell:358">
              <a:extLst>
                <a:ext uri="{FF2B5EF4-FFF2-40B4-BE49-F238E27FC236}">
                  <ns2:creationId id="{ECA125B3-E52C-465E-B11D-8B578E0B217E}"/>
                </a:ext>
              </a:extLst>
            </p:cNvPr>
            <p:cNvSpPr>
              <a:spLocks noGrp="1"/>
            </p:cNvSpPr>
            <p:nvPr/>
          </p:nvSpPr>
          <p:spPr>
            <a:xfrm>
              <a:off x="571500" y="3676650"/>
              <a:ext cx="104966" cy="104966"/>
            </a:xfrm>
            <a:prstGeom prst="rect">
              <a:avLst/>
            </a:prstGeom>
            <a:solidFill>
              <a:srgbClr val="DCE8ED"/>
            </a:solidFill>
            <a:ln w="0">
              <a:noFill/>
              <a:prstDash val="solid"/>
            </a:ln>
          </p:spPr>
        </p:sp>
        <p:sp>
          <p:nvSpPr>
            <p:cNvPr id="359" name="four:scalar-input:grid-cell:359">
              <a:extLst>
                <a:ext uri="{FF2B5EF4-FFF2-40B4-BE49-F238E27FC236}">
                  <ns2:creationId id="{E5F46F27-A8F2-428A-9A8C-5C233A94D6B4}"/>
                </a:ext>
              </a:extLst>
            </p:cNvPr>
            <p:cNvSpPr>
              <a:spLocks noGrp="1"/>
            </p:cNvSpPr>
            <p:nvPr/>
          </p:nvSpPr>
          <p:spPr>
            <a:xfrm>
              <a:off x="676275" y="3676650"/>
              <a:ext cx="104966" cy="104966"/>
            </a:xfrm>
            <a:prstGeom prst="rect">
              <a:avLst/>
            </a:prstGeom>
            <a:solidFill>
              <a:srgbClr val="DCE8ED"/>
            </a:solidFill>
            <a:ln w="0">
              <a:noFill/>
              <a:prstDash val="solid"/>
            </a:ln>
          </p:spPr>
        </p:sp>
        <p:sp>
          <p:nvSpPr>
            <p:cNvPr id="360" name="four:scalar-input:grid-cell:360">
              <a:extLst>
                <a:ext uri="{FF2B5EF4-FFF2-40B4-BE49-F238E27FC236}">
                  <ns2:creationId id="{3C6F979D-1263-4E98-BDDC-5807669113B1}"/>
                </a:ext>
              </a:extLst>
            </p:cNvPr>
            <p:cNvSpPr>
              <a:spLocks noGrp="1"/>
            </p:cNvSpPr>
            <p:nvPr/>
          </p:nvSpPr>
          <p:spPr>
            <a:xfrm>
              <a:off x="781050" y="3676650"/>
              <a:ext cx="104966" cy="104966"/>
            </a:xfrm>
            <a:prstGeom prst="rect">
              <a:avLst/>
            </a:prstGeom>
            <a:solidFill>
              <a:srgbClr val="81C9BA"/>
            </a:solidFill>
            <a:ln w="0">
              <a:noFill/>
              <a:prstDash val="solid"/>
            </a:ln>
          </p:spPr>
        </p:sp>
        <p:sp>
          <p:nvSpPr>
            <p:cNvPr id="361" name="four:scalar-input:grid-cell:361">
              <a:extLst>
                <a:ext uri="{FF2B5EF4-FFF2-40B4-BE49-F238E27FC236}">
                  <ns2:creationId id="{B2DD9720-E955-4AE6-8C8B-26B9FA47D035}"/>
                </a:ext>
              </a:extLst>
            </p:cNvPr>
            <p:cNvSpPr>
              <a:spLocks noGrp="1"/>
            </p:cNvSpPr>
            <p:nvPr/>
          </p:nvSpPr>
          <p:spPr>
            <a:xfrm>
              <a:off x="885825" y="3676650"/>
              <a:ext cx="104966" cy="104966"/>
            </a:xfrm>
            <a:prstGeom prst="rect">
              <a:avLst/>
            </a:prstGeom>
            <a:solidFill>
              <a:srgbClr val="81C9BA"/>
            </a:solidFill>
            <a:ln w="0">
              <a:noFill/>
              <a:prstDash val="solid"/>
            </a:ln>
          </p:spPr>
        </p:sp>
        <p:sp>
          <p:nvSpPr>
            <p:cNvPr id="362" name="four:scalar-input:grid-cell:362">
              <a:extLst>
                <a:ext uri="{FF2B5EF4-FFF2-40B4-BE49-F238E27FC236}">
                  <ns2:creationId id="{CA5405E8-AA48-4885-B891-E3ED88C5A1F4}"/>
                </a:ext>
              </a:extLst>
            </p:cNvPr>
            <p:cNvSpPr>
              <a:spLocks noGrp="1"/>
            </p:cNvSpPr>
            <p:nvPr/>
          </p:nvSpPr>
          <p:spPr>
            <a:xfrm>
              <a:off x="990600" y="3676650"/>
              <a:ext cx="104966" cy="104966"/>
            </a:xfrm>
            <a:prstGeom prst="rect">
              <a:avLst/>
            </a:prstGeom>
            <a:solidFill>
              <a:srgbClr val="81C9BA"/>
            </a:solidFill>
            <a:ln w="0">
              <a:noFill/>
              <a:prstDash val="solid"/>
            </a:ln>
          </p:spPr>
        </p:sp>
        <p:sp>
          <p:nvSpPr>
            <p:cNvPr id="363" name="four:scalar-input:grid-cell:363">
              <a:extLst>
                <a:ext uri="{FF2B5EF4-FFF2-40B4-BE49-F238E27FC236}">
                  <ns2:creationId id="{459AE01D-0119-4829-91B4-9DFBC02E338C}"/>
                </a:ext>
              </a:extLst>
            </p:cNvPr>
            <p:cNvSpPr>
              <a:spLocks noGrp="1"/>
            </p:cNvSpPr>
            <p:nvPr/>
          </p:nvSpPr>
          <p:spPr>
            <a:xfrm>
              <a:off x="1095375" y="3676650"/>
              <a:ext cx="104966" cy="104966"/>
            </a:xfrm>
            <a:prstGeom prst="rect">
              <a:avLst/>
            </a:prstGeom>
            <a:solidFill>
              <a:srgbClr val="81C9BA"/>
            </a:solidFill>
            <a:ln w="0">
              <a:noFill/>
              <a:prstDash val="solid"/>
            </a:ln>
          </p:spPr>
        </p:sp>
        <p:sp>
          <p:nvSpPr>
            <p:cNvPr id="364" name="four:scalar-input:grid-cell:364">
              <a:extLst>
                <a:ext uri="{FF2B5EF4-FFF2-40B4-BE49-F238E27FC236}">
                  <ns2:creationId id="{3F371987-CA01-4CFD-8F94-9E90D1E8BC7C}"/>
                </a:ext>
              </a:extLst>
            </p:cNvPr>
            <p:cNvSpPr>
              <a:spLocks noGrp="1"/>
            </p:cNvSpPr>
            <p:nvPr/>
          </p:nvSpPr>
          <p:spPr>
            <a:xfrm>
              <a:off x="1200150" y="3676650"/>
              <a:ext cx="104966" cy="104966"/>
            </a:xfrm>
            <a:prstGeom prst="rect">
              <a:avLst/>
            </a:prstGeom>
            <a:solidFill>
              <a:srgbClr val="D55E00"/>
            </a:solidFill>
            <a:ln w="0">
              <a:noFill/>
              <a:prstDash val="solid"/>
            </a:ln>
          </p:spPr>
        </p:sp>
        <p:sp>
          <p:nvSpPr>
            <p:cNvPr id="365" name="four:scalar-input:grid-cell:365">
              <a:extLst>
                <a:ext uri="{FF2B5EF4-FFF2-40B4-BE49-F238E27FC236}">
                  <ns2:creationId id="{D816E11A-6B23-40EC-8ED5-182561C222A2}"/>
                </a:ext>
              </a:extLst>
            </p:cNvPr>
            <p:cNvSpPr>
              <a:spLocks noGrp="1"/>
            </p:cNvSpPr>
            <p:nvPr/>
          </p:nvSpPr>
          <p:spPr>
            <a:xfrm>
              <a:off x="1304925" y="3676650"/>
              <a:ext cx="104966" cy="104966"/>
            </a:xfrm>
            <a:prstGeom prst="rect">
              <a:avLst/>
            </a:prstGeom>
            <a:solidFill>
              <a:srgbClr val="D55E00"/>
            </a:solidFill>
            <a:ln w="0">
              <a:noFill/>
              <a:prstDash val="solid"/>
            </a:ln>
          </p:spPr>
        </p:sp>
        <p:sp>
          <p:nvSpPr>
            <p:cNvPr id="366" name="four:scalar-input:grid-cell:366">
              <a:extLst>
                <a:ext uri="{FF2B5EF4-FFF2-40B4-BE49-F238E27FC236}">
                  <ns2:creationId id="{B67A9736-7EDA-43F0-868D-E41F4376B9EE}"/>
                </a:ext>
              </a:extLst>
            </p:cNvPr>
            <p:cNvSpPr>
              <a:spLocks noGrp="1"/>
            </p:cNvSpPr>
            <p:nvPr/>
          </p:nvSpPr>
          <p:spPr>
            <a:xfrm>
              <a:off x="1409700" y="3676650"/>
              <a:ext cx="104966" cy="104966"/>
            </a:xfrm>
            <a:prstGeom prst="rect">
              <a:avLst/>
            </a:prstGeom>
            <a:solidFill>
              <a:srgbClr val="D55E00"/>
            </a:solidFill>
            <a:ln w="0">
              <a:noFill/>
              <a:prstDash val="solid"/>
            </a:ln>
          </p:spPr>
        </p:sp>
        <p:sp>
          <p:nvSpPr>
            <p:cNvPr id="367" name="four:scalar-input:grid-cell:367">
              <a:extLst>
                <a:ext uri="{FF2B5EF4-FFF2-40B4-BE49-F238E27FC236}">
                  <ns2:creationId id="{DBFFE4F5-C507-4035-A4F0-9D2FFCB8CA0F}"/>
                </a:ext>
              </a:extLst>
            </p:cNvPr>
            <p:cNvSpPr>
              <a:spLocks noGrp="1"/>
            </p:cNvSpPr>
            <p:nvPr/>
          </p:nvSpPr>
          <p:spPr>
            <a:xfrm>
              <a:off x="1514475" y="3676650"/>
              <a:ext cx="104966" cy="104966"/>
            </a:xfrm>
            <a:prstGeom prst="rect">
              <a:avLst/>
            </a:prstGeom>
            <a:solidFill>
              <a:srgbClr val="D55E00"/>
            </a:solidFill>
            <a:ln w="0">
              <a:noFill/>
              <a:prstDash val="solid"/>
            </a:ln>
          </p:spPr>
        </p:sp>
        <p:sp>
          <p:nvSpPr>
            <p:cNvPr id="368" name="four:scalar-input:grid-cell:368">
              <a:extLst>
                <a:ext uri="{FF2B5EF4-FFF2-40B4-BE49-F238E27FC236}">
                  <ns2:creationId id="{CA6F9506-8EA8-40CF-9991-3FAD0D208260}"/>
                </a:ext>
              </a:extLst>
            </p:cNvPr>
            <p:cNvSpPr>
              <a:spLocks noGrp="1"/>
            </p:cNvSpPr>
            <p:nvPr/>
          </p:nvSpPr>
          <p:spPr>
            <a:xfrm>
              <a:off x="1619250" y="3676650"/>
              <a:ext cx="104966" cy="104966"/>
            </a:xfrm>
            <a:prstGeom prst="rect">
              <a:avLst/>
            </a:prstGeom>
            <a:solidFill>
              <a:srgbClr val="81C9BA"/>
            </a:solidFill>
            <a:ln w="0">
              <a:noFill/>
              <a:prstDash val="solid"/>
            </a:ln>
          </p:spPr>
        </p:sp>
        <p:sp>
          <p:nvSpPr>
            <p:cNvPr id="369" name="four:scalar-input:grid-cell:369">
              <a:extLst>
                <a:ext uri="{FF2B5EF4-FFF2-40B4-BE49-F238E27FC236}">
                  <ns2:creationId id="{1655E7AD-55A4-424B-88AB-F53A9C6E4C07}"/>
                </a:ext>
              </a:extLst>
            </p:cNvPr>
            <p:cNvSpPr>
              <a:spLocks noGrp="1"/>
            </p:cNvSpPr>
            <p:nvPr/>
          </p:nvSpPr>
          <p:spPr>
            <a:xfrm>
              <a:off x="1724025" y="3676650"/>
              <a:ext cx="104966" cy="104966"/>
            </a:xfrm>
            <a:prstGeom prst="rect">
              <a:avLst/>
            </a:prstGeom>
            <a:solidFill>
              <a:srgbClr val="81C9BA"/>
            </a:solidFill>
            <a:ln w="0">
              <a:noFill/>
              <a:prstDash val="solid"/>
            </a:ln>
          </p:spPr>
        </p:sp>
        <p:sp>
          <p:nvSpPr>
            <p:cNvPr id="370" name="four:scalar-input:grid-cell:370">
              <a:extLst>
                <a:ext uri="{FF2B5EF4-FFF2-40B4-BE49-F238E27FC236}">
                  <ns2:creationId id="{9FA15687-3D85-4428-AB0B-0C4491B38287}"/>
                </a:ext>
              </a:extLst>
            </p:cNvPr>
            <p:cNvSpPr>
              <a:spLocks noGrp="1"/>
            </p:cNvSpPr>
            <p:nvPr/>
          </p:nvSpPr>
          <p:spPr>
            <a:xfrm>
              <a:off x="1828800" y="3676650"/>
              <a:ext cx="104966" cy="104966"/>
            </a:xfrm>
            <a:prstGeom prst="rect">
              <a:avLst/>
            </a:prstGeom>
            <a:solidFill>
              <a:srgbClr val="81C9BA"/>
            </a:solidFill>
            <a:ln w="0">
              <a:noFill/>
              <a:prstDash val="solid"/>
            </a:ln>
          </p:spPr>
        </p:sp>
        <p:sp>
          <p:nvSpPr>
            <p:cNvPr id="371" name="four:scalar-input:grid-cell:371">
              <a:extLst>
                <a:ext uri="{FF2B5EF4-FFF2-40B4-BE49-F238E27FC236}">
                  <ns2:creationId id="{B7DDE560-5B26-4F74-83A0-63B70E3B2DC6}"/>
                </a:ext>
              </a:extLst>
            </p:cNvPr>
            <p:cNvSpPr>
              <a:spLocks noGrp="1"/>
            </p:cNvSpPr>
            <p:nvPr/>
          </p:nvSpPr>
          <p:spPr>
            <a:xfrm>
              <a:off x="1933575" y="3676650"/>
              <a:ext cx="104966" cy="104966"/>
            </a:xfrm>
            <a:prstGeom prst="rect">
              <a:avLst/>
            </a:prstGeom>
            <a:solidFill>
              <a:srgbClr val="81C9BA"/>
            </a:solidFill>
            <a:ln w="0">
              <a:noFill/>
              <a:prstDash val="solid"/>
            </a:ln>
          </p:spPr>
        </p:sp>
        <p:sp>
          <p:nvSpPr>
            <p:cNvPr id="372" name="four:scalar-input:grid-cell:372">
              <a:extLst>
                <a:ext uri="{FF2B5EF4-FFF2-40B4-BE49-F238E27FC236}">
                  <ns2:creationId id="{9CBB06EE-3FF4-4602-A853-D051C6148492}"/>
                </a:ext>
              </a:extLst>
            </p:cNvPr>
            <p:cNvSpPr>
              <a:spLocks noGrp="1"/>
            </p:cNvSpPr>
            <p:nvPr/>
          </p:nvSpPr>
          <p:spPr>
            <a:xfrm>
              <a:off x="2038350" y="3676650"/>
              <a:ext cx="104966" cy="104966"/>
            </a:xfrm>
            <a:prstGeom prst="rect">
              <a:avLst/>
            </a:prstGeom>
            <a:solidFill>
              <a:srgbClr val="81C9BA"/>
            </a:solidFill>
            <a:ln w="0">
              <a:noFill/>
              <a:prstDash val="solid"/>
            </a:ln>
          </p:spPr>
        </p:sp>
        <p:sp>
          <p:nvSpPr>
            <p:cNvPr id="373" name="four:scalar-input:grid-cell:373">
              <a:extLst>
                <a:ext uri="{FF2B5EF4-FFF2-40B4-BE49-F238E27FC236}">
                  <ns2:creationId id="{F0486283-A2D6-4827-BB32-E0DD4A66A761}"/>
                </a:ext>
              </a:extLst>
            </p:cNvPr>
            <p:cNvSpPr>
              <a:spLocks noGrp="1"/>
            </p:cNvSpPr>
            <p:nvPr/>
          </p:nvSpPr>
          <p:spPr>
            <a:xfrm>
              <a:off x="2143125" y="3676650"/>
              <a:ext cx="104966" cy="104966"/>
            </a:xfrm>
            <a:prstGeom prst="rect">
              <a:avLst/>
            </a:prstGeom>
            <a:solidFill>
              <a:srgbClr val="81C9BA"/>
            </a:solidFill>
            <a:ln w="0">
              <a:noFill/>
              <a:prstDash val="solid"/>
            </a:ln>
          </p:spPr>
        </p:sp>
        <p:sp>
          <p:nvSpPr>
            <p:cNvPr id="374" name="four:scalar-input:grid-cell:374">
              <a:extLst>
                <a:ext uri="{FF2B5EF4-FFF2-40B4-BE49-F238E27FC236}">
                  <ns2:creationId id="{1F79D7A4-E56E-4A5C-861E-79D9C1779906}"/>
                </a:ext>
              </a:extLst>
            </p:cNvPr>
            <p:cNvSpPr>
              <a:spLocks noGrp="1"/>
            </p:cNvSpPr>
            <p:nvPr/>
          </p:nvSpPr>
          <p:spPr>
            <a:xfrm>
              <a:off x="2247900" y="3676650"/>
              <a:ext cx="104966" cy="104966"/>
            </a:xfrm>
            <a:prstGeom prst="rect">
              <a:avLst/>
            </a:prstGeom>
            <a:solidFill>
              <a:srgbClr val="81C9BA"/>
            </a:solidFill>
            <a:ln w="0">
              <a:noFill/>
              <a:prstDash val="solid"/>
            </a:ln>
          </p:spPr>
        </p:sp>
        <p:sp>
          <p:nvSpPr>
            <p:cNvPr id="375" name="four:scalar-input:grid-cell:375">
              <a:extLst>
                <a:ext uri="{FF2B5EF4-FFF2-40B4-BE49-F238E27FC236}">
                  <ns2:creationId id="{F634B155-A78E-445E-8DF8-3998F1A70A35}"/>
                </a:ext>
              </a:extLst>
            </p:cNvPr>
            <p:cNvSpPr>
              <a:spLocks noGrp="1"/>
            </p:cNvSpPr>
            <p:nvPr/>
          </p:nvSpPr>
          <p:spPr>
            <a:xfrm>
              <a:off x="2352675" y="3676650"/>
              <a:ext cx="104966" cy="104966"/>
            </a:xfrm>
            <a:prstGeom prst="rect">
              <a:avLst/>
            </a:prstGeom>
            <a:solidFill>
              <a:srgbClr val="DCE8ED"/>
            </a:solidFill>
            <a:ln w="0">
              <a:noFill/>
              <a:prstDash val="solid"/>
            </a:ln>
          </p:spPr>
        </p:sp>
        <p:sp>
          <p:nvSpPr>
            <p:cNvPr id="376" name="four:scalar-input:grid-cell:376">
              <a:extLst>
                <a:ext uri="{FF2B5EF4-FFF2-40B4-BE49-F238E27FC236}">
                  <ns2:creationId id="{F4947FEF-DC3D-4F6E-A67B-F03211AC4768}"/>
                </a:ext>
              </a:extLst>
            </p:cNvPr>
            <p:cNvSpPr>
              <a:spLocks noGrp="1"/>
            </p:cNvSpPr>
            <p:nvPr/>
          </p:nvSpPr>
          <p:spPr>
            <a:xfrm>
              <a:off x="361950" y="3781425"/>
              <a:ext cx="104966" cy="104966"/>
            </a:xfrm>
            <a:prstGeom prst="rect">
              <a:avLst/>
            </a:prstGeom>
            <a:solidFill>
              <a:srgbClr val="DCE8ED"/>
            </a:solidFill>
            <a:ln w="0">
              <a:noFill/>
              <a:prstDash val="solid"/>
            </a:ln>
          </p:spPr>
        </p:sp>
        <p:sp>
          <p:nvSpPr>
            <p:cNvPr id="377" name="four:scalar-input:grid-cell:377">
              <a:extLst>
                <a:ext uri="{FF2B5EF4-FFF2-40B4-BE49-F238E27FC236}">
                  <ns2:creationId id="{347E7F09-8FD5-4D4A-867E-D234551F3D15}"/>
                </a:ext>
              </a:extLst>
            </p:cNvPr>
            <p:cNvSpPr>
              <a:spLocks noGrp="1"/>
            </p:cNvSpPr>
            <p:nvPr/>
          </p:nvSpPr>
          <p:spPr>
            <a:xfrm>
              <a:off x="466725" y="3781425"/>
              <a:ext cx="104966" cy="104966"/>
            </a:xfrm>
            <a:prstGeom prst="rect">
              <a:avLst/>
            </a:prstGeom>
            <a:solidFill>
              <a:srgbClr val="DCE8ED"/>
            </a:solidFill>
            <a:ln w="0">
              <a:noFill/>
              <a:prstDash val="solid"/>
            </a:ln>
          </p:spPr>
        </p:sp>
        <p:sp>
          <p:nvSpPr>
            <p:cNvPr id="378" name="four:scalar-input:grid-cell:378">
              <a:extLst>
                <a:ext uri="{FF2B5EF4-FFF2-40B4-BE49-F238E27FC236}">
                  <ns2:creationId id="{A17D3BB3-3678-4F33-9D31-7AC97E0DEBF5}"/>
                </a:ext>
              </a:extLst>
            </p:cNvPr>
            <p:cNvSpPr>
              <a:spLocks noGrp="1"/>
            </p:cNvSpPr>
            <p:nvPr/>
          </p:nvSpPr>
          <p:spPr>
            <a:xfrm>
              <a:off x="571500" y="3781425"/>
              <a:ext cx="104966" cy="104966"/>
            </a:xfrm>
            <a:prstGeom prst="rect">
              <a:avLst/>
            </a:prstGeom>
            <a:solidFill>
              <a:srgbClr val="DCE8ED"/>
            </a:solidFill>
            <a:ln w="0">
              <a:noFill/>
              <a:prstDash val="solid"/>
            </a:ln>
          </p:spPr>
        </p:sp>
        <p:sp>
          <p:nvSpPr>
            <p:cNvPr id="379" name="four:scalar-input:grid-cell:379">
              <a:extLst>
                <a:ext uri="{FF2B5EF4-FFF2-40B4-BE49-F238E27FC236}">
                  <ns2:creationId id="{CEB6BDE0-E0B0-4B50-BE0B-BFE7EDCDED79}"/>
                </a:ext>
              </a:extLst>
            </p:cNvPr>
            <p:cNvSpPr>
              <a:spLocks noGrp="1"/>
            </p:cNvSpPr>
            <p:nvPr/>
          </p:nvSpPr>
          <p:spPr>
            <a:xfrm>
              <a:off x="676275" y="3781425"/>
              <a:ext cx="104966" cy="104966"/>
            </a:xfrm>
            <a:prstGeom prst="rect">
              <a:avLst/>
            </a:prstGeom>
            <a:solidFill>
              <a:srgbClr val="DCE8ED"/>
            </a:solidFill>
            <a:ln w="0">
              <a:noFill/>
              <a:prstDash val="solid"/>
            </a:ln>
          </p:spPr>
        </p:sp>
        <p:sp>
          <p:nvSpPr>
            <p:cNvPr id="380" name="four:scalar-input:grid-cell:380">
              <a:extLst>
                <a:ext uri="{FF2B5EF4-FFF2-40B4-BE49-F238E27FC236}">
                  <ns2:creationId id="{2B949346-FD16-4D0B-BFD0-443BA5AC9B3C}"/>
                </a:ext>
              </a:extLst>
            </p:cNvPr>
            <p:cNvSpPr>
              <a:spLocks noGrp="1"/>
            </p:cNvSpPr>
            <p:nvPr/>
          </p:nvSpPr>
          <p:spPr>
            <a:xfrm>
              <a:off x="781050" y="3781425"/>
              <a:ext cx="104966" cy="104966"/>
            </a:xfrm>
            <a:prstGeom prst="rect">
              <a:avLst/>
            </a:prstGeom>
            <a:solidFill>
              <a:srgbClr val="DCE8ED"/>
            </a:solidFill>
            <a:ln w="0">
              <a:noFill/>
              <a:prstDash val="solid"/>
            </a:ln>
          </p:spPr>
        </p:sp>
        <p:sp>
          <p:nvSpPr>
            <p:cNvPr id="381" name="four:scalar-input:grid-cell:381">
              <a:extLst>
                <a:ext uri="{FF2B5EF4-FFF2-40B4-BE49-F238E27FC236}">
                  <ns2:creationId id="{6EBB6A83-65F4-43A7-A23D-F3BB0F76D8A5}"/>
                </a:ext>
              </a:extLst>
            </p:cNvPr>
            <p:cNvSpPr>
              <a:spLocks noGrp="1"/>
            </p:cNvSpPr>
            <p:nvPr/>
          </p:nvSpPr>
          <p:spPr>
            <a:xfrm>
              <a:off x="885825" y="3781425"/>
              <a:ext cx="104966" cy="104966"/>
            </a:xfrm>
            <a:prstGeom prst="rect">
              <a:avLst/>
            </a:prstGeom>
            <a:solidFill>
              <a:srgbClr val="81C9BA"/>
            </a:solidFill>
            <a:ln w="0">
              <a:noFill/>
              <a:prstDash val="solid"/>
            </a:ln>
          </p:spPr>
        </p:sp>
        <p:sp>
          <p:nvSpPr>
            <p:cNvPr id="382" name="four:scalar-input:grid-cell:382">
              <a:extLst>
                <a:ext uri="{FF2B5EF4-FFF2-40B4-BE49-F238E27FC236}">
                  <ns2:creationId id="{73192BCC-09DE-4D07-AA97-D74D5C204A35}"/>
                </a:ext>
              </a:extLst>
            </p:cNvPr>
            <p:cNvSpPr>
              <a:spLocks noGrp="1"/>
            </p:cNvSpPr>
            <p:nvPr/>
          </p:nvSpPr>
          <p:spPr>
            <a:xfrm>
              <a:off x="990600" y="3781425"/>
              <a:ext cx="104966" cy="104966"/>
            </a:xfrm>
            <a:prstGeom prst="rect">
              <a:avLst/>
            </a:prstGeom>
            <a:solidFill>
              <a:srgbClr val="81C9BA"/>
            </a:solidFill>
            <a:ln w="0">
              <a:noFill/>
              <a:prstDash val="solid"/>
            </a:ln>
          </p:spPr>
        </p:sp>
        <p:sp>
          <p:nvSpPr>
            <p:cNvPr id="383" name="four:scalar-input:grid-cell:383">
              <a:extLst>
                <a:ext uri="{FF2B5EF4-FFF2-40B4-BE49-F238E27FC236}">
                  <ns2:creationId id="{C9CEB4B6-6263-4CBD-9ED5-A7FB6FD1EB6E}"/>
                </a:ext>
              </a:extLst>
            </p:cNvPr>
            <p:cNvSpPr>
              <a:spLocks noGrp="1"/>
            </p:cNvSpPr>
            <p:nvPr/>
          </p:nvSpPr>
          <p:spPr>
            <a:xfrm>
              <a:off x="1095375" y="3781425"/>
              <a:ext cx="104966" cy="104966"/>
            </a:xfrm>
            <a:prstGeom prst="rect">
              <a:avLst/>
            </a:prstGeom>
            <a:solidFill>
              <a:srgbClr val="81C9BA"/>
            </a:solidFill>
            <a:ln w="0">
              <a:noFill/>
              <a:prstDash val="solid"/>
            </a:ln>
          </p:spPr>
        </p:sp>
        <p:sp>
          <p:nvSpPr>
            <p:cNvPr id="384" name="four:scalar-input:grid-cell:384">
              <a:extLst>
                <a:ext uri="{FF2B5EF4-FFF2-40B4-BE49-F238E27FC236}">
                  <ns2:creationId id="{63098538-2C9B-442D-8467-2EC259B40713}"/>
                </a:ext>
              </a:extLst>
            </p:cNvPr>
            <p:cNvSpPr>
              <a:spLocks noGrp="1"/>
            </p:cNvSpPr>
            <p:nvPr/>
          </p:nvSpPr>
          <p:spPr>
            <a:xfrm>
              <a:off x="1200150" y="3781425"/>
              <a:ext cx="104966" cy="104966"/>
            </a:xfrm>
            <a:prstGeom prst="rect">
              <a:avLst/>
            </a:prstGeom>
            <a:solidFill>
              <a:srgbClr val="81C9BA"/>
            </a:solidFill>
            <a:ln w="0">
              <a:noFill/>
              <a:prstDash val="solid"/>
            </a:ln>
          </p:spPr>
        </p:sp>
        <p:sp>
          <p:nvSpPr>
            <p:cNvPr id="385" name="four:scalar-input:grid-cell:385">
              <a:extLst>
                <a:ext uri="{FF2B5EF4-FFF2-40B4-BE49-F238E27FC236}">
                  <ns2:creationId id="{1DF78DD3-36A2-4947-A763-2A23F3B437E5}"/>
                </a:ext>
              </a:extLst>
            </p:cNvPr>
            <p:cNvSpPr>
              <a:spLocks noGrp="1"/>
            </p:cNvSpPr>
            <p:nvPr/>
          </p:nvSpPr>
          <p:spPr>
            <a:xfrm>
              <a:off x="1304925" y="3781425"/>
              <a:ext cx="104966" cy="104966"/>
            </a:xfrm>
            <a:prstGeom prst="rect">
              <a:avLst/>
            </a:prstGeom>
            <a:solidFill>
              <a:srgbClr val="D55E00"/>
            </a:solidFill>
            <a:ln w="0">
              <a:noFill/>
              <a:prstDash val="solid"/>
            </a:ln>
          </p:spPr>
        </p:sp>
        <p:sp>
          <p:nvSpPr>
            <p:cNvPr id="386" name="four:scalar-input:grid-cell:386">
              <a:extLst>
                <a:ext uri="{FF2B5EF4-FFF2-40B4-BE49-F238E27FC236}">
                  <ns2:creationId id="{269C6F9A-0778-464B-9CCF-4EAD3A3DD077}"/>
                </a:ext>
              </a:extLst>
            </p:cNvPr>
            <p:cNvSpPr>
              <a:spLocks noGrp="1"/>
            </p:cNvSpPr>
            <p:nvPr/>
          </p:nvSpPr>
          <p:spPr>
            <a:xfrm>
              <a:off x="1409700" y="3781425"/>
              <a:ext cx="104966" cy="104966"/>
            </a:xfrm>
            <a:prstGeom prst="rect">
              <a:avLst/>
            </a:prstGeom>
            <a:solidFill>
              <a:srgbClr val="D55E00"/>
            </a:solidFill>
            <a:ln w="0">
              <a:noFill/>
              <a:prstDash val="solid"/>
            </a:ln>
          </p:spPr>
        </p:sp>
        <p:sp>
          <p:nvSpPr>
            <p:cNvPr id="387" name="four:scalar-input:grid-cell:387">
              <a:extLst>
                <a:ext uri="{FF2B5EF4-FFF2-40B4-BE49-F238E27FC236}">
                  <ns2:creationId id="{D0FB09B6-14C6-42C2-8D9A-56E1BFA4F12E}"/>
                </a:ext>
              </a:extLst>
            </p:cNvPr>
            <p:cNvSpPr>
              <a:spLocks noGrp="1"/>
            </p:cNvSpPr>
            <p:nvPr/>
          </p:nvSpPr>
          <p:spPr>
            <a:xfrm>
              <a:off x="1514475" y="3781425"/>
              <a:ext cx="104966" cy="104966"/>
            </a:xfrm>
            <a:prstGeom prst="rect">
              <a:avLst/>
            </a:prstGeom>
            <a:solidFill>
              <a:srgbClr val="81C9BA"/>
            </a:solidFill>
            <a:ln w="0">
              <a:noFill/>
              <a:prstDash val="solid"/>
            </a:ln>
          </p:spPr>
        </p:sp>
        <p:sp>
          <p:nvSpPr>
            <p:cNvPr id="388" name="four:scalar-input:grid-cell:388">
              <a:extLst>
                <a:ext uri="{FF2B5EF4-FFF2-40B4-BE49-F238E27FC236}">
                  <ns2:creationId id="{DE5067ED-BFFD-4974-A50F-51B2F01DFB53}"/>
                </a:ext>
              </a:extLst>
            </p:cNvPr>
            <p:cNvSpPr>
              <a:spLocks noGrp="1"/>
            </p:cNvSpPr>
            <p:nvPr/>
          </p:nvSpPr>
          <p:spPr>
            <a:xfrm>
              <a:off x="1619250" y="3781425"/>
              <a:ext cx="104966" cy="104966"/>
            </a:xfrm>
            <a:prstGeom prst="rect">
              <a:avLst/>
            </a:prstGeom>
            <a:solidFill>
              <a:srgbClr val="81C9BA"/>
            </a:solidFill>
            <a:ln w="0">
              <a:noFill/>
              <a:prstDash val="solid"/>
            </a:ln>
          </p:spPr>
        </p:sp>
        <p:sp>
          <p:nvSpPr>
            <p:cNvPr id="389" name="four:scalar-input:grid-cell:389">
              <a:extLst>
                <a:ext uri="{FF2B5EF4-FFF2-40B4-BE49-F238E27FC236}">
                  <ns2:creationId id="{91CD1CCF-FA65-4590-8582-42175380F93A}"/>
                </a:ext>
              </a:extLst>
            </p:cNvPr>
            <p:cNvSpPr>
              <a:spLocks noGrp="1"/>
            </p:cNvSpPr>
            <p:nvPr/>
          </p:nvSpPr>
          <p:spPr>
            <a:xfrm>
              <a:off x="1724025" y="3781425"/>
              <a:ext cx="104966" cy="104966"/>
            </a:xfrm>
            <a:prstGeom prst="rect">
              <a:avLst/>
            </a:prstGeom>
            <a:solidFill>
              <a:srgbClr val="81C9BA"/>
            </a:solidFill>
            <a:ln w="0">
              <a:noFill/>
              <a:prstDash val="solid"/>
            </a:ln>
          </p:spPr>
        </p:sp>
        <p:sp>
          <p:nvSpPr>
            <p:cNvPr id="390" name="four:scalar-input:grid-cell:390">
              <a:extLst>
                <a:ext uri="{FF2B5EF4-FFF2-40B4-BE49-F238E27FC236}">
                  <ns2:creationId id="{A5D045C5-1C1F-4368-BE24-43F98984A6BC}"/>
                </a:ext>
              </a:extLst>
            </p:cNvPr>
            <p:cNvSpPr>
              <a:spLocks noGrp="1"/>
            </p:cNvSpPr>
            <p:nvPr/>
          </p:nvSpPr>
          <p:spPr>
            <a:xfrm>
              <a:off x="1828800" y="3781425"/>
              <a:ext cx="104966" cy="104966"/>
            </a:xfrm>
            <a:prstGeom prst="rect">
              <a:avLst/>
            </a:prstGeom>
            <a:solidFill>
              <a:srgbClr val="81C9BA"/>
            </a:solidFill>
            <a:ln w="0">
              <a:noFill/>
              <a:prstDash val="solid"/>
            </a:ln>
          </p:spPr>
        </p:sp>
        <p:sp>
          <p:nvSpPr>
            <p:cNvPr id="391" name="four:scalar-input:grid-cell:391">
              <a:extLst>
                <a:ext uri="{FF2B5EF4-FFF2-40B4-BE49-F238E27FC236}">
                  <ns2:creationId id="{455AF286-41E7-4910-AF68-E25B6239987C}"/>
                </a:ext>
              </a:extLst>
            </p:cNvPr>
            <p:cNvSpPr>
              <a:spLocks noGrp="1"/>
            </p:cNvSpPr>
            <p:nvPr/>
          </p:nvSpPr>
          <p:spPr>
            <a:xfrm>
              <a:off x="1933575" y="3781425"/>
              <a:ext cx="104966" cy="104966"/>
            </a:xfrm>
            <a:prstGeom prst="rect">
              <a:avLst/>
            </a:prstGeom>
            <a:solidFill>
              <a:srgbClr val="81C9BA"/>
            </a:solidFill>
            <a:ln w="0">
              <a:noFill/>
              <a:prstDash val="solid"/>
            </a:ln>
          </p:spPr>
        </p:sp>
        <p:sp>
          <p:nvSpPr>
            <p:cNvPr id="392" name="four:scalar-input:grid-cell:392">
              <a:extLst>
                <a:ext uri="{FF2B5EF4-FFF2-40B4-BE49-F238E27FC236}">
                  <ns2:creationId id="{3A3D0E1F-08BD-49E9-A974-5C6B7CE009BD}"/>
                </a:ext>
              </a:extLst>
            </p:cNvPr>
            <p:cNvSpPr>
              <a:spLocks noGrp="1"/>
            </p:cNvSpPr>
            <p:nvPr/>
          </p:nvSpPr>
          <p:spPr>
            <a:xfrm>
              <a:off x="2038350" y="3781425"/>
              <a:ext cx="104966" cy="104966"/>
            </a:xfrm>
            <a:prstGeom prst="rect">
              <a:avLst/>
            </a:prstGeom>
            <a:solidFill>
              <a:srgbClr val="81C9BA"/>
            </a:solidFill>
            <a:ln w="0">
              <a:noFill/>
              <a:prstDash val="solid"/>
            </a:ln>
          </p:spPr>
        </p:sp>
        <p:sp>
          <p:nvSpPr>
            <p:cNvPr id="393" name="four:scalar-input:grid-cell:393">
              <a:extLst>
                <a:ext uri="{FF2B5EF4-FFF2-40B4-BE49-F238E27FC236}">
                  <ns2:creationId id="{C073CD97-F467-478C-ADC2-770DFEDB6D12}"/>
                </a:ext>
              </a:extLst>
            </p:cNvPr>
            <p:cNvSpPr>
              <a:spLocks noGrp="1"/>
            </p:cNvSpPr>
            <p:nvPr/>
          </p:nvSpPr>
          <p:spPr>
            <a:xfrm>
              <a:off x="2143125" y="3781425"/>
              <a:ext cx="104966" cy="104966"/>
            </a:xfrm>
            <a:prstGeom prst="rect">
              <a:avLst/>
            </a:prstGeom>
            <a:solidFill>
              <a:srgbClr val="81C9BA"/>
            </a:solidFill>
            <a:ln w="0">
              <a:noFill/>
              <a:prstDash val="solid"/>
            </a:ln>
          </p:spPr>
        </p:sp>
        <p:sp>
          <p:nvSpPr>
            <p:cNvPr id="394" name="four:scalar-input:grid-cell:394">
              <a:extLst>
                <a:ext uri="{FF2B5EF4-FFF2-40B4-BE49-F238E27FC236}">
                  <ns2:creationId id="{F22961C7-2F4B-4C90-9107-D0EB22DEC093}"/>
                </a:ext>
              </a:extLst>
            </p:cNvPr>
            <p:cNvSpPr>
              <a:spLocks noGrp="1"/>
            </p:cNvSpPr>
            <p:nvPr/>
          </p:nvSpPr>
          <p:spPr>
            <a:xfrm>
              <a:off x="2247900" y="3781425"/>
              <a:ext cx="104966" cy="104966"/>
            </a:xfrm>
            <a:prstGeom prst="rect">
              <a:avLst/>
            </a:prstGeom>
            <a:solidFill>
              <a:srgbClr val="DCE8ED"/>
            </a:solidFill>
            <a:ln w="0">
              <a:noFill/>
              <a:prstDash val="solid"/>
            </a:ln>
          </p:spPr>
        </p:sp>
        <p:sp>
          <p:nvSpPr>
            <p:cNvPr id="395" name="four:scalar-input:grid-cell:395">
              <a:extLst>
                <a:ext uri="{FF2B5EF4-FFF2-40B4-BE49-F238E27FC236}">
                  <ns2:creationId id="{FD2B2F24-C472-4D1F-9F12-C2040601099D}"/>
                </a:ext>
              </a:extLst>
            </p:cNvPr>
            <p:cNvSpPr>
              <a:spLocks noGrp="1"/>
            </p:cNvSpPr>
            <p:nvPr/>
          </p:nvSpPr>
          <p:spPr>
            <a:xfrm>
              <a:off x="2352675" y="3781425"/>
              <a:ext cx="104966" cy="104966"/>
            </a:xfrm>
            <a:prstGeom prst="rect">
              <a:avLst/>
            </a:prstGeom>
            <a:solidFill>
              <a:srgbClr val="DCE8ED"/>
            </a:solidFill>
            <a:ln w="0">
              <a:noFill/>
              <a:prstDash val="solid"/>
            </a:ln>
          </p:spPr>
        </p:sp>
        <p:sp>
          <p:nvSpPr>
            <p:cNvPr id="396" name="four:scalar-input:grid-cell:396">
              <a:extLst>
                <a:ext uri="{FF2B5EF4-FFF2-40B4-BE49-F238E27FC236}">
                  <ns2:creationId id="{3CCC2E63-EAE5-469D-A309-0882D8E03B27}"/>
                </a:ext>
              </a:extLst>
            </p:cNvPr>
            <p:cNvSpPr>
              <a:spLocks noGrp="1"/>
            </p:cNvSpPr>
            <p:nvPr/>
          </p:nvSpPr>
          <p:spPr>
            <a:xfrm>
              <a:off x="361950" y="3886200"/>
              <a:ext cx="104966" cy="104966"/>
            </a:xfrm>
            <a:prstGeom prst="rect">
              <a:avLst/>
            </a:prstGeom>
            <a:solidFill>
              <a:srgbClr val="DCE8ED"/>
            </a:solidFill>
            <a:ln w="0">
              <a:noFill/>
              <a:prstDash val="solid"/>
            </a:ln>
          </p:spPr>
        </p:sp>
        <p:sp>
          <p:nvSpPr>
            <p:cNvPr id="397" name="four:scalar-input:grid-cell:397">
              <a:extLst>
                <a:ext uri="{FF2B5EF4-FFF2-40B4-BE49-F238E27FC236}">
                  <ns2:creationId id="{1D1E579F-8574-4398-B4A4-D6854B3C5717}"/>
                </a:ext>
              </a:extLst>
            </p:cNvPr>
            <p:cNvSpPr>
              <a:spLocks noGrp="1"/>
            </p:cNvSpPr>
            <p:nvPr/>
          </p:nvSpPr>
          <p:spPr>
            <a:xfrm>
              <a:off x="466725" y="3886200"/>
              <a:ext cx="104966" cy="104966"/>
            </a:xfrm>
            <a:prstGeom prst="rect">
              <a:avLst/>
            </a:prstGeom>
            <a:solidFill>
              <a:srgbClr val="DCE8ED"/>
            </a:solidFill>
            <a:ln w="0">
              <a:noFill/>
              <a:prstDash val="solid"/>
            </a:ln>
          </p:spPr>
        </p:sp>
        <p:sp>
          <p:nvSpPr>
            <p:cNvPr id="398" name="four:scalar-input:grid-cell:398">
              <a:extLst>
                <a:ext uri="{FF2B5EF4-FFF2-40B4-BE49-F238E27FC236}">
                  <ns2:creationId id="{E6B32680-E5BD-4EFD-9113-F49699C4B63B}"/>
                </a:ext>
              </a:extLst>
            </p:cNvPr>
            <p:cNvSpPr>
              <a:spLocks noGrp="1"/>
            </p:cNvSpPr>
            <p:nvPr/>
          </p:nvSpPr>
          <p:spPr>
            <a:xfrm>
              <a:off x="571500" y="3886200"/>
              <a:ext cx="104966" cy="104966"/>
            </a:xfrm>
            <a:prstGeom prst="rect">
              <a:avLst/>
            </a:prstGeom>
            <a:solidFill>
              <a:srgbClr val="DCE8ED"/>
            </a:solidFill>
            <a:ln w="0">
              <a:noFill/>
              <a:prstDash val="solid"/>
            </a:ln>
          </p:spPr>
        </p:sp>
        <p:sp>
          <p:nvSpPr>
            <p:cNvPr id="399" name="four:scalar-input:grid-cell:399">
              <a:extLst>
                <a:ext uri="{FF2B5EF4-FFF2-40B4-BE49-F238E27FC236}">
                  <ns2:creationId id="{DEF28C54-C364-46D8-8A10-E9269ACBD249}"/>
                </a:ext>
              </a:extLst>
            </p:cNvPr>
            <p:cNvSpPr>
              <a:spLocks noGrp="1"/>
            </p:cNvSpPr>
            <p:nvPr/>
          </p:nvSpPr>
          <p:spPr>
            <a:xfrm>
              <a:off x="676275" y="3886200"/>
              <a:ext cx="104966" cy="104966"/>
            </a:xfrm>
            <a:prstGeom prst="rect">
              <a:avLst/>
            </a:prstGeom>
            <a:solidFill>
              <a:srgbClr val="DCE8ED"/>
            </a:solidFill>
            <a:ln w="0">
              <a:noFill/>
              <a:prstDash val="solid"/>
            </a:ln>
          </p:spPr>
        </p:sp>
        <p:sp>
          <p:nvSpPr>
            <p:cNvPr id="400" name="four:scalar-input:grid-cell:400">
              <a:extLst>
                <a:ext uri="{FF2B5EF4-FFF2-40B4-BE49-F238E27FC236}">
                  <ns2:creationId id="{7F1EF411-D640-445A-95CF-39CF8CDE93CD}"/>
                </a:ext>
              </a:extLst>
            </p:cNvPr>
            <p:cNvSpPr>
              <a:spLocks noGrp="1"/>
            </p:cNvSpPr>
            <p:nvPr/>
          </p:nvSpPr>
          <p:spPr>
            <a:xfrm>
              <a:off x="781050" y="3886200"/>
              <a:ext cx="104966" cy="104966"/>
            </a:xfrm>
            <a:prstGeom prst="rect">
              <a:avLst/>
            </a:prstGeom>
            <a:solidFill>
              <a:srgbClr val="DCE8ED"/>
            </a:solidFill>
            <a:ln w="0">
              <a:noFill/>
              <a:prstDash val="solid"/>
            </a:ln>
          </p:spPr>
        </p:sp>
        <p:sp>
          <p:nvSpPr>
            <p:cNvPr id="401" name="four:scalar-input:grid-cell:401">
              <a:extLst>
                <a:ext uri="{FF2B5EF4-FFF2-40B4-BE49-F238E27FC236}">
                  <ns2:creationId id="{E6A3730F-6380-4CF5-9720-CA3DE51985C6}"/>
                </a:ext>
              </a:extLst>
            </p:cNvPr>
            <p:cNvSpPr>
              <a:spLocks noGrp="1"/>
            </p:cNvSpPr>
            <p:nvPr/>
          </p:nvSpPr>
          <p:spPr>
            <a:xfrm>
              <a:off x="885825" y="3886200"/>
              <a:ext cx="104966" cy="104966"/>
            </a:xfrm>
            <a:prstGeom prst="rect">
              <a:avLst/>
            </a:prstGeom>
            <a:solidFill>
              <a:srgbClr val="81C9BA"/>
            </a:solidFill>
            <a:ln w="0">
              <a:noFill/>
              <a:prstDash val="solid"/>
            </a:ln>
          </p:spPr>
        </p:sp>
        <p:sp>
          <p:nvSpPr>
            <p:cNvPr id="402" name="four:scalar-input:grid-cell:402">
              <a:extLst>
                <a:ext uri="{FF2B5EF4-FFF2-40B4-BE49-F238E27FC236}">
                  <ns2:creationId id="{4AC14637-547B-4835-AEB3-6A8CE09B067E}"/>
                </a:ext>
              </a:extLst>
            </p:cNvPr>
            <p:cNvSpPr>
              <a:spLocks noGrp="1"/>
            </p:cNvSpPr>
            <p:nvPr/>
          </p:nvSpPr>
          <p:spPr>
            <a:xfrm>
              <a:off x="990600" y="3886200"/>
              <a:ext cx="104966" cy="104966"/>
            </a:xfrm>
            <a:prstGeom prst="rect">
              <a:avLst/>
            </a:prstGeom>
            <a:solidFill>
              <a:srgbClr val="81C9BA"/>
            </a:solidFill>
            <a:ln w="0">
              <a:noFill/>
              <a:prstDash val="solid"/>
            </a:ln>
          </p:spPr>
        </p:sp>
        <p:sp>
          <p:nvSpPr>
            <p:cNvPr id="403" name="four:scalar-input:grid-cell:403">
              <a:extLst>
                <a:ext uri="{FF2B5EF4-FFF2-40B4-BE49-F238E27FC236}">
                  <ns2:creationId id="{1EDA3843-5C8D-435F-BD68-1DCF19F706D9}"/>
                </a:ext>
              </a:extLst>
            </p:cNvPr>
            <p:cNvSpPr>
              <a:spLocks noGrp="1"/>
            </p:cNvSpPr>
            <p:nvPr/>
          </p:nvSpPr>
          <p:spPr>
            <a:xfrm>
              <a:off x="1095375" y="3886200"/>
              <a:ext cx="104966" cy="104966"/>
            </a:xfrm>
            <a:prstGeom prst="rect">
              <a:avLst/>
            </a:prstGeom>
            <a:solidFill>
              <a:srgbClr val="81C9BA"/>
            </a:solidFill>
            <a:ln w="0">
              <a:noFill/>
              <a:prstDash val="solid"/>
            </a:ln>
          </p:spPr>
        </p:sp>
        <p:sp>
          <p:nvSpPr>
            <p:cNvPr id="404" name="four:scalar-input:grid-cell:404">
              <a:extLst>
                <a:ext uri="{FF2B5EF4-FFF2-40B4-BE49-F238E27FC236}">
                  <ns2:creationId id="{589CDF8B-DBA8-4809-9A0D-F40B1DA1C3F6}"/>
                </a:ext>
              </a:extLst>
            </p:cNvPr>
            <p:cNvSpPr>
              <a:spLocks noGrp="1"/>
            </p:cNvSpPr>
            <p:nvPr/>
          </p:nvSpPr>
          <p:spPr>
            <a:xfrm>
              <a:off x="1200150" y="3886200"/>
              <a:ext cx="104966" cy="104966"/>
            </a:xfrm>
            <a:prstGeom prst="rect">
              <a:avLst/>
            </a:prstGeom>
            <a:solidFill>
              <a:srgbClr val="81C9BA"/>
            </a:solidFill>
            <a:ln w="0">
              <a:noFill/>
              <a:prstDash val="solid"/>
            </a:ln>
          </p:spPr>
        </p:sp>
        <p:sp>
          <p:nvSpPr>
            <p:cNvPr id="405" name="four:scalar-input:grid-cell:405">
              <a:extLst>
                <a:ext uri="{FF2B5EF4-FFF2-40B4-BE49-F238E27FC236}">
                  <ns2:creationId id="{3F8E61BA-A0B3-4E43-8970-439FDBFC829B}"/>
                </a:ext>
              </a:extLst>
            </p:cNvPr>
            <p:cNvSpPr>
              <a:spLocks noGrp="1"/>
            </p:cNvSpPr>
            <p:nvPr/>
          </p:nvSpPr>
          <p:spPr>
            <a:xfrm>
              <a:off x="1304925" y="3886200"/>
              <a:ext cx="104966" cy="104966"/>
            </a:xfrm>
            <a:prstGeom prst="rect">
              <a:avLst/>
            </a:prstGeom>
            <a:solidFill>
              <a:srgbClr val="81C9BA"/>
            </a:solidFill>
            <a:ln w="0">
              <a:noFill/>
              <a:prstDash val="solid"/>
            </a:ln>
          </p:spPr>
        </p:sp>
        <p:sp>
          <p:nvSpPr>
            <p:cNvPr id="406" name="four:scalar-input:grid-cell:406">
              <a:extLst>
                <a:ext uri="{FF2B5EF4-FFF2-40B4-BE49-F238E27FC236}">
                  <ns2:creationId id="{990F6005-AFF9-4D6A-BD5A-35CC029E1749}"/>
                </a:ext>
              </a:extLst>
            </p:cNvPr>
            <p:cNvSpPr>
              <a:spLocks noGrp="1"/>
            </p:cNvSpPr>
            <p:nvPr/>
          </p:nvSpPr>
          <p:spPr>
            <a:xfrm>
              <a:off x="1409700" y="3886200"/>
              <a:ext cx="104966" cy="104966"/>
            </a:xfrm>
            <a:prstGeom prst="rect">
              <a:avLst/>
            </a:prstGeom>
            <a:solidFill>
              <a:srgbClr val="81C9BA"/>
            </a:solidFill>
            <a:ln w="0">
              <a:noFill/>
              <a:prstDash val="solid"/>
            </a:ln>
          </p:spPr>
        </p:sp>
        <p:sp>
          <p:nvSpPr>
            <p:cNvPr id="407" name="four:scalar-input:grid-cell:407">
              <a:extLst>
                <a:ext uri="{FF2B5EF4-FFF2-40B4-BE49-F238E27FC236}">
                  <ns2:creationId id="{F096685B-C4DE-4390-8F7F-3C68D0E996ED}"/>
                </a:ext>
              </a:extLst>
            </p:cNvPr>
            <p:cNvSpPr>
              <a:spLocks noGrp="1"/>
            </p:cNvSpPr>
            <p:nvPr/>
          </p:nvSpPr>
          <p:spPr>
            <a:xfrm>
              <a:off x="1514475" y="3886200"/>
              <a:ext cx="104966" cy="104966"/>
            </a:xfrm>
            <a:prstGeom prst="rect">
              <a:avLst/>
            </a:prstGeom>
            <a:solidFill>
              <a:srgbClr val="81C9BA"/>
            </a:solidFill>
            <a:ln w="0">
              <a:noFill/>
              <a:prstDash val="solid"/>
            </a:ln>
          </p:spPr>
        </p:sp>
        <p:sp>
          <p:nvSpPr>
            <p:cNvPr id="408" name="four:scalar-input:grid-cell:408">
              <a:extLst>
                <a:ext uri="{FF2B5EF4-FFF2-40B4-BE49-F238E27FC236}">
                  <ns2:creationId id="{D54A0287-E69C-48F2-BA59-C27602754F7B}"/>
                </a:ext>
              </a:extLst>
            </p:cNvPr>
            <p:cNvSpPr>
              <a:spLocks noGrp="1"/>
            </p:cNvSpPr>
            <p:nvPr/>
          </p:nvSpPr>
          <p:spPr>
            <a:xfrm>
              <a:off x="1619250" y="3886200"/>
              <a:ext cx="104966" cy="104966"/>
            </a:xfrm>
            <a:prstGeom prst="rect">
              <a:avLst/>
            </a:prstGeom>
            <a:solidFill>
              <a:srgbClr val="81C9BA"/>
            </a:solidFill>
            <a:ln w="0">
              <a:noFill/>
              <a:prstDash val="solid"/>
            </a:ln>
          </p:spPr>
        </p:sp>
        <p:sp>
          <p:nvSpPr>
            <p:cNvPr id="409" name="four:scalar-input:grid-cell:409">
              <a:extLst>
                <a:ext uri="{FF2B5EF4-FFF2-40B4-BE49-F238E27FC236}">
                  <ns2:creationId id="{D48B41BC-F500-4245-AAEF-0DA56DCDFD97}"/>
                </a:ext>
              </a:extLst>
            </p:cNvPr>
            <p:cNvSpPr>
              <a:spLocks noGrp="1"/>
            </p:cNvSpPr>
            <p:nvPr/>
          </p:nvSpPr>
          <p:spPr>
            <a:xfrm>
              <a:off x="1724025" y="3886200"/>
              <a:ext cx="104966" cy="104966"/>
            </a:xfrm>
            <a:prstGeom prst="rect">
              <a:avLst/>
            </a:prstGeom>
            <a:solidFill>
              <a:srgbClr val="81C9BA"/>
            </a:solidFill>
            <a:ln w="0">
              <a:noFill/>
              <a:prstDash val="solid"/>
            </a:ln>
          </p:spPr>
        </p:sp>
        <p:sp>
          <p:nvSpPr>
            <p:cNvPr id="410" name="four:scalar-input:grid-cell:410">
              <a:extLst>
                <a:ext uri="{FF2B5EF4-FFF2-40B4-BE49-F238E27FC236}">
                  <ns2:creationId id="{A920D663-7BB4-4888-A04E-A37C3C069664}"/>
                </a:ext>
              </a:extLst>
            </p:cNvPr>
            <p:cNvSpPr>
              <a:spLocks noGrp="1"/>
            </p:cNvSpPr>
            <p:nvPr/>
          </p:nvSpPr>
          <p:spPr>
            <a:xfrm>
              <a:off x="1828800" y="3886200"/>
              <a:ext cx="104966" cy="104966"/>
            </a:xfrm>
            <a:prstGeom prst="rect">
              <a:avLst/>
            </a:prstGeom>
            <a:solidFill>
              <a:srgbClr val="81C9BA"/>
            </a:solidFill>
            <a:ln w="0">
              <a:noFill/>
              <a:prstDash val="solid"/>
            </a:ln>
          </p:spPr>
        </p:sp>
        <p:sp>
          <p:nvSpPr>
            <p:cNvPr id="411" name="four:scalar-input:grid-cell:411">
              <a:extLst>
                <a:ext uri="{FF2B5EF4-FFF2-40B4-BE49-F238E27FC236}">
                  <ns2:creationId id="{2BD94795-8D9D-42B3-9A71-6E5B5A619944}"/>
                </a:ext>
              </a:extLst>
            </p:cNvPr>
            <p:cNvSpPr>
              <a:spLocks noGrp="1"/>
            </p:cNvSpPr>
            <p:nvPr/>
          </p:nvSpPr>
          <p:spPr>
            <a:xfrm>
              <a:off x="1933575" y="3886200"/>
              <a:ext cx="104966" cy="104966"/>
            </a:xfrm>
            <a:prstGeom prst="rect">
              <a:avLst/>
            </a:prstGeom>
            <a:solidFill>
              <a:srgbClr val="81C9BA"/>
            </a:solidFill>
            <a:ln w="0">
              <a:noFill/>
              <a:prstDash val="solid"/>
            </a:ln>
          </p:spPr>
        </p:sp>
        <p:sp>
          <p:nvSpPr>
            <p:cNvPr id="412" name="four:scalar-input:grid-cell:412">
              <a:extLst>
                <a:ext uri="{FF2B5EF4-FFF2-40B4-BE49-F238E27FC236}">
                  <ns2:creationId id="{696627DC-214E-4C69-BB28-F237959656C6}"/>
                </a:ext>
              </a:extLst>
            </p:cNvPr>
            <p:cNvSpPr>
              <a:spLocks noGrp="1"/>
            </p:cNvSpPr>
            <p:nvPr/>
          </p:nvSpPr>
          <p:spPr>
            <a:xfrm>
              <a:off x="2038350" y="3886200"/>
              <a:ext cx="104966" cy="104966"/>
            </a:xfrm>
            <a:prstGeom prst="rect">
              <a:avLst/>
            </a:prstGeom>
            <a:solidFill>
              <a:srgbClr val="DCE8ED"/>
            </a:solidFill>
            <a:ln w="0">
              <a:noFill/>
              <a:prstDash val="solid"/>
            </a:ln>
          </p:spPr>
        </p:sp>
        <p:sp>
          <p:nvSpPr>
            <p:cNvPr id="413" name="four:scalar-input:grid-cell:413">
              <a:extLst>
                <a:ext uri="{FF2B5EF4-FFF2-40B4-BE49-F238E27FC236}">
                  <ns2:creationId id="{07F89564-5DD6-418D-A585-0FEAC31D83A5}"/>
                </a:ext>
              </a:extLst>
            </p:cNvPr>
            <p:cNvSpPr>
              <a:spLocks noGrp="1"/>
            </p:cNvSpPr>
            <p:nvPr/>
          </p:nvSpPr>
          <p:spPr>
            <a:xfrm>
              <a:off x="2143125" y="3886200"/>
              <a:ext cx="104966" cy="104966"/>
            </a:xfrm>
            <a:prstGeom prst="rect">
              <a:avLst/>
            </a:prstGeom>
            <a:solidFill>
              <a:srgbClr val="DCE8ED"/>
            </a:solidFill>
            <a:ln w="0">
              <a:noFill/>
              <a:prstDash val="solid"/>
            </a:ln>
          </p:spPr>
        </p:sp>
        <p:sp>
          <p:nvSpPr>
            <p:cNvPr id="414" name="four:scalar-input:grid-cell:414">
              <a:extLst>
                <a:ext uri="{FF2B5EF4-FFF2-40B4-BE49-F238E27FC236}">
                  <ns2:creationId id="{90CA4286-7F9A-4D93-9920-F439DFBAD84C}"/>
                </a:ext>
              </a:extLst>
            </p:cNvPr>
            <p:cNvSpPr>
              <a:spLocks noGrp="1"/>
            </p:cNvSpPr>
            <p:nvPr/>
          </p:nvSpPr>
          <p:spPr>
            <a:xfrm>
              <a:off x="2247900" y="3886200"/>
              <a:ext cx="104966" cy="104966"/>
            </a:xfrm>
            <a:prstGeom prst="rect">
              <a:avLst/>
            </a:prstGeom>
            <a:solidFill>
              <a:srgbClr val="DCE8ED"/>
            </a:solidFill>
            <a:ln w="0">
              <a:noFill/>
              <a:prstDash val="solid"/>
            </a:ln>
          </p:spPr>
        </p:sp>
        <p:sp>
          <p:nvSpPr>
            <p:cNvPr id="415" name="four:scalar-input:grid-cell:415">
              <a:extLst>
                <a:ext uri="{FF2B5EF4-FFF2-40B4-BE49-F238E27FC236}">
                  <ns2:creationId id="{3625BDD5-D51D-4935-AC66-F5DE4309304D}"/>
                </a:ext>
              </a:extLst>
            </p:cNvPr>
            <p:cNvSpPr>
              <a:spLocks noGrp="1"/>
            </p:cNvSpPr>
            <p:nvPr/>
          </p:nvSpPr>
          <p:spPr>
            <a:xfrm>
              <a:off x="2352675" y="3886200"/>
              <a:ext cx="104966" cy="104966"/>
            </a:xfrm>
            <a:prstGeom prst="rect">
              <a:avLst/>
            </a:prstGeom>
            <a:solidFill>
              <a:srgbClr val="DCE8ED"/>
            </a:solidFill>
            <a:ln w="0">
              <a:noFill/>
              <a:prstDash val="solid"/>
            </a:ln>
          </p:spPr>
        </p:sp>
        <p:sp>
          <p:nvSpPr>
            <p:cNvPr id="416" name="four:scalar-input:line:416">
              <a:extLst>
                <a:ext uri="{FF2B5EF4-FFF2-40B4-BE49-F238E27FC236}">
                  <ns2:creationId id="{E1694A1D-B49F-4158-872E-C273BBD3AABD}"/>
                </a:ext>
              </a:extLst>
            </p:cNvPr>
            <p:cNvSpPr>
              <a:spLocks noGrp="1"/>
            </p:cNvSpPr>
            <p:nvPr/>
          </p:nvSpPr>
          <p:spPr>
            <a:xfrm>
              <a:off x="361950"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17" name="four:scalar-input:line:417">
              <a:extLst>
                <a:ext uri="{FF2B5EF4-FFF2-40B4-BE49-F238E27FC236}">
                  <ns2:creationId id="{9BEE78BF-38AA-4E7F-A9A0-98529B4053B5}"/>
                </a:ext>
              </a:extLst>
            </p:cNvPr>
            <p:cNvSpPr>
              <a:spLocks noGrp="1"/>
            </p:cNvSpPr>
            <p:nvPr/>
          </p:nvSpPr>
          <p:spPr>
            <a:xfrm>
              <a:off x="466725"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18" name="four:scalar-input:line:418">
              <a:extLst>
                <a:ext uri="{FF2B5EF4-FFF2-40B4-BE49-F238E27FC236}">
                  <ns2:creationId id="{05383442-08E4-408C-A4B8-3FEB5B120D45}"/>
                </a:ext>
              </a:extLst>
            </p:cNvPr>
            <p:cNvSpPr>
              <a:spLocks noGrp="1"/>
            </p:cNvSpPr>
            <p:nvPr/>
          </p:nvSpPr>
          <p:spPr>
            <a:xfrm>
              <a:off x="571500"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19" name="four:scalar-input:line:419">
              <a:extLst>
                <a:ext uri="{FF2B5EF4-FFF2-40B4-BE49-F238E27FC236}">
                  <ns2:creationId id="{C3C7F583-5114-455D-B2D1-AE7AAC0B31E1}"/>
                </a:ext>
              </a:extLst>
            </p:cNvPr>
            <p:cNvSpPr>
              <a:spLocks noGrp="1"/>
            </p:cNvSpPr>
            <p:nvPr/>
          </p:nvSpPr>
          <p:spPr>
            <a:xfrm>
              <a:off x="676275"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20" name="four:scalar-input:line:420">
              <a:extLst>
                <a:ext uri="{FF2B5EF4-FFF2-40B4-BE49-F238E27FC236}">
                  <ns2:creationId id="{6A3A8845-0D0F-479E-813D-1880AB1FC378}"/>
                </a:ext>
              </a:extLst>
            </p:cNvPr>
            <p:cNvSpPr>
              <a:spLocks noGrp="1"/>
            </p:cNvSpPr>
            <p:nvPr/>
          </p:nvSpPr>
          <p:spPr>
            <a:xfrm>
              <a:off x="781050"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21" name="four:scalar-input:line:421">
              <a:extLst>
                <a:ext uri="{FF2B5EF4-FFF2-40B4-BE49-F238E27FC236}">
                  <ns2:creationId id="{48653B72-07C5-46CA-84AA-AB1FB49C34D3}"/>
                </a:ext>
              </a:extLst>
            </p:cNvPr>
            <p:cNvSpPr>
              <a:spLocks noGrp="1"/>
            </p:cNvSpPr>
            <p:nvPr/>
          </p:nvSpPr>
          <p:spPr>
            <a:xfrm>
              <a:off x="885825"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22" name="four:scalar-input:line:422">
              <a:extLst>
                <a:ext uri="{FF2B5EF4-FFF2-40B4-BE49-F238E27FC236}">
                  <ns2:creationId id="{60D07651-BFD2-4846-8267-CF725FA9E00E}"/>
                </a:ext>
              </a:extLst>
            </p:cNvPr>
            <p:cNvSpPr>
              <a:spLocks noGrp="1"/>
            </p:cNvSpPr>
            <p:nvPr/>
          </p:nvSpPr>
          <p:spPr>
            <a:xfrm>
              <a:off x="990600"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23" name="four:scalar-input:line:423">
              <a:extLst>
                <a:ext uri="{FF2B5EF4-FFF2-40B4-BE49-F238E27FC236}">
                  <ns2:creationId id="{A8E7C9D8-E703-4CA8-95E4-3583CB17AD77}"/>
                </a:ext>
              </a:extLst>
            </p:cNvPr>
            <p:cNvSpPr>
              <a:spLocks noGrp="1"/>
            </p:cNvSpPr>
            <p:nvPr/>
          </p:nvSpPr>
          <p:spPr>
            <a:xfrm>
              <a:off x="1095375"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24" name="four:scalar-input:line:424">
              <a:extLst>
                <a:ext uri="{FF2B5EF4-FFF2-40B4-BE49-F238E27FC236}">
                  <ns2:creationId id="{2CE80655-E757-4B5A-9B51-C2D5CE76BFFF}"/>
                </a:ext>
              </a:extLst>
            </p:cNvPr>
            <p:cNvSpPr>
              <a:spLocks noGrp="1"/>
            </p:cNvSpPr>
            <p:nvPr/>
          </p:nvSpPr>
          <p:spPr>
            <a:xfrm>
              <a:off x="1200150"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25" name="four:scalar-input:line:425">
              <a:extLst>
                <a:ext uri="{FF2B5EF4-FFF2-40B4-BE49-F238E27FC236}">
                  <ns2:creationId id="{9191F930-182E-470D-8E34-9842BC5ED567}"/>
                </a:ext>
              </a:extLst>
            </p:cNvPr>
            <p:cNvSpPr>
              <a:spLocks noGrp="1"/>
            </p:cNvSpPr>
            <p:nvPr/>
          </p:nvSpPr>
          <p:spPr>
            <a:xfrm>
              <a:off x="1304925"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26" name="four:scalar-input:line:426">
              <a:extLst>
                <a:ext uri="{FF2B5EF4-FFF2-40B4-BE49-F238E27FC236}">
                  <ns2:creationId id="{03540DBD-3690-4FD7-B4AB-203638917DEF}"/>
                </a:ext>
              </a:extLst>
            </p:cNvPr>
            <p:cNvSpPr>
              <a:spLocks noGrp="1"/>
            </p:cNvSpPr>
            <p:nvPr/>
          </p:nvSpPr>
          <p:spPr>
            <a:xfrm>
              <a:off x="1409700"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27" name="four:scalar-input:line:427">
              <a:extLst>
                <a:ext uri="{FF2B5EF4-FFF2-40B4-BE49-F238E27FC236}">
                  <ns2:creationId id="{1317D071-1659-49A7-A9ED-AD71BFDFB0A3}"/>
                </a:ext>
              </a:extLst>
            </p:cNvPr>
            <p:cNvSpPr>
              <a:spLocks noGrp="1"/>
            </p:cNvSpPr>
            <p:nvPr/>
          </p:nvSpPr>
          <p:spPr>
            <a:xfrm>
              <a:off x="1514475"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28" name="four:scalar-input:line:428">
              <a:extLst>
                <a:ext uri="{FF2B5EF4-FFF2-40B4-BE49-F238E27FC236}">
                  <ns2:creationId id="{26FDE904-024F-47D2-BA88-00408A7CDE8F}"/>
                </a:ext>
              </a:extLst>
            </p:cNvPr>
            <p:cNvSpPr>
              <a:spLocks noGrp="1"/>
            </p:cNvSpPr>
            <p:nvPr/>
          </p:nvSpPr>
          <p:spPr>
            <a:xfrm>
              <a:off x="1619250"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29" name="four:scalar-input:line:429">
              <a:extLst>
                <a:ext uri="{FF2B5EF4-FFF2-40B4-BE49-F238E27FC236}">
                  <ns2:creationId id="{29668944-881E-4246-9600-035613E1AF0B}"/>
                </a:ext>
              </a:extLst>
            </p:cNvPr>
            <p:cNvSpPr>
              <a:spLocks noGrp="1"/>
            </p:cNvSpPr>
            <p:nvPr/>
          </p:nvSpPr>
          <p:spPr>
            <a:xfrm>
              <a:off x="1724025"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30" name="four:scalar-input:line:430">
              <a:extLst>
                <a:ext uri="{FF2B5EF4-FFF2-40B4-BE49-F238E27FC236}">
                  <ns2:creationId id="{AAAF7FDB-9841-4B67-88D0-EEFD3A6AB29C}"/>
                </a:ext>
              </a:extLst>
            </p:cNvPr>
            <p:cNvSpPr>
              <a:spLocks noGrp="1"/>
            </p:cNvSpPr>
            <p:nvPr/>
          </p:nvSpPr>
          <p:spPr>
            <a:xfrm>
              <a:off x="1828800"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31" name="four:scalar-input:line:431">
              <a:extLst>
                <a:ext uri="{FF2B5EF4-FFF2-40B4-BE49-F238E27FC236}">
                  <ns2:creationId id="{4622DD07-138E-410C-893A-268327815FA1}"/>
                </a:ext>
              </a:extLst>
            </p:cNvPr>
            <p:cNvSpPr>
              <a:spLocks noGrp="1"/>
            </p:cNvSpPr>
            <p:nvPr/>
          </p:nvSpPr>
          <p:spPr>
            <a:xfrm>
              <a:off x="1933575"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32" name="four:scalar-input:line:432">
              <a:extLst>
                <a:ext uri="{FF2B5EF4-FFF2-40B4-BE49-F238E27FC236}">
                  <ns2:creationId id="{8E873323-1D84-4951-A1C1-53281A406A7B}"/>
                </a:ext>
              </a:extLst>
            </p:cNvPr>
            <p:cNvSpPr>
              <a:spLocks noGrp="1"/>
            </p:cNvSpPr>
            <p:nvPr/>
          </p:nvSpPr>
          <p:spPr>
            <a:xfrm>
              <a:off x="2038350"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33" name="four:scalar-input:line:433">
              <a:extLst>
                <a:ext uri="{FF2B5EF4-FFF2-40B4-BE49-F238E27FC236}">
                  <ns2:creationId id="{D23D90A9-7190-439B-AE66-15F2058F3925}"/>
                </a:ext>
              </a:extLst>
            </p:cNvPr>
            <p:cNvSpPr>
              <a:spLocks noGrp="1"/>
            </p:cNvSpPr>
            <p:nvPr/>
          </p:nvSpPr>
          <p:spPr>
            <a:xfrm>
              <a:off x="2143125"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34" name="four:scalar-input:line:434">
              <a:extLst>
                <a:ext uri="{FF2B5EF4-FFF2-40B4-BE49-F238E27FC236}">
                  <ns2:creationId id="{44864F66-9DFA-4114-A6DC-8AE92AADF2D5}"/>
                </a:ext>
              </a:extLst>
            </p:cNvPr>
            <p:cNvSpPr>
              <a:spLocks noGrp="1"/>
            </p:cNvSpPr>
            <p:nvPr/>
          </p:nvSpPr>
          <p:spPr>
            <a:xfrm>
              <a:off x="2247900"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35" name="four:scalar-input:line:435">
              <a:extLst>
                <a:ext uri="{FF2B5EF4-FFF2-40B4-BE49-F238E27FC236}">
                  <ns2:creationId id="{E4275A6C-BB2E-482D-A2AB-4A9279DA2AB8}"/>
                </a:ext>
              </a:extLst>
            </p:cNvPr>
            <p:cNvSpPr>
              <a:spLocks noGrp="1"/>
            </p:cNvSpPr>
            <p:nvPr/>
          </p:nvSpPr>
          <p:spPr>
            <a:xfrm>
              <a:off x="2352675"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36" name="four:scalar-input:line:436">
              <a:extLst>
                <a:ext uri="{FF2B5EF4-FFF2-40B4-BE49-F238E27FC236}">
                  <ns2:creationId id="{3E34A664-3E3F-4B38-A51A-5285619941A2}"/>
                </a:ext>
              </a:extLst>
            </p:cNvPr>
            <p:cNvSpPr>
              <a:spLocks noGrp="1"/>
            </p:cNvSpPr>
            <p:nvPr/>
          </p:nvSpPr>
          <p:spPr>
            <a:xfrm>
              <a:off x="2457450" y="2105025"/>
              <a:ext cx="953" cy="1885950"/>
            </a:xfrm>
            <a:custGeom>
              <a:pathLst>
                <a:path w="953" h="1885950">
                  <a:moveTo>
                    <a:pt x="0" y="0"/>
                  </a:moveTo>
                  <a:lnTo>
                    <a:pt x="0" y="1885950"/>
                  </a:lnTo>
                </a:path>
              </a:pathLst>
            </a:custGeom>
            <a:noFill/>
            <a:ln w="4286">
              <a:solidFill>
                <a:srgbClr val="7B8790">
                  <a:alpha val="35000"/>
                </a:srgbClr>
              </a:solidFill>
              <a:prstDash val="solid"/>
            </a:ln>
          </p:spPr>
        </p:sp>
        <p:sp>
          <p:nvSpPr>
            <p:cNvPr id="437" name="four:scalar-input:line:437">
              <a:extLst>
                <a:ext uri="{FF2B5EF4-FFF2-40B4-BE49-F238E27FC236}">
                  <ns2:creationId id="{A5A02DC7-03C0-41FD-8A11-88249D87DF78}"/>
                </a:ext>
              </a:extLst>
            </p:cNvPr>
            <p:cNvSpPr>
              <a:spLocks noGrp="1"/>
            </p:cNvSpPr>
            <p:nvPr/>
          </p:nvSpPr>
          <p:spPr>
            <a:xfrm>
              <a:off x="361950" y="2105025"/>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38" name="four:scalar-input:line:438">
              <a:extLst>
                <a:ext uri="{FF2B5EF4-FFF2-40B4-BE49-F238E27FC236}">
                  <ns2:creationId id="{885E39EB-D7CD-49FB-A381-89A153732A85}"/>
                </a:ext>
              </a:extLst>
            </p:cNvPr>
            <p:cNvSpPr>
              <a:spLocks noGrp="1"/>
            </p:cNvSpPr>
            <p:nvPr/>
          </p:nvSpPr>
          <p:spPr>
            <a:xfrm>
              <a:off x="361950" y="2209800"/>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39" name="four:scalar-input:line:439">
              <a:extLst>
                <a:ext uri="{FF2B5EF4-FFF2-40B4-BE49-F238E27FC236}">
                  <ns2:creationId id="{E3837629-8B04-4B65-ABE4-642247CB65D6}"/>
                </a:ext>
              </a:extLst>
            </p:cNvPr>
            <p:cNvSpPr>
              <a:spLocks noGrp="1"/>
            </p:cNvSpPr>
            <p:nvPr/>
          </p:nvSpPr>
          <p:spPr>
            <a:xfrm>
              <a:off x="361950" y="2314575"/>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40" name="four:scalar-input:line:440">
              <a:extLst>
                <a:ext uri="{FF2B5EF4-FFF2-40B4-BE49-F238E27FC236}">
                  <ns2:creationId id="{96DADD9D-0503-4B55-B39F-A99F3A508947}"/>
                </a:ext>
              </a:extLst>
            </p:cNvPr>
            <p:cNvSpPr>
              <a:spLocks noGrp="1"/>
            </p:cNvSpPr>
            <p:nvPr/>
          </p:nvSpPr>
          <p:spPr>
            <a:xfrm>
              <a:off x="361950" y="2419350"/>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41" name="four:scalar-input:line:441">
              <a:extLst>
                <a:ext uri="{FF2B5EF4-FFF2-40B4-BE49-F238E27FC236}">
                  <ns2:creationId id="{78464F62-C382-41C2-A9A6-1736E5C782C6}"/>
                </a:ext>
              </a:extLst>
            </p:cNvPr>
            <p:cNvSpPr>
              <a:spLocks noGrp="1"/>
            </p:cNvSpPr>
            <p:nvPr/>
          </p:nvSpPr>
          <p:spPr>
            <a:xfrm>
              <a:off x="361950" y="2524125"/>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42" name="four:scalar-input:line:442">
              <a:extLst>
                <a:ext uri="{FF2B5EF4-FFF2-40B4-BE49-F238E27FC236}">
                  <ns2:creationId id="{E6DB1C0E-1241-403F-9BEF-7EA3E73354BC}"/>
                </a:ext>
              </a:extLst>
            </p:cNvPr>
            <p:cNvSpPr>
              <a:spLocks noGrp="1"/>
            </p:cNvSpPr>
            <p:nvPr/>
          </p:nvSpPr>
          <p:spPr>
            <a:xfrm>
              <a:off x="361950" y="2628900"/>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43" name="four:scalar-input:line:443">
              <a:extLst>
                <a:ext uri="{FF2B5EF4-FFF2-40B4-BE49-F238E27FC236}">
                  <ns2:creationId id="{8F527915-F701-4675-AB0D-48E12F9820AF}"/>
                </a:ext>
              </a:extLst>
            </p:cNvPr>
            <p:cNvSpPr>
              <a:spLocks noGrp="1"/>
            </p:cNvSpPr>
            <p:nvPr/>
          </p:nvSpPr>
          <p:spPr>
            <a:xfrm>
              <a:off x="361950" y="2733675"/>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44" name="four:scalar-input:line:444">
              <a:extLst>
                <a:ext uri="{FF2B5EF4-FFF2-40B4-BE49-F238E27FC236}">
                  <ns2:creationId id="{E8A4B2C0-CBB0-4569-A61E-CCFDDB3CFC9C}"/>
                </a:ext>
              </a:extLst>
            </p:cNvPr>
            <p:cNvSpPr>
              <a:spLocks noGrp="1"/>
            </p:cNvSpPr>
            <p:nvPr/>
          </p:nvSpPr>
          <p:spPr>
            <a:xfrm>
              <a:off x="361950" y="2838450"/>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45" name="four:scalar-input:line:445">
              <a:extLst>
                <a:ext uri="{FF2B5EF4-FFF2-40B4-BE49-F238E27FC236}">
                  <ns2:creationId id="{6A39966F-3BDB-402C-8D11-1E1E1A4B896D}"/>
                </a:ext>
              </a:extLst>
            </p:cNvPr>
            <p:cNvSpPr>
              <a:spLocks noGrp="1"/>
            </p:cNvSpPr>
            <p:nvPr/>
          </p:nvSpPr>
          <p:spPr>
            <a:xfrm>
              <a:off x="361950" y="2943225"/>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46" name="four:scalar-input:line:446">
              <a:extLst>
                <a:ext uri="{FF2B5EF4-FFF2-40B4-BE49-F238E27FC236}">
                  <ns2:creationId id="{B1E5ED14-95F1-4DBC-9B90-41C6CAFC927E}"/>
                </a:ext>
              </a:extLst>
            </p:cNvPr>
            <p:cNvSpPr>
              <a:spLocks noGrp="1"/>
            </p:cNvSpPr>
            <p:nvPr/>
          </p:nvSpPr>
          <p:spPr>
            <a:xfrm>
              <a:off x="361950" y="3048000"/>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47" name="four:scalar-input:line:447">
              <a:extLst>
                <a:ext uri="{FF2B5EF4-FFF2-40B4-BE49-F238E27FC236}">
                  <ns2:creationId id="{DE20B9AD-31F6-4727-8EE7-876523A68F7C}"/>
                </a:ext>
              </a:extLst>
            </p:cNvPr>
            <p:cNvSpPr>
              <a:spLocks noGrp="1"/>
            </p:cNvSpPr>
            <p:nvPr/>
          </p:nvSpPr>
          <p:spPr>
            <a:xfrm>
              <a:off x="361950" y="3152775"/>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48" name="four:scalar-input:line:448">
              <a:extLst>
                <a:ext uri="{FF2B5EF4-FFF2-40B4-BE49-F238E27FC236}">
                  <ns2:creationId id="{00243685-5D67-46BB-9EC5-1B1666C49180}"/>
                </a:ext>
              </a:extLst>
            </p:cNvPr>
            <p:cNvSpPr>
              <a:spLocks noGrp="1"/>
            </p:cNvSpPr>
            <p:nvPr/>
          </p:nvSpPr>
          <p:spPr>
            <a:xfrm>
              <a:off x="361950" y="3257550"/>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49" name="four:scalar-input:line:449">
              <a:extLst>
                <a:ext uri="{FF2B5EF4-FFF2-40B4-BE49-F238E27FC236}">
                  <ns2:creationId id="{20B3DA0A-2222-4DA1-A208-EAF801D5B3C0}"/>
                </a:ext>
              </a:extLst>
            </p:cNvPr>
            <p:cNvSpPr>
              <a:spLocks noGrp="1"/>
            </p:cNvSpPr>
            <p:nvPr/>
          </p:nvSpPr>
          <p:spPr>
            <a:xfrm>
              <a:off x="361950" y="3362325"/>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50" name="four:scalar-input:line:450">
              <a:extLst>
                <a:ext uri="{FF2B5EF4-FFF2-40B4-BE49-F238E27FC236}">
                  <ns2:creationId id="{4663BC96-A50C-4508-B70F-30DF4CCED017}"/>
                </a:ext>
              </a:extLst>
            </p:cNvPr>
            <p:cNvSpPr>
              <a:spLocks noGrp="1"/>
            </p:cNvSpPr>
            <p:nvPr/>
          </p:nvSpPr>
          <p:spPr>
            <a:xfrm>
              <a:off x="361950" y="3467100"/>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51" name="four:scalar-input:line:451">
              <a:extLst>
                <a:ext uri="{FF2B5EF4-FFF2-40B4-BE49-F238E27FC236}">
                  <ns2:creationId id="{D68E1822-3343-4008-B060-0AC363962A1D}"/>
                </a:ext>
              </a:extLst>
            </p:cNvPr>
            <p:cNvSpPr>
              <a:spLocks noGrp="1"/>
            </p:cNvSpPr>
            <p:nvPr/>
          </p:nvSpPr>
          <p:spPr>
            <a:xfrm>
              <a:off x="361950" y="3571875"/>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52" name="four:scalar-input:line:452">
              <a:extLst>
                <a:ext uri="{FF2B5EF4-FFF2-40B4-BE49-F238E27FC236}">
                  <ns2:creationId id="{A24E347B-A69D-41C8-AF09-ED5300799DEB}"/>
                </a:ext>
              </a:extLst>
            </p:cNvPr>
            <p:cNvSpPr>
              <a:spLocks noGrp="1"/>
            </p:cNvSpPr>
            <p:nvPr/>
          </p:nvSpPr>
          <p:spPr>
            <a:xfrm>
              <a:off x="361950" y="3676650"/>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53" name="four:scalar-input:line:453">
              <a:extLst>
                <a:ext uri="{FF2B5EF4-FFF2-40B4-BE49-F238E27FC236}">
                  <ns2:creationId id="{9208CCB9-4C8D-4AC0-AAEB-ADF0C7CF75F0}"/>
                </a:ext>
              </a:extLst>
            </p:cNvPr>
            <p:cNvSpPr>
              <a:spLocks noGrp="1"/>
            </p:cNvSpPr>
            <p:nvPr/>
          </p:nvSpPr>
          <p:spPr>
            <a:xfrm>
              <a:off x="361950" y="3781425"/>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54" name="four:scalar-input:line:454">
              <a:extLst>
                <a:ext uri="{FF2B5EF4-FFF2-40B4-BE49-F238E27FC236}">
                  <ns2:creationId id="{6F4A534C-0DF0-444B-BA6E-FC4A63EA20CB}"/>
                </a:ext>
              </a:extLst>
            </p:cNvPr>
            <p:cNvSpPr>
              <a:spLocks noGrp="1"/>
            </p:cNvSpPr>
            <p:nvPr/>
          </p:nvSpPr>
          <p:spPr>
            <a:xfrm>
              <a:off x="361950" y="3886200"/>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55" name="four:scalar-input:line:455">
              <a:extLst>
                <a:ext uri="{FF2B5EF4-FFF2-40B4-BE49-F238E27FC236}">
                  <ns2:creationId id="{D44A7122-DCCC-4041-87B1-72E86079AC2A}"/>
                </a:ext>
              </a:extLst>
            </p:cNvPr>
            <p:cNvSpPr>
              <a:spLocks noGrp="1"/>
            </p:cNvSpPr>
            <p:nvPr/>
          </p:nvSpPr>
          <p:spPr>
            <a:xfrm>
              <a:off x="361950" y="3990975"/>
              <a:ext cx="2095500" cy="953"/>
            </a:xfrm>
            <a:custGeom>
              <a:pathLst>
                <a:path w="2095500" h="953">
                  <a:moveTo>
                    <a:pt x="0" y="0"/>
                  </a:moveTo>
                  <a:lnTo>
                    <a:pt x="2095500" y="0"/>
                  </a:lnTo>
                </a:path>
              </a:pathLst>
            </a:custGeom>
            <a:noFill/>
            <a:ln w="4286">
              <a:solidFill>
                <a:srgbClr val="7B8790">
                  <a:alpha val="35000"/>
                </a:srgbClr>
              </a:solidFill>
              <a:prstDash val="solid"/>
            </a:ln>
          </p:spPr>
        </p:sp>
        <p:sp>
          <p:nvSpPr>
            <p:cNvPr id="456" name="four:scalar-input:grid-border:456">
              <a:extLst>
                <a:ext uri="{FF2B5EF4-FFF2-40B4-BE49-F238E27FC236}">
                  <ns2:creationId id="{ADF6112E-76CD-47CC-9D65-AA63E6F8C368}"/>
                </a:ext>
              </a:extLst>
            </p:cNvPr>
            <p:cNvSpPr>
              <a:spLocks noGrp="1"/>
            </p:cNvSpPr>
            <p:nvPr/>
          </p:nvSpPr>
          <p:spPr>
            <a:xfrm>
              <a:off x="361950" y="2105025"/>
              <a:ext cx="2095500" cy="1885950"/>
            </a:xfrm>
            <a:prstGeom prst="rect">
              <a:avLst/>
            </a:prstGeom>
            <a:noFill/>
            <a:ln w="11906">
              <a:solidFill>
                <a:srgbClr val="263238"/>
              </a:solidFill>
              <a:prstDash val="solid"/>
            </a:ln>
          </p:spPr>
        </p:sp>
        <p:sp>
          <p:nvSpPr>
            <p:cNvPr id="457" name="four:scalar-input:regular-node:457">
              <a:extLst>
                <a:ext uri="{FF2B5EF4-FFF2-40B4-BE49-F238E27FC236}">
                  <ns2:creationId id="{8D6FF616-8504-4E2A-8E17-44A0A81312C7}"/>
                </a:ext>
              </a:extLst>
            </p:cNvPr>
            <p:cNvSpPr>
              <a:spLocks noGrp="1"/>
            </p:cNvSpPr>
            <p:nvPr/>
          </p:nvSpPr>
          <p:spPr>
            <a:xfrm>
              <a:off x="460095" y="2851013"/>
              <a:ext cx="49530" cy="49530"/>
            </a:xfrm>
            <a:prstGeom prst="ellipse">
              <a:avLst/>
            </a:prstGeom>
            <a:solidFill>
              <a:srgbClr val="263238"/>
            </a:solidFill>
            <a:ln w="0">
              <a:noFill/>
              <a:prstDash val="solid"/>
            </a:ln>
          </p:spPr>
        </p:sp>
        <p:sp>
          <p:nvSpPr>
            <p:cNvPr id="458" name="four:scalar-input:regular-node:458">
              <a:extLst>
                <a:ext uri="{FF2B5EF4-FFF2-40B4-BE49-F238E27FC236}">
                  <ns2:creationId id="{04A01689-A73A-4B9E-B7D4-49C5E4E4AD6C}"/>
                </a:ext>
              </a:extLst>
            </p:cNvPr>
            <p:cNvSpPr>
              <a:spLocks noGrp="1"/>
            </p:cNvSpPr>
            <p:nvPr/>
          </p:nvSpPr>
          <p:spPr>
            <a:xfrm>
              <a:off x="1917281" y="2321146"/>
              <a:ext cx="49530" cy="49530"/>
            </a:xfrm>
            <a:prstGeom prst="ellipse">
              <a:avLst/>
            </a:prstGeom>
            <a:solidFill>
              <a:srgbClr val="263238"/>
            </a:solidFill>
            <a:ln w="0">
              <a:noFill/>
              <a:prstDash val="solid"/>
            </a:ln>
          </p:spPr>
        </p:sp>
        <p:sp>
          <p:nvSpPr>
            <p:cNvPr id="459" name="four:scalar-input:regular-node:459">
              <a:extLst>
                <a:ext uri="{FF2B5EF4-FFF2-40B4-BE49-F238E27FC236}">
                  <ns2:creationId id="{77679DA7-460F-479D-9E26-1B086D320C6A}"/>
                </a:ext>
              </a:extLst>
            </p:cNvPr>
            <p:cNvSpPr>
              <a:spLocks noGrp="1"/>
            </p:cNvSpPr>
            <p:nvPr/>
          </p:nvSpPr>
          <p:spPr>
            <a:xfrm>
              <a:off x="1381928" y="3645847"/>
              <a:ext cx="49530" cy="49530"/>
            </a:xfrm>
            <a:prstGeom prst="ellipse">
              <a:avLst/>
            </a:prstGeom>
            <a:solidFill>
              <a:srgbClr val="263238"/>
            </a:solidFill>
            <a:ln w="0">
              <a:noFill/>
              <a:prstDash val="solid"/>
            </a:ln>
          </p:spPr>
        </p:sp>
        <p:sp>
          <p:nvSpPr>
            <p:cNvPr id="460" name="four:scalar-input:regular-node:460">
              <a:extLst>
                <a:ext uri="{FF2B5EF4-FFF2-40B4-BE49-F238E27FC236}">
                  <ns2:creationId id="{A6C4329D-2619-4231-B84B-3CE9EEBAB237}"/>
                </a:ext>
              </a:extLst>
            </p:cNvPr>
            <p:cNvSpPr>
              <a:spLocks noGrp="1"/>
            </p:cNvSpPr>
            <p:nvPr/>
          </p:nvSpPr>
          <p:spPr>
            <a:xfrm>
              <a:off x="1867657" y="3469225"/>
              <a:ext cx="49530" cy="49530"/>
            </a:xfrm>
            <a:prstGeom prst="ellipse">
              <a:avLst/>
            </a:prstGeom>
            <a:solidFill>
              <a:srgbClr val="263238"/>
            </a:solidFill>
            <a:ln w="0">
              <a:noFill/>
              <a:prstDash val="solid"/>
            </a:ln>
          </p:spPr>
        </p:sp>
        <p:sp>
          <p:nvSpPr>
            <p:cNvPr id="461" name="four:scalar-input:line:461">
              <a:extLst>
                <a:ext uri="{FF2B5EF4-FFF2-40B4-BE49-F238E27FC236}">
                  <ns2:creationId id="{50CBDD45-6C37-40B6-BFE7-5378699A0303}"/>
                </a:ext>
              </a:extLst>
            </p:cNvPr>
            <p:cNvSpPr>
              <a:spLocks noGrp="1"/>
            </p:cNvSpPr>
            <p:nvPr/>
          </p:nvSpPr>
          <p:spPr>
            <a:xfrm>
              <a:off x="428625" y="1790700"/>
              <a:ext cx="190500" cy="228600"/>
            </a:xfrm>
            <a:custGeom>
              <a:pathLst>
                <a:path w="190500" h="228600">
                  <a:moveTo>
                    <a:pt x="0" y="228600"/>
                  </a:moveTo>
                  <a:lnTo>
                    <a:pt x="190500" y="0"/>
                  </a:lnTo>
                </a:path>
              </a:pathLst>
            </a:custGeom>
            <a:noFill/>
            <a:ln w="15240">
              <a:solidFill>
                <a:srgbClr val="263238"/>
              </a:solidFill>
              <a:prstDash val="solid"/>
            </a:ln>
          </p:spPr>
        </p:sp>
        <p:sp>
          <p:nvSpPr>
            <p:cNvPr id="462" name="four:scalar-input:polygon:462">
              <a:extLst>
                <a:ext uri="{FF2B5EF4-FFF2-40B4-BE49-F238E27FC236}">
                  <ns2:creationId id="{85BF9C6F-3813-48C6-99C5-E605EAA1DA1F}"/>
                </a:ext>
              </a:extLst>
            </p:cNvPr>
            <p:cNvSpPr>
              <a:spLocks noGrp="1"/>
            </p:cNvSpPr>
            <p:nvPr/>
          </p:nvSpPr>
          <p:spPr>
            <a:xfrm>
              <a:off x="535927" y="1790700"/>
              <a:ext cx="83198" cy="89454"/>
            </a:xfrm>
            <a:custGeom>
              <a:pathLst>
                <a:path w="83198" h="89454">
                  <a:moveTo>
                    <a:pt x="83198" y="0"/>
                  </a:moveTo>
                  <a:lnTo>
                    <a:pt x="0" y="42257"/>
                  </a:lnTo>
                  <a:lnTo>
                    <a:pt x="56636" y="89454"/>
                  </a:lnTo>
                  <a:close/>
                </a:path>
              </a:pathLst>
            </a:custGeom>
            <a:solidFill>
              <a:srgbClr val="263238"/>
            </a:solidFill>
            <a:ln w="0">
              <a:noFill/>
              <a:prstDash val="solid"/>
            </a:ln>
          </p:spPr>
        </p:sp>
        <p:sp>
          <p:nvSpPr>
            <p:cNvPr id="463" name="four:scalar-input:textbox:463">
              <a:extLst>
                <a:ext uri="{FF2B5EF4-FFF2-40B4-BE49-F238E27FC236}">
                  <ns2:creationId id="{BC00A6EB-1BFF-4F09-B415-D827F64FCF48}"/>
                </a:ext>
              </a:extLst>
            </p:cNvPr>
            <p:cNvSpPr>
              <a:spLocks noGrp="1"/>
            </p:cNvSpPr>
            <p:nvPr/>
          </p:nvSpPr>
          <p:spPr>
            <a:xfrm>
              <a:off x="304800" y="1714500"/>
              <a:ext cx="171450" cy="342900"/>
            </a:xfrm>
            <a:prstGeom prst="rect">
              <a:avLst/>
            </a:prstGeom>
            <a:noFill/>
            <a:ln w="0">
              <a:noFill/>
              <a:prstDash val="solid"/>
            </a:ln>
          </p:spPr>
          <p:txBody>
            <a:bodyPr wrap="none" lIns="0" tIns="0" rIns="0" bIns="0" anchor="ctr">
              <a:normAutofit fontScale="100000"/>
            </a:bodyPr>
            <a:lstStyle>
              <a:defPPr algn="ctr">
                <a:defRPr sz="1725" b="0">
                  <a:solidFill>
                    <a:srgbClr val="263238"/>
                  </a:solidFill>
                  <a:latin typeface="Arial"/>
                  <a:ea typeface="Arial"/>
                  <a:cs typeface="Arial"/>
                </a:defRPr>
              </a:defPPr>
            </a:lstStyle>
            <a:p>
              <a:pPr algn="ctr">
                <a:defRPr sz="1725" b="0">
                  <a:solidFill>
                    <a:srgbClr val="263238"/>
                  </a:solidFill>
                  <a:latin typeface="Arial"/>
                  <a:ea typeface="Arial"/>
                  <a:cs typeface="Arial"/>
                </a:defRPr>
              </a:pPr>
              <a:r>
                <a:rPr sz="1725" b="0">
                  <a:solidFill>
                    <a:srgbClr val="263238"/>
                  </a:solidFill>
                  <a:latin typeface="Arial"/>
                  <a:ea typeface="Arial"/>
                  <a:cs typeface="Arial"/>
                </a:rPr>
                <a:t>t</a:t>
              </a:r>
            </a:p>
          </p:txBody>
        </p:sp>
      </p:grpSp>
      <p:grpSp>
        <p:nvGrpSpPr>
          <p:cNvPr id="3177" name="topology-swaps"/>
          <p:cNvGrpSpPr/>
          <p:nvPr/>
        </p:nvGrpSpPr>
        <p:grpSpPr>
          <a:xfrm>
            <a:off x="0" y="0"/>
            <a:ext cx="24955500" cy="8572500"/>
            <a:chOff x="0" y="0"/>
            <a:chExt cx="24955500" cy="8572500"/>
          </a:xfrm>
        </p:grpSpPr>
        <p:sp>
          <p:nvSpPr>
            <p:cNvPr id="464" name="four:topology-swaps:textbox:464">
              <a:extLst>
                <a:ext uri="{FF2B5EF4-FFF2-40B4-BE49-F238E27FC236}">
                  <ns2:creationId id="{5471E43B-6417-49CC-B562-E69FB0EA77DE}"/>
                </a:ext>
              </a:extLst>
            </p:cNvPr>
            <p:cNvSpPr>
              <a:spLocks noGrp="1"/>
            </p:cNvSpPr>
            <p:nvPr/>
          </p:nvSpPr>
          <p:spPr>
            <a:xfrm>
              <a:off x="3371850" y="4371975"/>
              <a:ext cx="4352925" cy="304800"/>
            </a:xfrm>
            <a:prstGeom prst="rect">
              <a:avLst/>
            </a:prstGeom>
            <a:noFill/>
            <a:ln w="0">
              <a:noFill/>
              <a:prstDash val="solid"/>
            </a:ln>
          </p:spPr>
          <p:txBody>
            <a:bodyPr wrap="none" lIns="0" tIns="0" rIns="0" bIns="0" anchor="ctr">
              <a:normAutofit fontScale="100000"/>
            </a:bodyPr>
            <a:lstStyle>
              <a:defPPr algn="l">
                <a:defRPr sz="1800" b="1">
                  <a:solidFill>
                    <a:srgbClr val="263238"/>
                  </a:solidFill>
                  <a:latin typeface="Arial"/>
                  <a:ea typeface="Arial"/>
                  <a:cs typeface="Arial"/>
                </a:defRPr>
              </a:defPPr>
            </a:lstStyle>
            <a:p>
              <a:pPr algn="l">
                <a:defRPr sz="1800" b="1">
                  <a:solidFill>
                    <a:srgbClr val="263238"/>
                  </a:solidFill>
                  <a:latin typeface="Arial"/>
                  <a:ea typeface="Arial"/>
                  <a:cs typeface="Arial"/>
                </a:defRPr>
              </a:pPr>
              <a:r>
                <a:rPr sz="1800" b="1">
                  <a:solidFill>
                    <a:srgbClr val="263238"/>
                  </a:solidFill>
                  <a:latin typeface="Arial"/>
                  <a:ea typeface="Arial"/>
                  <a:cs typeface="Arial"/>
                </a:rPr>
                <a:t>Topology-preserving reordering</a:t>
              </a:r>
            </a:p>
          </p:txBody>
        </p:sp>
        <p:sp>
          <p:nvSpPr>
            <p:cNvPr id="465" name="four:topology-swaps:textbox:465">
              <a:extLst>
                <a:ext uri="{FF2B5EF4-FFF2-40B4-BE49-F238E27FC236}">
                  <ns2:creationId id="{FBF8CFFE-27B2-440F-BEE4-4795252E43C3}"/>
                </a:ext>
              </a:extLst>
            </p:cNvPr>
            <p:cNvSpPr>
              <a:spLocks noGrp="1"/>
            </p:cNvSpPr>
            <p:nvPr/>
          </p:nvSpPr>
          <p:spPr>
            <a:xfrm>
              <a:off x="3352800" y="4724400"/>
              <a:ext cx="1876425" cy="257175"/>
            </a:xfrm>
            <a:prstGeom prst="rect">
              <a:avLst/>
            </a:prstGeom>
            <a:noFill/>
            <a:ln w="0">
              <a:noFill/>
              <a:prstDash val="solid"/>
            </a:ln>
          </p:spPr>
          <p:txBody>
            <a:bodyPr wrap="none" lIns="0" tIns="0" rIns="0" bIns="0" anchor="ctr">
              <a:normAutofit fontScale="100000"/>
            </a:bodyPr>
            <a:lstStyle>
              <a:defPPr algn="ctr">
                <a:defRPr sz="1575" b="0">
                  <a:solidFill>
                    <a:srgbClr val="7B8790"/>
                  </a:solidFill>
                  <a:latin typeface="Arial"/>
                  <a:ea typeface="Arial"/>
                  <a:cs typeface="Arial"/>
                </a:defRPr>
              </a:defPPr>
            </a:lstStyle>
            <a:p>
              <a:pPr algn="ctr">
                <a:defRPr sz="1575" b="0">
                  <a:solidFill>
                    <a:srgbClr val="7B8790"/>
                  </a:solidFill>
                  <a:latin typeface="Arial"/>
                  <a:ea typeface="Arial"/>
                  <a:cs typeface="Arial"/>
                </a:defRPr>
              </a:pPr>
              <a:r>
                <a:rPr sz="1575" b="0">
                  <a:solidFill>
                    <a:srgbClr val="7B8790"/>
                  </a:solidFill>
                  <a:latin typeface="Arial"/>
                  <a:ea typeface="Arial"/>
                  <a:cs typeface="Arial"/>
                </a:rPr>
                <a:t>Initial</a:t>
              </a:r>
            </a:p>
          </p:txBody>
        </p:sp>
        <p:sp>
          <p:nvSpPr>
            <p:cNvPr id="466" name="four:topology-swaps:textbox:466">
              <a:extLst>
                <a:ext uri="{FF2B5EF4-FFF2-40B4-BE49-F238E27FC236}">
                  <ns2:creationId id="{22F961C7-95A2-4580-85C7-E662C49C7CB6}"/>
                </a:ext>
              </a:extLst>
            </p:cNvPr>
            <p:cNvSpPr>
              <a:spLocks noGrp="1"/>
            </p:cNvSpPr>
            <p:nvPr/>
          </p:nvSpPr>
          <p:spPr>
            <a:xfrm>
              <a:off x="5915025" y="4724400"/>
              <a:ext cx="1876425" cy="257175"/>
            </a:xfrm>
            <a:prstGeom prst="rect">
              <a:avLst/>
            </a:prstGeom>
            <a:noFill/>
            <a:ln w="0">
              <a:noFill/>
              <a:prstDash val="solid"/>
            </a:ln>
          </p:spPr>
          <p:txBody>
            <a:bodyPr wrap="none" lIns="0" tIns="0" rIns="0" bIns="0" anchor="ctr">
              <a:normAutofit fontScale="100000"/>
            </a:bodyPr>
            <a:lstStyle>
              <a:defPPr algn="ctr">
                <a:defRPr sz="1575" b="0">
                  <a:solidFill>
                    <a:srgbClr val="7B8790"/>
                  </a:solidFill>
                  <a:latin typeface="Arial"/>
                  <a:ea typeface="Arial"/>
                  <a:cs typeface="Arial"/>
                </a:defRPr>
              </a:defPPr>
            </a:lstStyle>
            <a:p>
              <a:pPr algn="ctr">
                <a:defRPr sz="1575" b="0">
                  <a:solidFill>
                    <a:srgbClr val="7B8790"/>
                  </a:solidFill>
                  <a:latin typeface="Arial"/>
                  <a:ea typeface="Arial"/>
                  <a:cs typeface="Arial"/>
                </a:defRPr>
              </a:pPr>
              <a:r>
                <a:rPr sz="1575" b="0">
                  <a:solidFill>
                    <a:srgbClr val="7B8790"/>
                  </a:solidFill>
                  <a:latin typeface="Arial"/>
                  <a:ea typeface="Arial"/>
                  <a:cs typeface="Arial"/>
                </a:rPr>
                <a:t>Best under T</a:t>
              </a:r>
            </a:p>
          </p:txBody>
        </p:sp>
        <p:sp>
          <p:nvSpPr>
            <p:cNvPr id="467" name="four:topology-swaps:line:467">
              <a:extLst>
                <a:ext uri="{FF2B5EF4-FFF2-40B4-BE49-F238E27FC236}">
                  <ns2:creationId id="{2E339F5D-A65D-488B-8EC6-3F3732BF8AE3}"/>
                </a:ext>
              </a:extLst>
            </p:cNvPr>
            <p:cNvSpPr>
              <a:spLocks noGrp="1"/>
            </p:cNvSpPr>
            <p:nvPr/>
          </p:nvSpPr>
          <p:spPr>
            <a:xfrm>
              <a:off x="4373880" y="5086350"/>
              <a:ext cx="953" cy="282892"/>
            </a:xfrm>
            <a:custGeom>
              <a:pathLst>
                <a:path w="953" h="282892">
                  <a:moveTo>
                    <a:pt x="0" y="58424"/>
                  </a:moveTo>
                  <a:lnTo>
                    <a:pt x="0" y="224469"/>
                  </a:lnTo>
                </a:path>
              </a:pathLst>
            </a:custGeom>
            <a:noFill/>
            <a:ln w="10478">
              <a:solidFill>
                <a:srgbClr val="263238"/>
              </a:solidFill>
              <a:prstDash val="solid"/>
            </a:ln>
          </p:spPr>
        </p:sp>
        <p:sp>
          <p:nvSpPr>
            <p:cNvPr id="468" name="four:topology-swaps:regular-node:468">
              <a:extLst>
                <a:ext uri="{FF2B5EF4-FFF2-40B4-BE49-F238E27FC236}">
                  <ns2:creationId id="{713BE198-09D0-4B02-83DB-27FE054E42EF}"/>
                </a:ext>
              </a:extLst>
            </p:cNvPr>
            <p:cNvSpPr>
              <a:spLocks noGrp="1"/>
            </p:cNvSpPr>
            <p:nvPr/>
          </p:nvSpPr>
          <p:spPr>
            <a:xfrm>
              <a:off x="4356135" y="5174240"/>
              <a:ext cx="35490" cy="35490"/>
            </a:xfrm>
            <a:prstGeom prst="ellipse">
              <a:avLst/>
            </a:prstGeom>
            <a:solidFill>
              <a:srgbClr val="DCE8ED"/>
            </a:solidFill>
            <a:ln w="6668">
              <a:solidFill>
                <a:srgbClr val="263238"/>
              </a:solidFill>
              <a:prstDash val="solid"/>
            </a:ln>
          </p:spPr>
        </p:sp>
        <p:sp>
          <p:nvSpPr>
            <p:cNvPr id="469" name="four:topology-swaps:regular-node:469">
              <a:extLst>
                <a:ext uri="{FF2B5EF4-FFF2-40B4-BE49-F238E27FC236}">
                  <ns2:creationId id="{CD57C8F5-F28E-4B75-8D35-4AA851D42F03}"/>
                </a:ext>
              </a:extLst>
            </p:cNvPr>
            <p:cNvSpPr>
              <a:spLocks noGrp="1"/>
            </p:cNvSpPr>
            <p:nvPr/>
          </p:nvSpPr>
          <p:spPr>
            <a:xfrm>
              <a:off x="4356135" y="5245863"/>
              <a:ext cx="35490" cy="35490"/>
            </a:xfrm>
            <a:prstGeom prst="ellipse">
              <a:avLst/>
            </a:prstGeom>
            <a:solidFill>
              <a:srgbClr val="DCE8ED"/>
            </a:solidFill>
            <a:ln w="6668">
              <a:solidFill>
                <a:srgbClr val="263238"/>
              </a:solidFill>
              <a:prstDash val="solid"/>
            </a:ln>
          </p:spPr>
        </p:sp>
        <p:sp>
          <p:nvSpPr>
            <p:cNvPr id="470" name="four:topology-swaps:critical-node:470">
              <a:extLst>
                <a:ext uri="{FF2B5EF4-FFF2-40B4-BE49-F238E27FC236}">
                  <ns2:creationId id="{D122837D-40C4-4A79-B566-68C844811321}"/>
                </a:ext>
              </a:extLst>
            </p:cNvPr>
            <p:cNvSpPr>
              <a:spLocks noGrp="1"/>
            </p:cNvSpPr>
            <p:nvPr/>
          </p:nvSpPr>
          <p:spPr>
            <a:xfrm>
              <a:off x="4322124" y="5034594"/>
              <a:ext cx="103513" cy="103513"/>
            </a:xfrm>
            <a:prstGeom prst="diamond">
              <a:avLst/>
            </a:prstGeom>
            <a:solidFill>
              <a:srgbClr val="DCE8ED"/>
            </a:solidFill>
            <a:ln w="10478">
              <a:solidFill>
                <a:srgbClr val="263238"/>
              </a:solidFill>
              <a:prstDash val="solid"/>
            </a:ln>
          </p:spPr>
        </p:sp>
        <p:sp>
          <p:nvSpPr>
            <p:cNvPr id="471" name="four:topology-swaps:critical-node:471">
              <a:extLst>
                <a:ext uri="{FF2B5EF4-FFF2-40B4-BE49-F238E27FC236}">
                  <ns2:creationId id="{D70F1B56-85D3-4212-9F9B-CA514EADD0DA}"/>
                </a:ext>
              </a:extLst>
            </p:cNvPr>
            <p:cNvSpPr>
              <a:spLocks noGrp="1"/>
            </p:cNvSpPr>
            <p:nvPr/>
          </p:nvSpPr>
          <p:spPr>
            <a:xfrm>
              <a:off x="4322124" y="5317486"/>
              <a:ext cx="103513" cy="103513"/>
            </a:xfrm>
            <a:prstGeom prst="diamond">
              <a:avLst/>
            </a:prstGeom>
            <a:solidFill>
              <a:srgbClr val="DCE8ED"/>
            </a:solidFill>
            <a:ln w="10478">
              <a:solidFill>
                <a:srgbClr val="263238"/>
              </a:solidFill>
              <a:prstDash val="solid"/>
            </a:ln>
          </p:spPr>
        </p:sp>
        <p:sp>
          <p:nvSpPr>
            <p:cNvPr id="472" name="four:topology-swaps:line:472">
              <a:extLst>
                <a:ext uri="{FF2B5EF4-FFF2-40B4-BE49-F238E27FC236}">
                  <ns2:creationId id="{D266E1B0-2C4E-4521-835A-3835B5590EDE}"/>
                </a:ext>
              </a:extLst>
            </p:cNvPr>
            <p:cNvSpPr>
              <a:spLocks noGrp="1"/>
            </p:cNvSpPr>
            <p:nvPr/>
          </p:nvSpPr>
          <p:spPr>
            <a:xfrm>
              <a:off x="3870960" y="5369243"/>
              <a:ext cx="1005840" cy="953"/>
            </a:xfrm>
            <a:custGeom>
              <a:pathLst>
                <a:path w="1005840" h="953">
                  <a:moveTo>
                    <a:pt x="0" y="0"/>
                  </a:moveTo>
                  <a:lnTo>
                    <a:pt x="444496" y="0"/>
                  </a:lnTo>
                  <a:moveTo>
                    <a:pt x="561344" y="0"/>
                  </a:moveTo>
                  <a:lnTo>
                    <a:pt x="1005840" y="0"/>
                  </a:lnTo>
                </a:path>
              </a:pathLst>
            </a:custGeom>
            <a:noFill/>
            <a:ln w="10478">
              <a:solidFill>
                <a:srgbClr val="263238"/>
              </a:solidFill>
              <a:prstDash val="solid"/>
            </a:ln>
          </p:spPr>
        </p:sp>
        <p:sp>
          <p:nvSpPr>
            <p:cNvPr id="473" name="four:topology-swaps:line:473">
              <a:extLst>
                <a:ext uri="{FF2B5EF4-FFF2-40B4-BE49-F238E27FC236}">
                  <ns2:creationId id="{874CB9E8-E8ED-4221-8437-FF5383BC727A}"/>
                </a:ext>
              </a:extLst>
            </p:cNvPr>
            <p:cNvSpPr>
              <a:spLocks noGrp="1"/>
            </p:cNvSpPr>
            <p:nvPr/>
          </p:nvSpPr>
          <p:spPr>
            <a:xfrm>
              <a:off x="3870960" y="5369243"/>
              <a:ext cx="953" cy="308610"/>
            </a:xfrm>
            <a:custGeom>
              <a:pathLst>
                <a:path w="953" h="308610">
                  <a:moveTo>
                    <a:pt x="0" y="0"/>
                  </a:moveTo>
                  <a:lnTo>
                    <a:pt x="0" y="228005"/>
                  </a:lnTo>
                </a:path>
              </a:pathLst>
            </a:custGeom>
            <a:noFill/>
            <a:ln w="10478">
              <a:solidFill>
                <a:srgbClr val="263238"/>
              </a:solidFill>
              <a:prstDash val="solid"/>
            </a:ln>
          </p:spPr>
        </p:sp>
        <p:sp>
          <p:nvSpPr>
            <p:cNvPr id="474" name="four:topology-swaps:regular-node:474">
              <a:extLst>
                <a:ext uri="{FF2B5EF4-FFF2-40B4-BE49-F238E27FC236}">
                  <ns2:creationId id="{07BBAA1E-03EA-40B0-BBC4-95414C890765}"/>
                </a:ext>
              </a:extLst>
            </p:cNvPr>
            <p:cNvSpPr>
              <a:spLocks noGrp="1"/>
            </p:cNvSpPr>
            <p:nvPr/>
          </p:nvSpPr>
          <p:spPr>
            <a:xfrm>
              <a:off x="3845821" y="5461440"/>
              <a:ext cx="50278" cy="50278"/>
            </a:xfrm>
            <a:prstGeom prst="ellipse">
              <a:avLst/>
            </a:prstGeom>
            <a:solidFill>
              <a:srgbClr val="D4B4CC"/>
            </a:solidFill>
            <a:ln w="6668">
              <a:solidFill>
                <a:srgbClr val="263238"/>
              </a:solidFill>
              <a:prstDash val="solid"/>
            </a:ln>
          </p:spPr>
        </p:sp>
        <p:sp>
          <p:nvSpPr>
            <p:cNvPr id="475" name="four:topology-swaps:line:475">
              <a:extLst>
                <a:ext uri="{FF2B5EF4-FFF2-40B4-BE49-F238E27FC236}">
                  <ns2:creationId id="{15873ACD-D9BB-40FD-8778-7DDEBB7B1E9C}"/>
                </a:ext>
              </a:extLst>
            </p:cNvPr>
            <p:cNvSpPr>
              <a:spLocks noGrp="1"/>
            </p:cNvSpPr>
            <p:nvPr/>
          </p:nvSpPr>
          <p:spPr>
            <a:xfrm>
              <a:off x="4876800" y="5369243"/>
              <a:ext cx="953" cy="745808"/>
            </a:xfrm>
            <a:custGeom>
              <a:pathLst>
                <a:path w="953" h="745808">
                  <a:moveTo>
                    <a:pt x="0" y="0"/>
                  </a:moveTo>
                  <a:lnTo>
                    <a:pt x="0" y="665202"/>
                  </a:lnTo>
                </a:path>
              </a:pathLst>
            </a:custGeom>
            <a:noFill/>
            <a:ln w="10478">
              <a:solidFill>
                <a:srgbClr val="263238"/>
              </a:solidFill>
              <a:prstDash val="solid"/>
            </a:ln>
          </p:spPr>
        </p:sp>
        <p:sp>
          <p:nvSpPr>
            <p:cNvPr id="476" name="four:topology-swaps:regular-node:476">
              <a:extLst>
                <a:ext uri="{FF2B5EF4-FFF2-40B4-BE49-F238E27FC236}">
                  <ns2:creationId id="{F91D1FEC-2529-42F9-AAC5-D9ABD3CDA240}"/>
                </a:ext>
              </a:extLst>
            </p:cNvPr>
            <p:cNvSpPr>
              <a:spLocks noGrp="1"/>
            </p:cNvSpPr>
            <p:nvPr/>
          </p:nvSpPr>
          <p:spPr>
            <a:xfrm>
              <a:off x="4851661" y="5559681"/>
              <a:ext cx="50278" cy="50278"/>
            </a:xfrm>
            <a:prstGeom prst="ellipse">
              <a:avLst/>
            </a:prstGeom>
            <a:solidFill>
              <a:srgbClr val="81C9BA"/>
            </a:solidFill>
            <a:ln w="6668">
              <a:solidFill>
                <a:srgbClr val="263238"/>
              </a:solidFill>
              <a:prstDash val="solid"/>
            </a:ln>
          </p:spPr>
        </p:sp>
        <p:sp>
          <p:nvSpPr>
            <p:cNvPr id="477" name="four:topology-swaps:regular-node:477">
              <a:extLst>
                <a:ext uri="{FF2B5EF4-FFF2-40B4-BE49-F238E27FC236}">
                  <ns2:creationId id="{ACFDA5A1-3DC9-4F4F-8205-091950196C92}"/>
                </a:ext>
              </a:extLst>
            </p:cNvPr>
            <p:cNvSpPr>
              <a:spLocks noGrp="1"/>
            </p:cNvSpPr>
            <p:nvPr/>
          </p:nvSpPr>
          <p:spPr>
            <a:xfrm>
              <a:off x="4851661" y="5800396"/>
              <a:ext cx="50278" cy="50278"/>
            </a:xfrm>
            <a:prstGeom prst="ellipse">
              <a:avLst/>
            </a:prstGeom>
            <a:solidFill>
              <a:srgbClr val="81C9BA"/>
            </a:solidFill>
            <a:ln w="6668">
              <a:solidFill>
                <a:srgbClr val="263238"/>
              </a:solidFill>
              <a:prstDash val="solid"/>
            </a:ln>
          </p:spPr>
        </p:sp>
        <p:sp>
          <p:nvSpPr>
            <p:cNvPr id="478" name="four:topology-swaps:critical-node:478">
              <a:extLst>
                <a:ext uri="{FF2B5EF4-FFF2-40B4-BE49-F238E27FC236}">
                  <ns2:creationId id="{7036B411-DEC7-4444-AB1B-14245BD50175}"/>
                </a:ext>
              </a:extLst>
            </p:cNvPr>
            <p:cNvSpPr>
              <a:spLocks noGrp="1"/>
            </p:cNvSpPr>
            <p:nvPr/>
          </p:nvSpPr>
          <p:spPr>
            <a:xfrm>
              <a:off x="3797022" y="5603915"/>
              <a:ext cx="147876" cy="147876"/>
            </a:xfrm>
            <a:prstGeom prst="diamond">
              <a:avLst/>
            </a:prstGeom>
            <a:solidFill>
              <a:srgbClr val="D4B4CC"/>
            </a:solidFill>
            <a:ln w="10478">
              <a:solidFill>
                <a:srgbClr val="263238"/>
              </a:solidFill>
              <a:prstDash val="solid"/>
            </a:ln>
          </p:spPr>
        </p:sp>
        <p:sp>
          <p:nvSpPr>
            <p:cNvPr id="479" name="four:topology-swaps:critical-node:479">
              <a:extLst>
                <a:ext uri="{FF2B5EF4-FFF2-40B4-BE49-F238E27FC236}">
                  <ns2:creationId id="{B64D5D5F-671B-448F-8B9F-62B05DE5513B}"/>
                </a:ext>
              </a:extLst>
            </p:cNvPr>
            <p:cNvSpPr>
              <a:spLocks noGrp="1"/>
            </p:cNvSpPr>
            <p:nvPr/>
          </p:nvSpPr>
          <p:spPr>
            <a:xfrm>
              <a:off x="4802862" y="6041112"/>
              <a:ext cx="147876" cy="147876"/>
            </a:xfrm>
            <a:prstGeom prst="diamond">
              <a:avLst/>
            </a:prstGeom>
            <a:solidFill>
              <a:srgbClr val="81C9BA"/>
            </a:solidFill>
            <a:ln w="10478">
              <a:solidFill>
                <a:srgbClr val="263238"/>
              </a:solidFill>
              <a:prstDash val="solid"/>
            </a:ln>
          </p:spPr>
        </p:sp>
        <p:sp>
          <p:nvSpPr>
            <p:cNvPr id="480" name="four:topology-swaps:line:480">
              <a:extLst>
                <a:ext uri="{FF2B5EF4-FFF2-40B4-BE49-F238E27FC236}">
                  <ns2:creationId id="{8D6D85C4-003C-4C90-86FC-5C66E21AC761}"/>
                </a:ext>
              </a:extLst>
            </p:cNvPr>
            <p:cNvSpPr>
              <a:spLocks noGrp="1"/>
            </p:cNvSpPr>
            <p:nvPr/>
          </p:nvSpPr>
          <p:spPr>
            <a:xfrm>
              <a:off x="3619500" y="5677853"/>
              <a:ext cx="502920" cy="953"/>
            </a:xfrm>
            <a:custGeom>
              <a:pathLst>
                <a:path w="502920" h="953">
                  <a:moveTo>
                    <a:pt x="0" y="0"/>
                  </a:moveTo>
                  <a:lnTo>
                    <a:pt x="170855" y="0"/>
                  </a:lnTo>
                  <a:moveTo>
                    <a:pt x="332065" y="0"/>
                  </a:moveTo>
                  <a:lnTo>
                    <a:pt x="502920" y="0"/>
                  </a:lnTo>
                </a:path>
              </a:pathLst>
            </a:custGeom>
            <a:noFill/>
            <a:ln w="10478">
              <a:solidFill>
                <a:srgbClr val="263238"/>
              </a:solidFill>
              <a:prstDash val="solid"/>
            </a:ln>
          </p:spPr>
        </p:sp>
        <p:sp>
          <p:nvSpPr>
            <p:cNvPr id="481" name="four:topology-swaps:line:481">
              <a:extLst>
                <a:ext uri="{FF2B5EF4-FFF2-40B4-BE49-F238E27FC236}">
                  <ns2:creationId id="{0118EDFA-7475-4CB6-AD37-6963686EF6DD}"/>
                </a:ext>
              </a:extLst>
            </p:cNvPr>
            <p:cNvSpPr>
              <a:spLocks noGrp="1"/>
            </p:cNvSpPr>
            <p:nvPr/>
          </p:nvSpPr>
          <p:spPr>
            <a:xfrm>
              <a:off x="4625340" y="6115050"/>
              <a:ext cx="502920" cy="953"/>
            </a:xfrm>
            <a:custGeom>
              <a:pathLst>
                <a:path w="502920" h="953">
                  <a:moveTo>
                    <a:pt x="0" y="0"/>
                  </a:moveTo>
                  <a:lnTo>
                    <a:pt x="170855" y="0"/>
                  </a:lnTo>
                  <a:moveTo>
                    <a:pt x="332065" y="0"/>
                  </a:moveTo>
                  <a:lnTo>
                    <a:pt x="502920" y="0"/>
                  </a:lnTo>
                </a:path>
              </a:pathLst>
            </a:custGeom>
            <a:noFill/>
            <a:ln w="10478">
              <a:solidFill>
                <a:srgbClr val="263238"/>
              </a:solidFill>
              <a:prstDash val="solid"/>
            </a:ln>
          </p:spPr>
        </p:sp>
        <p:sp>
          <p:nvSpPr>
            <p:cNvPr id="482" name="four:topology-swaps:line:482">
              <a:extLst>
                <a:ext uri="{FF2B5EF4-FFF2-40B4-BE49-F238E27FC236}">
                  <ns2:creationId id="{E8D1F4CB-9C76-4C3A-8A2D-7159B92E89AA}"/>
                </a:ext>
              </a:extLst>
            </p:cNvPr>
            <p:cNvSpPr>
              <a:spLocks noGrp="1"/>
            </p:cNvSpPr>
            <p:nvPr/>
          </p:nvSpPr>
          <p:spPr>
            <a:xfrm>
              <a:off x="3619500" y="5677853"/>
              <a:ext cx="953" cy="694372"/>
            </a:xfrm>
            <a:custGeom>
              <a:pathLst>
                <a:path w="953" h="694372">
                  <a:moveTo>
                    <a:pt x="0" y="0"/>
                  </a:moveTo>
                  <a:lnTo>
                    <a:pt x="0" y="613767"/>
                  </a:lnTo>
                </a:path>
              </a:pathLst>
            </a:custGeom>
            <a:noFill/>
            <a:ln w="10478">
              <a:solidFill>
                <a:srgbClr val="263238"/>
              </a:solidFill>
              <a:prstDash val="solid"/>
            </a:ln>
          </p:spPr>
        </p:sp>
        <p:sp>
          <p:nvSpPr>
            <p:cNvPr id="483" name="four:topology-swaps:regular-node:483">
              <a:extLst>
                <a:ext uri="{FF2B5EF4-FFF2-40B4-BE49-F238E27FC236}">
                  <ns2:creationId id="{423D2665-518F-420A-AA88-1DEF70912F95}"/>
                </a:ext>
              </a:extLst>
            </p:cNvPr>
            <p:cNvSpPr>
              <a:spLocks noGrp="1"/>
            </p:cNvSpPr>
            <p:nvPr/>
          </p:nvSpPr>
          <p:spPr>
            <a:xfrm>
              <a:off x="3594361" y="5851146"/>
              <a:ext cx="50278" cy="50278"/>
            </a:xfrm>
            <a:prstGeom prst="ellipse">
              <a:avLst/>
            </a:prstGeom>
            <a:solidFill>
              <a:srgbClr val="CC79A7"/>
            </a:solidFill>
            <a:ln w="6668">
              <a:solidFill>
                <a:srgbClr val="263238"/>
              </a:solidFill>
              <a:prstDash val="solid"/>
            </a:ln>
          </p:spPr>
        </p:sp>
        <p:sp>
          <p:nvSpPr>
            <p:cNvPr id="484" name="four:topology-swaps:regular-node:484">
              <a:extLst>
                <a:ext uri="{FF2B5EF4-FFF2-40B4-BE49-F238E27FC236}">
                  <ns2:creationId id="{BA6DDAC7-16E1-48E5-8FA8-D3AB0E376ADA}"/>
                </a:ext>
              </a:extLst>
            </p:cNvPr>
            <p:cNvSpPr>
              <a:spLocks noGrp="1"/>
            </p:cNvSpPr>
            <p:nvPr/>
          </p:nvSpPr>
          <p:spPr>
            <a:xfrm>
              <a:off x="3594361" y="6074716"/>
              <a:ext cx="50278" cy="50278"/>
            </a:xfrm>
            <a:prstGeom prst="ellipse">
              <a:avLst/>
            </a:prstGeom>
            <a:solidFill>
              <a:srgbClr val="CC79A7"/>
            </a:solidFill>
            <a:ln w="6668">
              <a:solidFill>
                <a:srgbClr val="263238"/>
              </a:solidFill>
              <a:prstDash val="solid"/>
            </a:ln>
          </p:spPr>
        </p:sp>
        <p:sp>
          <p:nvSpPr>
            <p:cNvPr id="485" name="four:topology-swaps:critical-node:485">
              <a:extLst>
                <a:ext uri="{FF2B5EF4-FFF2-40B4-BE49-F238E27FC236}">
                  <ns2:creationId id="{6987A4FB-C09A-48B6-A4D5-582015A0E153}"/>
                </a:ext>
              </a:extLst>
            </p:cNvPr>
            <p:cNvSpPr>
              <a:spLocks noGrp="1"/>
            </p:cNvSpPr>
            <p:nvPr/>
          </p:nvSpPr>
          <p:spPr>
            <a:xfrm>
              <a:off x="3545562" y="6298287"/>
              <a:ext cx="147876" cy="147876"/>
            </a:xfrm>
            <a:prstGeom prst="diamond">
              <a:avLst/>
            </a:prstGeom>
            <a:solidFill>
              <a:srgbClr val="CC79A7"/>
            </a:solidFill>
            <a:ln w="10478">
              <a:solidFill>
                <a:srgbClr val="263238"/>
              </a:solidFill>
              <a:prstDash val="solid"/>
            </a:ln>
          </p:spPr>
        </p:sp>
        <p:sp>
          <p:nvSpPr>
            <p:cNvPr id="486" name="four:topology-swaps:line:486">
              <a:extLst>
                <a:ext uri="{FF2B5EF4-FFF2-40B4-BE49-F238E27FC236}">
                  <ns2:creationId id="{E388419B-8673-430B-9556-FAE4666C8BA8}"/>
                </a:ext>
              </a:extLst>
            </p:cNvPr>
            <p:cNvSpPr>
              <a:spLocks noGrp="1"/>
            </p:cNvSpPr>
            <p:nvPr/>
          </p:nvSpPr>
          <p:spPr>
            <a:xfrm>
              <a:off x="4122420" y="5677853"/>
              <a:ext cx="953" cy="694372"/>
            </a:xfrm>
            <a:custGeom>
              <a:pathLst>
                <a:path w="953" h="694372">
                  <a:moveTo>
                    <a:pt x="0" y="0"/>
                  </a:moveTo>
                  <a:lnTo>
                    <a:pt x="0" y="613767"/>
                  </a:lnTo>
                </a:path>
              </a:pathLst>
            </a:custGeom>
            <a:noFill/>
            <a:ln w="10478">
              <a:solidFill>
                <a:srgbClr val="263238"/>
              </a:solidFill>
              <a:prstDash val="solid"/>
            </a:ln>
          </p:spPr>
        </p:sp>
        <p:sp>
          <p:nvSpPr>
            <p:cNvPr id="487" name="four:topology-swaps:regular-node:487">
              <a:extLst>
                <a:ext uri="{FF2B5EF4-FFF2-40B4-BE49-F238E27FC236}">
                  <ns2:creationId id="{EC43801A-43B1-4974-A080-522692E97668}"/>
                </a:ext>
              </a:extLst>
            </p:cNvPr>
            <p:cNvSpPr>
              <a:spLocks noGrp="1"/>
            </p:cNvSpPr>
            <p:nvPr/>
          </p:nvSpPr>
          <p:spPr>
            <a:xfrm>
              <a:off x="4097281" y="5851146"/>
              <a:ext cx="50278" cy="50278"/>
            </a:xfrm>
            <a:prstGeom prst="ellipse">
              <a:avLst/>
            </a:prstGeom>
            <a:solidFill>
              <a:srgbClr val="0072B2"/>
            </a:solidFill>
            <a:ln w="6668">
              <a:solidFill>
                <a:srgbClr val="263238"/>
              </a:solidFill>
              <a:prstDash val="solid"/>
            </a:ln>
          </p:spPr>
        </p:sp>
        <p:sp>
          <p:nvSpPr>
            <p:cNvPr id="488" name="four:topology-swaps:regular-node:488">
              <a:extLst>
                <a:ext uri="{FF2B5EF4-FFF2-40B4-BE49-F238E27FC236}">
                  <ns2:creationId id="{33CF00F7-EC83-401E-A751-CC7432303394}"/>
                </a:ext>
              </a:extLst>
            </p:cNvPr>
            <p:cNvSpPr>
              <a:spLocks noGrp="1"/>
            </p:cNvSpPr>
            <p:nvPr/>
          </p:nvSpPr>
          <p:spPr>
            <a:xfrm>
              <a:off x="4097281" y="6074716"/>
              <a:ext cx="50278" cy="50278"/>
            </a:xfrm>
            <a:prstGeom prst="ellipse">
              <a:avLst/>
            </a:prstGeom>
            <a:solidFill>
              <a:srgbClr val="0072B2"/>
            </a:solidFill>
            <a:ln w="6668">
              <a:solidFill>
                <a:srgbClr val="263238"/>
              </a:solidFill>
              <a:prstDash val="solid"/>
            </a:ln>
          </p:spPr>
        </p:sp>
        <p:sp>
          <p:nvSpPr>
            <p:cNvPr id="489" name="four:topology-swaps:critical-node:489">
              <a:extLst>
                <a:ext uri="{FF2B5EF4-FFF2-40B4-BE49-F238E27FC236}">
                  <ns2:creationId id="{C95E5997-904B-4752-BE28-31BE74FEB48F}"/>
                </a:ext>
              </a:extLst>
            </p:cNvPr>
            <p:cNvSpPr>
              <a:spLocks noGrp="1"/>
            </p:cNvSpPr>
            <p:nvPr/>
          </p:nvSpPr>
          <p:spPr>
            <a:xfrm>
              <a:off x="4048482" y="6298287"/>
              <a:ext cx="147876" cy="147876"/>
            </a:xfrm>
            <a:prstGeom prst="diamond">
              <a:avLst/>
            </a:prstGeom>
            <a:solidFill>
              <a:srgbClr val="0072B2"/>
            </a:solidFill>
            <a:ln w="10478">
              <a:solidFill>
                <a:srgbClr val="263238"/>
              </a:solidFill>
              <a:prstDash val="solid"/>
            </a:ln>
          </p:spPr>
        </p:sp>
        <p:sp>
          <p:nvSpPr>
            <p:cNvPr id="490" name="four:topology-swaps:line:490">
              <a:extLst>
                <a:ext uri="{FF2B5EF4-FFF2-40B4-BE49-F238E27FC236}">
                  <ns2:creationId id="{74833B71-5FD5-49D0-B41A-D6A0E3E11AC6}"/>
                </a:ext>
              </a:extLst>
            </p:cNvPr>
            <p:cNvSpPr>
              <a:spLocks noGrp="1"/>
            </p:cNvSpPr>
            <p:nvPr/>
          </p:nvSpPr>
          <p:spPr>
            <a:xfrm>
              <a:off x="4625340" y="6115050"/>
              <a:ext cx="953" cy="257175"/>
            </a:xfrm>
            <a:custGeom>
              <a:pathLst>
                <a:path w="953" h="257175">
                  <a:moveTo>
                    <a:pt x="0" y="0"/>
                  </a:moveTo>
                  <a:lnTo>
                    <a:pt x="0" y="176570"/>
                  </a:lnTo>
                </a:path>
              </a:pathLst>
            </a:custGeom>
            <a:noFill/>
            <a:ln w="10478">
              <a:solidFill>
                <a:srgbClr val="263238"/>
              </a:solidFill>
              <a:prstDash val="solid"/>
            </a:ln>
          </p:spPr>
        </p:sp>
        <p:sp>
          <p:nvSpPr>
            <p:cNvPr id="491" name="four:topology-swaps:regular-node:491">
              <a:extLst>
                <a:ext uri="{FF2B5EF4-FFF2-40B4-BE49-F238E27FC236}">
                  <ns2:creationId id="{A3345CA1-1730-4020-83B0-23F3946F6597}"/>
                </a:ext>
              </a:extLst>
            </p:cNvPr>
            <p:cNvSpPr>
              <a:spLocks noGrp="1"/>
            </p:cNvSpPr>
            <p:nvPr/>
          </p:nvSpPr>
          <p:spPr>
            <a:xfrm>
              <a:off x="4600201" y="6181530"/>
              <a:ext cx="50278" cy="50278"/>
            </a:xfrm>
            <a:prstGeom prst="ellipse">
              <a:avLst/>
            </a:prstGeom>
            <a:solidFill>
              <a:srgbClr val="009E73"/>
            </a:solidFill>
            <a:ln w="6668">
              <a:solidFill>
                <a:srgbClr val="263238"/>
              </a:solidFill>
              <a:prstDash val="solid"/>
            </a:ln>
          </p:spPr>
        </p:sp>
        <p:sp>
          <p:nvSpPr>
            <p:cNvPr id="492" name="four:topology-swaps:critical-node:492">
              <a:extLst>
                <a:ext uri="{FF2B5EF4-FFF2-40B4-BE49-F238E27FC236}">
                  <ns2:creationId id="{7B654EE5-AA1E-4DD7-8E11-88FD62DEDB98}"/>
                </a:ext>
              </a:extLst>
            </p:cNvPr>
            <p:cNvSpPr>
              <a:spLocks noGrp="1"/>
            </p:cNvSpPr>
            <p:nvPr/>
          </p:nvSpPr>
          <p:spPr>
            <a:xfrm>
              <a:off x="4551402" y="6298287"/>
              <a:ext cx="147876" cy="147876"/>
            </a:xfrm>
            <a:prstGeom prst="diamond">
              <a:avLst/>
            </a:prstGeom>
            <a:solidFill>
              <a:srgbClr val="009E73"/>
            </a:solidFill>
            <a:ln w="10478">
              <a:solidFill>
                <a:srgbClr val="263238"/>
              </a:solidFill>
              <a:prstDash val="solid"/>
            </a:ln>
          </p:spPr>
        </p:sp>
        <p:sp>
          <p:nvSpPr>
            <p:cNvPr id="493" name="four:topology-swaps:line:493">
              <a:extLst>
                <a:ext uri="{FF2B5EF4-FFF2-40B4-BE49-F238E27FC236}">
                  <ns2:creationId id="{63190B95-D459-433E-B0E4-83A98AFD7406}"/>
                </a:ext>
              </a:extLst>
            </p:cNvPr>
            <p:cNvSpPr>
              <a:spLocks noGrp="1"/>
            </p:cNvSpPr>
            <p:nvPr/>
          </p:nvSpPr>
          <p:spPr>
            <a:xfrm>
              <a:off x="5128260" y="6115050"/>
              <a:ext cx="953" cy="257175"/>
            </a:xfrm>
            <a:custGeom>
              <a:pathLst>
                <a:path w="953" h="257175">
                  <a:moveTo>
                    <a:pt x="0" y="0"/>
                  </a:moveTo>
                  <a:lnTo>
                    <a:pt x="0" y="176570"/>
                  </a:lnTo>
                </a:path>
              </a:pathLst>
            </a:custGeom>
            <a:noFill/>
            <a:ln w="10478">
              <a:solidFill>
                <a:srgbClr val="263238"/>
              </a:solidFill>
              <a:prstDash val="solid"/>
            </a:ln>
          </p:spPr>
        </p:sp>
        <p:sp>
          <p:nvSpPr>
            <p:cNvPr id="494" name="four:topology-swaps:regular-node:494">
              <a:extLst>
                <a:ext uri="{FF2B5EF4-FFF2-40B4-BE49-F238E27FC236}">
                  <ns2:creationId id="{D423F70C-6493-46AC-AFF4-D6D1DE0AB428}"/>
                </a:ext>
              </a:extLst>
            </p:cNvPr>
            <p:cNvSpPr>
              <a:spLocks noGrp="1"/>
            </p:cNvSpPr>
            <p:nvPr/>
          </p:nvSpPr>
          <p:spPr>
            <a:xfrm>
              <a:off x="5103121" y="6181530"/>
              <a:ext cx="50278" cy="50278"/>
            </a:xfrm>
            <a:prstGeom prst="ellipse">
              <a:avLst/>
            </a:prstGeom>
            <a:solidFill>
              <a:srgbClr val="D55E00"/>
            </a:solidFill>
            <a:ln w="6668">
              <a:solidFill>
                <a:srgbClr val="263238"/>
              </a:solidFill>
              <a:prstDash val="solid"/>
            </a:ln>
          </p:spPr>
        </p:sp>
        <p:sp>
          <p:nvSpPr>
            <p:cNvPr id="495" name="four:topology-swaps:critical-node:495">
              <a:extLst>
                <a:ext uri="{FF2B5EF4-FFF2-40B4-BE49-F238E27FC236}">
                  <ns2:creationId id="{13E7BEB8-78F1-4189-B73B-A1C8F531529E}"/>
                </a:ext>
              </a:extLst>
            </p:cNvPr>
            <p:cNvSpPr>
              <a:spLocks noGrp="1"/>
            </p:cNvSpPr>
            <p:nvPr/>
          </p:nvSpPr>
          <p:spPr>
            <a:xfrm>
              <a:off x="5054322" y="6298287"/>
              <a:ext cx="147876" cy="147876"/>
            </a:xfrm>
            <a:prstGeom prst="diamond">
              <a:avLst/>
            </a:prstGeom>
            <a:solidFill>
              <a:srgbClr val="D55E00"/>
            </a:solidFill>
            <a:ln w="10478">
              <a:solidFill>
                <a:srgbClr val="263238"/>
              </a:solidFill>
              <a:prstDash val="solid"/>
            </a:ln>
          </p:spPr>
        </p:sp>
        <p:sp>
          <p:nvSpPr>
            <p:cNvPr id="496" name="four:topology-swaps:line:496">
              <a:extLst>
                <a:ext uri="{FF2B5EF4-FFF2-40B4-BE49-F238E27FC236}">
                  <ns2:creationId id="{E331C4B5-6F4C-4F9E-B22B-9B689724A259}"/>
                </a:ext>
              </a:extLst>
            </p:cNvPr>
            <p:cNvSpPr>
              <a:spLocks noGrp="1"/>
            </p:cNvSpPr>
            <p:nvPr/>
          </p:nvSpPr>
          <p:spPr>
            <a:xfrm>
              <a:off x="6821805" y="5086350"/>
              <a:ext cx="953" cy="282892"/>
            </a:xfrm>
            <a:custGeom>
              <a:pathLst>
                <a:path w="953" h="282892">
                  <a:moveTo>
                    <a:pt x="0" y="58424"/>
                  </a:moveTo>
                  <a:lnTo>
                    <a:pt x="0" y="224469"/>
                  </a:lnTo>
                </a:path>
              </a:pathLst>
            </a:custGeom>
            <a:noFill/>
            <a:ln w="10478">
              <a:solidFill>
                <a:srgbClr val="263238"/>
              </a:solidFill>
              <a:prstDash val="solid"/>
            </a:ln>
          </p:spPr>
        </p:sp>
        <p:sp>
          <p:nvSpPr>
            <p:cNvPr id="497" name="four:topology-swaps:regular-node:497">
              <a:extLst>
                <a:ext uri="{FF2B5EF4-FFF2-40B4-BE49-F238E27FC236}">
                  <ns2:creationId id="{F54123A4-8128-47F9-BD26-843E2D4BC544}"/>
                </a:ext>
              </a:extLst>
            </p:cNvPr>
            <p:cNvSpPr>
              <a:spLocks noGrp="1"/>
            </p:cNvSpPr>
            <p:nvPr/>
          </p:nvSpPr>
          <p:spPr>
            <a:xfrm>
              <a:off x="6804060" y="5174240"/>
              <a:ext cx="35490" cy="35490"/>
            </a:xfrm>
            <a:prstGeom prst="ellipse">
              <a:avLst/>
            </a:prstGeom>
            <a:solidFill>
              <a:srgbClr val="DCE8ED"/>
            </a:solidFill>
            <a:ln w="6668">
              <a:solidFill>
                <a:srgbClr val="263238"/>
              </a:solidFill>
              <a:prstDash val="solid"/>
            </a:ln>
          </p:spPr>
        </p:sp>
        <p:sp>
          <p:nvSpPr>
            <p:cNvPr id="498" name="four:topology-swaps:regular-node:498">
              <a:extLst>
                <a:ext uri="{FF2B5EF4-FFF2-40B4-BE49-F238E27FC236}">
                  <ns2:creationId id="{7409274A-14F5-4030-AA16-5E4BAE1E78F4}"/>
                </a:ext>
              </a:extLst>
            </p:cNvPr>
            <p:cNvSpPr>
              <a:spLocks noGrp="1"/>
            </p:cNvSpPr>
            <p:nvPr/>
          </p:nvSpPr>
          <p:spPr>
            <a:xfrm>
              <a:off x="6804060" y="5245863"/>
              <a:ext cx="35490" cy="35490"/>
            </a:xfrm>
            <a:prstGeom prst="ellipse">
              <a:avLst/>
            </a:prstGeom>
            <a:solidFill>
              <a:srgbClr val="DCE8ED"/>
            </a:solidFill>
            <a:ln w="6668">
              <a:solidFill>
                <a:srgbClr val="263238"/>
              </a:solidFill>
              <a:prstDash val="solid"/>
            </a:ln>
          </p:spPr>
        </p:sp>
        <p:sp>
          <p:nvSpPr>
            <p:cNvPr id="499" name="four:topology-swaps:critical-node:499">
              <a:extLst>
                <a:ext uri="{FF2B5EF4-FFF2-40B4-BE49-F238E27FC236}">
                  <ns2:creationId id="{88B0FFF0-DCF6-4FBD-B58F-3DFD75293CBF}"/>
                </a:ext>
              </a:extLst>
            </p:cNvPr>
            <p:cNvSpPr>
              <a:spLocks noGrp="1"/>
            </p:cNvSpPr>
            <p:nvPr/>
          </p:nvSpPr>
          <p:spPr>
            <a:xfrm>
              <a:off x="6770049" y="5034594"/>
              <a:ext cx="103513" cy="103513"/>
            </a:xfrm>
            <a:prstGeom prst="diamond">
              <a:avLst/>
            </a:prstGeom>
            <a:solidFill>
              <a:srgbClr val="DCE8ED"/>
            </a:solidFill>
            <a:ln w="10478">
              <a:solidFill>
                <a:srgbClr val="263238"/>
              </a:solidFill>
              <a:prstDash val="solid"/>
            </a:ln>
          </p:spPr>
        </p:sp>
        <p:sp>
          <p:nvSpPr>
            <p:cNvPr id="500" name="four:topology-swaps:critical-node:500">
              <a:extLst>
                <a:ext uri="{FF2B5EF4-FFF2-40B4-BE49-F238E27FC236}">
                  <ns2:creationId id="{3E045E60-B9E6-4D9E-8451-72B319FC24C0}"/>
                </a:ext>
              </a:extLst>
            </p:cNvPr>
            <p:cNvSpPr>
              <a:spLocks noGrp="1"/>
            </p:cNvSpPr>
            <p:nvPr/>
          </p:nvSpPr>
          <p:spPr>
            <a:xfrm>
              <a:off x="6770049" y="5317486"/>
              <a:ext cx="103513" cy="103513"/>
            </a:xfrm>
            <a:prstGeom prst="diamond">
              <a:avLst/>
            </a:prstGeom>
            <a:solidFill>
              <a:srgbClr val="DCE8ED"/>
            </a:solidFill>
            <a:ln w="10478">
              <a:solidFill>
                <a:srgbClr val="263238"/>
              </a:solidFill>
              <a:prstDash val="solid"/>
            </a:ln>
          </p:spPr>
        </p:sp>
        <p:sp>
          <p:nvSpPr>
            <p:cNvPr id="501" name="four:topology-swaps:line:501">
              <a:extLst>
                <a:ext uri="{FF2B5EF4-FFF2-40B4-BE49-F238E27FC236}">
                  <ns2:creationId id="{CE35ACE9-DBF5-446B-9859-7FCDF2FF0A2A}"/>
                </a:ext>
              </a:extLst>
            </p:cNvPr>
            <p:cNvSpPr>
              <a:spLocks noGrp="1"/>
            </p:cNvSpPr>
            <p:nvPr/>
          </p:nvSpPr>
          <p:spPr>
            <a:xfrm>
              <a:off x="6318885" y="5369243"/>
              <a:ext cx="1005840" cy="953"/>
            </a:xfrm>
            <a:custGeom>
              <a:pathLst>
                <a:path w="1005840" h="953">
                  <a:moveTo>
                    <a:pt x="0" y="0"/>
                  </a:moveTo>
                  <a:lnTo>
                    <a:pt x="444496" y="0"/>
                  </a:lnTo>
                  <a:moveTo>
                    <a:pt x="561344" y="0"/>
                  </a:moveTo>
                  <a:lnTo>
                    <a:pt x="1005840" y="0"/>
                  </a:lnTo>
                </a:path>
              </a:pathLst>
            </a:custGeom>
            <a:noFill/>
            <a:ln w="10478">
              <a:solidFill>
                <a:srgbClr val="263238"/>
              </a:solidFill>
              <a:prstDash val="solid"/>
            </a:ln>
          </p:spPr>
        </p:sp>
        <p:sp>
          <p:nvSpPr>
            <p:cNvPr id="502" name="four:topology-swaps:line:502">
              <a:extLst>
                <a:ext uri="{FF2B5EF4-FFF2-40B4-BE49-F238E27FC236}">
                  <ns2:creationId id="{CD328A89-950B-40A0-9418-BB2252997073}"/>
                </a:ext>
              </a:extLst>
            </p:cNvPr>
            <p:cNvSpPr>
              <a:spLocks noGrp="1"/>
            </p:cNvSpPr>
            <p:nvPr/>
          </p:nvSpPr>
          <p:spPr>
            <a:xfrm>
              <a:off x="6318885" y="5369243"/>
              <a:ext cx="953" cy="308610"/>
            </a:xfrm>
            <a:custGeom>
              <a:pathLst>
                <a:path w="953" h="308610">
                  <a:moveTo>
                    <a:pt x="0" y="0"/>
                  </a:moveTo>
                  <a:lnTo>
                    <a:pt x="0" y="228005"/>
                  </a:lnTo>
                </a:path>
              </a:pathLst>
            </a:custGeom>
            <a:noFill/>
            <a:ln w="10478">
              <a:solidFill>
                <a:srgbClr val="263238"/>
              </a:solidFill>
              <a:prstDash val="solid"/>
            </a:ln>
          </p:spPr>
        </p:sp>
        <p:sp>
          <p:nvSpPr>
            <p:cNvPr id="503" name="four:topology-swaps:regular-node:503">
              <a:extLst>
                <a:ext uri="{FF2B5EF4-FFF2-40B4-BE49-F238E27FC236}">
                  <ns2:creationId id="{63C0FC0D-48DF-4B3E-809E-CFE66024114C}"/>
                </a:ext>
              </a:extLst>
            </p:cNvPr>
            <p:cNvSpPr>
              <a:spLocks noGrp="1"/>
            </p:cNvSpPr>
            <p:nvPr/>
          </p:nvSpPr>
          <p:spPr>
            <a:xfrm>
              <a:off x="6293746" y="5461440"/>
              <a:ext cx="50278" cy="50278"/>
            </a:xfrm>
            <a:prstGeom prst="ellipse">
              <a:avLst/>
            </a:prstGeom>
            <a:solidFill>
              <a:srgbClr val="D4B4CC"/>
            </a:solidFill>
            <a:ln w="6668">
              <a:solidFill>
                <a:srgbClr val="263238"/>
              </a:solidFill>
              <a:prstDash val="solid"/>
            </a:ln>
          </p:spPr>
        </p:sp>
        <p:sp>
          <p:nvSpPr>
            <p:cNvPr id="504" name="four:topology-swaps:line:504">
              <a:extLst>
                <a:ext uri="{FF2B5EF4-FFF2-40B4-BE49-F238E27FC236}">
                  <ns2:creationId id="{435D3036-981D-4D9C-99FA-A43997CA2671}"/>
                </a:ext>
              </a:extLst>
            </p:cNvPr>
            <p:cNvSpPr>
              <a:spLocks noGrp="1"/>
            </p:cNvSpPr>
            <p:nvPr/>
          </p:nvSpPr>
          <p:spPr>
            <a:xfrm>
              <a:off x="7324725" y="5369243"/>
              <a:ext cx="953" cy="745808"/>
            </a:xfrm>
            <a:custGeom>
              <a:pathLst>
                <a:path w="953" h="745808">
                  <a:moveTo>
                    <a:pt x="0" y="0"/>
                  </a:moveTo>
                  <a:lnTo>
                    <a:pt x="0" y="665202"/>
                  </a:lnTo>
                </a:path>
              </a:pathLst>
            </a:custGeom>
            <a:noFill/>
            <a:ln w="10478">
              <a:solidFill>
                <a:srgbClr val="263238"/>
              </a:solidFill>
              <a:prstDash val="solid"/>
            </a:ln>
          </p:spPr>
        </p:sp>
        <p:sp>
          <p:nvSpPr>
            <p:cNvPr id="505" name="four:topology-swaps:regular-node:505">
              <a:extLst>
                <a:ext uri="{FF2B5EF4-FFF2-40B4-BE49-F238E27FC236}">
                  <ns2:creationId id="{AAAEAAA2-2F62-4B54-B94A-CA6935456F04}"/>
                </a:ext>
              </a:extLst>
            </p:cNvPr>
            <p:cNvSpPr>
              <a:spLocks noGrp="1"/>
            </p:cNvSpPr>
            <p:nvPr/>
          </p:nvSpPr>
          <p:spPr>
            <a:xfrm>
              <a:off x="7299586" y="5559681"/>
              <a:ext cx="50278" cy="50278"/>
            </a:xfrm>
            <a:prstGeom prst="ellipse">
              <a:avLst/>
            </a:prstGeom>
            <a:solidFill>
              <a:srgbClr val="81C9BA"/>
            </a:solidFill>
            <a:ln w="6668">
              <a:solidFill>
                <a:srgbClr val="263238"/>
              </a:solidFill>
              <a:prstDash val="solid"/>
            </a:ln>
          </p:spPr>
        </p:sp>
        <p:sp>
          <p:nvSpPr>
            <p:cNvPr id="506" name="four:topology-swaps:regular-node:506">
              <a:extLst>
                <a:ext uri="{FF2B5EF4-FFF2-40B4-BE49-F238E27FC236}">
                  <ns2:creationId id="{F7E9F9DB-0D8B-4810-BFFF-DC3A53E42BBB}"/>
                </a:ext>
              </a:extLst>
            </p:cNvPr>
            <p:cNvSpPr>
              <a:spLocks noGrp="1"/>
            </p:cNvSpPr>
            <p:nvPr/>
          </p:nvSpPr>
          <p:spPr>
            <a:xfrm>
              <a:off x="7299586" y="5800396"/>
              <a:ext cx="50278" cy="50278"/>
            </a:xfrm>
            <a:prstGeom prst="ellipse">
              <a:avLst/>
            </a:prstGeom>
            <a:solidFill>
              <a:srgbClr val="81C9BA"/>
            </a:solidFill>
            <a:ln w="6668">
              <a:solidFill>
                <a:srgbClr val="263238"/>
              </a:solidFill>
              <a:prstDash val="solid"/>
            </a:ln>
          </p:spPr>
        </p:sp>
        <p:sp>
          <p:nvSpPr>
            <p:cNvPr id="507" name="four:topology-swaps:critical-node:507">
              <a:extLst>
                <a:ext uri="{FF2B5EF4-FFF2-40B4-BE49-F238E27FC236}">
                  <ns2:creationId id="{8F30A15D-F352-439B-A9F7-383C4B130171}"/>
                </a:ext>
              </a:extLst>
            </p:cNvPr>
            <p:cNvSpPr>
              <a:spLocks noGrp="1"/>
            </p:cNvSpPr>
            <p:nvPr/>
          </p:nvSpPr>
          <p:spPr>
            <a:xfrm>
              <a:off x="6244947" y="5603915"/>
              <a:ext cx="147876" cy="147876"/>
            </a:xfrm>
            <a:prstGeom prst="diamond">
              <a:avLst/>
            </a:prstGeom>
            <a:solidFill>
              <a:srgbClr val="D4B4CC"/>
            </a:solidFill>
            <a:ln w="10478">
              <a:solidFill>
                <a:srgbClr val="263238"/>
              </a:solidFill>
              <a:prstDash val="solid"/>
            </a:ln>
          </p:spPr>
        </p:sp>
        <p:sp>
          <p:nvSpPr>
            <p:cNvPr id="508" name="four:topology-swaps:critical-node:508">
              <a:extLst>
                <a:ext uri="{FF2B5EF4-FFF2-40B4-BE49-F238E27FC236}">
                  <ns2:creationId id="{B3C95DB4-6538-4E8E-A908-B68DAF5ACEAB}"/>
                </a:ext>
              </a:extLst>
            </p:cNvPr>
            <p:cNvSpPr>
              <a:spLocks noGrp="1"/>
            </p:cNvSpPr>
            <p:nvPr/>
          </p:nvSpPr>
          <p:spPr>
            <a:xfrm>
              <a:off x="7250787" y="6041112"/>
              <a:ext cx="147876" cy="147876"/>
            </a:xfrm>
            <a:prstGeom prst="diamond">
              <a:avLst/>
            </a:prstGeom>
            <a:solidFill>
              <a:srgbClr val="81C9BA"/>
            </a:solidFill>
            <a:ln w="10478">
              <a:solidFill>
                <a:srgbClr val="263238"/>
              </a:solidFill>
              <a:prstDash val="solid"/>
            </a:ln>
          </p:spPr>
        </p:sp>
        <p:sp>
          <p:nvSpPr>
            <p:cNvPr id="509" name="four:topology-swaps:line:509">
              <a:extLst>
                <a:ext uri="{FF2B5EF4-FFF2-40B4-BE49-F238E27FC236}">
                  <ns2:creationId id="{F16FB785-A429-4A93-AA27-3BD5B92DE036}"/>
                </a:ext>
              </a:extLst>
            </p:cNvPr>
            <p:cNvSpPr>
              <a:spLocks noGrp="1"/>
            </p:cNvSpPr>
            <p:nvPr/>
          </p:nvSpPr>
          <p:spPr>
            <a:xfrm>
              <a:off x="6067425" y="5677853"/>
              <a:ext cx="502920" cy="953"/>
            </a:xfrm>
            <a:custGeom>
              <a:pathLst>
                <a:path w="502920" h="953">
                  <a:moveTo>
                    <a:pt x="0" y="0"/>
                  </a:moveTo>
                  <a:lnTo>
                    <a:pt x="170855" y="0"/>
                  </a:lnTo>
                  <a:moveTo>
                    <a:pt x="332065" y="0"/>
                  </a:moveTo>
                  <a:lnTo>
                    <a:pt x="502920" y="0"/>
                  </a:lnTo>
                </a:path>
              </a:pathLst>
            </a:custGeom>
            <a:noFill/>
            <a:ln w="10478">
              <a:solidFill>
                <a:srgbClr val="263238"/>
              </a:solidFill>
              <a:prstDash val="solid"/>
            </a:ln>
          </p:spPr>
        </p:sp>
        <p:sp>
          <p:nvSpPr>
            <p:cNvPr id="510" name="four:topology-swaps:line:510">
              <a:extLst>
                <a:ext uri="{FF2B5EF4-FFF2-40B4-BE49-F238E27FC236}">
                  <ns2:creationId id="{0413523D-B54E-4411-A92D-401B18885091}"/>
                </a:ext>
              </a:extLst>
            </p:cNvPr>
            <p:cNvSpPr>
              <a:spLocks noGrp="1"/>
            </p:cNvSpPr>
            <p:nvPr/>
          </p:nvSpPr>
          <p:spPr>
            <a:xfrm>
              <a:off x="7073265" y="6115050"/>
              <a:ext cx="502920" cy="953"/>
            </a:xfrm>
            <a:custGeom>
              <a:pathLst>
                <a:path w="502920" h="953">
                  <a:moveTo>
                    <a:pt x="0" y="0"/>
                  </a:moveTo>
                  <a:lnTo>
                    <a:pt x="170855" y="0"/>
                  </a:lnTo>
                  <a:moveTo>
                    <a:pt x="332065" y="0"/>
                  </a:moveTo>
                  <a:lnTo>
                    <a:pt x="502920" y="0"/>
                  </a:lnTo>
                </a:path>
              </a:pathLst>
            </a:custGeom>
            <a:noFill/>
            <a:ln w="10478">
              <a:solidFill>
                <a:srgbClr val="263238"/>
              </a:solidFill>
              <a:prstDash val="solid"/>
            </a:ln>
          </p:spPr>
        </p:sp>
        <p:sp>
          <p:nvSpPr>
            <p:cNvPr id="511" name="four:topology-swaps:line:511">
              <a:extLst>
                <a:ext uri="{FF2B5EF4-FFF2-40B4-BE49-F238E27FC236}">
                  <ns2:creationId id="{0EDAF9A5-B91D-4DDA-A3D4-B8EC448114EA}"/>
                </a:ext>
              </a:extLst>
            </p:cNvPr>
            <p:cNvSpPr>
              <a:spLocks noGrp="1"/>
            </p:cNvSpPr>
            <p:nvPr/>
          </p:nvSpPr>
          <p:spPr>
            <a:xfrm>
              <a:off x="6067425" y="5677853"/>
              <a:ext cx="953" cy="694372"/>
            </a:xfrm>
            <a:custGeom>
              <a:pathLst>
                <a:path w="953" h="694372">
                  <a:moveTo>
                    <a:pt x="0" y="0"/>
                  </a:moveTo>
                  <a:lnTo>
                    <a:pt x="0" y="613767"/>
                  </a:lnTo>
                </a:path>
              </a:pathLst>
            </a:custGeom>
            <a:noFill/>
            <a:ln w="10478">
              <a:solidFill>
                <a:srgbClr val="263238"/>
              </a:solidFill>
              <a:prstDash val="solid"/>
            </a:ln>
          </p:spPr>
        </p:sp>
        <p:sp>
          <p:nvSpPr>
            <p:cNvPr id="512" name="four:topology-swaps:regular-node:512">
              <a:extLst>
                <a:ext uri="{FF2B5EF4-FFF2-40B4-BE49-F238E27FC236}">
                  <ns2:creationId id="{7F7D8396-3840-46DB-A676-88A577D139EE}"/>
                </a:ext>
              </a:extLst>
            </p:cNvPr>
            <p:cNvSpPr>
              <a:spLocks noGrp="1"/>
            </p:cNvSpPr>
            <p:nvPr/>
          </p:nvSpPr>
          <p:spPr>
            <a:xfrm>
              <a:off x="6042286" y="5851146"/>
              <a:ext cx="50278" cy="50278"/>
            </a:xfrm>
            <a:prstGeom prst="ellipse">
              <a:avLst/>
            </a:prstGeom>
            <a:solidFill>
              <a:srgbClr val="0072B2"/>
            </a:solidFill>
            <a:ln w="6668">
              <a:solidFill>
                <a:srgbClr val="263238"/>
              </a:solidFill>
              <a:prstDash val="solid"/>
            </a:ln>
          </p:spPr>
        </p:sp>
        <p:sp>
          <p:nvSpPr>
            <p:cNvPr id="513" name="four:topology-swaps:regular-node:513">
              <a:extLst>
                <a:ext uri="{FF2B5EF4-FFF2-40B4-BE49-F238E27FC236}">
                  <ns2:creationId id="{18C9E416-047A-4C29-BA48-41A322645180}"/>
                </a:ext>
              </a:extLst>
            </p:cNvPr>
            <p:cNvSpPr>
              <a:spLocks noGrp="1"/>
            </p:cNvSpPr>
            <p:nvPr/>
          </p:nvSpPr>
          <p:spPr>
            <a:xfrm>
              <a:off x="6042286" y="6074716"/>
              <a:ext cx="50278" cy="50278"/>
            </a:xfrm>
            <a:prstGeom prst="ellipse">
              <a:avLst/>
            </a:prstGeom>
            <a:solidFill>
              <a:srgbClr val="0072B2"/>
            </a:solidFill>
            <a:ln w="6668">
              <a:solidFill>
                <a:srgbClr val="263238"/>
              </a:solidFill>
              <a:prstDash val="solid"/>
            </a:ln>
          </p:spPr>
        </p:sp>
        <p:sp>
          <p:nvSpPr>
            <p:cNvPr id="514" name="four:topology-swaps:critical-node:514">
              <a:extLst>
                <a:ext uri="{FF2B5EF4-FFF2-40B4-BE49-F238E27FC236}">
                  <ns2:creationId id="{47D5D16B-C78C-42BC-BC72-272B2FDEC7A5}"/>
                </a:ext>
              </a:extLst>
            </p:cNvPr>
            <p:cNvSpPr>
              <a:spLocks noGrp="1"/>
            </p:cNvSpPr>
            <p:nvPr/>
          </p:nvSpPr>
          <p:spPr>
            <a:xfrm>
              <a:off x="5993487" y="6298287"/>
              <a:ext cx="147876" cy="147876"/>
            </a:xfrm>
            <a:prstGeom prst="diamond">
              <a:avLst/>
            </a:prstGeom>
            <a:solidFill>
              <a:srgbClr val="0072B2"/>
            </a:solidFill>
            <a:ln w="10478">
              <a:solidFill>
                <a:srgbClr val="263238"/>
              </a:solidFill>
              <a:prstDash val="solid"/>
            </a:ln>
          </p:spPr>
        </p:sp>
        <p:sp>
          <p:nvSpPr>
            <p:cNvPr id="515" name="four:topology-swaps:line:515">
              <a:extLst>
                <a:ext uri="{FF2B5EF4-FFF2-40B4-BE49-F238E27FC236}">
                  <ns2:creationId id="{5740667E-A7E3-4D4D-A770-DEF3F5A883AF}"/>
                </a:ext>
              </a:extLst>
            </p:cNvPr>
            <p:cNvSpPr>
              <a:spLocks noGrp="1"/>
            </p:cNvSpPr>
            <p:nvPr/>
          </p:nvSpPr>
          <p:spPr>
            <a:xfrm>
              <a:off x="6570345" y="5677853"/>
              <a:ext cx="953" cy="694372"/>
            </a:xfrm>
            <a:custGeom>
              <a:pathLst>
                <a:path w="953" h="694372">
                  <a:moveTo>
                    <a:pt x="0" y="0"/>
                  </a:moveTo>
                  <a:lnTo>
                    <a:pt x="0" y="613767"/>
                  </a:lnTo>
                </a:path>
              </a:pathLst>
            </a:custGeom>
            <a:noFill/>
            <a:ln w="10478">
              <a:solidFill>
                <a:srgbClr val="263238"/>
              </a:solidFill>
              <a:prstDash val="solid"/>
            </a:ln>
          </p:spPr>
        </p:sp>
        <p:sp>
          <p:nvSpPr>
            <p:cNvPr id="516" name="four:topology-swaps:regular-node:516">
              <a:extLst>
                <a:ext uri="{FF2B5EF4-FFF2-40B4-BE49-F238E27FC236}">
                  <ns2:creationId id="{1D951264-805D-432D-B3F0-F5B3E0338E2A}"/>
                </a:ext>
              </a:extLst>
            </p:cNvPr>
            <p:cNvSpPr>
              <a:spLocks noGrp="1"/>
            </p:cNvSpPr>
            <p:nvPr/>
          </p:nvSpPr>
          <p:spPr>
            <a:xfrm>
              <a:off x="6545206" y="5851146"/>
              <a:ext cx="50278" cy="50278"/>
            </a:xfrm>
            <a:prstGeom prst="ellipse">
              <a:avLst/>
            </a:prstGeom>
            <a:solidFill>
              <a:srgbClr val="CC79A7"/>
            </a:solidFill>
            <a:ln w="6668">
              <a:solidFill>
                <a:srgbClr val="263238"/>
              </a:solidFill>
              <a:prstDash val="solid"/>
            </a:ln>
          </p:spPr>
        </p:sp>
        <p:sp>
          <p:nvSpPr>
            <p:cNvPr id="517" name="four:topology-swaps:regular-node:517">
              <a:extLst>
                <a:ext uri="{FF2B5EF4-FFF2-40B4-BE49-F238E27FC236}">
                  <ns2:creationId id="{0D5DAA63-DF53-4EA4-8654-4C368CED08AE}"/>
                </a:ext>
              </a:extLst>
            </p:cNvPr>
            <p:cNvSpPr>
              <a:spLocks noGrp="1"/>
            </p:cNvSpPr>
            <p:nvPr/>
          </p:nvSpPr>
          <p:spPr>
            <a:xfrm>
              <a:off x="6545206" y="6074716"/>
              <a:ext cx="50278" cy="50278"/>
            </a:xfrm>
            <a:prstGeom prst="ellipse">
              <a:avLst/>
            </a:prstGeom>
            <a:solidFill>
              <a:srgbClr val="CC79A7"/>
            </a:solidFill>
            <a:ln w="6668">
              <a:solidFill>
                <a:srgbClr val="263238"/>
              </a:solidFill>
              <a:prstDash val="solid"/>
            </a:ln>
          </p:spPr>
        </p:sp>
        <p:sp>
          <p:nvSpPr>
            <p:cNvPr id="518" name="four:topology-swaps:critical-node:518">
              <a:extLst>
                <a:ext uri="{FF2B5EF4-FFF2-40B4-BE49-F238E27FC236}">
                  <ns2:creationId id="{5C714A40-8A1E-4CA4-B1FF-6D0702538690}"/>
                </a:ext>
              </a:extLst>
            </p:cNvPr>
            <p:cNvSpPr>
              <a:spLocks noGrp="1"/>
            </p:cNvSpPr>
            <p:nvPr/>
          </p:nvSpPr>
          <p:spPr>
            <a:xfrm>
              <a:off x="6496407" y="6298287"/>
              <a:ext cx="147876" cy="147876"/>
            </a:xfrm>
            <a:prstGeom prst="diamond">
              <a:avLst/>
            </a:prstGeom>
            <a:solidFill>
              <a:srgbClr val="CC79A7"/>
            </a:solidFill>
            <a:ln w="10478">
              <a:solidFill>
                <a:srgbClr val="263238"/>
              </a:solidFill>
              <a:prstDash val="solid"/>
            </a:ln>
          </p:spPr>
        </p:sp>
        <p:sp>
          <p:nvSpPr>
            <p:cNvPr id="519" name="four:topology-swaps:line:519">
              <a:extLst>
                <a:ext uri="{FF2B5EF4-FFF2-40B4-BE49-F238E27FC236}">
                  <ns2:creationId id="{7320AD31-EC1B-4EDA-AD73-2C099A009FF1}"/>
                </a:ext>
              </a:extLst>
            </p:cNvPr>
            <p:cNvSpPr>
              <a:spLocks noGrp="1"/>
            </p:cNvSpPr>
            <p:nvPr/>
          </p:nvSpPr>
          <p:spPr>
            <a:xfrm>
              <a:off x="7073265" y="6115050"/>
              <a:ext cx="953" cy="257175"/>
            </a:xfrm>
            <a:custGeom>
              <a:pathLst>
                <a:path w="953" h="257175">
                  <a:moveTo>
                    <a:pt x="0" y="0"/>
                  </a:moveTo>
                  <a:lnTo>
                    <a:pt x="0" y="176570"/>
                  </a:lnTo>
                </a:path>
              </a:pathLst>
            </a:custGeom>
            <a:noFill/>
            <a:ln w="10478">
              <a:solidFill>
                <a:srgbClr val="263238"/>
              </a:solidFill>
              <a:prstDash val="solid"/>
            </a:ln>
          </p:spPr>
        </p:sp>
        <p:sp>
          <p:nvSpPr>
            <p:cNvPr id="520" name="four:topology-swaps:regular-node:520">
              <a:extLst>
                <a:ext uri="{FF2B5EF4-FFF2-40B4-BE49-F238E27FC236}">
                  <ns2:creationId id="{F2E2BF28-4526-488A-9951-F57C4BF1B560}"/>
                </a:ext>
              </a:extLst>
            </p:cNvPr>
            <p:cNvSpPr>
              <a:spLocks noGrp="1"/>
            </p:cNvSpPr>
            <p:nvPr/>
          </p:nvSpPr>
          <p:spPr>
            <a:xfrm>
              <a:off x="7048126" y="6181530"/>
              <a:ext cx="50278" cy="50278"/>
            </a:xfrm>
            <a:prstGeom prst="ellipse">
              <a:avLst/>
            </a:prstGeom>
            <a:solidFill>
              <a:srgbClr val="D55E00"/>
            </a:solidFill>
            <a:ln w="6668">
              <a:solidFill>
                <a:srgbClr val="263238"/>
              </a:solidFill>
              <a:prstDash val="solid"/>
            </a:ln>
          </p:spPr>
        </p:sp>
        <p:sp>
          <p:nvSpPr>
            <p:cNvPr id="521" name="four:topology-swaps:critical-node:521">
              <a:extLst>
                <a:ext uri="{FF2B5EF4-FFF2-40B4-BE49-F238E27FC236}">
                  <ns2:creationId id="{88199C01-939B-4D7A-9706-29BAFBBDC0BC}"/>
                </a:ext>
              </a:extLst>
            </p:cNvPr>
            <p:cNvSpPr>
              <a:spLocks noGrp="1"/>
            </p:cNvSpPr>
            <p:nvPr/>
          </p:nvSpPr>
          <p:spPr>
            <a:xfrm>
              <a:off x="6999327" y="6298287"/>
              <a:ext cx="147876" cy="147876"/>
            </a:xfrm>
            <a:prstGeom prst="diamond">
              <a:avLst/>
            </a:prstGeom>
            <a:solidFill>
              <a:srgbClr val="D55E00"/>
            </a:solidFill>
            <a:ln w="10478">
              <a:solidFill>
                <a:srgbClr val="263238"/>
              </a:solidFill>
              <a:prstDash val="solid"/>
            </a:ln>
          </p:spPr>
        </p:sp>
        <p:sp>
          <p:nvSpPr>
            <p:cNvPr id="522" name="four:topology-swaps:line:522">
              <a:extLst>
                <a:ext uri="{FF2B5EF4-FFF2-40B4-BE49-F238E27FC236}">
                  <ns2:creationId id="{15CE5974-B7AE-4FA2-BFB3-500F583F8BE5}"/>
                </a:ext>
              </a:extLst>
            </p:cNvPr>
            <p:cNvSpPr>
              <a:spLocks noGrp="1"/>
            </p:cNvSpPr>
            <p:nvPr/>
          </p:nvSpPr>
          <p:spPr>
            <a:xfrm>
              <a:off x="7576185" y="6115050"/>
              <a:ext cx="953" cy="257175"/>
            </a:xfrm>
            <a:custGeom>
              <a:pathLst>
                <a:path w="953" h="257175">
                  <a:moveTo>
                    <a:pt x="0" y="0"/>
                  </a:moveTo>
                  <a:lnTo>
                    <a:pt x="0" y="176570"/>
                  </a:lnTo>
                </a:path>
              </a:pathLst>
            </a:custGeom>
            <a:noFill/>
            <a:ln w="10478">
              <a:solidFill>
                <a:srgbClr val="263238"/>
              </a:solidFill>
              <a:prstDash val="solid"/>
            </a:ln>
          </p:spPr>
        </p:sp>
        <p:sp>
          <p:nvSpPr>
            <p:cNvPr id="523" name="four:topology-swaps:regular-node:523">
              <a:extLst>
                <a:ext uri="{FF2B5EF4-FFF2-40B4-BE49-F238E27FC236}">
                  <ns2:creationId id="{741DF905-BF67-4928-8ECB-1759414E42F6}"/>
                </a:ext>
              </a:extLst>
            </p:cNvPr>
            <p:cNvSpPr>
              <a:spLocks noGrp="1"/>
            </p:cNvSpPr>
            <p:nvPr/>
          </p:nvSpPr>
          <p:spPr>
            <a:xfrm>
              <a:off x="7551046" y="6181530"/>
              <a:ext cx="50278" cy="50278"/>
            </a:xfrm>
            <a:prstGeom prst="ellipse">
              <a:avLst/>
            </a:prstGeom>
            <a:solidFill>
              <a:srgbClr val="009E73"/>
            </a:solidFill>
            <a:ln w="6668">
              <a:solidFill>
                <a:srgbClr val="263238"/>
              </a:solidFill>
              <a:prstDash val="solid"/>
            </a:ln>
          </p:spPr>
        </p:sp>
        <p:sp>
          <p:nvSpPr>
            <p:cNvPr id="524" name="four:topology-swaps:critical-node:524">
              <a:extLst>
                <a:ext uri="{FF2B5EF4-FFF2-40B4-BE49-F238E27FC236}">
                  <ns2:creationId id="{9F4C15B2-0640-4DA5-A786-3AC20A45E1E7}"/>
                </a:ext>
              </a:extLst>
            </p:cNvPr>
            <p:cNvSpPr>
              <a:spLocks noGrp="1"/>
            </p:cNvSpPr>
            <p:nvPr/>
          </p:nvSpPr>
          <p:spPr>
            <a:xfrm>
              <a:off x="7502247" y="6298287"/>
              <a:ext cx="147876" cy="147876"/>
            </a:xfrm>
            <a:prstGeom prst="diamond">
              <a:avLst/>
            </a:prstGeom>
            <a:solidFill>
              <a:srgbClr val="009E73"/>
            </a:solidFill>
            <a:ln w="10478">
              <a:solidFill>
                <a:srgbClr val="263238"/>
              </a:solidFill>
              <a:prstDash val="solid"/>
            </a:ln>
          </p:spPr>
        </p:sp>
        <p:sp>
          <p:nvSpPr>
            <p:cNvPr id="525" name="four:topology-swaps:rightArrow:525">
              <a:extLst>
                <a:ext uri="{FF2B5EF4-FFF2-40B4-BE49-F238E27FC236}">
                  <ns2:creationId id="{F96A2C23-D76A-4D60-AE0F-8CD1CAAE2530}"/>
                </a:ext>
              </a:extLst>
            </p:cNvPr>
            <p:cNvSpPr>
              <a:spLocks noGrp="1"/>
            </p:cNvSpPr>
            <p:nvPr/>
          </p:nvSpPr>
          <p:spPr>
            <a:xfrm>
              <a:off x="5381625" y="5610225"/>
              <a:ext cx="371475" cy="276225"/>
            </a:xfrm>
            <a:prstGeom prst="rightArrow">
              <a:avLst/>
            </a:prstGeom>
            <a:solidFill>
              <a:srgbClr val="91A5B4"/>
            </a:solidFill>
            <a:ln w="0">
              <a:noFill/>
              <a:prstDash val="solid"/>
            </a:ln>
          </p:spPr>
        </p:sp>
        <p:sp>
          <p:nvSpPr>
            <p:cNvPr id="526" name="four:topology-swaps:textbox:526">
              <a:extLst>
                <a:ext uri="{FF2B5EF4-FFF2-40B4-BE49-F238E27FC236}">
                  <ns2:creationId id="{996B31F9-FF3C-4C3D-BCD9-796525D45F78}"/>
                </a:ext>
              </a:extLst>
            </p:cNvPr>
            <p:cNvSpPr>
              <a:spLocks noGrp="1"/>
            </p:cNvSpPr>
            <p:nvPr/>
          </p:nvSpPr>
          <p:spPr>
            <a:xfrm>
              <a:off x="5238750" y="5257800"/>
              <a:ext cx="657225" cy="257175"/>
            </a:xfrm>
            <a:prstGeom prst="rect">
              <a:avLst/>
            </a:prstGeom>
            <a:noFill/>
            <a:ln w="0">
              <a:noFill/>
              <a:prstDash val="solid"/>
            </a:ln>
          </p:spPr>
          <p:txBody>
            <a:bodyPr wrap="none" lIns="0" tIns="0" rIns="0" bIns="0" anchor="ctr">
              <a:normAutofit fontScale="100000"/>
            </a:bodyPr>
            <a:lstStyle>
              <a:defPPr algn="ctr">
                <a:defRPr sz="1500" b="1">
                  <a:solidFill>
                    <a:srgbClr val="7B8790"/>
                  </a:solidFill>
                  <a:latin typeface="Arial"/>
                  <a:ea typeface="Arial"/>
                  <a:cs typeface="Arial"/>
                </a:defRPr>
              </a:defPPr>
            </a:lstStyle>
            <a:p>
              <a:pPr algn="ctr">
                <a:defRPr sz="1500" b="1">
                  <a:solidFill>
                    <a:srgbClr val="7B8790"/>
                  </a:solidFill>
                  <a:latin typeface="Arial"/>
                  <a:ea typeface="Arial"/>
                  <a:cs typeface="Arial"/>
                </a:defRPr>
              </a:pPr>
              <a:r>
                <a:rPr sz="1500" b="1">
                  <a:solidFill>
                    <a:srgbClr val="7B8790"/>
                  </a:solidFill>
                  <a:latin typeface="Arial"/>
                  <a:ea typeface="Arial"/>
                  <a:cs typeface="Arial"/>
                </a:rPr>
                <a:t>Swap</a:t>
              </a:r>
            </a:p>
          </p:txBody>
        </p:sp>
        <p:sp>
          <p:nvSpPr>
            <p:cNvPr id="527" name="four:topology-swaps:line:527">
              <a:extLst>
                <a:ext uri="{FF2B5EF4-FFF2-40B4-BE49-F238E27FC236}">
                  <ns2:creationId id="{069A5B73-BE68-44A8-847F-10F177863BEC}"/>
                </a:ext>
              </a:extLst>
            </p:cNvPr>
            <p:cNvSpPr>
              <a:spLocks noGrp="1"/>
            </p:cNvSpPr>
            <p:nvPr/>
          </p:nvSpPr>
          <p:spPr>
            <a:xfrm>
              <a:off x="3505200" y="6581775"/>
              <a:ext cx="1733550" cy="953"/>
            </a:xfrm>
            <a:custGeom>
              <a:pathLst>
                <a:path w="1733550" h="953">
                  <a:moveTo>
                    <a:pt x="0" y="0"/>
                  </a:moveTo>
                  <a:lnTo>
                    <a:pt x="1733550" y="0"/>
                  </a:lnTo>
                </a:path>
              </a:pathLst>
            </a:custGeom>
            <a:noFill/>
            <a:ln w="10478">
              <a:solidFill>
                <a:srgbClr val="263238"/>
              </a:solidFill>
              <a:prstDash val="dash"/>
            </a:ln>
          </p:spPr>
        </p:sp>
        <p:sp>
          <p:nvSpPr>
            <p:cNvPr id="528" name="four:topology-swaps:polygon:528">
              <a:extLst>
                <a:ext uri="{FF2B5EF4-FFF2-40B4-BE49-F238E27FC236}">
                  <ns2:creationId id="{1AC765BC-BF9E-4999-91C9-4AF6AFFFF705}"/>
                </a:ext>
              </a:extLst>
            </p:cNvPr>
            <p:cNvSpPr>
              <a:spLocks noGrp="1"/>
            </p:cNvSpPr>
            <p:nvPr/>
          </p:nvSpPr>
          <p:spPr>
            <a:xfrm>
              <a:off x="5181600" y="6557201"/>
              <a:ext cx="57150" cy="49149"/>
            </a:xfrm>
            <a:custGeom>
              <a:pathLst>
                <a:path w="57150" h="49149">
                  <a:moveTo>
                    <a:pt x="57150" y="24574"/>
                  </a:moveTo>
                  <a:lnTo>
                    <a:pt x="0" y="0"/>
                  </a:lnTo>
                  <a:lnTo>
                    <a:pt x="0" y="49149"/>
                  </a:lnTo>
                  <a:close/>
                </a:path>
              </a:pathLst>
            </a:custGeom>
            <a:solidFill>
              <a:srgbClr val="263238"/>
            </a:solidFill>
            <a:ln w="0">
              <a:noFill/>
              <a:prstDash val="solid"/>
            </a:ln>
          </p:spPr>
        </p:sp>
        <p:sp>
          <p:nvSpPr>
            <p:cNvPr id="529" name="four:topology-swaps:textbox:529">
              <a:extLst>
                <a:ext uri="{FF2B5EF4-FFF2-40B4-BE49-F238E27FC236}">
                  <ns2:creationId id="{F44E340B-2828-44D5-97CC-8E55522B2DC7}"/>
                </a:ext>
              </a:extLst>
            </p:cNvPr>
            <p:cNvSpPr>
              <a:spLocks noGrp="1"/>
            </p:cNvSpPr>
            <p:nvPr/>
          </p:nvSpPr>
          <p:spPr>
            <a:xfrm>
              <a:off x="3324225" y="6391275"/>
              <a:ext cx="266700" cy="342900"/>
            </a:xfrm>
            <a:prstGeom prst="rect">
              <a:avLst/>
            </a:prstGeom>
            <a:noFill/>
            <a:ln w="0">
              <a:noFill/>
              <a:prstDash val="solid"/>
            </a:ln>
          </p:spPr>
          <p:txBody>
            <a:bodyPr wrap="none" lIns="0" tIns="0" rIns="0" bIns="0" anchor="ctr">
              <a:normAutofit fontScale="100000"/>
            </a:bodyPr>
            <a:lstStyle>
              <a:defPPr algn="ctr">
                <a:defRPr sz="1650" b="0">
                  <a:solidFill>
                    <a:srgbClr val="7B8790"/>
                  </a:solidFill>
                  <a:latin typeface="Arial"/>
                  <a:ea typeface="Arial"/>
                  <a:cs typeface="Arial"/>
                </a:defRPr>
              </a:defPPr>
            </a:lstStyle>
            <a:p>
              <a:pPr algn="ctr">
                <a:defRPr sz="1650" b="0">
                  <a:solidFill>
                    <a:srgbClr val="7B8790"/>
                  </a:solidFill>
                  <a:latin typeface="Arial"/>
                  <a:ea typeface="Arial"/>
                  <a:cs typeface="Arial"/>
                </a:defRPr>
              </a:pPr>
              <a:r>
                <a:rPr sz="1650" b="0">
                  <a:solidFill>
                    <a:srgbClr val="7B8790"/>
                  </a:solidFill>
                  <a:latin typeface="Arial"/>
                  <a:ea typeface="Arial"/>
                  <a:cs typeface="Arial"/>
                </a:rPr>
                <a:t>u</a:t>
              </a:r>
              <a:r>
                <a:rPr sz="1188" b="0" baseline="-25000">
                  <a:solidFill>
                    <a:srgbClr val="7B8790"/>
                  </a:solidFill>
                  <a:latin typeface="Arial"/>
                  <a:ea typeface="Arial"/>
                  <a:cs typeface="Arial"/>
                </a:rPr>
                <a:t>i</a:t>
              </a:r>
            </a:p>
          </p:txBody>
        </p:sp>
        <p:sp>
          <p:nvSpPr>
            <p:cNvPr id="530" name="four:topology-swaps:line:530">
              <a:extLst>
                <a:ext uri="{FF2B5EF4-FFF2-40B4-BE49-F238E27FC236}">
                  <ns2:creationId id="{97FCFA4F-0461-45E7-B18C-05A794362E06}"/>
                </a:ext>
              </a:extLst>
            </p:cNvPr>
            <p:cNvSpPr>
              <a:spLocks noGrp="1"/>
            </p:cNvSpPr>
            <p:nvPr/>
          </p:nvSpPr>
          <p:spPr>
            <a:xfrm>
              <a:off x="4122420" y="6448425"/>
              <a:ext cx="953" cy="228600"/>
            </a:xfrm>
            <a:custGeom>
              <a:pathLst>
                <a:path w="953" h="228600">
                  <a:moveTo>
                    <a:pt x="0" y="4405"/>
                  </a:moveTo>
                  <a:lnTo>
                    <a:pt x="0" y="228600"/>
                  </a:lnTo>
                </a:path>
              </a:pathLst>
            </a:custGeom>
            <a:noFill/>
            <a:ln w="13335">
              <a:solidFill>
                <a:srgbClr val="0072B2"/>
              </a:solidFill>
              <a:prstDash val="dash"/>
            </a:ln>
          </p:spPr>
        </p:sp>
        <p:sp>
          <p:nvSpPr>
            <p:cNvPr id="531" name="four:topology-swaps:line:531">
              <a:extLst>
                <a:ext uri="{FF2B5EF4-FFF2-40B4-BE49-F238E27FC236}">
                  <ns2:creationId id="{D375D91F-A330-44D2-9806-3F81181D9E92}"/>
                </a:ext>
              </a:extLst>
            </p:cNvPr>
            <p:cNvSpPr>
              <a:spLocks noGrp="1"/>
            </p:cNvSpPr>
            <p:nvPr/>
          </p:nvSpPr>
          <p:spPr>
            <a:xfrm>
              <a:off x="4093845" y="6486525"/>
              <a:ext cx="57150" cy="953"/>
            </a:xfrm>
            <a:custGeom>
              <a:pathLst>
                <a:path w="57150" h="953">
                  <a:moveTo>
                    <a:pt x="0" y="0"/>
                  </a:moveTo>
                  <a:lnTo>
                    <a:pt x="57150" y="0"/>
                  </a:lnTo>
                </a:path>
              </a:pathLst>
            </a:custGeom>
            <a:noFill/>
            <a:ln w="14288">
              <a:solidFill>
                <a:srgbClr val="0072B2"/>
              </a:solidFill>
              <a:prstDash val="solid"/>
            </a:ln>
          </p:spPr>
        </p:sp>
        <p:sp>
          <p:nvSpPr>
            <p:cNvPr id="532" name="four:topology-swaps:regular-node:532">
              <a:extLst>
                <a:ext uri="{FF2B5EF4-FFF2-40B4-BE49-F238E27FC236}">
                  <ns2:creationId id="{952C0BBE-36F5-4F42-881C-939927CE85F9}"/>
                </a:ext>
              </a:extLst>
            </p:cNvPr>
            <p:cNvSpPr>
              <a:spLocks noGrp="1"/>
            </p:cNvSpPr>
            <p:nvPr/>
          </p:nvSpPr>
          <p:spPr>
            <a:xfrm>
              <a:off x="4104323" y="6563678"/>
              <a:ext cx="36195" cy="36195"/>
            </a:xfrm>
            <a:prstGeom prst="ellipse">
              <a:avLst/>
            </a:prstGeom>
            <a:solidFill>
              <a:srgbClr val="0072B2"/>
            </a:solidFill>
            <a:ln w="0">
              <a:noFill/>
              <a:prstDash val="solid"/>
            </a:ln>
          </p:spPr>
        </p:sp>
        <p:sp>
          <p:nvSpPr>
            <p:cNvPr id="533" name="four:topology-swaps:line:533">
              <a:extLst>
                <a:ext uri="{FF2B5EF4-FFF2-40B4-BE49-F238E27FC236}">
                  <ns2:creationId id="{67E3EA2C-3F29-4C7F-9FF5-6AA738C89F8E}"/>
                </a:ext>
              </a:extLst>
            </p:cNvPr>
            <p:cNvSpPr>
              <a:spLocks noGrp="1"/>
            </p:cNvSpPr>
            <p:nvPr/>
          </p:nvSpPr>
          <p:spPr>
            <a:xfrm>
              <a:off x="3619500" y="6696075"/>
              <a:ext cx="502920" cy="200025"/>
            </a:xfrm>
            <a:custGeom>
              <a:pathLst>
                <a:path w="502920" h="200025">
                  <a:moveTo>
                    <a:pt x="502920" y="0"/>
                  </a:moveTo>
                  <a:lnTo>
                    <a:pt x="0" y="200025"/>
                  </a:lnTo>
                </a:path>
              </a:pathLst>
            </a:custGeom>
            <a:noFill/>
            <a:ln w="10478">
              <a:solidFill>
                <a:srgbClr val="0072B2">
                  <a:alpha val="60000"/>
                </a:srgbClr>
              </a:solidFill>
              <a:prstDash val="solid"/>
            </a:ln>
          </p:spPr>
        </p:sp>
        <p:sp>
          <p:nvSpPr>
            <p:cNvPr id="534" name="four:topology-swaps:line:534">
              <a:extLst>
                <a:ext uri="{FF2B5EF4-FFF2-40B4-BE49-F238E27FC236}">
                  <ns2:creationId id="{A4DFEA4D-50F8-4477-9284-E4DE350FCBD6}"/>
                </a:ext>
              </a:extLst>
            </p:cNvPr>
            <p:cNvSpPr>
              <a:spLocks noGrp="1"/>
            </p:cNvSpPr>
            <p:nvPr/>
          </p:nvSpPr>
          <p:spPr>
            <a:xfrm>
              <a:off x="5128260" y="6448425"/>
              <a:ext cx="953" cy="228600"/>
            </a:xfrm>
            <a:custGeom>
              <a:pathLst>
                <a:path w="953" h="228600">
                  <a:moveTo>
                    <a:pt x="0" y="4405"/>
                  </a:moveTo>
                  <a:lnTo>
                    <a:pt x="0" y="228600"/>
                  </a:lnTo>
                </a:path>
              </a:pathLst>
            </a:custGeom>
            <a:noFill/>
            <a:ln w="13335">
              <a:solidFill>
                <a:srgbClr val="D55E00"/>
              </a:solidFill>
              <a:prstDash val="dash"/>
            </a:ln>
          </p:spPr>
        </p:sp>
        <p:sp>
          <p:nvSpPr>
            <p:cNvPr id="535" name="four:topology-swaps:line:535">
              <a:extLst>
                <a:ext uri="{FF2B5EF4-FFF2-40B4-BE49-F238E27FC236}">
                  <ns2:creationId id="{F33B5478-661B-4446-814C-73775A3A421C}"/>
                </a:ext>
              </a:extLst>
            </p:cNvPr>
            <p:cNvSpPr>
              <a:spLocks noGrp="1"/>
            </p:cNvSpPr>
            <p:nvPr/>
          </p:nvSpPr>
          <p:spPr>
            <a:xfrm>
              <a:off x="5099685" y="6486525"/>
              <a:ext cx="57150" cy="953"/>
            </a:xfrm>
            <a:custGeom>
              <a:pathLst>
                <a:path w="57150" h="953">
                  <a:moveTo>
                    <a:pt x="0" y="0"/>
                  </a:moveTo>
                  <a:lnTo>
                    <a:pt x="57150" y="0"/>
                  </a:lnTo>
                </a:path>
              </a:pathLst>
            </a:custGeom>
            <a:noFill/>
            <a:ln w="14288">
              <a:solidFill>
                <a:srgbClr val="D55E00"/>
              </a:solidFill>
              <a:prstDash val="solid"/>
            </a:ln>
          </p:spPr>
        </p:sp>
        <p:sp>
          <p:nvSpPr>
            <p:cNvPr id="536" name="four:topology-swaps:regular-node:536">
              <a:extLst>
                <a:ext uri="{FF2B5EF4-FFF2-40B4-BE49-F238E27FC236}">
                  <ns2:creationId id="{9A797C43-2115-4FCF-970D-ED1C65663313}"/>
                </a:ext>
              </a:extLst>
            </p:cNvPr>
            <p:cNvSpPr>
              <a:spLocks noGrp="1"/>
            </p:cNvSpPr>
            <p:nvPr/>
          </p:nvSpPr>
          <p:spPr>
            <a:xfrm>
              <a:off x="5110163" y="6563678"/>
              <a:ext cx="36195" cy="36195"/>
            </a:xfrm>
            <a:prstGeom prst="ellipse">
              <a:avLst/>
            </a:prstGeom>
            <a:solidFill>
              <a:srgbClr val="D55E00"/>
            </a:solidFill>
            <a:ln w="0">
              <a:noFill/>
              <a:prstDash val="solid"/>
            </a:ln>
          </p:spPr>
        </p:sp>
        <p:sp>
          <p:nvSpPr>
            <p:cNvPr id="537" name="four:topology-swaps:line:537">
              <a:extLst>
                <a:ext uri="{FF2B5EF4-FFF2-40B4-BE49-F238E27FC236}">
                  <ns2:creationId id="{BFCB1C2A-2C85-4324-B04A-9E6978062B98}"/>
                </a:ext>
              </a:extLst>
            </p:cNvPr>
            <p:cNvSpPr>
              <a:spLocks noGrp="1"/>
            </p:cNvSpPr>
            <p:nvPr/>
          </p:nvSpPr>
          <p:spPr>
            <a:xfrm>
              <a:off x="4076700" y="6696075"/>
              <a:ext cx="1051560" cy="200025"/>
            </a:xfrm>
            <a:custGeom>
              <a:pathLst>
                <a:path w="1051560" h="200025">
                  <a:moveTo>
                    <a:pt x="1051560" y="0"/>
                  </a:moveTo>
                  <a:lnTo>
                    <a:pt x="0" y="200025"/>
                  </a:lnTo>
                </a:path>
              </a:pathLst>
            </a:custGeom>
            <a:noFill/>
            <a:ln w="10478">
              <a:solidFill>
                <a:srgbClr val="D55E00">
                  <a:alpha val="60000"/>
                </a:srgbClr>
              </a:solidFill>
              <a:prstDash val="solid"/>
            </a:ln>
          </p:spPr>
        </p:sp>
        <p:sp>
          <p:nvSpPr>
            <p:cNvPr id="538" name="four:topology-swaps:line:538">
              <a:extLst>
                <a:ext uri="{FF2B5EF4-FFF2-40B4-BE49-F238E27FC236}">
                  <ns2:creationId id="{B3DF5743-4FCC-4966-B1B3-C0528125A0CF}"/>
                </a:ext>
              </a:extLst>
            </p:cNvPr>
            <p:cNvSpPr>
              <a:spLocks noGrp="1"/>
            </p:cNvSpPr>
            <p:nvPr/>
          </p:nvSpPr>
          <p:spPr>
            <a:xfrm>
              <a:off x="4625340" y="6448425"/>
              <a:ext cx="953" cy="228600"/>
            </a:xfrm>
            <a:custGeom>
              <a:pathLst>
                <a:path w="953" h="228600">
                  <a:moveTo>
                    <a:pt x="0" y="4405"/>
                  </a:moveTo>
                  <a:lnTo>
                    <a:pt x="0" y="228600"/>
                  </a:lnTo>
                </a:path>
              </a:pathLst>
            </a:custGeom>
            <a:noFill/>
            <a:ln w="13335">
              <a:solidFill>
                <a:srgbClr val="009E73"/>
              </a:solidFill>
              <a:prstDash val="dash"/>
            </a:ln>
          </p:spPr>
        </p:sp>
        <p:sp>
          <p:nvSpPr>
            <p:cNvPr id="539" name="four:topology-swaps:line:539">
              <a:extLst>
                <a:ext uri="{FF2B5EF4-FFF2-40B4-BE49-F238E27FC236}">
                  <ns2:creationId id="{1AAEA9CF-54DE-467B-B72E-9F653ABECA08}"/>
                </a:ext>
              </a:extLst>
            </p:cNvPr>
            <p:cNvSpPr>
              <a:spLocks noGrp="1"/>
            </p:cNvSpPr>
            <p:nvPr/>
          </p:nvSpPr>
          <p:spPr>
            <a:xfrm>
              <a:off x="4596765" y="6486525"/>
              <a:ext cx="57150" cy="953"/>
            </a:xfrm>
            <a:custGeom>
              <a:pathLst>
                <a:path w="57150" h="953">
                  <a:moveTo>
                    <a:pt x="0" y="0"/>
                  </a:moveTo>
                  <a:lnTo>
                    <a:pt x="57150" y="0"/>
                  </a:lnTo>
                </a:path>
              </a:pathLst>
            </a:custGeom>
            <a:noFill/>
            <a:ln w="14288">
              <a:solidFill>
                <a:srgbClr val="009E73"/>
              </a:solidFill>
              <a:prstDash val="solid"/>
            </a:ln>
          </p:spPr>
        </p:sp>
        <p:sp>
          <p:nvSpPr>
            <p:cNvPr id="540" name="four:topology-swaps:regular-node:540">
              <a:extLst>
                <a:ext uri="{FF2B5EF4-FFF2-40B4-BE49-F238E27FC236}">
                  <ns2:creationId id="{586F46FB-B191-4B88-BBB6-11C112301AF9}"/>
                </a:ext>
              </a:extLst>
            </p:cNvPr>
            <p:cNvSpPr>
              <a:spLocks noGrp="1"/>
            </p:cNvSpPr>
            <p:nvPr/>
          </p:nvSpPr>
          <p:spPr>
            <a:xfrm>
              <a:off x="4607243" y="6563678"/>
              <a:ext cx="36195" cy="36195"/>
            </a:xfrm>
            <a:prstGeom prst="ellipse">
              <a:avLst/>
            </a:prstGeom>
            <a:solidFill>
              <a:srgbClr val="009E73"/>
            </a:solidFill>
            <a:ln w="0">
              <a:noFill/>
              <a:prstDash val="solid"/>
            </a:ln>
          </p:spPr>
        </p:sp>
        <p:sp>
          <p:nvSpPr>
            <p:cNvPr id="541" name="four:topology-swaps:line:541">
              <a:extLst>
                <a:ext uri="{FF2B5EF4-FFF2-40B4-BE49-F238E27FC236}">
                  <ns2:creationId id="{68BF0628-67E8-4620-BBD5-1AFC12C0511D}"/>
                </a:ext>
              </a:extLst>
            </p:cNvPr>
            <p:cNvSpPr>
              <a:spLocks noGrp="1"/>
            </p:cNvSpPr>
            <p:nvPr/>
          </p:nvSpPr>
          <p:spPr>
            <a:xfrm>
              <a:off x="4533900" y="6696075"/>
              <a:ext cx="91440" cy="200025"/>
            </a:xfrm>
            <a:custGeom>
              <a:pathLst>
                <a:path w="91440" h="200025">
                  <a:moveTo>
                    <a:pt x="91440" y="0"/>
                  </a:moveTo>
                  <a:lnTo>
                    <a:pt x="0" y="200025"/>
                  </a:lnTo>
                </a:path>
              </a:pathLst>
            </a:custGeom>
            <a:noFill/>
            <a:ln w="10478">
              <a:solidFill>
                <a:srgbClr val="009E73">
                  <a:alpha val="60000"/>
                </a:srgbClr>
              </a:solidFill>
              <a:prstDash val="solid"/>
            </a:ln>
          </p:spPr>
        </p:sp>
        <p:sp>
          <p:nvSpPr>
            <p:cNvPr id="542" name="four:topology-swaps:line:542">
              <a:extLst>
                <a:ext uri="{FF2B5EF4-FFF2-40B4-BE49-F238E27FC236}">
                  <ns2:creationId id="{A49A8796-261B-4EF7-B504-658AADDC7BF9}"/>
                </a:ext>
              </a:extLst>
            </p:cNvPr>
            <p:cNvSpPr>
              <a:spLocks noGrp="1"/>
            </p:cNvSpPr>
            <p:nvPr/>
          </p:nvSpPr>
          <p:spPr>
            <a:xfrm>
              <a:off x="3619500" y="6448425"/>
              <a:ext cx="953" cy="228600"/>
            </a:xfrm>
            <a:custGeom>
              <a:pathLst>
                <a:path w="953" h="228600">
                  <a:moveTo>
                    <a:pt x="0" y="4405"/>
                  </a:moveTo>
                  <a:lnTo>
                    <a:pt x="0" y="228600"/>
                  </a:lnTo>
                </a:path>
              </a:pathLst>
            </a:custGeom>
            <a:noFill/>
            <a:ln w="13335">
              <a:solidFill>
                <a:srgbClr val="CC79A7"/>
              </a:solidFill>
              <a:prstDash val="dash"/>
            </a:ln>
          </p:spPr>
        </p:sp>
        <p:sp>
          <p:nvSpPr>
            <p:cNvPr id="543" name="four:topology-swaps:line:543">
              <a:extLst>
                <a:ext uri="{FF2B5EF4-FFF2-40B4-BE49-F238E27FC236}">
                  <ns2:creationId id="{663C9CCA-1496-49AA-850E-2EA635706BD5}"/>
                </a:ext>
              </a:extLst>
            </p:cNvPr>
            <p:cNvSpPr>
              <a:spLocks noGrp="1"/>
            </p:cNvSpPr>
            <p:nvPr/>
          </p:nvSpPr>
          <p:spPr>
            <a:xfrm>
              <a:off x="3590925" y="6486525"/>
              <a:ext cx="57150" cy="953"/>
            </a:xfrm>
            <a:custGeom>
              <a:pathLst>
                <a:path w="57150" h="953">
                  <a:moveTo>
                    <a:pt x="0" y="0"/>
                  </a:moveTo>
                  <a:lnTo>
                    <a:pt x="57150" y="0"/>
                  </a:lnTo>
                </a:path>
              </a:pathLst>
            </a:custGeom>
            <a:noFill/>
            <a:ln w="14288">
              <a:solidFill>
                <a:srgbClr val="CC79A7"/>
              </a:solidFill>
              <a:prstDash val="solid"/>
            </a:ln>
          </p:spPr>
        </p:sp>
        <p:sp>
          <p:nvSpPr>
            <p:cNvPr id="544" name="four:topology-swaps:regular-node:544">
              <a:extLst>
                <a:ext uri="{FF2B5EF4-FFF2-40B4-BE49-F238E27FC236}">
                  <ns2:creationId id="{AF020A12-926F-4DAC-8553-4F86C3575D92}"/>
                </a:ext>
              </a:extLst>
            </p:cNvPr>
            <p:cNvSpPr>
              <a:spLocks noGrp="1"/>
            </p:cNvSpPr>
            <p:nvPr/>
          </p:nvSpPr>
          <p:spPr>
            <a:xfrm>
              <a:off x="3601403" y="6563678"/>
              <a:ext cx="36195" cy="36195"/>
            </a:xfrm>
            <a:prstGeom prst="ellipse">
              <a:avLst/>
            </a:prstGeom>
            <a:solidFill>
              <a:srgbClr val="CC79A7"/>
            </a:solidFill>
            <a:ln w="0">
              <a:noFill/>
              <a:prstDash val="solid"/>
            </a:ln>
          </p:spPr>
        </p:sp>
        <p:sp>
          <p:nvSpPr>
            <p:cNvPr id="545" name="four:topology-swaps:line:545">
              <a:extLst>
                <a:ext uri="{FF2B5EF4-FFF2-40B4-BE49-F238E27FC236}">
                  <ns2:creationId id="{A9F14AD1-28D7-4A8A-8434-D98652E45CE4}"/>
                </a:ext>
              </a:extLst>
            </p:cNvPr>
            <p:cNvSpPr>
              <a:spLocks noGrp="1"/>
            </p:cNvSpPr>
            <p:nvPr/>
          </p:nvSpPr>
          <p:spPr>
            <a:xfrm>
              <a:off x="3619500" y="6696075"/>
              <a:ext cx="1371600" cy="200025"/>
            </a:xfrm>
            <a:custGeom>
              <a:pathLst>
                <a:path w="1371600" h="200025">
                  <a:moveTo>
                    <a:pt x="0" y="0"/>
                  </a:moveTo>
                  <a:lnTo>
                    <a:pt x="1371600" y="200025"/>
                  </a:lnTo>
                </a:path>
              </a:pathLst>
            </a:custGeom>
            <a:noFill/>
            <a:ln w="10478">
              <a:solidFill>
                <a:srgbClr val="CC79A7">
                  <a:alpha val="60000"/>
                </a:srgbClr>
              </a:solidFill>
              <a:prstDash val="solid"/>
            </a:ln>
          </p:spPr>
        </p:sp>
        <p:sp>
          <p:nvSpPr>
            <p:cNvPr id="546" name="four:topology-swaps:line:546">
              <a:extLst>
                <a:ext uri="{FF2B5EF4-FFF2-40B4-BE49-F238E27FC236}">
                  <ns2:creationId id="{15655E97-48C6-43E2-B2DC-26F6759B6623}"/>
                </a:ext>
              </a:extLst>
            </p:cNvPr>
            <p:cNvSpPr>
              <a:spLocks noGrp="1"/>
            </p:cNvSpPr>
            <p:nvPr/>
          </p:nvSpPr>
          <p:spPr>
            <a:xfrm>
              <a:off x="3505200" y="7010400"/>
              <a:ext cx="1733550" cy="953"/>
            </a:xfrm>
            <a:custGeom>
              <a:pathLst>
                <a:path w="1733550" h="953">
                  <a:moveTo>
                    <a:pt x="0" y="0"/>
                  </a:moveTo>
                  <a:lnTo>
                    <a:pt x="1733550" y="0"/>
                  </a:lnTo>
                </a:path>
              </a:pathLst>
            </a:custGeom>
            <a:noFill/>
            <a:ln w="12383">
              <a:solidFill>
                <a:srgbClr val="263238"/>
              </a:solidFill>
              <a:prstDash val="solid"/>
            </a:ln>
          </p:spPr>
        </p:sp>
        <p:sp>
          <p:nvSpPr>
            <p:cNvPr id="547" name="four:topology-swaps:polygon:547">
              <a:extLst>
                <a:ext uri="{FF2B5EF4-FFF2-40B4-BE49-F238E27FC236}">
                  <ns2:creationId id="{DB31AC0F-35CA-40E0-8A40-569989AD6638}"/>
                </a:ext>
              </a:extLst>
            </p:cNvPr>
            <p:cNvSpPr>
              <a:spLocks noGrp="1"/>
            </p:cNvSpPr>
            <p:nvPr/>
          </p:nvSpPr>
          <p:spPr>
            <a:xfrm>
              <a:off x="5181600" y="6985826"/>
              <a:ext cx="57150" cy="49149"/>
            </a:xfrm>
            <a:custGeom>
              <a:pathLst>
                <a:path w="57150" h="49149">
                  <a:moveTo>
                    <a:pt x="57150" y="24574"/>
                  </a:moveTo>
                  <a:lnTo>
                    <a:pt x="0" y="0"/>
                  </a:lnTo>
                  <a:lnTo>
                    <a:pt x="0" y="49149"/>
                  </a:lnTo>
                  <a:close/>
                </a:path>
              </a:pathLst>
            </a:custGeom>
            <a:solidFill>
              <a:srgbClr val="263238"/>
            </a:solidFill>
            <a:ln w="0">
              <a:noFill/>
              <a:prstDash val="solid"/>
            </a:ln>
          </p:spPr>
        </p:sp>
        <p:sp>
          <p:nvSpPr>
            <p:cNvPr id="548" name="four:topology-swaps:textbox:548">
              <a:extLst>
                <a:ext uri="{FF2B5EF4-FFF2-40B4-BE49-F238E27FC236}">
                  <ns2:creationId id="{19962A8A-5CF8-4EBF-B6CC-089002C27B87}"/>
                </a:ext>
              </a:extLst>
            </p:cNvPr>
            <p:cNvSpPr>
              <a:spLocks noGrp="1"/>
            </p:cNvSpPr>
            <p:nvPr/>
          </p:nvSpPr>
          <p:spPr>
            <a:xfrm>
              <a:off x="3324225" y="6819900"/>
              <a:ext cx="266700" cy="342900"/>
            </a:xfrm>
            <a:prstGeom prst="rect">
              <a:avLst/>
            </a:prstGeom>
            <a:noFill/>
            <a:ln w="0">
              <a:noFill/>
              <a:prstDash val="solid"/>
            </a:ln>
          </p:spPr>
          <p:txBody>
            <a:bodyPr wrap="none" lIns="0" tIns="0" rIns="0" bIns="0" anchor="ctr">
              <a:normAutofit fontScale="100000"/>
            </a:bodyPr>
            <a:lstStyle>
              <a:defPPr algn="ctr">
                <a:defRPr sz="1650" b="0">
                  <a:solidFill>
                    <a:srgbClr val="7B8790"/>
                  </a:solidFill>
                  <a:latin typeface="Arial"/>
                  <a:ea typeface="Arial"/>
                  <a:cs typeface="Arial"/>
                </a:defRPr>
              </a:defPPr>
            </a:lstStyle>
            <a:p>
              <a:pPr algn="ctr">
                <a:defRPr sz="1650" b="0">
                  <a:solidFill>
                    <a:srgbClr val="7B8790"/>
                  </a:solidFill>
                  <a:latin typeface="Arial"/>
                  <a:ea typeface="Arial"/>
                  <a:cs typeface="Arial"/>
                </a:defRPr>
              </a:pPr>
              <a:r>
                <a:rPr sz="1650" b="0">
                  <a:solidFill>
                    <a:srgbClr val="7B8790"/>
                  </a:solidFill>
                  <a:latin typeface="Arial"/>
                  <a:ea typeface="Arial"/>
                  <a:cs typeface="Arial"/>
                </a:rPr>
                <a:t>q</a:t>
              </a:r>
              <a:r>
                <a:rPr sz="1188" b="0" baseline="-25000">
                  <a:solidFill>
                    <a:srgbClr val="7B8790"/>
                  </a:solidFill>
                  <a:latin typeface="Arial"/>
                  <a:ea typeface="Arial"/>
                  <a:cs typeface="Arial"/>
                </a:rPr>
                <a:t>i</a:t>
              </a:r>
            </a:p>
          </p:txBody>
        </p:sp>
        <p:sp>
          <p:nvSpPr>
            <p:cNvPr id="549" name="four:topology-swaps:interval-A:549">
              <a:extLst>
                <a:ext uri="{FF2B5EF4-FFF2-40B4-BE49-F238E27FC236}">
                  <ns2:creationId id="{DC090E75-218D-4475-9319-F248224A09C2}"/>
                </a:ext>
              </a:extLst>
            </p:cNvPr>
            <p:cNvSpPr>
              <a:spLocks noGrp="1"/>
            </p:cNvSpPr>
            <p:nvPr/>
          </p:nvSpPr>
          <p:spPr>
            <a:xfrm>
              <a:off x="3528060" y="6905625"/>
              <a:ext cx="182880" cy="209550"/>
            </a:xfrm>
            <a:prstGeom prst="rect">
              <a:avLst/>
            </a:prstGeom>
            <a:solidFill>
              <a:srgbClr val="0072B2"/>
            </a:solidFill>
            <a:ln w="7620">
              <a:solidFill>
                <a:srgbClr val="263238"/>
              </a:solidFill>
              <a:prstDash val="solid"/>
            </a:ln>
          </p:spPr>
        </p:sp>
        <p:sp>
          <p:nvSpPr>
            <p:cNvPr id="550" name="four:topology-swaps:regular-node:550">
              <a:extLst>
                <a:ext uri="{FF2B5EF4-FFF2-40B4-BE49-F238E27FC236}">
                  <ns2:creationId id="{FC7E749B-D7F4-4AD3-8F18-5F353E6589ED}"/>
                </a:ext>
              </a:extLst>
            </p:cNvPr>
            <p:cNvSpPr>
              <a:spLocks noGrp="1"/>
            </p:cNvSpPr>
            <p:nvPr/>
          </p:nvSpPr>
          <p:spPr>
            <a:xfrm>
              <a:off x="3599498" y="6990398"/>
              <a:ext cx="40005" cy="40005"/>
            </a:xfrm>
            <a:prstGeom prst="ellipse">
              <a:avLst/>
            </a:prstGeom>
            <a:solidFill>
              <a:srgbClr val="263238"/>
            </a:solidFill>
            <a:ln w="0">
              <a:noFill/>
              <a:prstDash val="solid"/>
            </a:ln>
          </p:spPr>
        </p:sp>
        <p:sp>
          <p:nvSpPr>
            <p:cNvPr id="551" name="four:topology-swaps:interval-C:551">
              <a:extLst>
                <a:ext uri="{FF2B5EF4-FFF2-40B4-BE49-F238E27FC236}">
                  <ns2:creationId id="{1AE37BBD-A54B-4122-BE13-44A27194D014}"/>
                </a:ext>
              </a:extLst>
            </p:cNvPr>
            <p:cNvSpPr>
              <a:spLocks noGrp="1"/>
            </p:cNvSpPr>
            <p:nvPr/>
          </p:nvSpPr>
          <p:spPr>
            <a:xfrm>
              <a:off x="3985260" y="6905625"/>
              <a:ext cx="182880" cy="209550"/>
            </a:xfrm>
            <a:prstGeom prst="rect">
              <a:avLst/>
            </a:prstGeom>
            <a:solidFill>
              <a:srgbClr val="D55E00"/>
            </a:solidFill>
            <a:ln w="7620">
              <a:solidFill>
                <a:srgbClr val="263238"/>
              </a:solidFill>
              <a:prstDash val="solid"/>
            </a:ln>
          </p:spPr>
        </p:sp>
        <p:sp>
          <p:nvSpPr>
            <p:cNvPr id="552" name="four:topology-swaps:regular-node:552">
              <a:extLst>
                <a:ext uri="{FF2B5EF4-FFF2-40B4-BE49-F238E27FC236}">
                  <ns2:creationId id="{D87732C7-2771-48F2-91D5-19CE43169F0A}"/>
                </a:ext>
              </a:extLst>
            </p:cNvPr>
            <p:cNvSpPr>
              <a:spLocks noGrp="1"/>
            </p:cNvSpPr>
            <p:nvPr/>
          </p:nvSpPr>
          <p:spPr>
            <a:xfrm>
              <a:off x="4056698" y="6990398"/>
              <a:ext cx="40005" cy="40005"/>
            </a:xfrm>
            <a:prstGeom prst="ellipse">
              <a:avLst/>
            </a:prstGeom>
            <a:solidFill>
              <a:srgbClr val="263238"/>
            </a:solidFill>
            <a:ln w="0">
              <a:noFill/>
              <a:prstDash val="solid"/>
            </a:ln>
          </p:spPr>
        </p:sp>
        <p:sp>
          <p:nvSpPr>
            <p:cNvPr id="553" name="four:topology-swaps:interval-D:553">
              <a:extLst>
                <a:ext uri="{FF2B5EF4-FFF2-40B4-BE49-F238E27FC236}">
                  <ns2:creationId id="{3A53FB43-8CF1-481A-8193-E46894F0ACD8}"/>
                </a:ext>
              </a:extLst>
            </p:cNvPr>
            <p:cNvSpPr>
              <a:spLocks noGrp="1"/>
            </p:cNvSpPr>
            <p:nvPr/>
          </p:nvSpPr>
          <p:spPr>
            <a:xfrm>
              <a:off x="4442460" y="6905625"/>
              <a:ext cx="182880" cy="209550"/>
            </a:xfrm>
            <a:prstGeom prst="rect">
              <a:avLst/>
            </a:prstGeom>
            <a:solidFill>
              <a:srgbClr val="009E73"/>
            </a:solidFill>
            <a:ln w="7620">
              <a:solidFill>
                <a:srgbClr val="263238"/>
              </a:solidFill>
              <a:prstDash val="solid"/>
            </a:ln>
          </p:spPr>
        </p:sp>
        <p:sp>
          <p:nvSpPr>
            <p:cNvPr id="554" name="four:topology-swaps:regular-node:554">
              <a:extLst>
                <a:ext uri="{FF2B5EF4-FFF2-40B4-BE49-F238E27FC236}">
                  <ns2:creationId id="{D84A2958-709B-4523-9E30-7E8A68ECFE09}"/>
                </a:ext>
              </a:extLst>
            </p:cNvPr>
            <p:cNvSpPr>
              <a:spLocks noGrp="1"/>
            </p:cNvSpPr>
            <p:nvPr/>
          </p:nvSpPr>
          <p:spPr>
            <a:xfrm>
              <a:off x="4513898" y="6990398"/>
              <a:ext cx="40005" cy="40005"/>
            </a:xfrm>
            <a:prstGeom prst="ellipse">
              <a:avLst/>
            </a:prstGeom>
            <a:solidFill>
              <a:srgbClr val="263238"/>
            </a:solidFill>
            <a:ln w="0">
              <a:noFill/>
              <a:prstDash val="solid"/>
            </a:ln>
          </p:spPr>
        </p:sp>
        <p:sp>
          <p:nvSpPr>
            <p:cNvPr id="555" name="four:topology-swaps:interval-B:555">
              <a:extLst>
                <a:ext uri="{FF2B5EF4-FFF2-40B4-BE49-F238E27FC236}">
                  <ns2:creationId id="{D4C45A56-CAB4-4006-8416-6AA116830D30}"/>
                </a:ext>
              </a:extLst>
            </p:cNvPr>
            <p:cNvSpPr>
              <a:spLocks noGrp="1"/>
            </p:cNvSpPr>
            <p:nvPr/>
          </p:nvSpPr>
          <p:spPr>
            <a:xfrm>
              <a:off x="4899660" y="6905625"/>
              <a:ext cx="182880" cy="209550"/>
            </a:xfrm>
            <a:prstGeom prst="rect">
              <a:avLst/>
            </a:prstGeom>
            <a:solidFill>
              <a:srgbClr val="CC79A7"/>
            </a:solidFill>
            <a:ln w="7620">
              <a:solidFill>
                <a:srgbClr val="263238"/>
              </a:solidFill>
              <a:prstDash val="solid"/>
            </a:ln>
          </p:spPr>
        </p:sp>
        <p:sp>
          <p:nvSpPr>
            <p:cNvPr id="556" name="four:topology-swaps:regular-node:556">
              <a:extLst>
                <a:ext uri="{FF2B5EF4-FFF2-40B4-BE49-F238E27FC236}">
                  <ns2:creationId id="{321DCF64-E61F-45C8-9FFC-46F690738D59}"/>
                </a:ext>
              </a:extLst>
            </p:cNvPr>
            <p:cNvSpPr>
              <a:spLocks noGrp="1"/>
            </p:cNvSpPr>
            <p:nvPr/>
          </p:nvSpPr>
          <p:spPr>
            <a:xfrm>
              <a:off x="4971098" y="6990398"/>
              <a:ext cx="40005" cy="40005"/>
            </a:xfrm>
            <a:prstGeom prst="ellipse">
              <a:avLst/>
            </a:prstGeom>
            <a:solidFill>
              <a:srgbClr val="263238"/>
            </a:solidFill>
            <a:ln w="0">
              <a:noFill/>
              <a:prstDash val="solid"/>
            </a:ln>
          </p:spPr>
        </p:sp>
        <p:sp>
          <p:nvSpPr>
            <p:cNvPr id="557" name="four:topology-swaps:line:557">
              <a:extLst>
                <a:ext uri="{FF2B5EF4-FFF2-40B4-BE49-F238E27FC236}">
                  <ns2:creationId id="{A1160E21-2319-407E-B530-45D9E95CE058}"/>
                </a:ext>
              </a:extLst>
            </p:cNvPr>
            <p:cNvSpPr>
              <a:spLocks noGrp="1"/>
            </p:cNvSpPr>
            <p:nvPr/>
          </p:nvSpPr>
          <p:spPr>
            <a:xfrm>
              <a:off x="3619500" y="6696075"/>
              <a:ext cx="953" cy="171450"/>
            </a:xfrm>
            <a:custGeom>
              <a:pathLst>
                <a:path w="953" h="171450">
                  <a:moveTo>
                    <a:pt x="0" y="0"/>
                  </a:moveTo>
                  <a:lnTo>
                    <a:pt x="0" y="171450"/>
                  </a:lnTo>
                </a:path>
              </a:pathLst>
            </a:custGeom>
            <a:noFill/>
            <a:ln w="9525">
              <a:solidFill>
                <a:srgbClr val="CC79A7">
                  <a:alpha val="85000"/>
                </a:srgbClr>
              </a:solidFill>
              <a:prstDash val="dash"/>
            </a:ln>
          </p:spPr>
        </p:sp>
        <p:sp>
          <p:nvSpPr>
            <p:cNvPr id="558" name="four:topology-swaps:line:558">
              <a:extLst>
                <a:ext uri="{FF2B5EF4-FFF2-40B4-BE49-F238E27FC236}">
                  <ns2:creationId id="{1D37C885-7F78-4A4A-8C08-E92ECAE80071}"/>
                </a:ext>
              </a:extLst>
            </p:cNvPr>
            <p:cNvSpPr>
              <a:spLocks noGrp="1"/>
            </p:cNvSpPr>
            <p:nvPr/>
          </p:nvSpPr>
          <p:spPr>
            <a:xfrm>
              <a:off x="3619500" y="7153275"/>
              <a:ext cx="953" cy="266700"/>
            </a:xfrm>
            <a:custGeom>
              <a:pathLst>
                <a:path w="953" h="266700">
                  <a:moveTo>
                    <a:pt x="0" y="0"/>
                  </a:moveTo>
                  <a:lnTo>
                    <a:pt x="0" y="266700"/>
                  </a:lnTo>
                </a:path>
              </a:pathLst>
            </a:custGeom>
            <a:noFill/>
            <a:ln w="9525">
              <a:solidFill>
                <a:srgbClr val="CC79A7">
                  <a:alpha val="85000"/>
                </a:srgbClr>
              </a:solidFill>
              <a:prstDash val="dash"/>
            </a:ln>
          </p:spPr>
        </p:sp>
        <p:sp>
          <p:nvSpPr>
            <p:cNvPr id="559" name="four:topology-swaps:line:559">
              <a:extLst>
                <a:ext uri="{FF2B5EF4-FFF2-40B4-BE49-F238E27FC236}">
                  <ns2:creationId id="{511EE3A6-8BC3-44C8-BB2A-BF3CEA1E6AF6}"/>
                </a:ext>
              </a:extLst>
            </p:cNvPr>
            <p:cNvSpPr>
              <a:spLocks noGrp="1"/>
            </p:cNvSpPr>
            <p:nvPr/>
          </p:nvSpPr>
          <p:spPr>
            <a:xfrm>
              <a:off x="4991100" y="7124700"/>
              <a:ext cx="953" cy="295275"/>
            </a:xfrm>
            <a:custGeom>
              <a:pathLst>
                <a:path w="953" h="295275">
                  <a:moveTo>
                    <a:pt x="0" y="0"/>
                  </a:moveTo>
                  <a:lnTo>
                    <a:pt x="0" y="295275"/>
                  </a:lnTo>
                </a:path>
              </a:pathLst>
            </a:custGeom>
            <a:noFill/>
            <a:ln w="9525">
              <a:solidFill>
                <a:srgbClr val="CC79A7"/>
              </a:solidFill>
              <a:prstDash val="solid"/>
            </a:ln>
          </p:spPr>
        </p:sp>
        <p:sp>
          <p:nvSpPr>
            <p:cNvPr id="560" name="four:topology-swaps:line:560">
              <a:extLst>
                <a:ext uri="{FF2B5EF4-FFF2-40B4-BE49-F238E27FC236}">
                  <ns2:creationId id="{1AEE84CE-8CBD-4A3C-9A78-DF9BDBA7CFB8}"/>
                </a:ext>
              </a:extLst>
            </p:cNvPr>
            <p:cNvSpPr>
              <a:spLocks noGrp="1"/>
            </p:cNvSpPr>
            <p:nvPr/>
          </p:nvSpPr>
          <p:spPr>
            <a:xfrm>
              <a:off x="3619500" y="7419975"/>
              <a:ext cx="1371600" cy="953"/>
            </a:xfrm>
            <a:custGeom>
              <a:pathLst>
                <a:path w="1371600" h="953">
                  <a:moveTo>
                    <a:pt x="0" y="0"/>
                  </a:moveTo>
                  <a:lnTo>
                    <a:pt x="1371600" y="0"/>
                  </a:lnTo>
                </a:path>
              </a:pathLst>
            </a:custGeom>
            <a:noFill/>
            <a:ln w="17145">
              <a:solidFill>
                <a:srgbClr val="CC79A7"/>
              </a:solidFill>
              <a:prstDash val="solid"/>
            </a:ln>
          </p:spPr>
        </p:sp>
        <p:sp>
          <p:nvSpPr>
            <p:cNvPr id="561" name="four:topology-swaps:polygon:561">
              <a:extLst>
                <a:ext uri="{FF2B5EF4-FFF2-40B4-BE49-F238E27FC236}">
                  <ns2:creationId id="{CB8F9689-303F-4E5F-89C9-982E229DC309}"/>
                </a:ext>
              </a:extLst>
            </p:cNvPr>
            <p:cNvSpPr>
              <a:spLocks noGrp="1"/>
            </p:cNvSpPr>
            <p:nvPr/>
          </p:nvSpPr>
          <p:spPr>
            <a:xfrm>
              <a:off x="4933950" y="7395401"/>
              <a:ext cx="57150" cy="49149"/>
            </a:xfrm>
            <a:custGeom>
              <a:pathLst>
                <a:path w="57150" h="49149">
                  <a:moveTo>
                    <a:pt x="57150" y="24574"/>
                  </a:moveTo>
                  <a:lnTo>
                    <a:pt x="0" y="0"/>
                  </a:lnTo>
                  <a:lnTo>
                    <a:pt x="0" y="49149"/>
                  </a:lnTo>
                  <a:close/>
                </a:path>
              </a:pathLst>
            </a:custGeom>
            <a:solidFill>
              <a:srgbClr val="CC79A7"/>
            </a:solidFill>
            <a:ln w="0">
              <a:noFill/>
              <a:prstDash val="solid"/>
            </a:ln>
          </p:spPr>
        </p:sp>
        <p:sp>
          <p:nvSpPr>
            <p:cNvPr id="562" name="four:topology-swaps:polygon:562">
              <a:extLst>
                <a:ext uri="{FF2B5EF4-FFF2-40B4-BE49-F238E27FC236}">
                  <ns2:creationId id="{271E17C8-8BDE-47BB-89DE-7AFCCD79053C}"/>
                </a:ext>
              </a:extLst>
            </p:cNvPr>
            <p:cNvSpPr>
              <a:spLocks noGrp="1"/>
            </p:cNvSpPr>
            <p:nvPr/>
          </p:nvSpPr>
          <p:spPr>
            <a:xfrm>
              <a:off x="3619500" y="7395401"/>
              <a:ext cx="57150" cy="49149"/>
            </a:xfrm>
            <a:custGeom>
              <a:pathLst>
                <a:path w="57150" h="49149">
                  <a:moveTo>
                    <a:pt x="0" y="24574"/>
                  </a:moveTo>
                  <a:lnTo>
                    <a:pt x="57150" y="49149"/>
                  </a:lnTo>
                  <a:lnTo>
                    <a:pt x="57150" y="0"/>
                  </a:lnTo>
                  <a:close/>
                </a:path>
              </a:pathLst>
            </a:custGeom>
            <a:solidFill>
              <a:srgbClr val="CC79A7"/>
            </a:solidFill>
            <a:ln w="0">
              <a:noFill/>
              <a:prstDash val="solid"/>
            </a:ln>
          </p:spPr>
        </p:sp>
        <p:sp>
          <p:nvSpPr>
            <p:cNvPr id="563" name="four:topology-swaps:textbox:563">
              <a:extLst>
                <a:ext uri="{FF2B5EF4-FFF2-40B4-BE49-F238E27FC236}">
                  <ns2:creationId id="{E86E127E-EDBD-421D-A3E4-B25808B76B2D}"/>
                </a:ext>
              </a:extLst>
            </p:cNvPr>
            <p:cNvSpPr>
              <a:spLocks noGrp="1"/>
            </p:cNvSpPr>
            <p:nvPr/>
          </p:nvSpPr>
          <p:spPr>
            <a:xfrm>
              <a:off x="3876675" y="7086600"/>
              <a:ext cx="857250" cy="342900"/>
            </a:xfrm>
            <a:prstGeom prst="rect">
              <a:avLst/>
            </a:prstGeom>
            <a:noFill/>
            <a:ln w="0">
              <a:noFill/>
              <a:prstDash val="solid"/>
            </a:ln>
          </p:spPr>
          <p:txBody>
            <a:bodyPr wrap="none" lIns="0" tIns="0" rIns="0" bIns="0" anchor="ctr">
              <a:normAutofit fontScale="100000"/>
            </a:bodyPr>
            <a:lstStyle>
              <a:defPPr algn="ctr">
                <a:defRPr sz="1800" b="0">
                  <a:solidFill>
                    <a:srgbClr val="CC79A7"/>
                  </a:solidFill>
                  <a:latin typeface="Arial"/>
                  <a:ea typeface="Arial"/>
                  <a:cs typeface="Arial"/>
                </a:defRPr>
              </a:defPPr>
            </a:lstStyle>
            <a:p>
              <a:pPr algn="ctr">
                <a:defRPr sz="1800" b="0">
                  <a:solidFill>
                    <a:srgbClr val="CC79A7"/>
                  </a:solidFill>
                  <a:latin typeface="Arial"/>
                  <a:ea typeface="Arial"/>
                  <a:cs typeface="Arial"/>
                </a:defRPr>
              </a:pPr>
              <a:r>
                <a:rPr sz="1800" b="0">
                  <a:solidFill>
                    <a:srgbClr val="CC79A7"/>
                  </a:solidFill>
                  <a:latin typeface="Arial"/>
                  <a:ea typeface="Arial"/>
                  <a:cs typeface="Arial"/>
                </a:rPr>
                <a:t>τ(π)</a:t>
              </a:r>
            </a:p>
          </p:txBody>
        </p:sp>
        <p:sp>
          <p:nvSpPr>
            <p:cNvPr id="564" name="four:topology-swaps:line:564">
              <a:extLst>
                <a:ext uri="{FF2B5EF4-FFF2-40B4-BE49-F238E27FC236}">
                  <ns2:creationId id="{2FED49A5-DA84-4ED1-84CB-0D25440BBA0D}"/>
                </a:ext>
              </a:extLst>
            </p:cNvPr>
            <p:cNvSpPr>
              <a:spLocks noGrp="1"/>
            </p:cNvSpPr>
            <p:nvPr/>
          </p:nvSpPr>
          <p:spPr>
            <a:xfrm>
              <a:off x="5953125" y="6581775"/>
              <a:ext cx="1733550" cy="953"/>
            </a:xfrm>
            <a:custGeom>
              <a:pathLst>
                <a:path w="1733550" h="953">
                  <a:moveTo>
                    <a:pt x="0" y="0"/>
                  </a:moveTo>
                  <a:lnTo>
                    <a:pt x="1733550" y="0"/>
                  </a:lnTo>
                </a:path>
              </a:pathLst>
            </a:custGeom>
            <a:noFill/>
            <a:ln w="10478">
              <a:solidFill>
                <a:srgbClr val="263238"/>
              </a:solidFill>
              <a:prstDash val="dash"/>
            </a:ln>
          </p:spPr>
        </p:sp>
        <p:sp>
          <p:nvSpPr>
            <p:cNvPr id="565" name="four:topology-swaps:polygon:565">
              <a:extLst>
                <a:ext uri="{FF2B5EF4-FFF2-40B4-BE49-F238E27FC236}">
                  <ns2:creationId id="{5F99A159-154F-4E35-B266-96D8CFF7E76F}"/>
                </a:ext>
              </a:extLst>
            </p:cNvPr>
            <p:cNvSpPr>
              <a:spLocks noGrp="1"/>
            </p:cNvSpPr>
            <p:nvPr/>
          </p:nvSpPr>
          <p:spPr>
            <a:xfrm>
              <a:off x="7629525" y="6557201"/>
              <a:ext cx="57150" cy="49149"/>
            </a:xfrm>
            <a:custGeom>
              <a:pathLst>
                <a:path w="57150" h="49149">
                  <a:moveTo>
                    <a:pt x="57150" y="24574"/>
                  </a:moveTo>
                  <a:lnTo>
                    <a:pt x="0" y="0"/>
                  </a:lnTo>
                  <a:lnTo>
                    <a:pt x="0" y="49149"/>
                  </a:lnTo>
                  <a:close/>
                </a:path>
              </a:pathLst>
            </a:custGeom>
            <a:solidFill>
              <a:srgbClr val="263238"/>
            </a:solidFill>
            <a:ln w="0">
              <a:noFill/>
              <a:prstDash val="solid"/>
            </a:ln>
          </p:spPr>
        </p:sp>
        <p:sp>
          <p:nvSpPr>
            <p:cNvPr id="566" name="four:topology-swaps:textbox:566">
              <a:extLst>
                <a:ext uri="{FF2B5EF4-FFF2-40B4-BE49-F238E27FC236}">
                  <ns2:creationId id="{85F463AA-42FA-4D2A-9A89-098520B1CFB7}"/>
                </a:ext>
              </a:extLst>
            </p:cNvPr>
            <p:cNvSpPr>
              <a:spLocks noGrp="1"/>
            </p:cNvSpPr>
            <p:nvPr/>
          </p:nvSpPr>
          <p:spPr>
            <a:xfrm>
              <a:off x="5772150" y="6391275"/>
              <a:ext cx="266700" cy="342900"/>
            </a:xfrm>
            <a:prstGeom prst="rect">
              <a:avLst/>
            </a:prstGeom>
            <a:noFill/>
            <a:ln w="0">
              <a:noFill/>
              <a:prstDash val="solid"/>
            </a:ln>
          </p:spPr>
          <p:txBody>
            <a:bodyPr wrap="none" lIns="0" tIns="0" rIns="0" bIns="0" anchor="ctr">
              <a:normAutofit fontScale="100000"/>
            </a:bodyPr>
            <a:lstStyle>
              <a:defPPr algn="ctr">
                <a:defRPr sz="1650" b="0">
                  <a:solidFill>
                    <a:srgbClr val="7B8790"/>
                  </a:solidFill>
                  <a:latin typeface="Arial"/>
                  <a:ea typeface="Arial"/>
                  <a:cs typeface="Arial"/>
                </a:defRPr>
              </a:defPPr>
            </a:lstStyle>
            <a:p>
              <a:pPr algn="ctr">
                <a:defRPr sz="1650" b="0">
                  <a:solidFill>
                    <a:srgbClr val="7B8790"/>
                  </a:solidFill>
                  <a:latin typeface="Arial"/>
                  <a:ea typeface="Arial"/>
                  <a:cs typeface="Arial"/>
                </a:defRPr>
              </a:pPr>
              <a:r>
                <a:rPr sz="1650" b="0">
                  <a:solidFill>
                    <a:srgbClr val="7B8790"/>
                  </a:solidFill>
                  <a:latin typeface="Arial"/>
                  <a:ea typeface="Arial"/>
                  <a:cs typeface="Arial"/>
                </a:rPr>
                <a:t>u</a:t>
              </a:r>
              <a:r>
                <a:rPr sz="1188" b="0" baseline="-25000">
                  <a:solidFill>
                    <a:srgbClr val="7B8790"/>
                  </a:solidFill>
                  <a:latin typeface="Arial"/>
                  <a:ea typeface="Arial"/>
                  <a:cs typeface="Arial"/>
                </a:rPr>
                <a:t>i</a:t>
              </a:r>
            </a:p>
          </p:txBody>
        </p:sp>
        <p:sp>
          <p:nvSpPr>
            <p:cNvPr id="567" name="four:topology-swaps:line:567">
              <a:extLst>
                <a:ext uri="{FF2B5EF4-FFF2-40B4-BE49-F238E27FC236}">
                  <ns2:creationId id="{076C0CAB-651A-4B25-91A2-FC0CA2D93A90}"/>
                </a:ext>
              </a:extLst>
            </p:cNvPr>
            <p:cNvSpPr>
              <a:spLocks noGrp="1"/>
            </p:cNvSpPr>
            <p:nvPr/>
          </p:nvSpPr>
          <p:spPr>
            <a:xfrm>
              <a:off x="6067425" y="6448425"/>
              <a:ext cx="953" cy="228600"/>
            </a:xfrm>
            <a:custGeom>
              <a:pathLst>
                <a:path w="953" h="228600">
                  <a:moveTo>
                    <a:pt x="0" y="4405"/>
                  </a:moveTo>
                  <a:lnTo>
                    <a:pt x="0" y="228600"/>
                  </a:lnTo>
                </a:path>
              </a:pathLst>
            </a:custGeom>
            <a:noFill/>
            <a:ln w="13335">
              <a:solidFill>
                <a:srgbClr val="0072B2"/>
              </a:solidFill>
              <a:prstDash val="dash"/>
            </a:ln>
          </p:spPr>
        </p:sp>
        <p:sp>
          <p:nvSpPr>
            <p:cNvPr id="568" name="four:topology-swaps:line:568">
              <a:extLst>
                <a:ext uri="{FF2B5EF4-FFF2-40B4-BE49-F238E27FC236}">
                  <ns2:creationId id="{12A56326-4ED9-4067-9C3F-E0F489D2D291}"/>
                </a:ext>
              </a:extLst>
            </p:cNvPr>
            <p:cNvSpPr>
              <a:spLocks noGrp="1"/>
            </p:cNvSpPr>
            <p:nvPr/>
          </p:nvSpPr>
          <p:spPr>
            <a:xfrm>
              <a:off x="6038850" y="6486525"/>
              <a:ext cx="57150" cy="953"/>
            </a:xfrm>
            <a:custGeom>
              <a:pathLst>
                <a:path w="57150" h="953">
                  <a:moveTo>
                    <a:pt x="0" y="0"/>
                  </a:moveTo>
                  <a:lnTo>
                    <a:pt x="57150" y="0"/>
                  </a:lnTo>
                </a:path>
              </a:pathLst>
            </a:custGeom>
            <a:noFill/>
            <a:ln w="14288">
              <a:solidFill>
                <a:srgbClr val="0072B2"/>
              </a:solidFill>
              <a:prstDash val="solid"/>
            </a:ln>
          </p:spPr>
        </p:sp>
        <p:sp>
          <p:nvSpPr>
            <p:cNvPr id="569" name="four:topology-swaps:regular-node:569">
              <a:extLst>
                <a:ext uri="{FF2B5EF4-FFF2-40B4-BE49-F238E27FC236}">
                  <ns2:creationId id="{29F8EA87-C15F-4638-8883-F2BEA50649B2}"/>
                </a:ext>
              </a:extLst>
            </p:cNvPr>
            <p:cNvSpPr>
              <a:spLocks noGrp="1"/>
            </p:cNvSpPr>
            <p:nvPr/>
          </p:nvSpPr>
          <p:spPr>
            <a:xfrm>
              <a:off x="6049328" y="6563678"/>
              <a:ext cx="36195" cy="36195"/>
            </a:xfrm>
            <a:prstGeom prst="ellipse">
              <a:avLst/>
            </a:prstGeom>
            <a:solidFill>
              <a:srgbClr val="0072B2"/>
            </a:solidFill>
            <a:ln w="0">
              <a:noFill/>
              <a:prstDash val="solid"/>
            </a:ln>
          </p:spPr>
        </p:sp>
        <p:sp>
          <p:nvSpPr>
            <p:cNvPr id="570" name="four:topology-swaps:line:570">
              <a:extLst>
                <a:ext uri="{FF2B5EF4-FFF2-40B4-BE49-F238E27FC236}">
                  <ns2:creationId id="{00A043B2-B669-4CDB-B203-0F2330FB08F7}"/>
                </a:ext>
              </a:extLst>
            </p:cNvPr>
            <p:cNvSpPr>
              <a:spLocks noGrp="1"/>
            </p:cNvSpPr>
            <p:nvPr/>
          </p:nvSpPr>
          <p:spPr>
            <a:xfrm>
              <a:off x="6067425" y="6696075"/>
              <a:ext cx="953" cy="200025"/>
            </a:xfrm>
            <a:custGeom>
              <a:pathLst>
                <a:path w="953" h="200025">
                  <a:moveTo>
                    <a:pt x="0" y="0"/>
                  </a:moveTo>
                  <a:lnTo>
                    <a:pt x="0" y="200025"/>
                  </a:lnTo>
                </a:path>
              </a:pathLst>
            </a:custGeom>
            <a:noFill/>
            <a:ln w="10478">
              <a:solidFill>
                <a:srgbClr val="0072B2">
                  <a:alpha val="60000"/>
                </a:srgbClr>
              </a:solidFill>
              <a:prstDash val="solid"/>
            </a:ln>
          </p:spPr>
        </p:sp>
        <p:sp>
          <p:nvSpPr>
            <p:cNvPr id="571" name="four:topology-swaps:line:571">
              <a:extLst>
                <a:ext uri="{FF2B5EF4-FFF2-40B4-BE49-F238E27FC236}">
                  <ns2:creationId id="{E89217B3-AD4F-46DB-B814-DD51BB8823C1}"/>
                </a:ext>
              </a:extLst>
            </p:cNvPr>
            <p:cNvSpPr>
              <a:spLocks noGrp="1"/>
            </p:cNvSpPr>
            <p:nvPr/>
          </p:nvSpPr>
          <p:spPr>
            <a:xfrm>
              <a:off x="7073265" y="6448425"/>
              <a:ext cx="953" cy="228600"/>
            </a:xfrm>
            <a:custGeom>
              <a:pathLst>
                <a:path w="953" h="228600">
                  <a:moveTo>
                    <a:pt x="0" y="4405"/>
                  </a:moveTo>
                  <a:lnTo>
                    <a:pt x="0" y="228600"/>
                  </a:lnTo>
                </a:path>
              </a:pathLst>
            </a:custGeom>
            <a:noFill/>
            <a:ln w="13335">
              <a:solidFill>
                <a:srgbClr val="D55E00"/>
              </a:solidFill>
              <a:prstDash val="dash"/>
            </a:ln>
          </p:spPr>
        </p:sp>
        <p:sp>
          <p:nvSpPr>
            <p:cNvPr id="572" name="four:topology-swaps:line:572">
              <a:extLst>
                <a:ext uri="{FF2B5EF4-FFF2-40B4-BE49-F238E27FC236}">
                  <ns2:creationId id="{F05B27E0-24E3-4844-A4A2-14EED66BB35B}"/>
                </a:ext>
              </a:extLst>
            </p:cNvPr>
            <p:cNvSpPr>
              <a:spLocks noGrp="1"/>
            </p:cNvSpPr>
            <p:nvPr/>
          </p:nvSpPr>
          <p:spPr>
            <a:xfrm>
              <a:off x="7044690" y="6486525"/>
              <a:ext cx="57150" cy="953"/>
            </a:xfrm>
            <a:custGeom>
              <a:pathLst>
                <a:path w="57150" h="953">
                  <a:moveTo>
                    <a:pt x="0" y="0"/>
                  </a:moveTo>
                  <a:lnTo>
                    <a:pt x="57150" y="0"/>
                  </a:lnTo>
                </a:path>
              </a:pathLst>
            </a:custGeom>
            <a:noFill/>
            <a:ln w="14288">
              <a:solidFill>
                <a:srgbClr val="D55E00"/>
              </a:solidFill>
              <a:prstDash val="solid"/>
            </a:ln>
          </p:spPr>
        </p:sp>
        <p:sp>
          <p:nvSpPr>
            <p:cNvPr id="573" name="four:topology-swaps:regular-node:573">
              <a:extLst>
                <a:ext uri="{FF2B5EF4-FFF2-40B4-BE49-F238E27FC236}">
                  <ns2:creationId id="{5A38E0EF-51D7-4E3B-8109-FCD1BAE1351E}"/>
                </a:ext>
              </a:extLst>
            </p:cNvPr>
            <p:cNvSpPr>
              <a:spLocks noGrp="1"/>
            </p:cNvSpPr>
            <p:nvPr/>
          </p:nvSpPr>
          <p:spPr>
            <a:xfrm>
              <a:off x="7055168" y="6563678"/>
              <a:ext cx="36195" cy="36195"/>
            </a:xfrm>
            <a:prstGeom prst="ellipse">
              <a:avLst/>
            </a:prstGeom>
            <a:solidFill>
              <a:srgbClr val="D55E00"/>
            </a:solidFill>
            <a:ln w="0">
              <a:noFill/>
              <a:prstDash val="solid"/>
            </a:ln>
          </p:spPr>
        </p:sp>
        <p:sp>
          <p:nvSpPr>
            <p:cNvPr id="574" name="four:topology-swaps:line:574">
              <a:extLst>
                <a:ext uri="{FF2B5EF4-FFF2-40B4-BE49-F238E27FC236}">
                  <ns2:creationId id="{0E1851A0-E571-4B9B-9130-E2EE5CC80A0A}"/>
                </a:ext>
              </a:extLst>
            </p:cNvPr>
            <p:cNvSpPr>
              <a:spLocks noGrp="1"/>
            </p:cNvSpPr>
            <p:nvPr/>
          </p:nvSpPr>
          <p:spPr>
            <a:xfrm>
              <a:off x="6524625" y="6696075"/>
              <a:ext cx="548640" cy="200025"/>
            </a:xfrm>
            <a:custGeom>
              <a:pathLst>
                <a:path w="548640" h="200025">
                  <a:moveTo>
                    <a:pt x="548640" y="0"/>
                  </a:moveTo>
                  <a:lnTo>
                    <a:pt x="0" y="200025"/>
                  </a:lnTo>
                </a:path>
              </a:pathLst>
            </a:custGeom>
            <a:noFill/>
            <a:ln w="10478">
              <a:solidFill>
                <a:srgbClr val="D55E00">
                  <a:alpha val="60000"/>
                </a:srgbClr>
              </a:solidFill>
              <a:prstDash val="solid"/>
            </a:ln>
          </p:spPr>
        </p:sp>
        <p:sp>
          <p:nvSpPr>
            <p:cNvPr id="575" name="four:topology-swaps:line:575">
              <a:extLst>
                <a:ext uri="{FF2B5EF4-FFF2-40B4-BE49-F238E27FC236}">
                  <ns2:creationId id="{A0143798-1229-42E5-B82C-A3F85B41DDCC}"/>
                </a:ext>
              </a:extLst>
            </p:cNvPr>
            <p:cNvSpPr>
              <a:spLocks noGrp="1"/>
            </p:cNvSpPr>
            <p:nvPr/>
          </p:nvSpPr>
          <p:spPr>
            <a:xfrm>
              <a:off x="7576185" y="6448425"/>
              <a:ext cx="953" cy="228600"/>
            </a:xfrm>
            <a:custGeom>
              <a:pathLst>
                <a:path w="953" h="228600">
                  <a:moveTo>
                    <a:pt x="0" y="4405"/>
                  </a:moveTo>
                  <a:lnTo>
                    <a:pt x="0" y="228600"/>
                  </a:lnTo>
                </a:path>
              </a:pathLst>
            </a:custGeom>
            <a:noFill/>
            <a:ln w="13335">
              <a:solidFill>
                <a:srgbClr val="009E73"/>
              </a:solidFill>
              <a:prstDash val="dash"/>
            </a:ln>
          </p:spPr>
        </p:sp>
        <p:sp>
          <p:nvSpPr>
            <p:cNvPr id="576" name="four:topology-swaps:line:576">
              <a:extLst>
                <a:ext uri="{FF2B5EF4-FFF2-40B4-BE49-F238E27FC236}">
                  <ns2:creationId id="{953FDCB1-2B36-4F80-96AE-78FA56F85C0B}"/>
                </a:ext>
              </a:extLst>
            </p:cNvPr>
            <p:cNvSpPr>
              <a:spLocks noGrp="1"/>
            </p:cNvSpPr>
            <p:nvPr/>
          </p:nvSpPr>
          <p:spPr>
            <a:xfrm>
              <a:off x="7547610" y="6486525"/>
              <a:ext cx="57150" cy="953"/>
            </a:xfrm>
            <a:custGeom>
              <a:pathLst>
                <a:path w="57150" h="953">
                  <a:moveTo>
                    <a:pt x="0" y="0"/>
                  </a:moveTo>
                  <a:lnTo>
                    <a:pt x="57150" y="0"/>
                  </a:lnTo>
                </a:path>
              </a:pathLst>
            </a:custGeom>
            <a:noFill/>
            <a:ln w="14288">
              <a:solidFill>
                <a:srgbClr val="009E73"/>
              </a:solidFill>
              <a:prstDash val="solid"/>
            </a:ln>
          </p:spPr>
        </p:sp>
        <p:sp>
          <p:nvSpPr>
            <p:cNvPr id="577" name="four:topology-swaps:regular-node:577">
              <a:extLst>
                <a:ext uri="{FF2B5EF4-FFF2-40B4-BE49-F238E27FC236}">
                  <ns2:creationId id="{96D1C70E-EFC4-4A96-9A5B-D5D676FBFEC4}"/>
                </a:ext>
              </a:extLst>
            </p:cNvPr>
            <p:cNvSpPr>
              <a:spLocks noGrp="1"/>
            </p:cNvSpPr>
            <p:nvPr/>
          </p:nvSpPr>
          <p:spPr>
            <a:xfrm>
              <a:off x="7558088" y="6563678"/>
              <a:ext cx="36195" cy="36195"/>
            </a:xfrm>
            <a:prstGeom prst="ellipse">
              <a:avLst/>
            </a:prstGeom>
            <a:solidFill>
              <a:srgbClr val="009E73"/>
            </a:solidFill>
            <a:ln w="0">
              <a:noFill/>
              <a:prstDash val="solid"/>
            </a:ln>
          </p:spPr>
        </p:sp>
        <p:sp>
          <p:nvSpPr>
            <p:cNvPr id="578" name="four:topology-swaps:line:578">
              <a:extLst>
                <a:ext uri="{FF2B5EF4-FFF2-40B4-BE49-F238E27FC236}">
                  <ns2:creationId id="{0D94359F-5203-42AC-A3FB-219975E6306A}"/>
                </a:ext>
              </a:extLst>
            </p:cNvPr>
            <p:cNvSpPr>
              <a:spLocks noGrp="1"/>
            </p:cNvSpPr>
            <p:nvPr/>
          </p:nvSpPr>
          <p:spPr>
            <a:xfrm>
              <a:off x="6981825" y="6696075"/>
              <a:ext cx="594360" cy="200025"/>
            </a:xfrm>
            <a:custGeom>
              <a:pathLst>
                <a:path w="594360" h="200025">
                  <a:moveTo>
                    <a:pt x="594360" y="0"/>
                  </a:moveTo>
                  <a:lnTo>
                    <a:pt x="0" y="200025"/>
                  </a:lnTo>
                </a:path>
              </a:pathLst>
            </a:custGeom>
            <a:noFill/>
            <a:ln w="10478">
              <a:solidFill>
                <a:srgbClr val="009E73">
                  <a:alpha val="60000"/>
                </a:srgbClr>
              </a:solidFill>
              <a:prstDash val="solid"/>
            </a:ln>
          </p:spPr>
        </p:sp>
        <p:sp>
          <p:nvSpPr>
            <p:cNvPr id="579" name="four:topology-swaps:line:579">
              <a:extLst>
                <a:ext uri="{FF2B5EF4-FFF2-40B4-BE49-F238E27FC236}">
                  <ns2:creationId id="{051DDEB7-2F92-4637-B280-BAF9B5389FF4}"/>
                </a:ext>
              </a:extLst>
            </p:cNvPr>
            <p:cNvSpPr>
              <a:spLocks noGrp="1"/>
            </p:cNvSpPr>
            <p:nvPr/>
          </p:nvSpPr>
          <p:spPr>
            <a:xfrm>
              <a:off x="6570345" y="6448425"/>
              <a:ext cx="953" cy="228600"/>
            </a:xfrm>
            <a:custGeom>
              <a:pathLst>
                <a:path w="953" h="228600">
                  <a:moveTo>
                    <a:pt x="0" y="4405"/>
                  </a:moveTo>
                  <a:lnTo>
                    <a:pt x="0" y="228600"/>
                  </a:lnTo>
                </a:path>
              </a:pathLst>
            </a:custGeom>
            <a:noFill/>
            <a:ln w="13335">
              <a:solidFill>
                <a:srgbClr val="CC79A7"/>
              </a:solidFill>
              <a:prstDash val="dash"/>
            </a:ln>
          </p:spPr>
        </p:sp>
        <p:sp>
          <p:nvSpPr>
            <p:cNvPr id="580" name="four:topology-swaps:line:580">
              <a:extLst>
                <a:ext uri="{FF2B5EF4-FFF2-40B4-BE49-F238E27FC236}">
                  <ns2:creationId id="{A0440337-B082-4251-B9F0-41734509D3F8}"/>
                </a:ext>
              </a:extLst>
            </p:cNvPr>
            <p:cNvSpPr>
              <a:spLocks noGrp="1"/>
            </p:cNvSpPr>
            <p:nvPr/>
          </p:nvSpPr>
          <p:spPr>
            <a:xfrm>
              <a:off x="6541770" y="6486525"/>
              <a:ext cx="57150" cy="953"/>
            </a:xfrm>
            <a:custGeom>
              <a:pathLst>
                <a:path w="57150" h="953">
                  <a:moveTo>
                    <a:pt x="0" y="0"/>
                  </a:moveTo>
                  <a:lnTo>
                    <a:pt x="57150" y="0"/>
                  </a:lnTo>
                </a:path>
              </a:pathLst>
            </a:custGeom>
            <a:noFill/>
            <a:ln w="14288">
              <a:solidFill>
                <a:srgbClr val="CC79A7"/>
              </a:solidFill>
              <a:prstDash val="solid"/>
            </a:ln>
          </p:spPr>
        </p:sp>
        <p:sp>
          <p:nvSpPr>
            <p:cNvPr id="581" name="four:topology-swaps:regular-node:581">
              <a:extLst>
                <a:ext uri="{FF2B5EF4-FFF2-40B4-BE49-F238E27FC236}">
                  <ns2:creationId id="{0F849EBE-6DAE-4C5C-871E-BA4E7D17803B}"/>
                </a:ext>
              </a:extLst>
            </p:cNvPr>
            <p:cNvSpPr>
              <a:spLocks noGrp="1"/>
            </p:cNvSpPr>
            <p:nvPr/>
          </p:nvSpPr>
          <p:spPr>
            <a:xfrm>
              <a:off x="6552248" y="6563678"/>
              <a:ext cx="36195" cy="36195"/>
            </a:xfrm>
            <a:prstGeom prst="ellipse">
              <a:avLst/>
            </a:prstGeom>
            <a:solidFill>
              <a:srgbClr val="CC79A7"/>
            </a:solidFill>
            <a:ln w="0">
              <a:noFill/>
              <a:prstDash val="solid"/>
            </a:ln>
          </p:spPr>
        </p:sp>
        <p:sp>
          <p:nvSpPr>
            <p:cNvPr id="582" name="four:topology-swaps:line:582">
              <a:extLst>
                <a:ext uri="{FF2B5EF4-FFF2-40B4-BE49-F238E27FC236}">
                  <ns2:creationId id="{277726B3-A941-447B-9198-274E84A3A9F9}"/>
                </a:ext>
              </a:extLst>
            </p:cNvPr>
            <p:cNvSpPr>
              <a:spLocks noGrp="1"/>
            </p:cNvSpPr>
            <p:nvPr/>
          </p:nvSpPr>
          <p:spPr>
            <a:xfrm>
              <a:off x="6570345" y="6696075"/>
              <a:ext cx="868680" cy="200025"/>
            </a:xfrm>
            <a:custGeom>
              <a:pathLst>
                <a:path w="868680" h="200025">
                  <a:moveTo>
                    <a:pt x="0" y="0"/>
                  </a:moveTo>
                  <a:lnTo>
                    <a:pt x="868680" y="200025"/>
                  </a:lnTo>
                </a:path>
              </a:pathLst>
            </a:custGeom>
            <a:noFill/>
            <a:ln w="10478">
              <a:solidFill>
                <a:srgbClr val="CC79A7">
                  <a:alpha val="60000"/>
                </a:srgbClr>
              </a:solidFill>
              <a:prstDash val="solid"/>
            </a:ln>
          </p:spPr>
        </p:sp>
        <p:sp>
          <p:nvSpPr>
            <p:cNvPr id="583" name="four:topology-swaps:line:583">
              <a:extLst>
                <a:ext uri="{FF2B5EF4-FFF2-40B4-BE49-F238E27FC236}">
                  <ns2:creationId id="{017F5B65-359C-4C2A-A279-F6B3718520BA}"/>
                </a:ext>
              </a:extLst>
            </p:cNvPr>
            <p:cNvSpPr>
              <a:spLocks noGrp="1"/>
            </p:cNvSpPr>
            <p:nvPr/>
          </p:nvSpPr>
          <p:spPr>
            <a:xfrm>
              <a:off x="5953125" y="7010400"/>
              <a:ext cx="1733550" cy="953"/>
            </a:xfrm>
            <a:custGeom>
              <a:pathLst>
                <a:path w="1733550" h="953">
                  <a:moveTo>
                    <a:pt x="0" y="0"/>
                  </a:moveTo>
                  <a:lnTo>
                    <a:pt x="1733550" y="0"/>
                  </a:lnTo>
                </a:path>
              </a:pathLst>
            </a:custGeom>
            <a:noFill/>
            <a:ln w="12383">
              <a:solidFill>
                <a:srgbClr val="263238"/>
              </a:solidFill>
              <a:prstDash val="solid"/>
            </a:ln>
          </p:spPr>
        </p:sp>
        <p:sp>
          <p:nvSpPr>
            <p:cNvPr id="584" name="four:topology-swaps:polygon:584">
              <a:extLst>
                <a:ext uri="{FF2B5EF4-FFF2-40B4-BE49-F238E27FC236}">
                  <ns2:creationId id="{E2A855C9-C663-4FBE-A7B1-C97B54E6D3BE}"/>
                </a:ext>
              </a:extLst>
            </p:cNvPr>
            <p:cNvSpPr>
              <a:spLocks noGrp="1"/>
            </p:cNvSpPr>
            <p:nvPr/>
          </p:nvSpPr>
          <p:spPr>
            <a:xfrm>
              <a:off x="7629525" y="6985826"/>
              <a:ext cx="57150" cy="49149"/>
            </a:xfrm>
            <a:custGeom>
              <a:pathLst>
                <a:path w="57150" h="49149">
                  <a:moveTo>
                    <a:pt x="57150" y="24574"/>
                  </a:moveTo>
                  <a:lnTo>
                    <a:pt x="0" y="0"/>
                  </a:lnTo>
                  <a:lnTo>
                    <a:pt x="0" y="49149"/>
                  </a:lnTo>
                  <a:close/>
                </a:path>
              </a:pathLst>
            </a:custGeom>
            <a:solidFill>
              <a:srgbClr val="263238"/>
            </a:solidFill>
            <a:ln w="0">
              <a:noFill/>
              <a:prstDash val="solid"/>
            </a:ln>
          </p:spPr>
        </p:sp>
        <p:sp>
          <p:nvSpPr>
            <p:cNvPr id="585" name="four:topology-swaps:textbox:585">
              <a:extLst>
                <a:ext uri="{FF2B5EF4-FFF2-40B4-BE49-F238E27FC236}">
                  <ns2:creationId id="{D861A542-F694-4429-AEAA-499CDD150C5D}"/>
                </a:ext>
              </a:extLst>
            </p:cNvPr>
            <p:cNvSpPr>
              <a:spLocks noGrp="1"/>
            </p:cNvSpPr>
            <p:nvPr/>
          </p:nvSpPr>
          <p:spPr>
            <a:xfrm>
              <a:off x="5772150" y="6819900"/>
              <a:ext cx="266700" cy="342900"/>
            </a:xfrm>
            <a:prstGeom prst="rect">
              <a:avLst/>
            </a:prstGeom>
            <a:noFill/>
            <a:ln w="0">
              <a:noFill/>
              <a:prstDash val="solid"/>
            </a:ln>
          </p:spPr>
          <p:txBody>
            <a:bodyPr wrap="none" lIns="0" tIns="0" rIns="0" bIns="0" anchor="ctr">
              <a:normAutofit fontScale="100000"/>
            </a:bodyPr>
            <a:lstStyle>
              <a:defPPr algn="ctr">
                <a:defRPr sz="1650" b="0">
                  <a:solidFill>
                    <a:srgbClr val="7B8790"/>
                  </a:solidFill>
                  <a:latin typeface="Arial"/>
                  <a:ea typeface="Arial"/>
                  <a:cs typeface="Arial"/>
                </a:defRPr>
              </a:defPPr>
            </a:lstStyle>
            <a:p>
              <a:pPr algn="ctr">
                <a:defRPr sz="1650" b="0">
                  <a:solidFill>
                    <a:srgbClr val="7B8790"/>
                  </a:solidFill>
                  <a:latin typeface="Arial"/>
                  <a:ea typeface="Arial"/>
                  <a:cs typeface="Arial"/>
                </a:defRPr>
              </a:pPr>
              <a:r>
                <a:rPr sz="1650" b="0">
                  <a:solidFill>
                    <a:srgbClr val="7B8790"/>
                  </a:solidFill>
                  <a:latin typeface="Arial"/>
                  <a:ea typeface="Arial"/>
                  <a:cs typeface="Arial"/>
                </a:rPr>
                <a:t>q</a:t>
              </a:r>
              <a:r>
                <a:rPr sz="1188" b="0" baseline="-25000">
                  <a:solidFill>
                    <a:srgbClr val="7B8790"/>
                  </a:solidFill>
                  <a:latin typeface="Arial"/>
                  <a:ea typeface="Arial"/>
                  <a:cs typeface="Arial"/>
                </a:rPr>
                <a:t>i</a:t>
              </a:r>
            </a:p>
          </p:txBody>
        </p:sp>
        <p:sp>
          <p:nvSpPr>
            <p:cNvPr id="586" name="four:topology-swaps:interval-A:586">
              <a:extLst>
                <a:ext uri="{FF2B5EF4-FFF2-40B4-BE49-F238E27FC236}">
                  <ns2:creationId id="{E500E38B-BBB6-4362-AD39-CDE11E15AAF6}"/>
                </a:ext>
              </a:extLst>
            </p:cNvPr>
            <p:cNvSpPr>
              <a:spLocks noGrp="1"/>
            </p:cNvSpPr>
            <p:nvPr/>
          </p:nvSpPr>
          <p:spPr>
            <a:xfrm>
              <a:off x="5975985" y="6905625"/>
              <a:ext cx="182880" cy="209550"/>
            </a:xfrm>
            <a:prstGeom prst="rect">
              <a:avLst/>
            </a:prstGeom>
            <a:solidFill>
              <a:srgbClr val="0072B2"/>
            </a:solidFill>
            <a:ln w="7620">
              <a:solidFill>
                <a:srgbClr val="263238"/>
              </a:solidFill>
              <a:prstDash val="solid"/>
            </a:ln>
          </p:spPr>
        </p:sp>
        <p:sp>
          <p:nvSpPr>
            <p:cNvPr id="587" name="four:topology-swaps:regular-node:587">
              <a:extLst>
                <a:ext uri="{FF2B5EF4-FFF2-40B4-BE49-F238E27FC236}">
                  <ns2:creationId id="{BFFD8992-A9F1-4650-B5ED-4A1B2B412551}"/>
                </a:ext>
              </a:extLst>
            </p:cNvPr>
            <p:cNvSpPr>
              <a:spLocks noGrp="1"/>
            </p:cNvSpPr>
            <p:nvPr/>
          </p:nvSpPr>
          <p:spPr>
            <a:xfrm>
              <a:off x="6047423" y="6990398"/>
              <a:ext cx="40005" cy="40005"/>
            </a:xfrm>
            <a:prstGeom prst="ellipse">
              <a:avLst/>
            </a:prstGeom>
            <a:solidFill>
              <a:srgbClr val="263238"/>
            </a:solidFill>
            <a:ln w="0">
              <a:noFill/>
              <a:prstDash val="solid"/>
            </a:ln>
          </p:spPr>
        </p:sp>
        <p:sp>
          <p:nvSpPr>
            <p:cNvPr id="588" name="four:topology-swaps:interval-C:588">
              <a:extLst>
                <a:ext uri="{FF2B5EF4-FFF2-40B4-BE49-F238E27FC236}">
                  <ns2:creationId id="{F87C7322-43DD-4335-B6CD-A6C3CBA43DD7}"/>
                </a:ext>
              </a:extLst>
            </p:cNvPr>
            <p:cNvSpPr>
              <a:spLocks noGrp="1"/>
            </p:cNvSpPr>
            <p:nvPr/>
          </p:nvSpPr>
          <p:spPr>
            <a:xfrm>
              <a:off x="6433185" y="6905625"/>
              <a:ext cx="182880" cy="209550"/>
            </a:xfrm>
            <a:prstGeom prst="rect">
              <a:avLst/>
            </a:prstGeom>
            <a:solidFill>
              <a:srgbClr val="D55E00"/>
            </a:solidFill>
            <a:ln w="7620">
              <a:solidFill>
                <a:srgbClr val="263238"/>
              </a:solidFill>
              <a:prstDash val="solid"/>
            </a:ln>
          </p:spPr>
        </p:sp>
        <p:sp>
          <p:nvSpPr>
            <p:cNvPr id="589" name="four:topology-swaps:regular-node:589">
              <a:extLst>
                <a:ext uri="{FF2B5EF4-FFF2-40B4-BE49-F238E27FC236}">
                  <ns2:creationId id="{8D8EA13E-D95F-4DB0-A149-33A1B94FE87C}"/>
                </a:ext>
              </a:extLst>
            </p:cNvPr>
            <p:cNvSpPr>
              <a:spLocks noGrp="1"/>
            </p:cNvSpPr>
            <p:nvPr/>
          </p:nvSpPr>
          <p:spPr>
            <a:xfrm>
              <a:off x="6504623" y="6990398"/>
              <a:ext cx="40005" cy="40005"/>
            </a:xfrm>
            <a:prstGeom prst="ellipse">
              <a:avLst/>
            </a:prstGeom>
            <a:solidFill>
              <a:srgbClr val="263238"/>
            </a:solidFill>
            <a:ln w="0">
              <a:noFill/>
              <a:prstDash val="solid"/>
            </a:ln>
          </p:spPr>
        </p:sp>
        <p:sp>
          <p:nvSpPr>
            <p:cNvPr id="590" name="four:topology-swaps:interval-D:590">
              <a:extLst>
                <a:ext uri="{FF2B5EF4-FFF2-40B4-BE49-F238E27FC236}">
                  <ns2:creationId id="{7E730C98-C510-4AE8-9EEF-9F50F7EE7D16}"/>
                </a:ext>
              </a:extLst>
            </p:cNvPr>
            <p:cNvSpPr>
              <a:spLocks noGrp="1"/>
            </p:cNvSpPr>
            <p:nvPr/>
          </p:nvSpPr>
          <p:spPr>
            <a:xfrm>
              <a:off x="6890385" y="6905625"/>
              <a:ext cx="182880" cy="209550"/>
            </a:xfrm>
            <a:prstGeom prst="rect">
              <a:avLst/>
            </a:prstGeom>
            <a:solidFill>
              <a:srgbClr val="009E73"/>
            </a:solidFill>
            <a:ln w="7620">
              <a:solidFill>
                <a:srgbClr val="263238"/>
              </a:solidFill>
              <a:prstDash val="solid"/>
            </a:ln>
          </p:spPr>
        </p:sp>
        <p:sp>
          <p:nvSpPr>
            <p:cNvPr id="591" name="four:topology-swaps:regular-node:591">
              <a:extLst>
                <a:ext uri="{FF2B5EF4-FFF2-40B4-BE49-F238E27FC236}">
                  <ns2:creationId id="{D9A0EA35-D5FA-46BA-8105-03465767685A}"/>
                </a:ext>
              </a:extLst>
            </p:cNvPr>
            <p:cNvSpPr>
              <a:spLocks noGrp="1"/>
            </p:cNvSpPr>
            <p:nvPr/>
          </p:nvSpPr>
          <p:spPr>
            <a:xfrm>
              <a:off x="6961823" y="6990398"/>
              <a:ext cx="40005" cy="40005"/>
            </a:xfrm>
            <a:prstGeom prst="ellipse">
              <a:avLst/>
            </a:prstGeom>
            <a:solidFill>
              <a:srgbClr val="263238"/>
            </a:solidFill>
            <a:ln w="0">
              <a:noFill/>
              <a:prstDash val="solid"/>
            </a:ln>
          </p:spPr>
        </p:sp>
        <p:sp>
          <p:nvSpPr>
            <p:cNvPr id="592" name="four:topology-swaps:interval-B:592">
              <a:extLst>
                <a:ext uri="{FF2B5EF4-FFF2-40B4-BE49-F238E27FC236}">
                  <ns2:creationId id="{A89FC01E-4AEA-4F52-A095-EB8DD8B3176A}"/>
                </a:ext>
              </a:extLst>
            </p:cNvPr>
            <p:cNvSpPr>
              <a:spLocks noGrp="1"/>
            </p:cNvSpPr>
            <p:nvPr/>
          </p:nvSpPr>
          <p:spPr>
            <a:xfrm>
              <a:off x="7347585" y="6905625"/>
              <a:ext cx="182880" cy="209550"/>
            </a:xfrm>
            <a:prstGeom prst="rect">
              <a:avLst/>
            </a:prstGeom>
            <a:solidFill>
              <a:srgbClr val="CC79A7"/>
            </a:solidFill>
            <a:ln w="7620">
              <a:solidFill>
                <a:srgbClr val="263238"/>
              </a:solidFill>
              <a:prstDash val="solid"/>
            </a:ln>
          </p:spPr>
        </p:sp>
        <p:sp>
          <p:nvSpPr>
            <p:cNvPr id="593" name="four:topology-swaps:regular-node:593">
              <a:extLst>
                <a:ext uri="{FF2B5EF4-FFF2-40B4-BE49-F238E27FC236}">
                  <ns2:creationId id="{265A6F03-C15E-4DF6-B49B-1F5575C52DB8}"/>
                </a:ext>
              </a:extLst>
            </p:cNvPr>
            <p:cNvSpPr>
              <a:spLocks noGrp="1"/>
            </p:cNvSpPr>
            <p:nvPr/>
          </p:nvSpPr>
          <p:spPr>
            <a:xfrm>
              <a:off x="7419023" y="6990398"/>
              <a:ext cx="40005" cy="40005"/>
            </a:xfrm>
            <a:prstGeom prst="ellipse">
              <a:avLst/>
            </a:prstGeom>
            <a:solidFill>
              <a:srgbClr val="263238"/>
            </a:solidFill>
            <a:ln w="0">
              <a:noFill/>
              <a:prstDash val="solid"/>
            </a:ln>
          </p:spPr>
        </p:sp>
        <p:sp>
          <p:nvSpPr>
            <p:cNvPr id="594" name="four:topology-swaps:line:594">
              <a:extLst>
                <a:ext uri="{FF2B5EF4-FFF2-40B4-BE49-F238E27FC236}">
                  <ns2:creationId id="{EF73CD57-F685-4738-887E-6AFC5262229E}"/>
                </a:ext>
              </a:extLst>
            </p:cNvPr>
            <p:cNvSpPr>
              <a:spLocks noGrp="1"/>
            </p:cNvSpPr>
            <p:nvPr/>
          </p:nvSpPr>
          <p:spPr>
            <a:xfrm>
              <a:off x="6570345" y="6696075"/>
              <a:ext cx="953" cy="171450"/>
            </a:xfrm>
            <a:custGeom>
              <a:pathLst>
                <a:path w="953" h="171450">
                  <a:moveTo>
                    <a:pt x="0" y="0"/>
                  </a:moveTo>
                  <a:lnTo>
                    <a:pt x="0" y="171450"/>
                  </a:lnTo>
                </a:path>
              </a:pathLst>
            </a:custGeom>
            <a:noFill/>
            <a:ln w="9525">
              <a:solidFill>
                <a:srgbClr val="CC79A7">
                  <a:alpha val="85000"/>
                </a:srgbClr>
              </a:solidFill>
              <a:prstDash val="dash"/>
            </a:ln>
          </p:spPr>
        </p:sp>
        <p:sp>
          <p:nvSpPr>
            <p:cNvPr id="595" name="four:topology-swaps:line:595">
              <a:extLst>
                <a:ext uri="{FF2B5EF4-FFF2-40B4-BE49-F238E27FC236}">
                  <ns2:creationId id="{C2DEEC99-E2EF-4071-9E7E-A3C8D861B630}"/>
                </a:ext>
              </a:extLst>
            </p:cNvPr>
            <p:cNvSpPr>
              <a:spLocks noGrp="1"/>
            </p:cNvSpPr>
            <p:nvPr/>
          </p:nvSpPr>
          <p:spPr>
            <a:xfrm>
              <a:off x="6570345" y="7153275"/>
              <a:ext cx="953" cy="266700"/>
            </a:xfrm>
            <a:custGeom>
              <a:pathLst>
                <a:path w="953" h="266700">
                  <a:moveTo>
                    <a:pt x="0" y="0"/>
                  </a:moveTo>
                  <a:lnTo>
                    <a:pt x="0" y="266700"/>
                  </a:lnTo>
                </a:path>
              </a:pathLst>
            </a:custGeom>
            <a:noFill/>
            <a:ln w="9525">
              <a:solidFill>
                <a:srgbClr val="CC79A7">
                  <a:alpha val="85000"/>
                </a:srgbClr>
              </a:solidFill>
              <a:prstDash val="dash"/>
            </a:ln>
          </p:spPr>
        </p:sp>
        <p:sp>
          <p:nvSpPr>
            <p:cNvPr id="596" name="four:topology-swaps:line:596">
              <a:extLst>
                <a:ext uri="{FF2B5EF4-FFF2-40B4-BE49-F238E27FC236}">
                  <ns2:creationId id="{3C9B4786-E0BA-49FE-8E98-1C0E3AD028B3}"/>
                </a:ext>
              </a:extLst>
            </p:cNvPr>
            <p:cNvSpPr>
              <a:spLocks noGrp="1"/>
            </p:cNvSpPr>
            <p:nvPr/>
          </p:nvSpPr>
          <p:spPr>
            <a:xfrm>
              <a:off x="7439025" y="7124700"/>
              <a:ext cx="953" cy="295275"/>
            </a:xfrm>
            <a:custGeom>
              <a:pathLst>
                <a:path w="953" h="295275">
                  <a:moveTo>
                    <a:pt x="0" y="0"/>
                  </a:moveTo>
                  <a:lnTo>
                    <a:pt x="0" y="295275"/>
                  </a:lnTo>
                </a:path>
              </a:pathLst>
            </a:custGeom>
            <a:noFill/>
            <a:ln w="9525">
              <a:solidFill>
                <a:srgbClr val="CC79A7"/>
              </a:solidFill>
              <a:prstDash val="solid"/>
            </a:ln>
          </p:spPr>
        </p:sp>
        <p:sp>
          <p:nvSpPr>
            <p:cNvPr id="597" name="four:topology-swaps:line:597">
              <a:extLst>
                <a:ext uri="{FF2B5EF4-FFF2-40B4-BE49-F238E27FC236}">
                  <ns2:creationId id="{E36C53C2-6995-4B3C-B156-CC879E4044EB}"/>
                </a:ext>
              </a:extLst>
            </p:cNvPr>
            <p:cNvSpPr>
              <a:spLocks noGrp="1"/>
            </p:cNvSpPr>
            <p:nvPr/>
          </p:nvSpPr>
          <p:spPr>
            <a:xfrm>
              <a:off x="6570345" y="7419975"/>
              <a:ext cx="868680" cy="953"/>
            </a:xfrm>
            <a:custGeom>
              <a:pathLst>
                <a:path w="868680" h="953">
                  <a:moveTo>
                    <a:pt x="0" y="0"/>
                  </a:moveTo>
                  <a:lnTo>
                    <a:pt x="868680" y="0"/>
                  </a:lnTo>
                </a:path>
              </a:pathLst>
            </a:custGeom>
            <a:noFill/>
            <a:ln w="17145">
              <a:solidFill>
                <a:srgbClr val="CC79A7"/>
              </a:solidFill>
              <a:prstDash val="solid"/>
            </a:ln>
          </p:spPr>
        </p:sp>
        <p:sp>
          <p:nvSpPr>
            <p:cNvPr id="598" name="four:topology-swaps:polygon:598">
              <a:extLst>
                <a:ext uri="{FF2B5EF4-FFF2-40B4-BE49-F238E27FC236}">
                  <ns2:creationId id="{5F39B2EF-F08E-4A7E-952E-E912E6437770}"/>
                </a:ext>
              </a:extLst>
            </p:cNvPr>
            <p:cNvSpPr>
              <a:spLocks noGrp="1"/>
            </p:cNvSpPr>
            <p:nvPr/>
          </p:nvSpPr>
          <p:spPr>
            <a:xfrm>
              <a:off x="7381875" y="7395401"/>
              <a:ext cx="57150" cy="49149"/>
            </a:xfrm>
            <a:custGeom>
              <a:pathLst>
                <a:path w="57150" h="49149">
                  <a:moveTo>
                    <a:pt x="57150" y="24574"/>
                  </a:moveTo>
                  <a:lnTo>
                    <a:pt x="0" y="0"/>
                  </a:lnTo>
                  <a:lnTo>
                    <a:pt x="0" y="49149"/>
                  </a:lnTo>
                  <a:close/>
                </a:path>
              </a:pathLst>
            </a:custGeom>
            <a:solidFill>
              <a:srgbClr val="CC79A7"/>
            </a:solidFill>
            <a:ln w="0">
              <a:noFill/>
              <a:prstDash val="solid"/>
            </a:ln>
          </p:spPr>
        </p:sp>
        <p:sp>
          <p:nvSpPr>
            <p:cNvPr id="599" name="four:topology-swaps:polygon:599">
              <a:extLst>
                <a:ext uri="{FF2B5EF4-FFF2-40B4-BE49-F238E27FC236}">
                  <ns2:creationId id="{267755E4-623B-4E51-B971-008CD654703D}"/>
                </a:ext>
              </a:extLst>
            </p:cNvPr>
            <p:cNvSpPr>
              <a:spLocks noGrp="1"/>
            </p:cNvSpPr>
            <p:nvPr/>
          </p:nvSpPr>
          <p:spPr>
            <a:xfrm>
              <a:off x="6570345" y="7395401"/>
              <a:ext cx="57150" cy="49149"/>
            </a:xfrm>
            <a:custGeom>
              <a:pathLst>
                <a:path w="57150" h="49149">
                  <a:moveTo>
                    <a:pt x="0" y="24574"/>
                  </a:moveTo>
                  <a:lnTo>
                    <a:pt x="57150" y="49149"/>
                  </a:lnTo>
                  <a:lnTo>
                    <a:pt x="57150" y="0"/>
                  </a:lnTo>
                  <a:close/>
                </a:path>
              </a:pathLst>
            </a:custGeom>
            <a:solidFill>
              <a:srgbClr val="CC79A7"/>
            </a:solidFill>
            <a:ln w="0">
              <a:noFill/>
              <a:prstDash val="solid"/>
            </a:ln>
          </p:spPr>
        </p:sp>
        <p:sp>
          <p:nvSpPr>
            <p:cNvPr id="600" name="four:topology-swaps:textbox:600">
              <a:extLst>
                <a:ext uri="{FF2B5EF4-FFF2-40B4-BE49-F238E27FC236}">
                  <ns2:creationId id="{DA7DE16B-E2FD-4F2A-B79D-81F0138BBDCD}"/>
                </a:ext>
              </a:extLst>
            </p:cNvPr>
            <p:cNvSpPr>
              <a:spLocks noGrp="1"/>
            </p:cNvSpPr>
            <p:nvPr/>
          </p:nvSpPr>
          <p:spPr>
            <a:xfrm>
              <a:off x="6576060" y="7086600"/>
              <a:ext cx="857250" cy="342900"/>
            </a:xfrm>
            <a:prstGeom prst="rect">
              <a:avLst/>
            </a:prstGeom>
            <a:noFill/>
            <a:ln w="0">
              <a:noFill/>
              <a:prstDash val="solid"/>
            </a:ln>
          </p:spPr>
          <p:txBody>
            <a:bodyPr wrap="none" lIns="0" tIns="0" rIns="0" bIns="0" anchor="ctr">
              <a:normAutofit fontScale="100000"/>
            </a:bodyPr>
            <a:lstStyle>
              <a:defPPr algn="ctr">
                <a:defRPr sz="1800" b="0">
                  <a:solidFill>
                    <a:srgbClr val="CC79A7"/>
                  </a:solidFill>
                  <a:latin typeface="Arial"/>
                  <a:ea typeface="Arial"/>
                  <a:cs typeface="Arial"/>
                </a:defRPr>
              </a:defPPr>
            </a:lstStyle>
            <a:p>
              <a:pPr algn="ctr">
                <a:defRPr sz="1800" b="0">
                  <a:solidFill>
                    <a:srgbClr val="CC79A7"/>
                  </a:solidFill>
                  <a:latin typeface="Arial"/>
                  <a:ea typeface="Arial"/>
                  <a:cs typeface="Arial"/>
                </a:defRPr>
              </a:pPr>
              <a:r>
                <a:rPr sz="1800" b="0">
                  <a:solidFill>
                    <a:srgbClr val="CC79A7"/>
                  </a:solidFill>
                  <a:latin typeface="Arial"/>
                  <a:ea typeface="Arial"/>
                  <a:cs typeface="Arial"/>
                </a:rPr>
                <a:t>τ</a:t>
              </a:r>
              <a:r>
                <a:rPr sz="1296" b="0" baseline="32000">
                  <a:solidFill>
                    <a:srgbClr val="CC79A7"/>
                  </a:solidFill>
                  <a:latin typeface="Arial"/>
                  <a:ea typeface="Arial"/>
                  <a:cs typeface="Arial"/>
                </a:rPr>
                <a:t>*</a:t>
              </a:r>
            </a:p>
          </p:txBody>
        </p:sp>
      </p:grpSp>
      <p:grpSp>
        <p:nvGrpSpPr>
          <p:cNvPr id="6000" name="空间投影：2D与3D（可编辑）"/>
          <p:cNvGrpSpPr/>
          <p:nvPr/>
        </p:nvGrpSpPr>
        <p:grpSpPr>
          <a:xfrm>
            <a:off x="0" y="0"/>
            <a:ext cx="24955500" cy="8572500"/>
            <a:chOff x="0" y="0"/>
            <a:chExt cx="24955500" cy="8572500"/>
          </a:xfrm>
        </p:grpSpPr>
        <p:sp>
          <p:nvSpPr>
            <p:cNvPr id="7242" name="addition:spatial:3257">
              <a:extLst>
                <a:ext uri="{FF2B5EF4-FFF2-40B4-BE49-F238E27FC236}">
                  <ns2:creationId id="{3B3B40E1-2C91-458C-95D9-A06BDEEC4BE1}"/>
                </a:ext>
              </a:extLst>
            </p:cNvPr>
            <p:cNvSpPr>
              <a:spLocks noGrp="1"/>
            </p:cNvSpPr>
            <p:nvPr/>
          </p:nvSpPr>
          <p:spPr>
            <a:xfrm>
              <a:off x="3374136" y="1006983"/>
              <a:ext cx="3931920" cy="320040"/>
            </a:xfrm>
            <a:prstGeom prst="rect">
              <a:avLst/>
            </a:prstGeom>
            <a:noFill/>
          </p:spPr>
          <p:txBody>
            <a:bodyPr wrap="none" lIns="0" tIns="0" rIns="0" bIns="0">
              <a:spAutoFit/>
            </a:bodyPr>
            <a:lstStyle/>
            <a:p>
              <a:r>
                <a:rPr sz="1600" b="1">
                  <a:solidFill>
                    <a:srgbClr val="263238"/>
                  </a:solidFill>
                  <a:latin typeface="Arial"/>
                  <a:ea typeface="Arial"/>
                  <a:cs typeface="Arial"/>
                </a:rPr>
                <a:t>Spatial projection</a:t>
              </a:r>
            </a:p>
          </p:txBody>
        </p:sp>
        <p:sp>
          <p:nvSpPr>
            <p:cNvPr id="7243" name="addition:spatial:3258">
              <a:extLst>
                <a:ext uri="{FF2B5EF4-FFF2-40B4-BE49-F238E27FC236}">
                  <ns2:creationId id="{78475BC7-78E6-43F3-B5C7-9129E246B357}"/>
                </a:ext>
              </a:extLst>
            </p:cNvPr>
            <p:cNvSpPr>
              <a:spLocks noGrp="1"/>
            </p:cNvSpPr>
            <p:nvPr/>
          </p:nvSpPr>
          <p:spPr>
            <a:xfrm>
              <a:off x="3566160" y="1327023"/>
              <a:ext cx="1664208" cy="228600"/>
            </a:xfrm>
            <a:prstGeom prst="rect">
              <a:avLst/>
            </a:prstGeom>
            <a:noFill/>
          </p:spPr>
          <p:txBody>
            <a:bodyPr wrap="none" lIns="0" tIns="0" rIns="0" bIns="0">
              <a:spAutoFit/>
            </a:bodyPr>
            <a:lstStyle/>
            <a:p>
              <a:pPr algn="ctr">
                <a:buNone/>
              </a:pPr>
              <a:r>
                <a:rPr sz="1180" b="1">
                  <a:solidFill>
                    <a:srgbClr val="263238"/>
                  </a:solidFill>
                  <a:latin typeface="Arial"/>
                  <a:ea typeface="Arial"/>
                  <a:cs typeface="Arial"/>
                </a:rPr>
                <a:t>2D projection</a:t>
              </a:r>
            </a:p>
          </p:txBody>
        </p:sp>
        <p:sp>
          <p:nvSpPr>
            <p:cNvPr id="7244" name="addition:spatial:3259">
              <a:extLst>
                <a:ext uri="{FF2B5EF4-FFF2-40B4-BE49-F238E27FC236}">
                  <ns2:creationId id="{FAC08C72-6E89-412B-A5BE-87714D85DB46}"/>
                </a:ext>
              </a:extLst>
            </p:cNvPr>
            <p:cNvSpPr>
              <a:spLocks noGrp="1"/>
            </p:cNvSpPr>
            <p:nvPr/>
          </p:nvSpPr>
          <p:spPr>
            <a:xfrm>
              <a:off x="5833872" y="1327023"/>
              <a:ext cx="1664208" cy="228600"/>
            </a:xfrm>
            <a:prstGeom prst="rect">
              <a:avLst/>
            </a:prstGeom>
            <a:noFill/>
          </p:spPr>
          <p:txBody>
            <a:bodyPr wrap="none" lIns="0" tIns="0" rIns="0" bIns="0">
              <a:spAutoFit/>
            </a:bodyPr>
            <a:lstStyle/>
            <a:p>
              <a:pPr algn="ctr">
                <a:buNone/>
              </a:pPr>
              <a:r>
                <a:rPr sz="1180" b="1">
                  <a:solidFill>
                    <a:srgbClr val="263238"/>
                  </a:solidFill>
                  <a:latin typeface="Arial"/>
                  <a:ea typeface="Arial"/>
                  <a:cs typeface="Arial"/>
                </a:rPr>
                <a:t>3D projection</a:t>
              </a:r>
            </a:p>
          </p:txBody>
        </p:sp>
        <p:sp>
          <p:nvSpPr>
            <p:cNvPr id="7245" name="addition:spatial:3260">
              <a:extLst>
                <a:ext uri="{FF2B5EF4-FFF2-40B4-BE49-F238E27FC236}">
                  <ns2:creationId id="{2A9896A9-3DB6-4A9E-8E8E-59059F7F29C6}"/>
                </a:ext>
              </a:extLst>
            </p:cNvPr>
            <p:cNvSpPr>
              <a:spLocks noGrp="1"/>
            </p:cNvSpPr>
            <p:nvPr/>
          </p:nvSpPr>
          <p:spPr>
            <a:xfrm>
              <a:off x="5550408" y="1345311"/>
              <a:ext cx="0" cy="2798064"/>
            </a:xfrm>
            <a:prstGeom prst="line">
              <a:avLst/>
            </a:prstGeom>
            <a:ln w="13335">
              <a:solidFill>
                <a:srgbClr val="87BBD6"/>
              </a:solidFill>
              <a:prstDash val="dash"/>
            </a:ln>
          </p:spPr>
        </p:sp>
        <p:sp>
          <p:nvSpPr>
            <p:cNvPr id="7501" name="addition:spatial:3572">
              <a:extLst>
                <a:ext uri="{FF2B5EF4-FFF2-40B4-BE49-F238E27FC236}">
                  <ns2:creationId id="{005B8530-AB44-4D1E-BE68-729BF57995A8}"/>
                </a:ext>
              </a:extLst>
            </p:cNvPr>
            <p:cNvSpPr>
              <a:spLocks noGrp="1"/>
            </p:cNvSpPr>
            <p:nvPr/>
          </p:nvSpPr>
          <p:spPr>
            <a:xfrm>
              <a:off x="5715000" y="3878199"/>
              <a:ext cx="1783079" cy="0"/>
            </a:xfrm>
            <a:prstGeom prst="line">
              <a:avLst/>
            </a:prstGeom>
            <a:ln w="14350">
              <a:solidFill>
                <a:srgbClr val="263238"/>
              </a:solidFill>
            </a:ln>
          </p:spPr>
        </p:sp>
        <p:sp>
          <p:nvSpPr>
            <p:cNvPr id="7502" name="addition:spatial:3573">
              <a:extLst>
                <a:ext uri="{FF2B5EF4-FFF2-40B4-BE49-F238E27FC236}">
                  <ns2:creationId id="{B22D75E3-2F23-4601-85AC-F6FD60764501}"/>
                </a:ext>
              </a:extLst>
            </p:cNvPr>
            <p:cNvSpPr>
              <a:spLocks noGrp="1"/>
            </p:cNvSpPr>
            <p:nvPr/>
          </p:nvSpPr>
          <p:spPr>
            <a:xfrm flipH="1" flipV="1">
              <a:off x="7415783" y="3837051"/>
              <a:ext cx="82296" cy="41148"/>
            </a:xfrm>
            <a:prstGeom prst="line">
              <a:avLst/>
            </a:prstGeom>
            <a:ln w="11176">
              <a:solidFill>
                <a:srgbClr val="263238"/>
              </a:solidFill>
            </a:ln>
          </p:spPr>
        </p:sp>
        <p:sp>
          <p:nvSpPr>
            <p:cNvPr id="7503" name="addition:spatial:3574">
              <a:extLst>
                <a:ext uri="{FF2B5EF4-FFF2-40B4-BE49-F238E27FC236}">
                  <ns2:creationId id="{594691F1-8EA9-45D4-B165-2D3030429719}"/>
                </a:ext>
              </a:extLst>
            </p:cNvPr>
            <p:cNvSpPr>
              <a:spLocks noGrp="1"/>
            </p:cNvSpPr>
            <p:nvPr/>
          </p:nvSpPr>
          <p:spPr>
            <a:xfrm flipH="1">
              <a:off x="7415783" y="3878199"/>
              <a:ext cx="82296" cy="41148"/>
            </a:xfrm>
            <a:prstGeom prst="line">
              <a:avLst/>
            </a:prstGeom>
            <a:ln w="11176">
              <a:solidFill>
                <a:srgbClr val="263238"/>
              </a:solidFill>
            </a:ln>
          </p:spPr>
        </p:sp>
        <p:sp>
          <p:nvSpPr>
            <p:cNvPr id="7504" name="addition:spatial:3575">
              <a:extLst>
                <a:ext uri="{FF2B5EF4-FFF2-40B4-BE49-F238E27FC236}">
                  <ns2:creationId id="{943B9E8C-FA00-4BE0-A76F-3C920B2A8265}"/>
                </a:ext>
              </a:extLst>
            </p:cNvPr>
            <p:cNvSpPr>
              <a:spLocks noGrp="1"/>
            </p:cNvSpPr>
            <p:nvPr/>
          </p:nvSpPr>
          <p:spPr>
            <a:xfrm>
              <a:off x="5833872" y="3731895"/>
              <a:ext cx="274320" cy="274320"/>
            </a:xfrm>
            <a:prstGeom prst="rect">
              <a:avLst/>
            </a:prstGeom>
            <a:solidFill>
              <a:srgbClr val="0977B4"/>
            </a:solidFill>
            <a:ln w="8636">
              <a:solidFill>
                <a:srgbClr val="263238"/>
              </a:solidFill>
            </a:ln>
          </p:spPr>
          <p:txBody>
            <a:bodyPr anchor="ctr"/>
            <a:lstStyle/>
            <a:p>
              <a:pPr algn="ctr">
                <a:buNone/>
              </a:pPr>
            </a:p>
          </p:txBody>
        </p:sp>
        <p:sp>
          <p:nvSpPr>
            <p:cNvPr id="7505" name="addition:spatial:3576">
              <a:extLst>
                <a:ext uri="{FF2B5EF4-FFF2-40B4-BE49-F238E27FC236}">
                  <ns2:creationId id="{F5A8BB2A-5813-4A4A-80DF-CB358968D34D}"/>
                </a:ext>
              </a:extLst>
            </p:cNvPr>
            <p:cNvSpPr>
              <a:spLocks noGrp="1"/>
            </p:cNvSpPr>
            <p:nvPr/>
          </p:nvSpPr>
          <p:spPr>
            <a:xfrm>
              <a:off x="5950915" y="3848938"/>
              <a:ext cx="40233" cy="40233"/>
            </a:xfrm>
            <a:prstGeom prst="ellipse">
              <a:avLst/>
            </a:prstGeom>
            <a:solidFill>
              <a:srgbClr val="263238"/>
            </a:solidFill>
            <a:ln>
              <a:noFill/>
            </a:ln>
          </p:spPr>
          <p:txBody>
            <a:bodyPr anchor="ctr"/>
            <a:lstStyle/>
            <a:p>
              <a:pPr algn="ctr">
                <a:buNone/>
              </a:pPr>
            </a:p>
          </p:txBody>
        </p:sp>
        <p:sp>
          <p:nvSpPr>
            <p:cNvPr id="7506" name="addition:spatial:3577">
              <a:extLst>
                <a:ext uri="{FF2B5EF4-FFF2-40B4-BE49-F238E27FC236}">
                  <ns2:creationId id="{1CE468E3-34F5-470A-BC3C-1DD050F2E5F2}"/>
                </a:ext>
              </a:extLst>
            </p:cNvPr>
            <p:cNvSpPr>
              <a:spLocks noGrp="1"/>
            </p:cNvSpPr>
            <p:nvPr/>
          </p:nvSpPr>
          <p:spPr>
            <a:xfrm>
              <a:off x="6245352" y="3731895"/>
              <a:ext cx="274320" cy="274320"/>
            </a:xfrm>
            <a:prstGeom prst="rect">
              <a:avLst/>
            </a:prstGeom>
            <a:solidFill>
              <a:srgbClr val="EEBF99"/>
            </a:solidFill>
            <a:ln w="8636">
              <a:solidFill>
                <a:srgbClr val="263238"/>
              </a:solidFill>
            </a:ln>
          </p:spPr>
          <p:txBody>
            <a:bodyPr anchor="ctr"/>
            <a:lstStyle/>
            <a:p>
              <a:pPr algn="ctr">
                <a:buNone/>
              </a:pPr>
            </a:p>
          </p:txBody>
        </p:sp>
        <p:sp>
          <p:nvSpPr>
            <p:cNvPr id="7507" name="addition:spatial:3578">
              <a:extLst>
                <a:ext uri="{FF2B5EF4-FFF2-40B4-BE49-F238E27FC236}">
                  <ns2:creationId id="{2994AD5C-C6B9-4097-A797-67CE09AE2AFA}"/>
                </a:ext>
              </a:extLst>
            </p:cNvPr>
            <p:cNvSpPr>
              <a:spLocks noGrp="1"/>
            </p:cNvSpPr>
            <p:nvPr/>
          </p:nvSpPr>
          <p:spPr>
            <a:xfrm>
              <a:off x="6362395" y="3848938"/>
              <a:ext cx="40233" cy="40233"/>
            </a:xfrm>
            <a:prstGeom prst="ellipse">
              <a:avLst/>
            </a:prstGeom>
            <a:solidFill>
              <a:srgbClr val="263238"/>
            </a:solidFill>
            <a:ln>
              <a:noFill/>
            </a:ln>
          </p:spPr>
          <p:txBody>
            <a:bodyPr anchor="ctr"/>
            <a:lstStyle/>
            <a:p>
              <a:pPr algn="ctr">
                <a:buNone/>
              </a:pPr>
            </a:p>
          </p:txBody>
        </p:sp>
        <p:sp>
          <p:nvSpPr>
            <p:cNvPr id="7508" name="addition:spatial:3579">
              <a:extLst>
                <a:ext uri="{FF2B5EF4-FFF2-40B4-BE49-F238E27FC236}">
                  <ns2:creationId id="{697F1D43-EAD6-4C6D-BB36-771306DB8328}"/>
                </a:ext>
              </a:extLst>
            </p:cNvPr>
            <p:cNvSpPr>
              <a:spLocks noGrp="1"/>
            </p:cNvSpPr>
            <p:nvPr/>
          </p:nvSpPr>
          <p:spPr>
            <a:xfrm>
              <a:off x="6656832" y="3731895"/>
              <a:ext cx="274320" cy="274320"/>
            </a:xfrm>
            <a:prstGeom prst="rect">
              <a:avLst/>
            </a:prstGeom>
            <a:solidFill>
              <a:srgbClr val="9EDAC9"/>
            </a:solidFill>
            <a:ln w="8636">
              <a:solidFill>
                <a:srgbClr val="263238"/>
              </a:solidFill>
            </a:ln>
          </p:spPr>
          <p:txBody>
            <a:bodyPr anchor="ctr"/>
            <a:lstStyle/>
            <a:p>
              <a:pPr algn="ctr">
                <a:buNone/>
              </a:pPr>
            </a:p>
          </p:txBody>
        </p:sp>
        <p:sp>
          <p:nvSpPr>
            <p:cNvPr id="7509" name="addition:spatial:3580">
              <a:extLst>
                <a:ext uri="{FF2B5EF4-FFF2-40B4-BE49-F238E27FC236}">
                  <ns2:creationId id="{E7CA877E-AFCF-47D0-AC23-8B60FAC80C99}"/>
                </a:ext>
              </a:extLst>
            </p:cNvPr>
            <p:cNvSpPr>
              <a:spLocks noGrp="1"/>
            </p:cNvSpPr>
            <p:nvPr/>
          </p:nvSpPr>
          <p:spPr>
            <a:xfrm>
              <a:off x="6773875" y="3848938"/>
              <a:ext cx="40233" cy="40233"/>
            </a:xfrm>
            <a:prstGeom prst="ellipse">
              <a:avLst/>
            </a:prstGeom>
            <a:solidFill>
              <a:srgbClr val="263238"/>
            </a:solidFill>
            <a:ln>
              <a:noFill/>
            </a:ln>
          </p:spPr>
          <p:txBody>
            <a:bodyPr anchor="ctr"/>
            <a:lstStyle/>
            <a:p>
              <a:pPr algn="ctr">
                <a:buNone/>
              </a:pPr>
            </a:p>
          </p:txBody>
        </p:sp>
        <p:sp>
          <p:nvSpPr>
            <p:cNvPr id="7510" name="addition:spatial:3581">
              <a:extLst>
                <a:ext uri="{FF2B5EF4-FFF2-40B4-BE49-F238E27FC236}">
                  <ns2:creationId id="{9C5711F4-178A-45EB-AFA0-D8B3575D193E}"/>
                </a:ext>
              </a:extLst>
            </p:cNvPr>
            <p:cNvSpPr>
              <a:spLocks noGrp="1"/>
            </p:cNvSpPr>
            <p:nvPr/>
          </p:nvSpPr>
          <p:spPr>
            <a:xfrm>
              <a:off x="7068312" y="3731895"/>
              <a:ext cx="274320" cy="274320"/>
            </a:xfrm>
            <a:prstGeom prst="rect">
              <a:avLst/>
            </a:prstGeom>
            <a:solidFill>
              <a:srgbClr val="CD7EAA"/>
            </a:solidFill>
            <a:ln w="8636">
              <a:solidFill>
                <a:srgbClr val="263238"/>
              </a:solidFill>
            </a:ln>
          </p:spPr>
          <p:txBody>
            <a:bodyPr anchor="ctr"/>
            <a:lstStyle/>
            <a:p>
              <a:pPr algn="ctr">
                <a:buNone/>
              </a:pPr>
            </a:p>
          </p:txBody>
        </p:sp>
        <p:sp>
          <p:nvSpPr>
            <p:cNvPr id="7511" name="addition:spatial:3582">
              <a:extLst>
                <a:ext uri="{FF2B5EF4-FFF2-40B4-BE49-F238E27FC236}">
                  <ns2:creationId id="{95BE2A47-79A0-4C6F-99EC-162C28AA4119}"/>
                </a:ext>
              </a:extLst>
            </p:cNvPr>
            <p:cNvSpPr>
              <a:spLocks noGrp="1"/>
            </p:cNvSpPr>
            <p:nvPr/>
          </p:nvSpPr>
          <p:spPr>
            <a:xfrm>
              <a:off x="7185355" y="3848938"/>
              <a:ext cx="40233" cy="40233"/>
            </a:xfrm>
            <a:prstGeom prst="ellipse">
              <a:avLst/>
            </a:prstGeom>
            <a:solidFill>
              <a:srgbClr val="263238"/>
            </a:solidFill>
            <a:ln>
              <a:noFill/>
            </a:ln>
          </p:spPr>
          <p:txBody>
            <a:bodyPr anchor="ctr"/>
            <a:lstStyle/>
            <a:p>
              <a:pPr algn="ctr">
                <a:buNone/>
              </a:pPr>
            </a:p>
          </p:txBody>
        </p:sp>
        <p:sp>
          <p:nvSpPr>
            <p:cNvPr id="7512" name="addition:spatial:3583">
              <a:extLst>
                <a:ext uri="{FF2B5EF4-FFF2-40B4-BE49-F238E27FC236}">
                  <ns2:creationId id="{BE1327D3-67F4-4FC2-8138-DDB0D6C287F0}"/>
                </a:ext>
              </a:extLst>
            </p:cNvPr>
            <p:cNvSpPr>
              <a:spLocks noGrp="1"/>
            </p:cNvSpPr>
            <p:nvPr/>
          </p:nvSpPr>
          <p:spPr>
            <a:xfrm>
              <a:off x="7488936" y="3759327"/>
              <a:ext cx="182880" cy="310896"/>
            </a:xfrm>
            <a:prstGeom prst="rect">
              <a:avLst/>
            </a:prstGeom>
            <a:noFill/>
          </p:spPr>
          <p:txBody>
            <a:bodyPr wrap="none" lIns="0" tIns="0" rIns="0" bIns="0">
              <a:spAutoFit/>
            </a:bodyPr>
            <a:lstStyle/>
            <a:p>
              <a:r>
                <a:rPr sz="1500" b="0">
                  <a:solidFill>
                    <a:srgbClr val="263238"/>
                  </a:solidFill>
                  <a:latin typeface="Arial"/>
                  <a:ea typeface="Arial"/>
                  <a:cs typeface="Arial"/>
                </a:rPr>
                <a:t>d</a:t>
              </a:r>
            </a:p>
          </p:txBody>
        </p:sp>
        <p:sp>
          <p:nvSpPr>
            <p:cNvPr id="7513" name="addition:spatial:2">
              <a:extLst>
                <a:ext uri="{FF2B5EF4-FFF2-40B4-BE49-F238E27FC236}">
                  <ns2:creationId id="{2196ACBF-0366-486C-98A2-AE3A48B4E891}"/>
                </a:ext>
              </a:extLst>
            </p:cNvPr>
            <p:cNvSpPr>
              <a:spLocks noGrp="1"/>
            </p:cNvSpPr>
            <p:nvPr/>
          </p:nvSpPr>
          <p:spPr>
            <a:xfrm>
              <a:off x="5648325" y="1666875"/>
              <a:ext cx="1922526" cy="1525859"/>
            </a:xfrm>
            <a:custGeom>
              <a:rect l="l" t="t" r="r" b="b"/>
              <a:pathLst>
                <a:path w="1450" h="902">
                  <a:moveTo>
                    <a:pt x="0" y="0"/>
                  </a:moveTo>
                  <a:moveTo>
                    <a:pt x="109" y="817"/>
                  </a:moveTo>
                  <a:lnTo>
                    <a:pt x="969" y="902"/>
                  </a:lnTo>
                  <a:lnTo>
                    <a:pt x="1450" y="513"/>
                  </a:lnTo>
                  <a:lnTo>
                    <a:pt x="645" y="542"/>
                  </a:lnTo>
                  <a:close/>
                </a:path>
              </a:pathLst>
            </a:custGeom>
            <a:solidFill>
              <a:srgbClr val="D3EAFC">
                <a:alpha val="19000"/>
              </a:srgbClr>
            </a:solidFill>
            <a:ln>
              <a:noFill/>
            </a:ln>
          </p:spPr>
          <p:txBody>
            <a:bodyPr anchor="ctr"/>
            <a:lstStyle/>
            <a:p>
              <a:pPr algn="ctr">
                <a:buNone/>
              </a:pPr>
            </a:p>
          </p:txBody>
        </p:sp>
        <p:sp>
          <p:nvSpPr>
            <p:cNvPr id="7514" name="addition:spatial:3">
              <a:extLst>
                <a:ext uri="{FF2B5EF4-FFF2-40B4-BE49-F238E27FC236}">
                  <ns2:creationId id="{D4219740-61DB-478B-8378-0ED34F6B8D99}"/>
                </a:ext>
              </a:extLst>
            </p:cNvPr>
            <p:cNvSpPr>
              <a:spLocks noGrp="1"/>
            </p:cNvSpPr>
            <p:nvPr/>
          </p:nvSpPr>
          <p:spPr>
            <a:xfrm>
              <a:off x="5648325" y="1666875"/>
              <a:ext cx="1922526" cy="544708"/>
            </a:xfrm>
            <a:custGeom>
              <a:rect l="l" t="t" r="r" b="b"/>
              <a:pathLst>
                <a:path w="1450" h="322">
                  <a:moveTo>
                    <a:pt x="0" y="0"/>
                  </a:moveTo>
                  <a:moveTo>
                    <a:pt x="109" y="322"/>
                  </a:moveTo>
                  <a:lnTo>
                    <a:pt x="967" y="322"/>
                  </a:lnTo>
                  <a:lnTo>
                    <a:pt x="1450" y="47"/>
                  </a:lnTo>
                  <a:lnTo>
                    <a:pt x="645" y="47"/>
                  </a:lnTo>
                  <a:close/>
                </a:path>
              </a:pathLst>
            </a:custGeom>
            <a:solidFill>
              <a:srgbClr val="D7ECFD">
                <a:alpha val="15000"/>
              </a:srgbClr>
            </a:solidFill>
            <a:ln>
              <a:noFill/>
            </a:ln>
          </p:spPr>
          <p:txBody>
            <a:bodyPr anchor="ctr"/>
            <a:lstStyle/>
            <a:p>
              <a:pPr algn="ctr">
                <a:buNone/>
              </a:pPr>
            </a:p>
          </p:txBody>
        </p:sp>
        <p:sp>
          <p:nvSpPr>
            <p:cNvPr id="7515" name="addition:spatial:4">
              <a:extLst>
                <a:ext uri="{FF2B5EF4-FFF2-40B4-BE49-F238E27FC236}">
                  <ns2:creationId id="{E7643543-25E1-4BAA-BDD0-B0038739F01A}"/>
                </a:ext>
              </a:extLst>
            </p:cNvPr>
            <p:cNvSpPr>
              <a:spLocks noGrp="1"/>
            </p:cNvSpPr>
            <p:nvPr/>
          </p:nvSpPr>
          <p:spPr>
            <a:xfrm>
              <a:off x="5648325" y="1666875"/>
              <a:ext cx="1922526" cy="1529243"/>
            </a:xfrm>
            <a:custGeom>
              <a:rect l="l" t="t" r="r" b="b"/>
              <a:pathLst>
                <a:path w="1450" h="904">
                  <a:moveTo>
                    <a:pt x="0" y="0"/>
                  </a:moveTo>
                  <a:moveTo>
                    <a:pt x="968" y="323"/>
                  </a:moveTo>
                  <a:lnTo>
                    <a:pt x="1450" y="47"/>
                  </a:lnTo>
                  <a:lnTo>
                    <a:pt x="1450" y="512"/>
                  </a:lnTo>
                  <a:lnTo>
                    <a:pt x="968" y="904"/>
                  </a:lnTo>
                  <a:close/>
                </a:path>
              </a:pathLst>
            </a:custGeom>
            <a:solidFill>
              <a:srgbClr val="DDEEFF">
                <a:alpha val="20000"/>
              </a:srgbClr>
            </a:solidFill>
            <a:ln>
              <a:noFill/>
            </a:ln>
          </p:spPr>
          <p:txBody>
            <a:bodyPr anchor="ctr"/>
            <a:lstStyle/>
            <a:p>
              <a:pPr algn="ctr">
                <a:buNone/>
              </a:pPr>
            </a:p>
          </p:txBody>
        </p:sp>
        <p:sp>
          <p:nvSpPr>
            <p:cNvPr id="7516" name="addition:spatial:5">
              <a:extLst>
                <a:ext uri="{FF2B5EF4-FFF2-40B4-BE49-F238E27FC236}">
                  <ns2:creationId id="{01070E34-7AF5-4032-A6C6-D9495C076404}"/>
                </a:ext>
              </a:extLst>
            </p:cNvPr>
            <p:cNvSpPr>
              <a:spLocks noGrp="1"/>
            </p:cNvSpPr>
            <p:nvPr/>
          </p:nvSpPr>
          <p:spPr>
            <a:xfrm>
              <a:off x="5648325" y="1666875"/>
              <a:ext cx="885688" cy="796762"/>
            </a:xfrm>
            <a:custGeom>
              <a:rect l="l" t="t" r="r" b="b"/>
              <a:pathLst>
                <a:path w="668" h="471">
                  <a:moveTo>
                    <a:pt x="0" y="0"/>
                  </a:moveTo>
                  <a:moveTo>
                    <a:pt x="665" y="378"/>
                  </a:moveTo>
                  <a:lnTo>
                    <a:pt x="660" y="385"/>
                  </a:lnTo>
                  <a:lnTo>
                    <a:pt x="658" y="392"/>
                  </a:lnTo>
                  <a:lnTo>
                    <a:pt x="663" y="400"/>
                  </a:lnTo>
                  <a:lnTo>
                    <a:pt x="668" y="409"/>
                  </a:lnTo>
                  <a:lnTo>
                    <a:pt x="667" y="418"/>
                  </a:lnTo>
                  <a:lnTo>
                    <a:pt x="656" y="423"/>
                  </a:lnTo>
                  <a:lnTo>
                    <a:pt x="639" y="424"/>
                  </a:lnTo>
                  <a:lnTo>
                    <a:pt x="624" y="425"/>
                  </a:lnTo>
                  <a:lnTo>
                    <a:pt x="615" y="428"/>
                  </a:lnTo>
                  <a:lnTo>
                    <a:pt x="610" y="434"/>
                  </a:lnTo>
                  <a:lnTo>
                    <a:pt x="604" y="441"/>
                  </a:lnTo>
                  <a:lnTo>
                    <a:pt x="596" y="447"/>
                  </a:lnTo>
                  <a:lnTo>
                    <a:pt x="587" y="453"/>
                  </a:lnTo>
                  <a:lnTo>
                    <a:pt x="578" y="460"/>
                  </a:lnTo>
                  <a:lnTo>
                    <a:pt x="567" y="467"/>
                  </a:lnTo>
                  <a:lnTo>
                    <a:pt x="555" y="471"/>
                  </a:lnTo>
                  <a:lnTo>
                    <a:pt x="541" y="469"/>
                  </a:lnTo>
                  <a:lnTo>
                    <a:pt x="528" y="460"/>
                  </a:lnTo>
                  <a:lnTo>
                    <a:pt x="518" y="452"/>
                  </a:lnTo>
                  <a:lnTo>
                    <a:pt x="508" y="449"/>
                  </a:lnTo>
                  <a:lnTo>
                    <a:pt x="496" y="451"/>
                  </a:lnTo>
                  <a:lnTo>
                    <a:pt x="484" y="453"/>
                  </a:lnTo>
                  <a:lnTo>
                    <a:pt x="474" y="450"/>
                  </a:lnTo>
                  <a:lnTo>
                    <a:pt x="468" y="443"/>
                  </a:lnTo>
                  <a:lnTo>
                    <a:pt x="464" y="436"/>
                  </a:lnTo>
                  <a:lnTo>
                    <a:pt x="458" y="431"/>
                  </a:lnTo>
                  <a:lnTo>
                    <a:pt x="448" y="429"/>
                  </a:lnTo>
                  <a:lnTo>
                    <a:pt x="436" y="427"/>
                  </a:lnTo>
                  <a:lnTo>
                    <a:pt x="427" y="423"/>
                  </a:lnTo>
                  <a:lnTo>
                    <a:pt x="423" y="416"/>
                  </a:lnTo>
                  <a:lnTo>
                    <a:pt x="420" y="409"/>
                  </a:lnTo>
                  <a:lnTo>
                    <a:pt x="416" y="402"/>
                  </a:lnTo>
                  <a:lnTo>
                    <a:pt x="415" y="394"/>
                  </a:lnTo>
                  <a:lnTo>
                    <a:pt x="421" y="386"/>
                  </a:lnTo>
                  <a:lnTo>
                    <a:pt x="434" y="378"/>
                  </a:lnTo>
                  <a:lnTo>
                    <a:pt x="448" y="372"/>
                  </a:lnTo>
                  <a:lnTo>
                    <a:pt x="455" y="366"/>
                  </a:lnTo>
                  <a:lnTo>
                    <a:pt x="451" y="359"/>
                  </a:lnTo>
                  <a:lnTo>
                    <a:pt x="442" y="350"/>
                  </a:lnTo>
                  <a:lnTo>
                    <a:pt x="436" y="340"/>
                  </a:lnTo>
                  <a:lnTo>
                    <a:pt x="439" y="332"/>
                  </a:lnTo>
                  <a:lnTo>
                    <a:pt x="448" y="327"/>
                  </a:lnTo>
                  <a:lnTo>
                    <a:pt x="458" y="323"/>
                  </a:lnTo>
                  <a:lnTo>
                    <a:pt x="464" y="318"/>
                  </a:lnTo>
                  <a:lnTo>
                    <a:pt x="469" y="311"/>
                  </a:lnTo>
                  <a:lnTo>
                    <a:pt x="477" y="306"/>
                  </a:lnTo>
                  <a:lnTo>
                    <a:pt x="486" y="305"/>
                  </a:lnTo>
                  <a:lnTo>
                    <a:pt x="497" y="305"/>
                  </a:lnTo>
                  <a:lnTo>
                    <a:pt x="505" y="304"/>
                  </a:lnTo>
                  <a:lnTo>
                    <a:pt x="513" y="301"/>
                  </a:lnTo>
                  <a:lnTo>
                    <a:pt x="521" y="299"/>
                  </a:lnTo>
                  <a:lnTo>
                    <a:pt x="530" y="301"/>
                  </a:lnTo>
                  <a:lnTo>
                    <a:pt x="538" y="306"/>
                  </a:lnTo>
                  <a:lnTo>
                    <a:pt x="546" y="309"/>
                  </a:lnTo>
                  <a:lnTo>
                    <a:pt x="555" y="306"/>
                  </a:lnTo>
                  <a:lnTo>
                    <a:pt x="568" y="298"/>
                  </a:lnTo>
                  <a:lnTo>
                    <a:pt x="583" y="292"/>
                  </a:lnTo>
                  <a:lnTo>
                    <a:pt x="595" y="293"/>
                  </a:lnTo>
                  <a:lnTo>
                    <a:pt x="603" y="301"/>
                  </a:lnTo>
                  <a:lnTo>
                    <a:pt x="606" y="312"/>
                  </a:lnTo>
                  <a:lnTo>
                    <a:pt x="609" y="321"/>
                  </a:lnTo>
                  <a:lnTo>
                    <a:pt x="614" y="328"/>
                  </a:lnTo>
                  <a:lnTo>
                    <a:pt x="621" y="333"/>
                  </a:lnTo>
                  <a:lnTo>
                    <a:pt x="626" y="340"/>
                  </a:lnTo>
                  <a:lnTo>
                    <a:pt x="630" y="346"/>
                  </a:lnTo>
                  <a:lnTo>
                    <a:pt x="637" y="352"/>
                  </a:lnTo>
                  <a:lnTo>
                    <a:pt x="647" y="357"/>
                  </a:lnTo>
                  <a:lnTo>
                    <a:pt x="659" y="363"/>
                  </a:lnTo>
                  <a:lnTo>
                    <a:pt x="666" y="370"/>
                  </a:lnTo>
                  <a:close/>
                </a:path>
              </a:pathLst>
            </a:custGeom>
            <a:solidFill>
              <a:srgbClr val="A7CEE4">
                <a:alpha val="12900"/>
              </a:srgbClr>
            </a:solidFill>
            <a:ln>
              <a:noFill/>
            </a:ln>
          </p:spPr>
          <p:txBody>
            <a:bodyPr anchor="ctr"/>
            <a:lstStyle/>
            <a:p>
              <a:pPr algn="ctr">
                <a:buNone/>
              </a:pPr>
            </a:p>
          </p:txBody>
        </p:sp>
        <p:sp>
          <p:nvSpPr>
            <p:cNvPr id="7517" name="addition:spatial:6">
              <a:extLst>
                <a:ext uri="{FF2B5EF4-FFF2-40B4-BE49-F238E27FC236}">
                  <ns2:creationId id="{021314A4-8B25-485F-B997-6224EBBFF5F3}"/>
                </a:ext>
              </a:extLst>
            </p:cNvPr>
            <p:cNvSpPr>
              <a:spLocks noGrp="1"/>
            </p:cNvSpPr>
            <p:nvPr/>
          </p:nvSpPr>
          <p:spPr>
            <a:xfrm>
              <a:off x="5648325" y="1666875"/>
              <a:ext cx="845911" cy="778154"/>
            </a:xfrm>
            <a:custGeom>
              <a:rect l="l" t="t" r="r" b="b"/>
              <a:pathLst>
                <a:path w="638" h="460">
                  <a:moveTo>
                    <a:pt x="0" y="0"/>
                  </a:moveTo>
                  <a:moveTo>
                    <a:pt x="629" y="383"/>
                  </a:moveTo>
                  <a:lnTo>
                    <a:pt x="630" y="389"/>
                  </a:lnTo>
                  <a:lnTo>
                    <a:pt x="629" y="395"/>
                  </a:lnTo>
                  <a:lnTo>
                    <a:pt x="629" y="401"/>
                  </a:lnTo>
                  <a:lnTo>
                    <a:pt x="633" y="409"/>
                  </a:lnTo>
                  <a:lnTo>
                    <a:pt x="638" y="417"/>
                  </a:lnTo>
                  <a:lnTo>
                    <a:pt x="637" y="425"/>
                  </a:lnTo>
                  <a:lnTo>
                    <a:pt x="628" y="428"/>
                  </a:lnTo>
                  <a:lnTo>
                    <a:pt x="613" y="428"/>
                  </a:lnTo>
                  <a:lnTo>
                    <a:pt x="599" y="426"/>
                  </a:lnTo>
                  <a:lnTo>
                    <a:pt x="591" y="428"/>
                  </a:lnTo>
                  <a:lnTo>
                    <a:pt x="587" y="433"/>
                  </a:lnTo>
                  <a:lnTo>
                    <a:pt x="583" y="440"/>
                  </a:lnTo>
                  <a:lnTo>
                    <a:pt x="577" y="446"/>
                  </a:lnTo>
                  <a:lnTo>
                    <a:pt x="569" y="449"/>
                  </a:lnTo>
                  <a:lnTo>
                    <a:pt x="560" y="453"/>
                  </a:lnTo>
                  <a:lnTo>
                    <a:pt x="550" y="457"/>
                  </a:lnTo>
                  <a:lnTo>
                    <a:pt x="540" y="460"/>
                  </a:lnTo>
                  <a:lnTo>
                    <a:pt x="528" y="459"/>
                  </a:lnTo>
                  <a:lnTo>
                    <a:pt x="518" y="454"/>
                  </a:lnTo>
                  <a:lnTo>
                    <a:pt x="509" y="448"/>
                  </a:lnTo>
                  <a:lnTo>
                    <a:pt x="500" y="446"/>
                  </a:lnTo>
                  <a:lnTo>
                    <a:pt x="489" y="446"/>
                  </a:lnTo>
                  <a:lnTo>
                    <a:pt x="478" y="446"/>
                  </a:lnTo>
                  <a:lnTo>
                    <a:pt x="469" y="442"/>
                  </a:lnTo>
                  <a:lnTo>
                    <a:pt x="466" y="435"/>
                  </a:lnTo>
                  <a:lnTo>
                    <a:pt x="465" y="427"/>
                  </a:lnTo>
                  <a:lnTo>
                    <a:pt x="461" y="422"/>
                  </a:lnTo>
                  <a:lnTo>
                    <a:pt x="451" y="420"/>
                  </a:lnTo>
                  <a:lnTo>
                    <a:pt x="439" y="419"/>
                  </a:lnTo>
                  <a:lnTo>
                    <a:pt x="427" y="416"/>
                  </a:lnTo>
                  <a:lnTo>
                    <a:pt x="422" y="410"/>
                  </a:lnTo>
                  <a:lnTo>
                    <a:pt x="420" y="403"/>
                  </a:lnTo>
                  <a:lnTo>
                    <a:pt x="420" y="397"/>
                  </a:lnTo>
                  <a:lnTo>
                    <a:pt x="422" y="390"/>
                  </a:lnTo>
                  <a:lnTo>
                    <a:pt x="426" y="383"/>
                  </a:lnTo>
                  <a:lnTo>
                    <a:pt x="436" y="377"/>
                  </a:lnTo>
                  <a:lnTo>
                    <a:pt x="448" y="372"/>
                  </a:lnTo>
                  <a:lnTo>
                    <a:pt x="455" y="368"/>
                  </a:lnTo>
                  <a:lnTo>
                    <a:pt x="455" y="362"/>
                  </a:lnTo>
                  <a:lnTo>
                    <a:pt x="450" y="354"/>
                  </a:lnTo>
                  <a:lnTo>
                    <a:pt x="448" y="346"/>
                  </a:lnTo>
                  <a:lnTo>
                    <a:pt x="453" y="340"/>
                  </a:lnTo>
                  <a:lnTo>
                    <a:pt x="463" y="337"/>
                  </a:lnTo>
                  <a:lnTo>
                    <a:pt x="473" y="334"/>
                  </a:lnTo>
                  <a:lnTo>
                    <a:pt x="479" y="330"/>
                  </a:lnTo>
                  <a:lnTo>
                    <a:pt x="483" y="323"/>
                  </a:lnTo>
                  <a:lnTo>
                    <a:pt x="488" y="316"/>
                  </a:lnTo>
                  <a:lnTo>
                    <a:pt x="496" y="313"/>
                  </a:lnTo>
                  <a:lnTo>
                    <a:pt x="506" y="314"/>
                  </a:lnTo>
                  <a:lnTo>
                    <a:pt x="515" y="316"/>
                  </a:lnTo>
                  <a:lnTo>
                    <a:pt x="523" y="317"/>
                  </a:lnTo>
                  <a:lnTo>
                    <a:pt x="530" y="317"/>
                  </a:lnTo>
                  <a:lnTo>
                    <a:pt x="537" y="319"/>
                  </a:lnTo>
                  <a:lnTo>
                    <a:pt x="543" y="323"/>
                  </a:lnTo>
                  <a:lnTo>
                    <a:pt x="549" y="325"/>
                  </a:lnTo>
                  <a:lnTo>
                    <a:pt x="557" y="323"/>
                  </a:lnTo>
                  <a:lnTo>
                    <a:pt x="568" y="318"/>
                  </a:lnTo>
                  <a:lnTo>
                    <a:pt x="581" y="313"/>
                  </a:lnTo>
                  <a:lnTo>
                    <a:pt x="591" y="314"/>
                  </a:lnTo>
                  <a:lnTo>
                    <a:pt x="595" y="321"/>
                  </a:lnTo>
                  <a:lnTo>
                    <a:pt x="595" y="331"/>
                  </a:lnTo>
                  <a:lnTo>
                    <a:pt x="596" y="339"/>
                  </a:lnTo>
                  <a:lnTo>
                    <a:pt x="600" y="344"/>
                  </a:lnTo>
                  <a:lnTo>
                    <a:pt x="607" y="349"/>
                  </a:lnTo>
                  <a:lnTo>
                    <a:pt x="612" y="354"/>
                  </a:lnTo>
                  <a:lnTo>
                    <a:pt x="614" y="360"/>
                  </a:lnTo>
                  <a:lnTo>
                    <a:pt x="615" y="366"/>
                  </a:lnTo>
                  <a:lnTo>
                    <a:pt x="619" y="371"/>
                  </a:lnTo>
                  <a:lnTo>
                    <a:pt x="624" y="377"/>
                  </a:lnTo>
                  <a:close/>
                </a:path>
              </a:pathLst>
            </a:custGeom>
            <a:solidFill>
              <a:srgbClr val="59A3CD">
                <a:alpha val="12900"/>
              </a:srgbClr>
            </a:solidFill>
            <a:ln>
              <a:noFill/>
            </a:ln>
          </p:spPr>
          <p:txBody>
            <a:bodyPr anchor="ctr"/>
            <a:lstStyle/>
            <a:p>
              <a:pPr algn="ctr">
                <a:buNone/>
              </a:pPr>
            </a:p>
          </p:txBody>
        </p:sp>
        <p:sp>
          <p:nvSpPr>
            <p:cNvPr id="7518" name="addition:spatial:7">
              <a:extLst>
                <a:ext uri="{FF2B5EF4-FFF2-40B4-BE49-F238E27FC236}">
                  <ns2:creationId id="{A984CB78-1148-47E5-AC6A-ECD3E43F97F7}"/>
                </a:ext>
              </a:extLst>
            </p:cNvPr>
            <p:cNvSpPr>
              <a:spLocks noGrp="1"/>
            </p:cNvSpPr>
            <p:nvPr/>
          </p:nvSpPr>
          <p:spPr>
            <a:xfrm>
              <a:off x="5648325" y="1666875"/>
              <a:ext cx="827349" cy="771388"/>
            </a:xfrm>
            <a:custGeom>
              <a:rect l="l" t="t" r="r" b="b"/>
              <a:pathLst>
                <a:path w="624" h="456">
                  <a:moveTo>
                    <a:pt x="0" y="0"/>
                  </a:moveTo>
                  <a:moveTo>
                    <a:pt x="610" y="388"/>
                  </a:moveTo>
                  <a:lnTo>
                    <a:pt x="609" y="393"/>
                  </a:lnTo>
                  <a:lnTo>
                    <a:pt x="614" y="399"/>
                  </a:lnTo>
                  <a:lnTo>
                    <a:pt x="621" y="406"/>
                  </a:lnTo>
                  <a:lnTo>
                    <a:pt x="624" y="412"/>
                  </a:lnTo>
                  <a:lnTo>
                    <a:pt x="620" y="418"/>
                  </a:lnTo>
                  <a:lnTo>
                    <a:pt x="609" y="420"/>
                  </a:lnTo>
                  <a:lnTo>
                    <a:pt x="598" y="422"/>
                  </a:lnTo>
                  <a:lnTo>
                    <a:pt x="590" y="424"/>
                  </a:lnTo>
                  <a:lnTo>
                    <a:pt x="585" y="427"/>
                  </a:lnTo>
                  <a:lnTo>
                    <a:pt x="579" y="430"/>
                  </a:lnTo>
                  <a:lnTo>
                    <a:pt x="573" y="433"/>
                  </a:lnTo>
                  <a:lnTo>
                    <a:pt x="567" y="436"/>
                  </a:lnTo>
                  <a:lnTo>
                    <a:pt x="562" y="442"/>
                  </a:lnTo>
                  <a:lnTo>
                    <a:pt x="556" y="450"/>
                  </a:lnTo>
                  <a:lnTo>
                    <a:pt x="548" y="456"/>
                  </a:lnTo>
                  <a:lnTo>
                    <a:pt x="538" y="456"/>
                  </a:lnTo>
                  <a:lnTo>
                    <a:pt x="528" y="452"/>
                  </a:lnTo>
                  <a:lnTo>
                    <a:pt x="519" y="447"/>
                  </a:lnTo>
                  <a:lnTo>
                    <a:pt x="510" y="444"/>
                  </a:lnTo>
                  <a:lnTo>
                    <a:pt x="502" y="445"/>
                  </a:lnTo>
                  <a:lnTo>
                    <a:pt x="492" y="447"/>
                  </a:lnTo>
                  <a:lnTo>
                    <a:pt x="484" y="445"/>
                  </a:lnTo>
                  <a:lnTo>
                    <a:pt x="478" y="440"/>
                  </a:lnTo>
                  <a:lnTo>
                    <a:pt x="475" y="434"/>
                  </a:lnTo>
                  <a:lnTo>
                    <a:pt x="470" y="430"/>
                  </a:lnTo>
                  <a:lnTo>
                    <a:pt x="464" y="428"/>
                  </a:lnTo>
                  <a:lnTo>
                    <a:pt x="456" y="426"/>
                  </a:lnTo>
                  <a:lnTo>
                    <a:pt x="449" y="423"/>
                  </a:lnTo>
                  <a:lnTo>
                    <a:pt x="444" y="420"/>
                  </a:lnTo>
                  <a:lnTo>
                    <a:pt x="439" y="416"/>
                  </a:lnTo>
                  <a:lnTo>
                    <a:pt x="433" y="411"/>
                  </a:lnTo>
                  <a:lnTo>
                    <a:pt x="427" y="407"/>
                  </a:lnTo>
                  <a:lnTo>
                    <a:pt x="428" y="400"/>
                  </a:lnTo>
                  <a:lnTo>
                    <a:pt x="436" y="394"/>
                  </a:lnTo>
                  <a:lnTo>
                    <a:pt x="449" y="388"/>
                  </a:lnTo>
                  <a:lnTo>
                    <a:pt x="457" y="384"/>
                  </a:lnTo>
                  <a:lnTo>
                    <a:pt x="458" y="379"/>
                  </a:lnTo>
                  <a:lnTo>
                    <a:pt x="454" y="373"/>
                  </a:lnTo>
                  <a:lnTo>
                    <a:pt x="450" y="367"/>
                  </a:lnTo>
                  <a:lnTo>
                    <a:pt x="451" y="361"/>
                  </a:lnTo>
                  <a:lnTo>
                    <a:pt x="457" y="357"/>
                  </a:lnTo>
                  <a:lnTo>
                    <a:pt x="462" y="353"/>
                  </a:lnTo>
                  <a:lnTo>
                    <a:pt x="465" y="348"/>
                  </a:lnTo>
                  <a:lnTo>
                    <a:pt x="468" y="342"/>
                  </a:lnTo>
                  <a:lnTo>
                    <a:pt x="473" y="338"/>
                  </a:lnTo>
                  <a:lnTo>
                    <a:pt x="481" y="335"/>
                  </a:lnTo>
                  <a:lnTo>
                    <a:pt x="488" y="334"/>
                  </a:lnTo>
                  <a:lnTo>
                    <a:pt x="494" y="332"/>
                  </a:lnTo>
                  <a:lnTo>
                    <a:pt x="500" y="329"/>
                  </a:lnTo>
                  <a:lnTo>
                    <a:pt x="506" y="328"/>
                  </a:lnTo>
                  <a:lnTo>
                    <a:pt x="514" y="330"/>
                  </a:lnTo>
                  <a:lnTo>
                    <a:pt x="520" y="335"/>
                  </a:lnTo>
                  <a:lnTo>
                    <a:pt x="526" y="339"/>
                  </a:lnTo>
                  <a:lnTo>
                    <a:pt x="531" y="338"/>
                  </a:lnTo>
                  <a:lnTo>
                    <a:pt x="539" y="333"/>
                  </a:lnTo>
                  <a:lnTo>
                    <a:pt x="548" y="326"/>
                  </a:lnTo>
                  <a:lnTo>
                    <a:pt x="558" y="324"/>
                  </a:lnTo>
                  <a:lnTo>
                    <a:pt x="565" y="327"/>
                  </a:lnTo>
                  <a:lnTo>
                    <a:pt x="570" y="333"/>
                  </a:lnTo>
                  <a:lnTo>
                    <a:pt x="574" y="339"/>
                  </a:lnTo>
                  <a:lnTo>
                    <a:pt x="579" y="344"/>
                  </a:lnTo>
                  <a:lnTo>
                    <a:pt x="583" y="349"/>
                  </a:lnTo>
                  <a:lnTo>
                    <a:pt x="586" y="354"/>
                  </a:lnTo>
                  <a:lnTo>
                    <a:pt x="587" y="360"/>
                  </a:lnTo>
                  <a:lnTo>
                    <a:pt x="590" y="365"/>
                  </a:lnTo>
                  <a:lnTo>
                    <a:pt x="597" y="368"/>
                  </a:lnTo>
                  <a:lnTo>
                    <a:pt x="606" y="372"/>
                  </a:lnTo>
                  <a:lnTo>
                    <a:pt x="612" y="377"/>
                  </a:lnTo>
                  <a:lnTo>
                    <a:pt x="612" y="383"/>
                  </a:lnTo>
                  <a:close/>
                </a:path>
              </a:pathLst>
            </a:custGeom>
            <a:solidFill>
              <a:srgbClr val="0675B4">
                <a:alpha val="10500"/>
              </a:srgbClr>
            </a:solidFill>
            <a:ln>
              <a:noFill/>
            </a:ln>
          </p:spPr>
          <p:txBody>
            <a:bodyPr anchor="ctr"/>
            <a:lstStyle/>
            <a:p>
              <a:pPr algn="ctr">
                <a:buNone/>
              </a:pPr>
            </a:p>
          </p:txBody>
        </p:sp>
        <p:sp>
          <p:nvSpPr>
            <p:cNvPr id="7519" name="addition:spatial:8">
              <a:extLst>
                <a:ext uri="{FF2B5EF4-FFF2-40B4-BE49-F238E27FC236}">
                  <ns2:creationId id="{A042D9E7-8977-4D04-B1F2-1D82343C6029}"/>
                </a:ext>
              </a:extLst>
            </p:cNvPr>
            <p:cNvSpPr>
              <a:spLocks noGrp="1"/>
            </p:cNvSpPr>
            <p:nvPr/>
          </p:nvSpPr>
          <p:spPr>
            <a:xfrm>
              <a:off x="5648325" y="1666875"/>
              <a:ext cx="698739" cy="671581"/>
            </a:xfrm>
            <a:custGeom>
              <a:rect l="l" t="t" r="r" b="b"/>
              <a:pathLst>
                <a:path w="527" h="397">
                  <a:moveTo>
                    <a:pt x="0" y="0"/>
                  </a:moveTo>
                  <a:moveTo>
                    <a:pt x="518" y="368"/>
                  </a:moveTo>
                  <a:lnTo>
                    <a:pt x="520" y="370"/>
                  </a:lnTo>
                  <a:lnTo>
                    <a:pt x="523" y="373"/>
                  </a:lnTo>
                  <a:lnTo>
                    <a:pt x="523" y="375"/>
                  </a:lnTo>
                  <a:lnTo>
                    <a:pt x="522" y="377"/>
                  </a:lnTo>
                  <a:lnTo>
                    <a:pt x="521" y="379"/>
                  </a:lnTo>
                  <a:lnTo>
                    <a:pt x="520" y="382"/>
                  </a:lnTo>
                  <a:lnTo>
                    <a:pt x="520" y="384"/>
                  </a:lnTo>
                  <a:lnTo>
                    <a:pt x="518" y="386"/>
                  </a:lnTo>
                  <a:lnTo>
                    <a:pt x="515" y="387"/>
                  </a:lnTo>
                  <a:lnTo>
                    <a:pt x="512" y="388"/>
                  </a:lnTo>
                  <a:lnTo>
                    <a:pt x="510" y="389"/>
                  </a:lnTo>
                  <a:lnTo>
                    <a:pt x="508" y="391"/>
                  </a:lnTo>
                  <a:lnTo>
                    <a:pt x="506" y="392"/>
                  </a:lnTo>
                  <a:lnTo>
                    <a:pt x="503" y="392"/>
                  </a:lnTo>
                  <a:lnTo>
                    <a:pt x="499" y="390"/>
                  </a:lnTo>
                  <a:lnTo>
                    <a:pt x="496" y="389"/>
                  </a:lnTo>
                  <a:lnTo>
                    <a:pt x="494" y="390"/>
                  </a:lnTo>
                  <a:lnTo>
                    <a:pt x="491" y="393"/>
                  </a:lnTo>
                  <a:lnTo>
                    <a:pt x="488" y="396"/>
                  </a:lnTo>
                  <a:lnTo>
                    <a:pt x="484" y="397"/>
                  </a:lnTo>
                  <a:lnTo>
                    <a:pt x="480" y="395"/>
                  </a:lnTo>
                  <a:lnTo>
                    <a:pt x="477" y="394"/>
                  </a:lnTo>
                  <a:lnTo>
                    <a:pt x="474" y="392"/>
                  </a:lnTo>
                  <a:lnTo>
                    <a:pt x="471" y="390"/>
                  </a:lnTo>
                  <a:lnTo>
                    <a:pt x="469" y="388"/>
                  </a:lnTo>
                  <a:lnTo>
                    <a:pt x="468" y="385"/>
                  </a:lnTo>
                  <a:lnTo>
                    <a:pt x="466" y="383"/>
                  </a:lnTo>
                  <a:lnTo>
                    <a:pt x="464" y="381"/>
                  </a:lnTo>
                  <a:lnTo>
                    <a:pt x="460" y="380"/>
                  </a:lnTo>
                  <a:lnTo>
                    <a:pt x="456" y="379"/>
                  </a:lnTo>
                  <a:lnTo>
                    <a:pt x="453" y="378"/>
                  </a:lnTo>
                  <a:lnTo>
                    <a:pt x="453" y="375"/>
                  </a:lnTo>
                  <a:lnTo>
                    <a:pt x="454" y="373"/>
                  </a:lnTo>
                  <a:lnTo>
                    <a:pt x="453" y="370"/>
                  </a:lnTo>
                  <a:lnTo>
                    <a:pt x="451" y="368"/>
                  </a:lnTo>
                  <a:lnTo>
                    <a:pt x="447" y="366"/>
                  </a:lnTo>
                  <a:lnTo>
                    <a:pt x="446" y="363"/>
                  </a:lnTo>
                  <a:lnTo>
                    <a:pt x="448" y="361"/>
                  </a:lnTo>
                  <a:lnTo>
                    <a:pt x="453" y="359"/>
                  </a:lnTo>
                  <a:lnTo>
                    <a:pt x="457" y="358"/>
                  </a:lnTo>
                  <a:lnTo>
                    <a:pt x="460" y="357"/>
                  </a:lnTo>
                  <a:lnTo>
                    <a:pt x="462" y="355"/>
                  </a:lnTo>
                  <a:lnTo>
                    <a:pt x="465" y="354"/>
                  </a:lnTo>
                  <a:lnTo>
                    <a:pt x="467" y="352"/>
                  </a:lnTo>
                  <a:lnTo>
                    <a:pt x="469" y="350"/>
                  </a:lnTo>
                  <a:lnTo>
                    <a:pt x="471" y="348"/>
                  </a:lnTo>
                  <a:lnTo>
                    <a:pt x="472" y="344"/>
                  </a:lnTo>
                  <a:lnTo>
                    <a:pt x="475" y="341"/>
                  </a:lnTo>
                  <a:lnTo>
                    <a:pt x="479" y="341"/>
                  </a:lnTo>
                  <a:lnTo>
                    <a:pt x="484" y="342"/>
                  </a:lnTo>
                  <a:lnTo>
                    <a:pt x="488" y="344"/>
                  </a:lnTo>
                  <a:lnTo>
                    <a:pt x="491" y="345"/>
                  </a:lnTo>
                  <a:lnTo>
                    <a:pt x="494" y="344"/>
                  </a:lnTo>
                  <a:lnTo>
                    <a:pt x="498" y="343"/>
                  </a:lnTo>
                  <a:lnTo>
                    <a:pt x="501" y="343"/>
                  </a:lnTo>
                  <a:lnTo>
                    <a:pt x="503" y="345"/>
                  </a:lnTo>
                  <a:lnTo>
                    <a:pt x="505" y="347"/>
                  </a:lnTo>
                  <a:lnTo>
                    <a:pt x="508" y="348"/>
                  </a:lnTo>
                  <a:lnTo>
                    <a:pt x="510" y="349"/>
                  </a:lnTo>
                  <a:lnTo>
                    <a:pt x="513" y="349"/>
                  </a:lnTo>
                  <a:lnTo>
                    <a:pt x="516" y="350"/>
                  </a:lnTo>
                  <a:lnTo>
                    <a:pt x="518" y="352"/>
                  </a:lnTo>
                  <a:lnTo>
                    <a:pt x="521" y="353"/>
                  </a:lnTo>
                  <a:lnTo>
                    <a:pt x="524" y="354"/>
                  </a:lnTo>
                  <a:lnTo>
                    <a:pt x="527" y="356"/>
                  </a:lnTo>
                  <a:lnTo>
                    <a:pt x="527" y="358"/>
                  </a:lnTo>
                  <a:lnTo>
                    <a:pt x="523" y="361"/>
                  </a:lnTo>
                  <a:lnTo>
                    <a:pt x="519" y="364"/>
                  </a:lnTo>
                  <a:lnTo>
                    <a:pt x="517" y="366"/>
                  </a:lnTo>
                  <a:close/>
                </a:path>
              </a:pathLst>
            </a:custGeom>
            <a:solidFill>
              <a:srgbClr val="59A3CD">
                <a:alpha val="9600"/>
              </a:srgbClr>
            </a:solidFill>
            <a:ln>
              <a:noFill/>
            </a:ln>
          </p:spPr>
          <p:txBody>
            <a:bodyPr anchor="ctr"/>
            <a:lstStyle/>
            <a:p>
              <a:pPr algn="ctr">
                <a:buNone/>
              </a:pPr>
            </a:p>
          </p:txBody>
        </p:sp>
        <p:sp>
          <p:nvSpPr>
            <p:cNvPr id="7520" name="addition:spatial:9">
              <a:extLst>
                <a:ext uri="{FF2B5EF4-FFF2-40B4-BE49-F238E27FC236}">
                  <ns2:creationId id="{FCDAEEBC-8746-46DE-A08F-65A1DC36C294}"/>
                </a:ext>
              </a:extLst>
            </p:cNvPr>
            <p:cNvSpPr>
              <a:spLocks noGrp="1"/>
            </p:cNvSpPr>
            <p:nvPr/>
          </p:nvSpPr>
          <p:spPr>
            <a:xfrm>
              <a:off x="5648325" y="1666875"/>
              <a:ext cx="735863" cy="636057"/>
            </a:xfrm>
            <a:custGeom>
              <a:rect l="l" t="t" r="r" b="b"/>
              <a:pathLst>
                <a:path w="555" h="376">
                  <a:moveTo>
                    <a:pt x="0" y="0"/>
                  </a:moveTo>
                  <a:moveTo>
                    <a:pt x="555" y="348"/>
                  </a:moveTo>
                  <a:lnTo>
                    <a:pt x="555" y="350"/>
                  </a:lnTo>
                  <a:lnTo>
                    <a:pt x="554" y="353"/>
                  </a:lnTo>
                  <a:lnTo>
                    <a:pt x="552" y="354"/>
                  </a:lnTo>
                  <a:lnTo>
                    <a:pt x="552" y="357"/>
                  </a:lnTo>
                  <a:lnTo>
                    <a:pt x="553" y="359"/>
                  </a:lnTo>
                  <a:lnTo>
                    <a:pt x="554" y="362"/>
                  </a:lnTo>
                  <a:lnTo>
                    <a:pt x="552" y="364"/>
                  </a:lnTo>
                  <a:lnTo>
                    <a:pt x="548" y="365"/>
                  </a:lnTo>
                  <a:lnTo>
                    <a:pt x="543" y="364"/>
                  </a:lnTo>
                  <a:lnTo>
                    <a:pt x="540" y="365"/>
                  </a:lnTo>
                  <a:lnTo>
                    <a:pt x="538" y="366"/>
                  </a:lnTo>
                  <a:lnTo>
                    <a:pt x="536" y="368"/>
                  </a:lnTo>
                  <a:lnTo>
                    <a:pt x="534" y="369"/>
                  </a:lnTo>
                  <a:lnTo>
                    <a:pt x="531" y="371"/>
                  </a:lnTo>
                  <a:lnTo>
                    <a:pt x="528" y="372"/>
                  </a:lnTo>
                  <a:lnTo>
                    <a:pt x="525" y="375"/>
                  </a:lnTo>
                  <a:lnTo>
                    <a:pt x="521" y="376"/>
                  </a:lnTo>
                  <a:lnTo>
                    <a:pt x="517" y="376"/>
                  </a:lnTo>
                  <a:lnTo>
                    <a:pt x="514" y="374"/>
                  </a:lnTo>
                  <a:lnTo>
                    <a:pt x="511" y="371"/>
                  </a:lnTo>
                  <a:lnTo>
                    <a:pt x="508" y="369"/>
                  </a:lnTo>
                  <a:lnTo>
                    <a:pt x="505" y="369"/>
                  </a:lnTo>
                  <a:lnTo>
                    <a:pt x="501" y="369"/>
                  </a:lnTo>
                  <a:lnTo>
                    <a:pt x="498" y="369"/>
                  </a:lnTo>
                  <a:lnTo>
                    <a:pt x="495" y="367"/>
                  </a:lnTo>
                  <a:lnTo>
                    <a:pt x="494" y="365"/>
                  </a:lnTo>
                  <a:lnTo>
                    <a:pt x="493" y="363"/>
                  </a:lnTo>
                  <a:lnTo>
                    <a:pt x="491" y="362"/>
                  </a:lnTo>
                  <a:lnTo>
                    <a:pt x="487" y="361"/>
                  </a:lnTo>
                  <a:lnTo>
                    <a:pt x="484" y="359"/>
                  </a:lnTo>
                  <a:lnTo>
                    <a:pt x="483" y="357"/>
                  </a:lnTo>
                  <a:lnTo>
                    <a:pt x="482" y="355"/>
                  </a:lnTo>
                  <a:lnTo>
                    <a:pt x="481" y="353"/>
                  </a:lnTo>
                  <a:lnTo>
                    <a:pt x="481" y="351"/>
                  </a:lnTo>
                  <a:lnTo>
                    <a:pt x="481" y="348"/>
                  </a:lnTo>
                  <a:lnTo>
                    <a:pt x="485" y="346"/>
                  </a:lnTo>
                  <a:lnTo>
                    <a:pt x="490" y="344"/>
                  </a:lnTo>
                  <a:lnTo>
                    <a:pt x="494" y="343"/>
                  </a:lnTo>
                  <a:lnTo>
                    <a:pt x="495" y="341"/>
                  </a:lnTo>
                  <a:lnTo>
                    <a:pt x="493" y="338"/>
                  </a:lnTo>
                  <a:lnTo>
                    <a:pt x="491" y="335"/>
                  </a:lnTo>
                  <a:lnTo>
                    <a:pt x="491" y="332"/>
                  </a:lnTo>
                  <a:lnTo>
                    <a:pt x="494" y="331"/>
                  </a:lnTo>
                  <a:lnTo>
                    <a:pt x="497" y="330"/>
                  </a:lnTo>
                  <a:lnTo>
                    <a:pt x="500" y="328"/>
                  </a:lnTo>
                  <a:lnTo>
                    <a:pt x="502" y="327"/>
                  </a:lnTo>
                  <a:lnTo>
                    <a:pt x="504" y="325"/>
                  </a:lnTo>
                  <a:lnTo>
                    <a:pt x="507" y="325"/>
                  </a:lnTo>
                  <a:lnTo>
                    <a:pt x="510" y="325"/>
                  </a:lnTo>
                  <a:lnTo>
                    <a:pt x="513" y="325"/>
                  </a:lnTo>
                  <a:lnTo>
                    <a:pt x="516" y="325"/>
                  </a:lnTo>
                  <a:lnTo>
                    <a:pt x="518" y="324"/>
                  </a:lnTo>
                  <a:lnTo>
                    <a:pt x="521" y="324"/>
                  </a:lnTo>
                  <a:lnTo>
                    <a:pt x="523" y="326"/>
                  </a:lnTo>
                  <a:lnTo>
                    <a:pt x="525" y="327"/>
                  </a:lnTo>
                  <a:lnTo>
                    <a:pt x="527" y="328"/>
                  </a:lnTo>
                  <a:lnTo>
                    <a:pt x="530" y="326"/>
                  </a:lnTo>
                  <a:lnTo>
                    <a:pt x="535" y="324"/>
                  </a:lnTo>
                  <a:lnTo>
                    <a:pt x="539" y="324"/>
                  </a:lnTo>
                  <a:lnTo>
                    <a:pt x="541" y="326"/>
                  </a:lnTo>
                  <a:lnTo>
                    <a:pt x="542" y="329"/>
                  </a:lnTo>
                  <a:lnTo>
                    <a:pt x="542" y="332"/>
                  </a:lnTo>
                  <a:lnTo>
                    <a:pt x="543" y="334"/>
                  </a:lnTo>
                  <a:lnTo>
                    <a:pt x="544" y="336"/>
                  </a:lnTo>
                  <a:lnTo>
                    <a:pt x="545" y="338"/>
                  </a:lnTo>
                  <a:lnTo>
                    <a:pt x="546" y="340"/>
                  </a:lnTo>
                  <a:lnTo>
                    <a:pt x="547" y="342"/>
                  </a:lnTo>
                  <a:lnTo>
                    <a:pt x="549" y="344"/>
                  </a:lnTo>
                  <a:lnTo>
                    <a:pt x="552" y="346"/>
                  </a:lnTo>
                  <a:close/>
                </a:path>
              </a:pathLst>
            </a:custGeom>
            <a:solidFill>
              <a:srgbClr val="59A3CD">
                <a:alpha val="9600"/>
              </a:srgbClr>
            </a:solidFill>
            <a:ln>
              <a:noFill/>
            </a:ln>
          </p:spPr>
          <p:txBody>
            <a:bodyPr anchor="ctr"/>
            <a:lstStyle/>
            <a:p>
              <a:pPr algn="ctr">
                <a:buNone/>
              </a:pPr>
            </a:p>
          </p:txBody>
        </p:sp>
        <p:sp>
          <p:nvSpPr>
            <p:cNvPr id="7521" name="addition:spatial:10">
              <a:extLst>
                <a:ext uri="{FF2B5EF4-FFF2-40B4-BE49-F238E27FC236}">
                  <ns2:creationId id="{58EE5529-EF3D-4B2D-8B41-03BD15351A4F}"/>
                </a:ext>
              </a:extLst>
            </p:cNvPr>
            <p:cNvSpPr>
              <a:spLocks noGrp="1"/>
            </p:cNvSpPr>
            <p:nvPr/>
          </p:nvSpPr>
          <p:spPr>
            <a:xfrm>
              <a:off x="5648325" y="1666875"/>
              <a:ext cx="786247" cy="651281"/>
            </a:xfrm>
            <a:custGeom>
              <a:rect l="l" t="t" r="r" b="b"/>
              <a:pathLst>
                <a:path w="593" h="385">
                  <a:moveTo>
                    <a:pt x="0" y="0"/>
                  </a:moveTo>
                  <a:moveTo>
                    <a:pt x="592" y="354"/>
                  </a:moveTo>
                  <a:lnTo>
                    <a:pt x="593" y="356"/>
                  </a:lnTo>
                  <a:lnTo>
                    <a:pt x="593" y="359"/>
                  </a:lnTo>
                  <a:lnTo>
                    <a:pt x="591" y="361"/>
                  </a:lnTo>
                  <a:lnTo>
                    <a:pt x="590" y="364"/>
                  </a:lnTo>
                  <a:lnTo>
                    <a:pt x="589" y="366"/>
                  </a:lnTo>
                  <a:lnTo>
                    <a:pt x="587" y="368"/>
                  </a:lnTo>
                  <a:lnTo>
                    <a:pt x="584" y="369"/>
                  </a:lnTo>
                  <a:lnTo>
                    <a:pt x="581" y="370"/>
                  </a:lnTo>
                  <a:lnTo>
                    <a:pt x="579" y="371"/>
                  </a:lnTo>
                  <a:lnTo>
                    <a:pt x="578" y="374"/>
                  </a:lnTo>
                  <a:lnTo>
                    <a:pt x="576" y="376"/>
                  </a:lnTo>
                  <a:lnTo>
                    <a:pt x="573" y="377"/>
                  </a:lnTo>
                  <a:lnTo>
                    <a:pt x="569" y="377"/>
                  </a:lnTo>
                  <a:lnTo>
                    <a:pt x="565" y="376"/>
                  </a:lnTo>
                  <a:lnTo>
                    <a:pt x="563" y="378"/>
                  </a:lnTo>
                  <a:lnTo>
                    <a:pt x="560" y="381"/>
                  </a:lnTo>
                  <a:lnTo>
                    <a:pt x="556" y="384"/>
                  </a:lnTo>
                  <a:lnTo>
                    <a:pt x="552" y="385"/>
                  </a:lnTo>
                  <a:lnTo>
                    <a:pt x="548" y="383"/>
                  </a:lnTo>
                  <a:lnTo>
                    <a:pt x="545" y="381"/>
                  </a:lnTo>
                  <a:lnTo>
                    <a:pt x="542" y="378"/>
                  </a:lnTo>
                  <a:lnTo>
                    <a:pt x="539" y="377"/>
                  </a:lnTo>
                  <a:lnTo>
                    <a:pt x="537" y="375"/>
                  </a:lnTo>
                  <a:lnTo>
                    <a:pt x="534" y="373"/>
                  </a:lnTo>
                  <a:lnTo>
                    <a:pt x="532" y="372"/>
                  </a:lnTo>
                  <a:lnTo>
                    <a:pt x="530" y="371"/>
                  </a:lnTo>
                  <a:lnTo>
                    <a:pt x="525" y="371"/>
                  </a:lnTo>
                  <a:lnTo>
                    <a:pt x="521" y="370"/>
                  </a:lnTo>
                  <a:lnTo>
                    <a:pt x="518" y="369"/>
                  </a:lnTo>
                  <a:lnTo>
                    <a:pt x="517" y="366"/>
                  </a:lnTo>
                  <a:lnTo>
                    <a:pt x="519" y="363"/>
                  </a:lnTo>
                  <a:lnTo>
                    <a:pt x="520" y="361"/>
                  </a:lnTo>
                  <a:lnTo>
                    <a:pt x="519" y="358"/>
                  </a:lnTo>
                  <a:lnTo>
                    <a:pt x="517" y="356"/>
                  </a:lnTo>
                  <a:lnTo>
                    <a:pt x="516" y="354"/>
                  </a:lnTo>
                  <a:lnTo>
                    <a:pt x="518" y="351"/>
                  </a:lnTo>
                  <a:lnTo>
                    <a:pt x="522" y="349"/>
                  </a:lnTo>
                  <a:lnTo>
                    <a:pt x="525" y="347"/>
                  </a:lnTo>
                  <a:lnTo>
                    <a:pt x="527" y="345"/>
                  </a:lnTo>
                  <a:lnTo>
                    <a:pt x="527" y="343"/>
                  </a:lnTo>
                  <a:lnTo>
                    <a:pt x="528" y="341"/>
                  </a:lnTo>
                  <a:lnTo>
                    <a:pt x="529" y="339"/>
                  </a:lnTo>
                  <a:lnTo>
                    <a:pt x="531" y="336"/>
                  </a:lnTo>
                  <a:lnTo>
                    <a:pt x="531" y="333"/>
                  </a:lnTo>
                  <a:lnTo>
                    <a:pt x="532" y="330"/>
                  </a:lnTo>
                  <a:lnTo>
                    <a:pt x="534" y="327"/>
                  </a:lnTo>
                  <a:lnTo>
                    <a:pt x="538" y="327"/>
                  </a:lnTo>
                  <a:lnTo>
                    <a:pt x="542" y="329"/>
                  </a:lnTo>
                  <a:lnTo>
                    <a:pt x="546" y="331"/>
                  </a:lnTo>
                  <a:lnTo>
                    <a:pt x="549" y="331"/>
                  </a:lnTo>
                  <a:lnTo>
                    <a:pt x="551" y="330"/>
                  </a:lnTo>
                  <a:lnTo>
                    <a:pt x="553" y="328"/>
                  </a:lnTo>
                  <a:lnTo>
                    <a:pt x="555" y="327"/>
                  </a:lnTo>
                  <a:lnTo>
                    <a:pt x="558" y="328"/>
                  </a:lnTo>
                  <a:lnTo>
                    <a:pt x="560" y="329"/>
                  </a:lnTo>
                  <a:lnTo>
                    <a:pt x="563" y="329"/>
                  </a:lnTo>
                  <a:lnTo>
                    <a:pt x="566" y="329"/>
                  </a:lnTo>
                  <a:lnTo>
                    <a:pt x="569" y="329"/>
                  </a:lnTo>
                  <a:lnTo>
                    <a:pt x="572" y="330"/>
                  </a:lnTo>
                  <a:lnTo>
                    <a:pt x="574" y="332"/>
                  </a:lnTo>
                  <a:lnTo>
                    <a:pt x="576" y="334"/>
                  </a:lnTo>
                  <a:lnTo>
                    <a:pt x="579" y="335"/>
                  </a:lnTo>
                  <a:lnTo>
                    <a:pt x="582" y="337"/>
                  </a:lnTo>
                  <a:lnTo>
                    <a:pt x="583" y="339"/>
                  </a:lnTo>
                  <a:lnTo>
                    <a:pt x="582" y="343"/>
                  </a:lnTo>
                  <a:lnTo>
                    <a:pt x="580" y="346"/>
                  </a:lnTo>
                  <a:lnTo>
                    <a:pt x="579" y="348"/>
                  </a:lnTo>
                  <a:lnTo>
                    <a:pt x="582" y="350"/>
                  </a:lnTo>
                  <a:lnTo>
                    <a:pt x="587" y="351"/>
                  </a:lnTo>
                  <a:close/>
                </a:path>
              </a:pathLst>
            </a:custGeom>
            <a:solidFill>
              <a:srgbClr val="59A3CD">
                <a:alpha val="9600"/>
              </a:srgbClr>
            </a:solidFill>
            <a:ln>
              <a:noFill/>
            </a:ln>
          </p:spPr>
          <p:txBody>
            <a:bodyPr anchor="ctr"/>
            <a:lstStyle/>
            <a:p>
              <a:pPr algn="ctr">
                <a:buNone/>
              </a:pPr>
            </a:p>
          </p:txBody>
        </p:sp>
        <p:sp>
          <p:nvSpPr>
            <p:cNvPr id="7522" name="addition:spatial:11">
              <a:extLst>
                <a:ext uri="{FF2B5EF4-FFF2-40B4-BE49-F238E27FC236}">
                  <ns2:creationId id="{826D0339-C9D6-450D-8941-04C67B5A3D81}"/>
                </a:ext>
              </a:extLst>
            </p:cNvPr>
            <p:cNvSpPr>
              <a:spLocks noGrp="1"/>
            </p:cNvSpPr>
            <p:nvPr/>
          </p:nvSpPr>
          <p:spPr>
            <a:xfrm>
              <a:off x="5648325" y="1666875"/>
              <a:ext cx="828675" cy="686806"/>
            </a:xfrm>
            <a:custGeom>
              <a:rect l="l" t="t" r="r" b="b"/>
              <a:pathLst>
                <a:path w="625" h="406">
                  <a:moveTo>
                    <a:pt x="0" y="0"/>
                  </a:moveTo>
                  <a:moveTo>
                    <a:pt x="625" y="376"/>
                  </a:moveTo>
                  <a:lnTo>
                    <a:pt x="625" y="379"/>
                  </a:lnTo>
                  <a:lnTo>
                    <a:pt x="624" y="382"/>
                  </a:lnTo>
                  <a:lnTo>
                    <a:pt x="623" y="384"/>
                  </a:lnTo>
                  <a:lnTo>
                    <a:pt x="622" y="387"/>
                  </a:lnTo>
                  <a:lnTo>
                    <a:pt x="618" y="389"/>
                  </a:lnTo>
                  <a:lnTo>
                    <a:pt x="613" y="390"/>
                  </a:lnTo>
                  <a:lnTo>
                    <a:pt x="608" y="390"/>
                  </a:lnTo>
                  <a:lnTo>
                    <a:pt x="605" y="391"/>
                  </a:lnTo>
                  <a:lnTo>
                    <a:pt x="605" y="394"/>
                  </a:lnTo>
                  <a:lnTo>
                    <a:pt x="605" y="399"/>
                  </a:lnTo>
                  <a:lnTo>
                    <a:pt x="604" y="402"/>
                  </a:lnTo>
                  <a:lnTo>
                    <a:pt x="600" y="404"/>
                  </a:lnTo>
                  <a:lnTo>
                    <a:pt x="596" y="404"/>
                  </a:lnTo>
                  <a:lnTo>
                    <a:pt x="591" y="404"/>
                  </a:lnTo>
                  <a:lnTo>
                    <a:pt x="587" y="405"/>
                  </a:lnTo>
                  <a:lnTo>
                    <a:pt x="584" y="406"/>
                  </a:lnTo>
                  <a:lnTo>
                    <a:pt x="580" y="406"/>
                  </a:lnTo>
                  <a:lnTo>
                    <a:pt x="576" y="405"/>
                  </a:lnTo>
                  <a:lnTo>
                    <a:pt x="573" y="403"/>
                  </a:lnTo>
                  <a:lnTo>
                    <a:pt x="570" y="403"/>
                  </a:lnTo>
                  <a:lnTo>
                    <a:pt x="567" y="402"/>
                  </a:lnTo>
                  <a:lnTo>
                    <a:pt x="564" y="402"/>
                  </a:lnTo>
                  <a:lnTo>
                    <a:pt x="562" y="400"/>
                  </a:lnTo>
                  <a:lnTo>
                    <a:pt x="560" y="398"/>
                  </a:lnTo>
                  <a:lnTo>
                    <a:pt x="558" y="396"/>
                  </a:lnTo>
                  <a:lnTo>
                    <a:pt x="555" y="396"/>
                  </a:lnTo>
                  <a:lnTo>
                    <a:pt x="550" y="396"/>
                  </a:lnTo>
                  <a:lnTo>
                    <a:pt x="545" y="396"/>
                  </a:lnTo>
                  <a:lnTo>
                    <a:pt x="543" y="394"/>
                  </a:lnTo>
                  <a:lnTo>
                    <a:pt x="544" y="390"/>
                  </a:lnTo>
                  <a:lnTo>
                    <a:pt x="547" y="386"/>
                  </a:lnTo>
                  <a:lnTo>
                    <a:pt x="549" y="383"/>
                  </a:lnTo>
                  <a:lnTo>
                    <a:pt x="549" y="381"/>
                  </a:lnTo>
                  <a:lnTo>
                    <a:pt x="549" y="378"/>
                  </a:lnTo>
                  <a:lnTo>
                    <a:pt x="549" y="376"/>
                  </a:lnTo>
                  <a:lnTo>
                    <a:pt x="550" y="374"/>
                  </a:lnTo>
                  <a:lnTo>
                    <a:pt x="549" y="371"/>
                  </a:lnTo>
                  <a:lnTo>
                    <a:pt x="548" y="368"/>
                  </a:lnTo>
                  <a:lnTo>
                    <a:pt x="546" y="365"/>
                  </a:lnTo>
                  <a:lnTo>
                    <a:pt x="546" y="363"/>
                  </a:lnTo>
                  <a:lnTo>
                    <a:pt x="549" y="361"/>
                  </a:lnTo>
                  <a:lnTo>
                    <a:pt x="552" y="359"/>
                  </a:lnTo>
                  <a:lnTo>
                    <a:pt x="554" y="357"/>
                  </a:lnTo>
                  <a:lnTo>
                    <a:pt x="555" y="355"/>
                  </a:lnTo>
                  <a:lnTo>
                    <a:pt x="555" y="351"/>
                  </a:lnTo>
                  <a:lnTo>
                    <a:pt x="557" y="349"/>
                  </a:lnTo>
                  <a:lnTo>
                    <a:pt x="561" y="350"/>
                  </a:lnTo>
                  <a:lnTo>
                    <a:pt x="566" y="351"/>
                  </a:lnTo>
                  <a:lnTo>
                    <a:pt x="569" y="353"/>
                  </a:lnTo>
                  <a:lnTo>
                    <a:pt x="572" y="352"/>
                  </a:lnTo>
                  <a:lnTo>
                    <a:pt x="574" y="351"/>
                  </a:lnTo>
                  <a:lnTo>
                    <a:pt x="577" y="349"/>
                  </a:lnTo>
                  <a:lnTo>
                    <a:pt x="580" y="347"/>
                  </a:lnTo>
                  <a:lnTo>
                    <a:pt x="583" y="347"/>
                  </a:lnTo>
                  <a:lnTo>
                    <a:pt x="587" y="346"/>
                  </a:lnTo>
                  <a:lnTo>
                    <a:pt x="592" y="345"/>
                  </a:lnTo>
                  <a:lnTo>
                    <a:pt x="596" y="346"/>
                  </a:lnTo>
                  <a:lnTo>
                    <a:pt x="599" y="348"/>
                  </a:lnTo>
                  <a:lnTo>
                    <a:pt x="600" y="352"/>
                  </a:lnTo>
                  <a:lnTo>
                    <a:pt x="601" y="356"/>
                  </a:lnTo>
                  <a:lnTo>
                    <a:pt x="603" y="358"/>
                  </a:lnTo>
                  <a:lnTo>
                    <a:pt x="607" y="358"/>
                  </a:lnTo>
                  <a:lnTo>
                    <a:pt x="612" y="359"/>
                  </a:lnTo>
                  <a:lnTo>
                    <a:pt x="615" y="361"/>
                  </a:lnTo>
                  <a:lnTo>
                    <a:pt x="615" y="364"/>
                  </a:lnTo>
                  <a:lnTo>
                    <a:pt x="616" y="367"/>
                  </a:lnTo>
                  <a:lnTo>
                    <a:pt x="617" y="369"/>
                  </a:lnTo>
                  <a:lnTo>
                    <a:pt x="620" y="371"/>
                  </a:lnTo>
                  <a:lnTo>
                    <a:pt x="624" y="373"/>
                  </a:lnTo>
                  <a:close/>
                </a:path>
              </a:pathLst>
            </a:custGeom>
            <a:solidFill>
              <a:srgbClr val="59A3CD">
                <a:alpha val="9600"/>
              </a:srgbClr>
            </a:solidFill>
            <a:ln>
              <a:noFill/>
            </a:ln>
          </p:spPr>
          <p:txBody>
            <a:bodyPr anchor="ctr"/>
            <a:lstStyle/>
            <a:p>
              <a:pPr algn="ctr">
                <a:buNone/>
              </a:pPr>
            </a:p>
          </p:txBody>
        </p:sp>
        <p:sp>
          <p:nvSpPr>
            <p:cNvPr id="7523" name="addition:spatial:12">
              <a:extLst>
                <a:ext uri="{FF2B5EF4-FFF2-40B4-BE49-F238E27FC236}">
                  <ns2:creationId id="{99D62477-2815-46C1-8819-6E3564238AF5}"/>
                </a:ext>
              </a:extLst>
            </p:cNvPr>
            <p:cNvSpPr>
              <a:spLocks noGrp="1"/>
            </p:cNvSpPr>
            <p:nvPr/>
          </p:nvSpPr>
          <p:spPr>
            <a:xfrm>
              <a:off x="5648325" y="1666875"/>
              <a:ext cx="806135" cy="727405"/>
            </a:xfrm>
            <a:custGeom>
              <a:rect l="l" t="t" r="r" b="b"/>
              <a:pathLst>
                <a:path w="608" h="430">
                  <a:moveTo>
                    <a:pt x="0" y="0"/>
                  </a:moveTo>
                  <a:moveTo>
                    <a:pt x="596" y="400"/>
                  </a:moveTo>
                  <a:lnTo>
                    <a:pt x="595" y="403"/>
                  </a:lnTo>
                  <a:lnTo>
                    <a:pt x="594" y="405"/>
                  </a:lnTo>
                  <a:lnTo>
                    <a:pt x="593" y="407"/>
                  </a:lnTo>
                  <a:lnTo>
                    <a:pt x="592" y="410"/>
                  </a:lnTo>
                  <a:lnTo>
                    <a:pt x="592" y="413"/>
                  </a:lnTo>
                  <a:lnTo>
                    <a:pt x="594" y="416"/>
                  </a:lnTo>
                  <a:lnTo>
                    <a:pt x="594" y="420"/>
                  </a:lnTo>
                  <a:lnTo>
                    <a:pt x="592" y="422"/>
                  </a:lnTo>
                  <a:lnTo>
                    <a:pt x="587" y="423"/>
                  </a:lnTo>
                  <a:lnTo>
                    <a:pt x="582" y="423"/>
                  </a:lnTo>
                  <a:lnTo>
                    <a:pt x="578" y="424"/>
                  </a:lnTo>
                  <a:lnTo>
                    <a:pt x="576" y="426"/>
                  </a:lnTo>
                  <a:lnTo>
                    <a:pt x="574" y="429"/>
                  </a:lnTo>
                  <a:lnTo>
                    <a:pt x="571" y="430"/>
                  </a:lnTo>
                  <a:lnTo>
                    <a:pt x="567" y="429"/>
                  </a:lnTo>
                  <a:lnTo>
                    <a:pt x="563" y="427"/>
                  </a:lnTo>
                  <a:lnTo>
                    <a:pt x="559" y="426"/>
                  </a:lnTo>
                  <a:lnTo>
                    <a:pt x="556" y="427"/>
                  </a:lnTo>
                  <a:lnTo>
                    <a:pt x="553" y="428"/>
                  </a:lnTo>
                  <a:lnTo>
                    <a:pt x="549" y="429"/>
                  </a:lnTo>
                  <a:lnTo>
                    <a:pt x="545" y="429"/>
                  </a:lnTo>
                  <a:lnTo>
                    <a:pt x="541" y="429"/>
                  </a:lnTo>
                  <a:lnTo>
                    <a:pt x="536" y="429"/>
                  </a:lnTo>
                  <a:lnTo>
                    <a:pt x="530" y="429"/>
                  </a:lnTo>
                  <a:lnTo>
                    <a:pt x="527" y="427"/>
                  </a:lnTo>
                  <a:lnTo>
                    <a:pt x="525" y="423"/>
                  </a:lnTo>
                  <a:lnTo>
                    <a:pt x="526" y="419"/>
                  </a:lnTo>
                  <a:lnTo>
                    <a:pt x="527" y="415"/>
                  </a:lnTo>
                  <a:lnTo>
                    <a:pt x="525" y="413"/>
                  </a:lnTo>
                  <a:lnTo>
                    <a:pt x="520" y="412"/>
                  </a:lnTo>
                  <a:lnTo>
                    <a:pt x="514" y="411"/>
                  </a:lnTo>
                  <a:lnTo>
                    <a:pt x="510" y="408"/>
                  </a:lnTo>
                  <a:lnTo>
                    <a:pt x="510" y="406"/>
                  </a:lnTo>
                  <a:lnTo>
                    <a:pt x="510" y="403"/>
                  </a:lnTo>
                  <a:lnTo>
                    <a:pt x="508" y="400"/>
                  </a:lnTo>
                  <a:lnTo>
                    <a:pt x="506" y="398"/>
                  </a:lnTo>
                  <a:lnTo>
                    <a:pt x="505" y="395"/>
                  </a:lnTo>
                  <a:lnTo>
                    <a:pt x="505" y="392"/>
                  </a:lnTo>
                  <a:lnTo>
                    <a:pt x="508" y="390"/>
                  </a:lnTo>
                  <a:lnTo>
                    <a:pt x="510" y="387"/>
                  </a:lnTo>
                  <a:lnTo>
                    <a:pt x="511" y="385"/>
                  </a:lnTo>
                  <a:lnTo>
                    <a:pt x="514" y="383"/>
                  </a:lnTo>
                  <a:lnTo>
                    <a:pt x="518" y="381"/>
                  </a:lnTo>
                  <a:lnTo>
                    <a:pt x="524" y="381"/>
                  </a:lnTo>
                  <a:lnTo>
                    <a:pt x="530" y="382"/>
                  </a:lnTo>
                  <a:lnTo>
                    <a:pt x="533" y="380"/>
                  </a:lnTo>
                  <a:lnTo>
                    <a:pt x="534" y="377"/>
                  </a:lnTo>
                  <a:lnTo>
                    <a:pt x="536" y="372"/>
                  </a:lnTo>
                  <a:lnTo>
                    <a:pt x="539" y="369"/>
                  </a:lnTo>
                  <a:lnTo>
                    <a:pt x="544" y="368"/>
                  </a:lnTo>
                  <a:lnTo>
                    <a:pt x="550" y="369"/>
                  </a:lnTo>
                  <a:lnTo>
                    <a:pt x="555" y="370"/>
                  </a:lnTo>
                  <a:lnTo>
                    <a:pt x="560" y="370"/>
                  </a:lnTo>
                  <a:lnTo>
                    <a:pt x="565" y="371"/>
                  </a:lnTo>
                  <a:lnTo>
                    <a:pt x="569" y="372"/>
                  </a:lnTo>
                  <a:lnTo>
                    <a:pt x="573" y="374"/>
                  </a:lnTo>
                  <a:lnTo>
                    <a:pt x="576" y="376"/>
                  </a:lnTo>
                  <a:lnTo>
                    <a:pt x="580" y="377"/>
                  </a:lnTo>
                  <a:lnTo>
                    <a:pt x="585" y="376"/>
                  </a:lnTo>
                  <a:lnTo>
                    <a:pt x="589" y="377"/>
                  </a:lnTo>
                  <a:lnTo>
                    <a:pt x="591" y="379"/>
                  </a:lnTo>
                  <a:lnTo>
                    <a:pt x="592" y="382"/>
                  </a:lnTo>
                  <a:lnTo>
                    <a:pt x="593" y="384"/>
                  </a:lnTo>
                  <a:lnTo>
                    <a:pt x="597" y="386"/>
                  </a:lnTo>
                  <a:lnTo>
                    <a:pt x="603" y="387"/>
                  </a:lnTo>
                  <a:lnTo>
                    <a:pt x="607" y="388"/>
                  </a:lnTo>
                  <a:lnTo>
                    <a:pt x="608" y="391"/>
                  </a:lnTo>
                  <a:lnTo>
                    <a:pt x="604" y="395"/>
                  </a:lnTo>
                  <a:lnTo>
                    <a:pt x="600" y="398"/>
                  </a:lnTo>
                  <a:close/>
                </a:path>
              </a:pathLst>
            </a:custGeom>
            <a:solidFill>
              <a:srgbClr val="59A3CD">
                <a:alpha val="9600"/>
              </a:srgbClr>
            </a:solidFill>
            <a:ln>
              <a:noFill/>
            </a:ln>
          </p:spPr>
          <p:txBody>
            <a:bodyPr anchor="ctr"/>
            <a:lstStyle/>
            <a:p>
              <a:pPr algn="ctr">
                <a:buNone/>
              </a:pPr>
            </a:p>
          </p:txBody>
        </p:sp>
        <p:sp>
          <p:nvSpPr>
            <p:cNvPr id="7524" name="addition:spatial:13">
              <a:extLst>
                <a:ext uri="{FF2B5EF4-FFF2-40B4-BE49-F238E27FC236}">
                  <ns2:creationId id="{A9A4020B-C9F1-4490-AA0D-025DDA660408}"/>
                </a:ext>
              </a:extLst>
            </p:cNvPr>
            <p:cNvSpPr>
              <a:spLocks noGrp="1"/>
            </p:cNvSpPr>
            <p:nvPr/>
          </p:nvSpPr>
          <p:spPr>
            <a:xfrm>
              <a:off x="5648325" y="1666875"/>
              <a:ext cx="737189" cy="732480"/>
            </a:xfrm>
            <a:custGeom>
              <a:rect l="l" t="t" r="r" b="b"/>
              <a:pathLst>
                <a:path w="556" h="433">
                  <a:moveTo>
                    <a:pt x="0" y="0"/>
                  </a:moveTo>
                  <a:moveTo>
                    <a:pt x="553" y="403"/>
                  </a:moveTo>
                  <a:lnTo>
                    <a:pt x="551" y="406"/>
                  </a:lnTo>
                  <a:lnTo>
                    <a:pt x="549" y="408"/>
                  </a:lnTo>
                  <a:lnTo>
                    <a:pt x="546" y="410"/>
                  </a:lnTo>
                  <a:lnTo>
                    <a:pt x="545" y="413"/>
                  </a:lnTo>
                  <a:lnTo>
                    <a:pt x="545" y="415"/>
                  </a:lnTo>
                  <a:lnTo>
                    <a:pt x="543" y="418"/>
                  </a:lnTo>
                  <a:lnTo>
                    <a:pt x="540" y="419"/>
                  </a:lnTo>
                  <a:lnTo>
                    <a:pt x="537" y="421"/>
                  </a:lnTo>
                  <a:lnTo>
                    <a:pt x="536" y="424"/>
                  </a:lnTo>
                  <a:lnTo>
                    <a:pt x="536" y="428"/>
                  </a:lnTo>
                  <a:lnTo>
                    <a:pt x="535" y="431"/>
                  </a:lnTo>
                  <a:lnTo>
                    <a:pt x="532" y="433"/>
                  </a:lnTo>
                  <a:lnTo>
                    <a:pt x="527" y="432"/>
                  </a:lnTo>
                  <a:lnTo>
                    <a:pt x="522" y="430"/>
                  </a:lnTo>
                  <a:lnTo>
                    <a:pt x="518" y="428"/>
                  </a:lnTo>
                  <a:lnTo>
                    <a:pt x="516" y="428"/>
                  </a:lnTo>
                  <a:lnTo>
                    <a:pt x="513" y="429"/>
                  </a:lnTo>
                  <a:lnTo>
                    <a:pt x="510" y="430"/>
                  </a:lnTo>
                  <a:lnTo>
                    <a:pt x="508" y="430"/>
                  </a:lnTo>
                  <a:lnTo>
                    <a:pt x="505" y="430"/>
                  </a:lnTo>
                  <a:lnTo>
                    <a:pt x="501" y="431"/>
                  </a:lnTo>
                  <a:lnTo>
                    <a:pt x="497" y="432"/>
                  </a:lnTo>
                  <a:lnTo>
                    <a:pt x="494" y="431"/>
                  </a:lnTo>
                  <a:lnTo>
                    <a:pt x="491" y="429"/>
                  </a:lnTo>
                  <a:lnTo>
                    <a:pt x="490" y="426"/>
                  </a:lnTo>
                  <a:lnTo>
                    <a:pt x="488" y="423"/>
                  </a:lnTo>
                  <a:lnTo>
                    <a:pt x="485" y="422"/>
                  </a:lnTo>
                  <a:lnTo>
                    <a:pt x="481" y="421"/>
                  </a:lnTo>
                  <a:lnTo>
                    <a:pt x="478" y="419"/>
                  </a:lnTo>
                  <a:lnTo>
                    <a:pt x="478" y="416"/>
                  </a:lnTo>
                  <a:lnTo>
                    <a:pt x="480" y="413"/>
                  </a:lnTo>
                  <a:lnTo>
                    <a:pt x="481" y="410"/>
                  </a:lnTo>
                  <a:lnTo>
                    <a:pt x="480" y="408"/>
                  </a:lnTo>
                  <a:lnTo>
                    <a:pt x="476" y="406"/>
                  </a:lnTo>
                  <a:lnTo>
                    <a:pt x="472" y="403"/>
                  </a:lnTo>
                  <a:lnTo>
                    <a:pt x="469" y="401"/>
                  </a:lnTo>
                  <a:lnTo>
                    <a:pt x="468" y="398"/>
                  </a:lnTo>
                  <a:lnTo>
                    <a:pt x="468" y="395"/>
                  </a:lnTo>
                  <a:lnTo>
                    <a:pt x="468" y="392"/>
                  </a:lnTo>
                  <a:lnTo>
                    <a:pt x="469" y="389"/>
                  </a:lnTo>
                  <a:lnTo>
                    <a:pt x="473" y="388"/>
                  </a:lnTo>
                  <a:lnTo>
                    <a:pt x="478" y="387"/>
                  </a:lnTo>
                  <a:lnTo>
                    <a:pt x="483" y="387"/>
                  </a:lnTo>
                  <a:lnTo>
                    <a:pt x="485" y="386"/>
                  </a:lnTo>
                  <a:lnTo>
                    <a:pt x="486" y="383"/>
                  </a:lnTo>
                  <a:lnTo>
                    <a:pt x="487" y="379"/>
                  </a:lnTo>
                  <a:lnTo>
                    <a:pt x="490" y="377"/>
                  </a:lnTo>
                  <a:lnTo>
                    <a:pt x="494" y="377"/>
                  </a:lnTo>
                  <a:lnTo>
                    <a:pt x="498" y="377"/>
                  </a:lnTo>
                  <a:lnTo>
                    <a:pt x="502" y="377"/>
                  </a:lnTo>
                  <a:lnTo>
                    <a:pt x="506" y="375"/>
                  </a:lnTo>
                  <a:lnTo>
                    <a:pt x="510" y="373"/>
                  </a:lnTo>
                  <a:lnTo>
                    <a:pt x="514" y="371"/>
                  </a:lnTo>
                  <a:lnTo>
                    <a:pt x="518" y="372"/>
                  </a:lnTo>
                  <a:lnTo>
                    <a:pt x="523" y="374"/>
                  </a:lnTo>
                  <a:lnTo>
                    <a:pt x="526" y="375"/>
                  </a:lnTo>
                  <a:lnTo>
                    <a:pt x="530" y="377"/>
                  </a:lnTo>
                  <a:lnTo>
                    <a:pt x="533" y="379"/>
                  </a:lnTo>
                  <a:lnTo>
                    <a:pt x="535" y="382"/>
                  </a:lnTo>
                  <a:lnTo>
                    <a:pt x="536" y="385"/>
                  </a:lnTo>
                  <a:lnTo>
                    <a:pt x="538" y="386"/>
                  </a:lnTo>
                  <a:lnTo>
                    <a:pt x="543" y="386"/>
                  </a:lnTo>
                  <a:lnTo>
                    <a:pt x="549" y="386"/>
                  </a:lnTo>
                  <a:lnTo>
                    <a:pt x="554" y="386"/>
                  </a:lnTo>
                  <a:lnTo>
                    <a:pt x="556" y="389"/>
                  </a:lnTo>
                  <a:lnTo>
                    <a:pt x="555" y="392"/>
                  </a:lnTo>
                  <a:lnTo>
                    <a:pt x="553" y="395"/>
                  </a:lnTo>
                  <a:lnTo>
                    <a:pt x="552" y="398"/>
                  </a:lnTo>
                  <a:lnTo>
                    <a:pt x="553" y="401"/>
                  </a:lnTo>
                  <a:close/>
                </a:path>
              </a:pathLst>
            </a:custGeom>
            <a:solidFill>
              <a:srgbClr val="59A3CD">
                <a:alpha val="9600"/>
              </a:srgbClr>
            </a:solidFill>
            <a:ln>
              <a:noFill/>
            </a:ln>
          </p:spPr>
          <p:txBody>
            <a:bodyPr anchor="ctr"/>
            <a:lstStyle/>
            <a:p>
              <a:pPr algn="ctr">
                <a:buNone/>
              </a:pPr>
            </a:p>
          </p:txBody>
        </p:sp>
        <p:sp>
          <p:nvSpPr>
            <p:cNvPr id="7525" name="addition:spatial:14">
              <a:extLst>
                <a:ext uri="{FF2B5EF4-FFF2-40B4-BE49-F238E27FC236}">
                  <ns2:creationId id="{C131F144-F499-4CE3-ABF8-CE0B719C717F}"/>
                </a:ext>
              </a:extLst>
            </p:cNvPr>
            <p:cNvSpPr>
              <a:spLocks noGrp="1"/>
            </p:cNvSpPr>
            <p:nvPr/>
          </p:nvSpPr>
          <p:spPr>
            <a:xfrm>
              <a:off x="5648325" y="1666875"/>
              <a:ext cx="674873" cy="708797"/>
            </a:xfrm>
            <a:custGeom>
              <a:rect l="l" t="t" r="r" b="b"/>
              <a:pathLst>
                <a:path w="509" h="419">
                  <a:moveTo>
                    <a:pt x="0" y="0"/>
                  </a:moveTo>
                  <a:moveTo>
                    <a:pt x="508" y="393"/>
                  </a:moveTo>
                  <a:lnTo>
                    <a:pt x="507" y="395"/>
                  </a:lnTo>
                  <a:lnTo>
                    <a:pt x="505" y="397"/>
                  </a:lnTo>
                  <a:lnTo>
                    <a:pt x="502" y="399"/>
                  </a:lnTo>
                  <a:lnTo>
                    <a:pt x="500" y="400"/>
                  </a:lnTo>
                  <a:lnTo>
                    <a:pt x="500" y="402"/>
                  </a:lnTo>
                  <a:lnTo>
                    <a:pt x="502" y="405"/>
                  </a:lnTo>
                  <a:lnTo>
                    <a:pt x="504" y="409"/>
                  </a:lnTo>
                  <a:lnTo>
                    <a:pt x="503" y="412"/>
                  </a:lnTo>
                  <a:lnTo>
                    <a:pt x="500" y="413"/>
                  </a:lnTo>
                  <a:lnTo>
                    <a:pt x="497" y="413"/>
                  </a:lnTo>
                  <a:lnTo>
                    <a:pt x="494" y="414"/>
                  </a:lnTo>
                  <a:lnTo>
                    <a:pt x="491" y="414"/>
                  </a:lnTo>
                  <a:lnTo>
                    <a:pt x="489" y="414"/>
                  </a:lnTo>
                  <a:lnTo>
                    <a:pt x="486" y="414"/>
                  </a:lnTo>
                  <a:lnTo>
                    <a:pt x="484" y="413"/>
                  </a:lnTo>
                  <a:lnTo>
                    <a:pt x="482" y="414"/>
                  </a:lnTo>
                  <a:lnTo>
                    <a:pt x="480" y="416"/>
                  </a:lnTo>
                  <a:lnTo>
                    <a:pt x="477" y="418"/>
                  </a:lnTo>
                  <a:lnTo>
                    <a:pt x="474" y="419"/>
                  </a:lnTo>
                  <a:lnTo>
                    <a:pt x="472" y="417"/>
                  </a:lnTo>
                  <a:lnTo>
                    <a:pt x="470" y="416"/>
                  </a:lnTo>
                  <a:lnTo>
                    <a:pt x="467" y="415"/>
                  </a:lnTo>
                  <a:lnTo>
                    <a:pt x="464" y="415"/>
                  </a:lnTo>
                  <a:lnTo>
                    <a:pt x="460" y="415"/>
                  </a:lnTo>
                  <a:lnTo>
                    <a:pt x="457" y="414"/>
                  </a:lnTo>
                  <a:lnTo>
                    <a:pt x="455" y="412"/>
                  </a:lnTo>
                  <a:lnTo>
                    <a:pt x="455" y="409"/>
                  </a:lnTo>
                  <a:lnTo>
                    <a:pt x="454" y="406"/>
                  </a:lnTo>
                  <a:lnTo>
                    <a:pt x="453" y="404"/>
                  </a:lnTo>
                  <a:lnTo>
                    <a:pt x="452" y="402"/>
                  </a:lnTo>
                  <a:lnTo>
                    <a:pt x="450" y="401"/>
                  </a:lnTo>
                  <a:lnTo>
                    <a:pt x="449" y="399"/>
                  </a:lnTo>
                  <a:lnTo>
                    <a:pt x="447" y="397"/>
                  </a:lnTo>
                  <a:lnTo>
                    <a:pt x="443" y="395"/>
                  </a:lnTo>
                  <a:lnTo>
                    <a:pt x="439" y="393"/>
                  </a:lnTo>
                  <a:lnTo>
                    <a:pt x="437" y="390"/>
                  </a:lnTo>
                  <a:lnTo>
                    <a:pt x="439" y="388"/>
                  </a:lnTo>
                  <a:lnTo>
                    <a:pt x="442" y="386"/>
                  </a:lnTo>
                  <a:lnTo>
                    <a:pt x="446" y="385"/>
                  </a:lnTo>
                  <a:lnTo>
                    <a:pt x="448" y="383"/>
                  </a:lnTo>
                  <a:lnTo>
                    <a:pt x="448" y="381"/>
                  </a:lnTo>
                  <a:lnTo>
                    <a:pt x="449" y="378"/>
                  </a:lnTo>
                  <a:lnTo>
                    <a:pt x="451" y="377"/>
                  </a:lnTo>
                  <a:lnTo>
                    <a:pt x="454" y="376"/>
                  </a:lnTo>
                  <a:lnTo>
                    <a:pt x="457" y="375"/>
                  </a:lnTo>
                  <a:lnTo>
                    <a:pt x="459" y="374"/>
                  </a:lnTo>
                  <a:lnTo>
                    <a:pt x="462" y="372"/>
                  </a:lnTo>
                  <a:lnTo>
                    <a:pt x="464" y="370"/>
                  </a:lnTo>
                  <a:lnTo>
                    <a:pt x="467" y="369"/>
                  </a:lnTo>
                  <a:lnTo>
                    <a:pt x="470" y="368"/>
                  </a:lnTo>
                  <a:lnTo>
                    <a:pt x="473" y="367"/>
                  </a:lnTo>
                  <a:lnTo>
                    <a:pt x="477" y="366"/>
                  </a:lnTo>
                  <a:lnTo>
                    <a:pt x="480" y="365"/>
                  </a:lnTo>
                  <a:lnTo>
                    <a:pt x="484" y="366"/>
                  </a:lnTo>
                  <a:lnTo>
                    <a:pt x="486" y="369"/>
                  </a:lnTo>
                  <a:lnTo>
                    <a:pt x="488" y="373"/>
                  </a:lnTo>
                  <a:lnTo>
                    <a:pt x="490" y="375"/>
                  </a:lnTo>
                  <a:lnTo>
                    <a:pt x="492" y="375"/>
                  </a:lnTo>
                  <a:lnTo>
                    <a:pt x="496" y="374"/>
                  </a:lnTo>
                  <a:lnTo>
                    <a:pt x="500" y="373"/>
                  </a:lnTo>
                  <a:lnTo>
                    <a:pt x="502" y="374"/>
                  </a:lnTo>
                  <a:lnTo>
                    <a:pt x="504" y="376"/>
                  </a:lnTo>
                  <a:lnTo>
                    <a:pt x="505" y="378"/>
                  </a:lnTo>
                  <a:lnTo>
                    <a:pt x="507" y="379"/>
                  </a:lnTo>
                  <a:lnTo>
                    <a:pt x="509" y="381"/>
                  </a:lnTo>
                  <a:lnTo>
                    <a:pt x="509" y="384"/>
                  </a:lnTo>
                  <a:lnTo>
                    <a:pt x="508" y="386"/>
                  </a:lnTo>
                  <a:lnTo>
                    <a:pt x="507" y="389"/>
                  </a:lnTo>
                  <a:lnTo>
                    <a:pt x="507" y="391"/>
                  </a:lnTo>
                  <a:close/>
                </a:path>
              </a:pathLst>
            </a:custGeom>
            <a:solidFill>
              <a:srgbClr val="59A3CD">
                <a:alpha val="9600"/>
              </a:srgbClr>
            </a:solidFill>
            <a:ln>
              <a:noFill/>
            </a:ln>
          </p:spPr>
          <p:txBody>
            <a:bodyPr anchor="ctr"/>
            <a:lstStyle/>
            <a:p>
              <a:pPr algn="ctr">
                <a:buNone/>
              </a:pPr>
            </a:p>
          </p:txBody>
        </p:sp>
        <p:sp>
          <p:nvSpPr>
            <p:cNvPr id="7526" name="addition:spatial:15">
              <a:extLst>
                <a:ext uri="{FF2B5EF4-FFF2-40B4-BE49-F238E27FC236}">
                  <ns2:creationId id="{4925AD1B-8655-41BB-B19C-E51F7F618E83}"/>
                </a:ext>
              </a:extLst>
            </p:cNvPr>
            <p:cNvSpPr>
              <a:spLocks noGrp="1"/>
            </p:cNvSpPr>
            <p:nvPr/>
          </p:nvSpPr>
          <p:spPr>
            <a:xfrm>
              <a:off x="5648325" y="1666875"/>
              <a:ext cx="771662" cy="717255"/>
            </a:xfrm>
            <a:custGeom>
              <a:rect l="l" t="t" r="r" b="b"/>
              <a:pathLst>
                <a:path w="582" h="424">
                  <a:moveTo>
                    <a:pt x="0" y="0"/>
                  </a:moveTo>
                  <a:moveTo>
                    <a:pt x="574" y="389"/>
                  </a:moveTo>
                  <a:lnTo>
                    <a:pt x="577" y="391"/>
                  </a:lnTo>
                  <a:lnTo>
                    <a:pt x="579" y="394"/>
                  </a:lnTo>
                  <a:lnTo>
                    <a:pt x="577" y="397"/>
                  </a:lnTo>
                  <a:lnTo>
                    <a:pt x="574" y="399"/>
                  </a:lnTo>
                  <a:lnTo>
                    <a:pt x="572" y="402"/>
                  </a:lnTo>
                  <a:lnTo>
                    <a:pt x="572" y="405"/>
                  </a:lnTo>
                  <a:lnTo>
                    <a:pt x="573" y="408"/>
                  </a:lnTo>
                  <a:lnTo>
                    <a:pt x="572" y="411"/>
                  </a:lnTo>
                  <a:lnTo>
                    <a:pt x="569" y="413"/>
                  </a:lnTo>
                  <a:lnTo>
                    <a:pt x="565" y="415"/>
                  </a:lnTo>
                  <a:lnTo>
                    <a:pt x="561" y="416"/>
                  </a:lnTo>
                  <a:lnTo>
                    <a:pt x="558" y="417"/>
                  </a:lnTo>
                  <a:lnTo>
                    <a:pt x="554" y="417"/>
                  </a:lnTo>
                  <a:lnTo>
                    <a:pt x="550" y="416"/>
                  </a:lnTo>
                  <a:lnTo>
                    <a:pt x="546" y="414"/>
                  </a:lnTo>
                  <a:lnTo>
                    <a:pt x="542" y="414"/>
                  </a:lnTo>
                  <a:lnTo>
                    <a:pt x="539" y="416"/>
                  </a:lnTo>
                  <a:lnTo>
                    <a:pt x="535" y="420"/>
                  </a:lnTo>
                  <a:lnTo>
                    <a:pt x="531" y="424"/>
                  </a:lnTo>
                  <a:lnTo>
                    <a:pt x="525" y="424"/>
                  </a:lnTo>
                  <a:lnTo>
                    <a:pt x="521" y="422"/>
                  </a:lnTo>
                  <a:lnTo>
                    <a:pt x="518" y="419"/>
                  </a:lnTo>
                  <a:lnTo>
                    <a:pt x="514" y="416"/>
                  </a:lnTo>
                  <a:lnTo>
                    <a:pt x="510" y="415"/>
                  </a:lnTo>
                  <a:lnTo>
                    <a:pt x="506" y="414"/>
                  </a:lnTo>
                  <a:lnTo>
                    <a:pt x="503" y="411"/>
                  </a:lnTo>
                  <a:lnTo>
                    <a:pt x="501" y="408"/>
                  </a:lnTo>
                  <a:lnTo>
                    <a:pt x="498" y="406"/>
                  </a:lnTo>
                  <a:lnTo>
                    <a:pt x="495" y="404"/>
                  </a:lnTo>
                  <a:lnTo>
                    <a:pt x="491" y="402"/>
                  </a:lnTo>
                  <a:lnTo>
                    <a:pt x="488" y="399"/>
                  </a:lnTo>
                  <a:lnTo>
                    <a:pt x="488" y="397"/>
                  </a:lnTo>
                  <a:lnTo>
                    <a:pt x="487" y="394"/>
                  </a:lnTo>
                  <a:lnTo>
                    <a:pt x="485" y="391"/>
                  </a:lnTo>
                  <a:lnTo>
                    <a:pt x="480" y="389"/>
                  </a:lnTo>
                  <a:lnTo>
                    <a:pt x="475" y="385"/>
                  </a:lnTo>
                  <a:lnTo>
                    <a:pt x="474" y="382"/>
                  </a:lnTo>
                  <a:lnTo>
                    <a:pt x="478" y="379"/>
                  </a:lnTo>
                  <a:lnTo>
                    <a:pt x="485" y="378"/>
                  </a:lnTo>
                  <a:lnTo>
                    <a:pt x="492" y="376"/>
                  </a:lnTo>
                  <a:lnTo>
                    <a:pt x="495" y="375"/>
                  </a:lnTo>
                  <a:lnTo>
                    <a:pt x="497" y="372"/>
                  </a:lnTo>
                  <a:lnTo>
                    <a:pt x="499" y="370"/>
                  </a:lnTo>
                  <a:lnTo>
                    <a:pt x="502" y="367"/>
                  </a:lnTo>
                  <a:lnTo>
                    <a:pt x="505" y="365"/>
                  </a:lnTo>
                  <a:lnTo>
                    <a:pt x="507" y="362"/>
                  </a:lnTo>
                  <a:lnTo>
                    <a:pt x="510" y="359"/>
                  </a:lnTo>
                  <a:lnTo>
                    <a:pt x="514" y="357"/>
                  </a:lnTo>
                  <a:lnTo>
                    <a:pt x="520" y="356"/>
                  </a:lnTo>
                  <a:lnTo>
                    <a:pt x="526" y="357"/>
                  </a:lnTo>
                  <a:lnTo>
                    <a:pt x="531" y="358"/>
                  </a:lnTo>
                  <a:lnTo>
                    <a:pt x="535" y="358"/>
                  </a:lnTo>
                  <a:lnTo>
                    <a:pt x="540" y="356"/>
                  </a:lnTo>
                  <a:lnTo>
                    <a:pt x="545" y="355"/>
                  </a:lnTo>
                  <a:lnTo>
                    <a:pt x="549" y="357"/>
                  </a:lnTo>
                  <a:lnTo>
                    <a:pt x="552" y="360"/>
                  </a:lnTo>
                  <a:lnTo>
                    <a:pt x="554" y="364"/>
                  </a:lnTo>
                  <a:lnTo>
                    <a:pt x="556" y="365"/>
                  </a:lnTo>
                  <a:lnTo>
                    <a:pt x="561" y="365"/>
                  </a:lnTo>
                  <a:lnTo>
                    <a:pt x="566" y="365"/>
                  </a:lnTo>
                  <a:lnTo>
                    <a:pt x="570" y="365"/>
                  </a:lnTo>
                  <a:lnTo>
                    <a:pt x="574" y="366"/>
                  </a:lnTo>
                  <a:lnTo>
                    <a:pt x="577" y="368"/>
                  </a:lnTo>
                  <a:lnTo>
                    <a:pt x="580" y="370"/>
                  </a:lnTo>
                  <a:lnTo>
                    <a:pt x="582" y="373"/>
                  </a:lnTo>
                  <a:lnTo>
                    <a:pt x="581" y="377"/>
                  </a:lnTo>
                  <a:lnTo>
                    <a:pt x="578" y="380"/>
                  </a:lnTo>
                  <a:lnTo>
                    <a:pt x="573" y="384"/>
                  </a:lnTo>
                  <a:lnTo>
                    <a:pt x="571" y="386"/>
                  </a:lnTo>
                  <a:close/>
                </a:path>
              </a:pathLst>
            </a:custGeom>
            <a:solidFill>
              <a:srgbClr val="59A3CD">
                <a:alpha val="9600"/>
              </a:srgbClr>
            </a:solidFill>
            <a:ln>
              <a:noFill/>
            </a:ln>
          </p:spPr>
          <p:txBody>
            <a:bodyPr anchor="ctr"/>
            <a:lstStyle/>
            <a:p>
              <a:pPr algn="ctr">
                <a:buNone/>
              </a:pPr>
            </a:p>
          </p:txBody>
        </p:sp>
        <p:sp>
          <p:nvSpPr>
            <p:cNvPr id="7527" name="addition:spatial:16">
              <a:extLst>
                <a:ext uri="{FF2B5EF4-FFF2-40B4-BE49-F238E27FC236}">
                  <ns2:creationId id="{57B71D9A-8CA2-4E50-B4AD-E043CDD0098F}"/>
                </a:ext>
              </a:extLst>
            </p:cNvPr>
            <p:cNvSpPr>
              <a:spLocks noGrp="1"/>
            </p:cNvSpPr>
            <p:nvPr/>
          </p:nvSpPr>
          <p:spPr>
            <a:xfrm>
              <a:off x="5648325" y="1666875"/>
              <a:ext cx="800832" cy="729097"/>
            </a:xfrm>
            <a:custGeom>
              <a:rect l="l" t="t" r="r" b="b"/>
              <a:pathLst>
                <a:path w="604" h="431">
                  <a:moveTo>
                    <a:pt x="0" y="0"/>
                  </a:moveTo>
                  <a:moveTo>
                    <a:pt x="598" y="383"/>
                  </a:moveTo>
                  <a:lnTo>
                    <a:pt x="603" y="387"/>
                  </a:lnTo>
                  <a:lnTo>
                    <a:pt x="604" y="392"/>
                  </a:lnTo>
                  <a:lnTo>
                    <a:pt x="604" y="396"/>
                  </a:lnTo>
                  <a:lnTo>
                    <a:pt x="603" y="400"/>
                  </a:lnTo>
                  <a:lnTo>
                    <a:pt x="601" y="405"/>
                  </a:lnTo>
                  <a:lnTo>
                    <a:pt x="598" y="408"/>
                  </a:lnTo>
                  <a:lnTo>
                    <a:pt x="591" y="410"/>
                  </a:lnTo>
                  <a:lnTo>
                    <a:pt x="581" y="410"/>
                  </a:lnTo>
                  <a:lnTo>
                    <a:pt x="573" y="410"/>
                  </a:lnTo>
                  <a:lnTo>
                    <a:pt x="569" y="412"/>
                  </a:lnTo>
                  <a:lnTo>
                    <a:pt x="568" y="417"/>
                  </a:lnTo>
                  <a:lnTo>
                    <a:pt x="567" y="424"/>
                  </a:lnTo>
                  <a:lnTo>
                    <a:pt x="562" y="429"/>
                  </a:lnTo>
                  <a:lnTo>
                    <a:pt x="555" y="430"/>
                  </a:lnTo>
                  <a:lnTo>
                    <a:pt x="548" y="429"/>
                  </a:lnTo>
                  <a:lnTo>
                    <a:pt x="541" y="429"/>
                  </a:lnTo>
                  <a:lnTo>
                    <a:pt x="534" y="430"/>
                  </a:lnTo>
                  <a:lnTo>
                    <a:pt x="527" y="431"/>
                  </a:lnTo>
                  <a:lnTo>
                    <a:pt x="520" y="430"/>
                  </a:lnTo>
                  <a:lnTo>
                    <a:pt x="514" y="427"/>
                  </a:lnTo>
                  <a:lnTo>
                    <a:pt x="508" y="425"/>
                  </a:lnTo>
                  <a:lnTo>
                    <a:pt x="503" y="423"/>
                  </a:lnTo>
                  <a:lnTo>
                    <a:pt x="497" y="422"/>
                  </a:lnTo>
                  <a:lnTo>
                    <a:pt x="492" y="420"/>
                  </a:lnTo>
                  <a:lnTo>
                    <a:pt x="489" y="416"/>
                  </a:lnTo>
                  <a:lnTo>
                    <a:pt x="488" y="412"/>
                  </a:lnTo>
                  <a:lnTo>
                    <a:pt x="484" y="409"/>
                  </a:lnTo>
                  <a:lnTo>
                    <a:pt x="477" y="409"/>
                  </a:lnTo>
                  <a:lnTo>
                    <a:pt x="467" y="409"/>
                  </a:lnTo>
                  <a:lnTo>
                    <a:pt x="460" y="406"/>
                  </a:lnTo>
                  <a:lnTo>
                    <a:pt x="458" y="402"/>
                  </a:lnTo>
                  <a:lnTo>
                    <a:pt x="462" y="396"/>
                  </a:lnTo>
                  <a:lnTo>
                    <a:pt x="468" y="391"/>
                  </a:lnTo>
                  <a:lnTo>
                    <a:pt x="471" y="387"/>
                  </a:lnTo>
                  <a:lnTo>
                    <a:pt x="473" y="383"/>
                  </a:lnTo>
                  <a:lnTo>
                    <a:pt x="474" y="379"/>
                  </a:lnTo>
                  <a:lnTo>
                    <a:pt x="477" y="376"/>
                  </a:lnTo>
                  <a:lnTo>
                    <a:pt x="480" y="372"/>
                  </a:lnTo>
                  <a:lnTo>
                    <a:pt x="480" y="368"/>
                  </a:lnTo>
                  <a:lnTo>
                    <a:pt x="478" y="363"/>
                  </a:lnTo>
                  <a:lnTo>
                    <a:pt x="478" y="358"/>
                  </a:lnTo>
                  <a:lnTo>
                    <a:pt x="481" y="354"/>
                  </a:lnTo>
                  <a:lnTo>
                    <a:pt x="487" y="352"/>
                  </a:lnTo>
                  <a:lnTo>
                    <a:pt x="493" y="351"/>
                  </a:lnTo>
                  <a:lnTo>
                    <a:pt x="496" y="348"/>
                  </a:lnTo>
                  <a:lnTo>
                    <a:pt x="498" y="343"/>
                  </a:lnTo>
                  <a:lnTo>
                    <a:pt x="501" y="338"/>
                  </a:lnTo>
                  <a:lnTo>
                    <a:pt x="506" y="336"/>
                  </a:lnTo>
                  <a:lnTo>
                    <a:pt x="513" y="339"/>
                  </a:lnTo>
                  <a:lnTo>
                    <a:pt x="519" y="342"/>
                  </a:lnTo>
                  <a:lnTo>
                    <a:pt x="524" y="344"/>
                  </a:lnTo>
                  <a:lnTo>
                    <a:pt x="528" y="344"/>
                  </a:lnTo>
                  <a:lnTo>
                    <a:pt x="533" y="342"/>
                  </a:lnTo>
                  <a:lnTo>
                    <a:pt x="537" y="340"/>
                  </a:lnTo>
                  <a:lnTo>
                    <a:pt x="543" y="340"/>
                  </a:lnTo>
                  <a:lnTo>
                    <a:pt x="548" y="339"/>
                  </a:lnTo>
                  <a:lnTo>
                    <a:pt x="555" y="337"/>
                  </a:lnTo>
                  <a:lnTo>
                    <a:pt x="563" y="337"/>
                  </a:lnTo>
                  <a:lnTo>
                    <a:pt x="568" y="339"/>
                  </a:lnTo>
                  <a:lnTo>
                    <a:pt x="571" y="345"/>
                  </a:lnTo>
                  <a:lnTo>
                    <a:pt x="571" y="351"/>
                  </a:lnTo>
                  <a:lnTo>
                    <a:pt x="571" y="356"/>
                  </a:lnTo>
                  <a:lnTo>
                    <a:pt x="576" y="359"/>
                  </a:lnTo>
                  <a:lnTo>
                    <a:pt x="583" y="360"/>
                  </a:lnTo>
                  <a:lnTo>
                    <a:pt x="589" y="363"/>
                  </a:lnTo>
                  <a:lnTo>
                    <a:pt x="591" y="367"/>
                  </a:lnTo>
                  <a:lnTo>
                    <a:pt x="590" y="372"/>
                  </a:lnTo>
                  <a:lnTo>
                    <a:pt x="590" y="376"/>
                  </a:lnTo>
                  <a:lnTo>
                    <a:pt x="593" y="379"/>
                  </a:lnTo>
                  <a:close/>
                </a:path>
              </a:pathLst>
            </a:custGeom>
            <a:solidFill>
              <a:srgbClr val="0675B4">
                <a:alpha val="11100"/>
              </a:srgbClr>
            </a:solidFill>
            <a:ln>
              <a:noFill/>
            </a:ln>
          </p:spPr>
          <p:txBody>
            <a:bodyPr anchor="ctr"/>
            <a:lstStyle/>
            <a:p>
              <a:pPr algn="ctr">
                <a:buNone/>
              </a:pPr>
            </a:p>
          </p:txBody>
        </p:sp>
        <p:sp>
          <p:nvSpPr>
            <p:cNvPr id="7528" name="addition:spatial:17">
              <a:extLst>
                <a:ext uri="{FF2B5EF4-FFF2-40B4-BE49-F238E27FC236}">
                  <ns2:creationId id="{7077C94F-00BE-42BB-8766-7E166CC20DC8}"/>
                </a:ext>
              </a:extLst>
            </p:cNvPr>
            <p:cNvSpPr>
              <a:spLocks noGrp="1"/>
            </p:cNvSpPr>
            <p:nvPr/>
          </p:nvSpPr>
          <p:spPr>
            <a:xfrm>
              <a:off x="5648325" y="1666875"/>
              <a:ext cx="719953" cy="668198"/>
            </a:xfrm>
            <a:custGeom>
              <a:rect l="l" t="t" r="r" b="b"/>
              <a:pathLst>
                <a:path w="543" h="395">
                  <a:moveTo>
                    <a:pt x="0" y="0"/>
                  </a:moveTo>
                  <a:moveTo>
                    <a:pt x="543" y="370"/>
                  </a:moveTo>
                  <a:lnTo>
                    <a:pt x="542" y="373"/>
                  </a:lnTo>
                  <a:lnTo>
                    <a:pt x="539" y="375"/>
                  </a:lnTo>
                  <a:lnTo>
                    <a:pt x="536" y="377"/>
                  </a:lnTo>
                  <a:lnTo>
                    <a:pt x="534" y="378"/>
                  </a:lnTo>
                  <a:lnTo>
                    <a:pt x="532" y="380"/>
                  </a:lnTo>
                  <a:lnTo>
                    <a:pt x="529" y="381"/>
                  </a:lnTo>
                  <a:lnTo>
                    <a:pt x="527" y="382"/>
                  </a:lnTo>
                  <a:lnTo>
                    <a:pt x="525" y="384"/>
                  </a:lnTo>
                  <a:lnTo>
                    <a:pt x="524" y="386"/>
                  </a:lnTo>
                  <a:lnTo>
                    <a:pt x="524" y="389"/>
                  </a:lnTo>
                  <a:lnTo>
                    <a:pt x="523" y="392"/>
                  </a:lnTo>
                  <a:lnTo>
                    <a:pt x="520" y="393"/>
                  </a:lnTo>
                  <a:lnTo>
                    <a:pt x="516" y="393"/>
                  </a:lnTo>
                  <a:lnTo>
                    <a:pt x="512" y="392"/>
                  </a:lnTo>
                  <a:lnTo>
                    <a:pt x="509" y="392"/>
                  </a:lnTo>
                  <a:lnTo>
                    <a:pt x="507" y="394"/>
                  </a:lnTo>
                  <a:lnTo>
                    <a:pt x="504" y="395"/>
                  </a:lnTo>
                  <a:lnTo>
                    <a:pt x="501" y="395"/>
                  </a:lnTo>
                  <a:lnTo>
                    <a:pt x="499" y="393"/>
                  </a:lnTo>
                  <a:lnTo>
                    <a:pt x="497" y="391"/>
                  </a:lnTo>
                  <a:lnTo>
                    <a:pt x="495" y="390"/>
                  </a:lnTo>
                  <a:lnTo>
                    <a:pt x="493" y="389"/>
                  </a:lnTo>
                  <a:lnTo>
                    <a:pt x="490" y="389"/>
                  </a:lnTo>
                  <a:lnTo>
                    <a:pt x="488" y="389"/>
                  </a:lnTo>
                  <a:lnTo>
                    <a:pt x="486" y="388"/>
                  </a:lnTo>
                  <a:lnTo>
                    <a:pt x="483" y="388"/>
                  </a:lnTo>
                  <a:lnTo>
                    <a:pt x="480" y="387"/>
                  </a:lnTo>
                  <a:lnTo>
                    <a:pt x="477" y="386"/>
                  </a:lnTo>
                  <a:lnTo>
                    <a:pt x="476" y="384"/>
                  </a:lnTo>
                  <a:lnTo>
                    <a:pt x="477" y="381"/>
                  </a:lnTo>
                  <a:lnTo>
                    <a:pt x="480" y="378"/>
                  </a:lnTo>
                  <a:lnTo>
                    <a:pt x="482" y="376"/>
                  </a:lnTo>
                  <a:lnTo>
                    <a:pt x="481" y="374"/>
                  </a:lnTo>
                  <a:lnTo>
                    <a:pt x="479" y="372"/>
                  </a:lnTo>
                  <a:lnTo>
                    <a:pt x="478" y="370"/>
                  </a:lnTo>
                  <a:lnTo>
                    <a:pt x="478" y="368"/>
                  </a:lnTo>
                  <a:lnTo>
                    <a:pt x="479" y="366"/>
                  </a:lnTo>
                  <a:lnTo>
                    <a:pt x="479" y="365"/>
                  </a:lnTo>
                  <a:lnTo>
                    <a:pt x="479" y="362"/>
                  </a:lnTo>
                  <a:lnTo>
                    <a:pt x="478" y="360"/>
                  </a:lnTo>
                  <a:lnTo>
                    <a:pt x="479" y="358"/>
                  </a:lnTo>
                  <a:lnTo>
                    <a:pt x="480" y="356"/>
                  </a:lnTo>
                  <a:lnTo>
                    <a:pt x="482" y="355"/>
                  </a:lnTo>
                  <a:lnTo>
                    <a:pt x="483" y="353"/>
                  </a:lnTo>
                  <a:lnTo>
                    <a:pt x="484" y="351"/>
                  </a:lnTo>
                  <a:lnTo>
                    <a:pt x="486" y="350"/>
                  </a:lnTo>
                  <a:lnTo>
                    <a:pt x="489" y="350"/>
                  </a:lnTo>
                  <a:lnTo>
                    <a:pt x="493" y="352"/>
                  </a:lnTo>
                  <a:lnTo>
                    <a:pt x="496" y="353"/>
                  </a:lnTo>
                  <a:lnTo>
                    <a:pt x="497" y="352"/>
                  </a:lnTo>
                  <a:lnTo>
                    <a:pt x="499" y="349"/>
                  </a:lnTo>
                  <a:lnTo>
                    <a:pt x="501" y="347"/>
                  </a:lnTo>
                  <a:lnTo>
                    <a:pt x="504" y="345"/>
                  </a:lnTo>
                  <a:lnTo>
                    <a:pt x="507" y="345"/>
                  </a:lnTo>
                  <a:lnTo>
                    <a:pt x="510" y="346"/>
                  </a:lnTo>
                  <a:lnTo>
                    <a:pt x="513" y="347"/>
                  </a:lnTo>
                  <a:lnTo>
                    <a:pt x="516" y="348"/>
                  </a:lnTo>
                  <a:lnTo>
                    <a:pt x="518" y="349"/>
                  </a:lnTo>
                  <a:lnTo>
                    <a:pt x="520" y="351"/>
                  </a:lnTo>
                  <a:lnTo>
                    <a:pt x="522" y="353"/>
                  </a:lnTo>
                  <a:lnTo>
                    <a:pt x="524" y="355"/>
                  </a:lnTo>
                  <a:lnTo>
                    <a:pt x="527" y="356"/>
                  </a:lnTo>
                  <a:lnTo>
                    <a:pt x="530" y="357"/>
                  </a:lnTo>
                  <a:lnTo>
                    <a:pt x="532" y="359"/>
                  </a:lnTo>
                  <a:lnTo>
                    <a:pt x="532" y="361"/>
                  </a:lnTo>
                  <a:lnTo>
                    <a:pt x="532" y="363"/>
                  </a:lnTo>
                  <a:lnTo>
                    <a:pt x="533" y="365"/>
                  </a:lnTo>
                  <a:lnTo>
                    <a:pt x="536" y="366"/>
                  </a:lnTo>
                  <a:lnTo>
                    <a:pt x="540" y="368"/>
                  </a:lnTo>
                  <a:close/>
                </a:path>
              </a:pathLst>
            </a:custGeom>
            <a:solidFill>
              <a:srgbClr val="0072B2">
                <a:alpha val="10800"/>
              </a:srgbClr>
            </a:solidFill>
            <a:ln>
              <a:noFill/>
            </a:ln>
          </p:spPr>
          <p:txBody>
            <a:bodyPr anchor="ctr"/>
            <a:lstStyle/>
            <a:p>
              <a:pPr algn="ctr">
                <a:buNone/>
              </a:pPr>
            </a:p>
          </p:txBody>
        </p:sp>
        <p:sp>
          <p:nvSpPr>
            <p:cNvPr id="7529" name="addition:spatial:18">
              <a:extLst>
                <a:ext uri="{FF2B5EF4-FFF2-40B4-BE49-F238E27FC236}">
                  <ns2:creationId id="{60E7A19E-4520-4673-B140-40C4B1F891FD}"/>
                </a:ext>
              </a:extLst>
            </p:cNvPr>
            <p:cNvSpPr>
              <a:spLocks noGrp="1"/>
            </p:cNvSpPr>
            <p:nvPr/>
          </p:nvSpPr>
          <p:spPr>
            <a:xfrm>
              <a:off x="5648325" y="1666875"/>
              <a:ext cx="757077" cy="647898"/>
            </a:xfrm>
            <a:custGeom>
              <a:rect l="l" t="t" r="r" b="b"/>
              <a:pathLst>
                <a:path w="571" h="383">
                  <a:moveTo>
                    <a:pt x="0" y="0"/>
                  </a:moveTo>
                  <a:moveTo>
                    <a:pt x="571" y="363"/>
                  </a:moveTo>
                  <a:lnTo>
                    <a:pt x="570" y="365"/>
                  </a:lnTo>
                  <a:lnTo>
                    <a:pt x="568" y="366"/>
                  </a:lnTo>
                  <a:lnTo>
                    <a:pt x="568" y="368"/>
                  </a:lnTo>
                  <a:lnTo>
                    <a:pt x="569" y="369"/>
                  </a:lnTo>
                  <a:lnTo>
                    <a:pt x="570" y="371"/>
                  </a:lnTo>
                  <a:lnTo>
                    <a:pt x="570" y="373"/>
                  </a:lnTo>
                  <a:lnTo>
                    <a:pt x="569" y="375"/>
                  </a:lnTo>
                  <a:lnTo>
                    <a:pt x="568" y="376"/>
                  </a:lnTo>
                  <a:lnTo>
                    <a:pt x="566" y="377"/>
                  </a:lnTo>
                  <a:lnTo>
                    <a:pt x="565" y="378"/>
                  </a:lnTo>
                  <a:lnTo>
                    <a:pt x="562" y="378"/>
                  </a:lnTo>
                  <a:lnTo>
                    <a:pt x="560" y="378"/>
                  </a:lnTo>
                  <a:lnTo>
                    <a:pt x="557" y="377"/>
                  </a:lnTo>
                  <a:lnTo>
                    <a:pt x="556" y="377"/>
                  </a:lnTo>
                  <a:lnTo>
                    <a:pt x="555" y="378"/>
                  </a:lnTo>
                  <a:lnTo>
                    <a:pt x="553" y="381"/>
                  </a:lnTo>
                  <a:lnTo>
                    <a:pt x="551" y="383"/>
                  </a:lnTo>
                  <a:lnTo>
                    <a:pt x="549" y="383"/>
                  </a:lnTo>
                  <a:lnTo>
                    <a:pt x="546" y="382"/>
                  </a:lnTo>
                  <a:lnTo>
                    <a:pt x="544" y="381"/>
                  </a:lnTo>
                  <a:lnTo>
                    <a:pt x="542" y="380"/>
                  </a:lnTo>
                  <a:lnTo>
                    <a:pt x="539" y="380"/>
                  </a:lnTo>
                  <a:lnTo>
                    <a:pt x="537" y="379"/>
                  </a:lnTo>
                  <a:lnTo>
                    <a:pt x="535" y="378"/>
                  </a:lnTo>
                  <a:lnTo>
                    <a:pt x="534" y="377"/>
                  </a:lnTo>
                  <a:lnTo>
                    <a:pt x="532" y="375"/>
                  </a:lnTo>
                  <a:lnTo>
                    <a:pt x="530" y="374"/>
                  </a:lnTo>
                  <a:lnTo>
                    <a:pt x="528" y="373"/>
                  </a:lnTo>
                  <a:lnTo>
                    <a:pt x="527" y="372"/>
                  </a:lnTo>
                  <a:lnTo>
                    <a:pt x="527" y="370"/>
                  </a:lnTo>
                  <a:lnTo>
                    <a:pt x="526" y="369"/>
                  </a:lnTo>
                  <a:lnTo>
                    <a:pt x="524" y="368"/>
                  </a:lnTo>
                  <a:lnTo>
                    <a:pt x="521" y="367"/>
                  </a:lnTo>
                  <a:lnTo>
                    <a:pt x="518" y="365"/>
                  </a:lnTo>
                  <a:lnTo>
                    <a:pt x="517" y="363"/>
                  </a:lnTo>
                  <a:lnTo>
                    <a:pt x="519" y="362"/>
                  </a:lnTo>
                  <a:lnTo>
                    <a:pt x="522" y="360"/>
                  </a:lnTo>
                  <a:lnTo>
                    <a:pt x="525" y="359"/>
                  </a:lnTo>
                  <a:lnTo>
                    <a:pt x="527" y="358"/>
                  </a:lnTo>
                  <a:lnTo>
                    <a:pt x="527" y="357"/>
                  </a:lnTo>
                  <a:lnTo>
                    <a:pt x="528" y="355"/>
                  </a:lnTo>
                  <a:lnTo>
                    <a:pt x="530" y="354"/>
                  </a:lnTo>
                  <a:lnTo>
                    <a:pt x="531" y="353"/>
                  </a:lnTo>
                  <a:lnTo>
                    <a:pt x="532" y="351"/>
                  </a:lnTo>
                  <a:lnTo>
                    <a:pt x="533" y="349"/>
                  </a:lnTo>
                  <a:lnTo>
                    <a:pt x="535" y="348"/>
                  </a:lnTo>
                  <a:lnTo>
                    <a:pt x="537" y="347"/>
                  </a:lnTo>
                  <a:lnTo>
                    <a:pt x="540" y="347"/>
                  </a:lnTo>
                  <a:lnTo>
                    <a:pt x="542" y="347"/>
                  </a:lnTo>
                  <a:lnTo>
                    <a:pt x="544" y="346"/>
                  </a:lnTo>
                  <a:lnTo>
                    <a:pt x="546" y="345"/>
                  </a:lnTo>
                  <a:lnTo>
                    <a:pt x="549" y="344"/>
                  </a:lnTo>
                  <a:lnTo>
                    <a:pt x="551" y="345"/>
                  </a:lnTo>
                  <a:lnTo>
                    <a:pt x="553" y="347"/>
                  </a:lnTo>
                  <a:lnTo>
                    <a:pt x="554" y="349"/>
                  </a:lnTo>
                  <a:lnTo>
                    <a:pt x="556" y="350"/>
                  </a:lnTo>
                  <a:lnTo>
                    <a:pt x="557" y="349"/>
                  </a:lnTo>
                  <a:lnTo>
                    <a:pt x="560" y="349"/>
                  </a:lnTo>
                  <a:lnTo>
                    <a:pt x="562" y="349"/>
                  </a:lnTo>
                  <a:lnTo>
                    <a:pt x="564" y="349"/>
                  </a:lnTo>
                  <a:lnTo>
                    <a:pt x="566" y="350"/>
                  </a:lnTo>
                  <a:lnTo>
                    <a:pt x="568" y="351"/>
                  </a:lnTo>
                  <a:lnTo>
                    <a:pt x="569" y="352"/>
                  </a:lnTo>
                  <a:lnTo>
                    <a:pt x="570" y="354"/>
                  </a:lnTo>
                  <a:lnTo>
                    <a:pt x="568" y="356"/>
                  </a:lnTo>
                  <a:lnTo>
                    <a:pt x="567" y="358"/>
                  </a:lnTo>
                  <a:lnTo>
                    <a:pt x="566" y="359"/>
                  </a:lnTo>
                  <a:lnTo>
                    <a:pt x="568" y="361"/>
                  </a:lnTo>
                  <a:lnTo>
                    <a:pt x="570" y="362"/>
                  </a:lnTo>
                  <a:close/>
                </a:path>
              </a:pathLst>
            </a:custGeom>
            <a:solidFill>
              <a:srgbClr val="0072B2">
                <a:alpha val="10800"/>
              </a:srgbClr>
            </a:solidFill>
            <a:ln>
              <a:noFill/>
            </a:ln>
          </p:spPr>
          <p:txBody>
            <a:bodyPr anchor="ctr"/>
            <a:lstStyle/>
            <a:p>
              <a:pPr algn="ctr">
                <a:buNone/>
              </a:pPr>
            </a:p>
          </p:txBody>
        </p:sp>
        <p:sp>
          <p:nvSpPr>
            <p:cNvPr id="7530" name="addition:spatial:19">
              <a:extLst>
                <a:ext uri="{FF2B5EF4-FFF2-40B4-BE49-F238E27FC236}">
                  <ns2:creationId id="{F4F4A94C-0746-4E6E-9BBE-BC1EC2F86B52}"/>
                </a:ext>
              </a:extLst>
            </p:cNvPr>
            <p:cNvSpPr>
              <a:spLocks noGrp="1"/>
            </p:cNvSpPr>
            <p:nvPr/>
          </p:nvSpPr>
          <p:spPr>
            <a:xfrm>
              <a:off x="5648325" y="1666875"/>
              <a:ext cx="806135" cy="710489"/>
            </a:xfrm>
            <a:custGeom>
              <a:rect l="l" t="t" r="r" b="b"/>
              <a:pathLst>
                <a:path w="608" h="420">
                  <a:moveTo>
                    <a:pt x="0" y="0"/>
                  </a:moveTo>
                  <a:moveTo>
                    <a:pt x="606" y="394"/>
                  </a:moveTo>
                  <a:lnTo>
                    <a:pt x="601" y="396"/>
                  </a:lnTo>
                  <a:lnTo>
                    <a:pt x="597" y="398"/>
                  </a:lnTo>
                  <a:lnTo>
                    <a:pt x="596" y="400"/>
                  </a:lnTo>
                  <a:lnTo>
                    <a:pt x="596" y="402"/>
                  </a:lnTo>
                  <a:lnTo>
                    <a:pt x="595" y="404"/>
                  </a:lnTo>
                  <a:lnTo>
                    <a:pt x="594" y="406"/>
                  </a:lnTo>
                  <a:lnTo>
                    <a:pt x="591" y="407"/>
                  </a:lnTo>
                  <a:lnTo>
                    <a:pt x="589" y="409"/>
                  </a:lnTo>
                  <a:lnTo>
                    <a:pt x="587" y="410"/>
                  </a:lnTo>
                  <a:lnTo>
                    <a:pt x="586" y="413"/>
                  </a:lnTo>
                  <a:lnTo>
                    <a:pt x="583" y="414"/>
                  </a:lnTo>
                  <a:lnTo>
                    <a:pt x="581" y="415"/>
                  </a:lnTo>
                  <a:lnTo>
                    <a:pt x="577" y="416"/>
                  </a:lnTo>
                  <a:lnTo>
                    <a:pt x="575" y="417"/>
                  </a:lnTo>
                  <a:lnTo>
                    <a:pt x="572" y="419"/>
                  </a:lnTo>
                  <a:lnTo>
                    <a:pt x="569" y="420"/>
                  </a:lnTo>
                  <a:lnTo>
                    <a:pt x="566" y="419"/>
                  </a:lnTo>
                  <a:lnTo>
                    <a:pt x="564" y="416"/>
                  </a:lnTo>
                  <a:lnTo>
                    <a:pt x="562" y="413"/>
                  </a:lnTo>
                  <a:lnTo>
                    <a:pt x="560" y="412"/>
                  </a:lnTo>
                  <a:lnTo>
                    <a:pt x="557" y="413"/>
                  </a:lnTo>
                  <a:lnTo>
                    <a:pt x="554" y="415"/>
                  </a:lnTo>
                  <a:lnTo>
                    <a:pt x="551" y="416"/>
                  </a:lnTo>
                  <a:lnTo>
                    <a:pt x="548" y="415"/>
                  </a:lnTo>
                  <a:lnTo>
                    <a:pt x="546" y="414"/>
                  </a:lnTo>
                  <a:lnTo>
                    <a:pt x="544" y="412"/>
                  </a:lnTo>
                  <a:lnTo>
                    <a:pt x="542" y="411"/>
                  </a:lnTo>
                  <a:lnTo>
                    <a:pt x="541" y="409"/>
                  </a:lnTo>
                  <a:lnTo>
                    <a:pt x="541" y="406"/>
                  </a:lnTo>
                  <a:lnTo>
                    <a:pt x="542" y="404"/>
                  </a:lnTo>
                  <a:lnTo>
                    <a:pt x="542" y="402"/>
                  </a:lnTo>
                  <a:lnTo>
                    <a:pt x="541" y="400"/>
                  </a:lnTo>
                  <a:lnTo>
                    <a:pt x="538" y="398"/>
                  </a:lnTo>
                  <a:lnTo>
                    <a:pt x="537" y="396"/>
                  </a:lnTo>
                  <a:lnTo>
                    <a:pt x="538" y="394"/>
                  </a:lnTo>
                  <a:lnTo>
                    <a:pt x="540" y="392"/>
                  </a:lnTo>
                  <a:lnTo>
                    <a:pt x="541" y="391"/>
                  </a:lnTo>
                  <a:lnTo>
                    <a:pt x="539" y="388"/>
                  </a:lnTo>
                  <a:lnTo>
                    <a:pt x="537" y="386"/>
                  </a:lnTo>
                  <a:lnTo>
                    <a:pt x="535" y="383"/>
                  </a:lnTo>
                  <a:lnTo>
                    <a:pt x="535" y="380"/>
                  </a:lnTo>
                  <a:lnTo>
                    <a:pt x="538" y="379"/>
                  </a:lnTo>
                  <a:lnTo>
                    <a:pt x="541" y="378"/>
                  </a:lnTo>
                  <a:lnTo>
                    <a:pt x="543" y="377"/>
                  </a:lnTo>
                  <a:lnTo>
                    <a:pt x="546" y="377"/>
                  </a:lnTo>
                  <a:lnTo>
                    <a:pt x="549" y="376"/>
                  </a:lnTo>
                  <a:lnTo>
                    <a:pt x="552" y="376"/>
                  </a:lnTo>
                  <a:lnTo>
                    <a:pt x="554" y="376"/>
                  </a:lnTo>
                  <a:lnTo>
                    <a:pt x="556" y="375"/>
                  </a:lnTo>
                  <a:lnTo>
                    <a:pt x="557" y="372"/>
                  </a:lnTo>
                  <a:lnTo>
                    <a:pt x="560" y="369"/>
                  </a:lnTo>
                  <a:lnTo>
                    <a:pt x="563" y="368"/>
                  </a:lnTo>
                  <a:lnTo>
                    <a:pt x="566" y="370"/>
                  </a:lnTo>
                  <a:lnTo>
                    <a:pt x="570" y="371"/>
                  </a:lnTo>
                  <a:lnTo>
                    <a:pt x="573" y="372"/>
                  </a:lnTo>
                  <a:lnTo>
                    <a:pt x="576" y="372"/>
                  </a:lnTo>
                  <a:lnTo>
                    <a:pt x="580" y="371"/>
                  </a:lnTo>
                  <a:lnTo>
                    <a:pt x="583" y="372"/>
                  </a:lnTo>
                  <a:lnTo>
                    <a:pt x="586" y="374"/>
                  </a:lnTo>
                  <a:lnTo>
                    <a:pt x="587" y="377"/>
                  </a:lnTo>
                  <a:lnTo>
                    <a:pt x="588" y="379"/>
                  </a:lnTo>
                  <a:lnTo>
                    <a:pt x="590" y="380"/>
                  </a:lnTo>
                  <a:lnTo>
                    <a:pt x="593" y="382"/>
                  </a:lnTo>
                  <a:lnTo>
                    <a:pt x="595" y="383"/>
                  </a:lnTo>
                  <a:lnTo>
                    <a:pt x="596" y="385"/>
                  </a:lnTo>
                  <a:lnTo>
                    <a:pt x="599" y="386"/>
                  </a:lnTo>
                  <a:lnTo>
                    <a:pt x="602" y="388"/>
                  </a:lnTo>
                  <a:lnTo>
                    <a:pt x="606" y="389"/>
                  </a:lnTo>
                  <a:lnTo>
                    <a:pt x="608" y="392"/>
                  </a:lnTo>
                  <a:close/>
                </a:path>
              </a:pathLst>
            </a:custGeom>
            <a:solidFill>
              <a:srgbClr val="0072B2">
                <a:alpha val="10800"/>
              </a:srgbClr>
            </a:solidFill>
            <a:ln>
              <a:noFill/>
            </a:ln>
          </p:spPr>
          <p:txBody>
            <a:bodyPr anchor="ctr"/>
            <a:lstStyle/>
            <a:p>
              <a:pPr algn="ctr">
                <a:buNone/>
              </a:pPr>
            </a:p>
          </p:txBody>
        </p:sp>
        <p:sp>
          <p:nvSpPr>
            <p:cNvPr id="7531" name="addition:spatial:20">
              <a:extLst>
                <a:ext uri="{FF2B5EF4-FFF2-40B4-BE49-F238E27FC236}">
                  <ns2:creationId id="{DC5CEC48-30A7-42CB-B31B-19D59AEC788D}"/>
                </a:ext>
              </a:extLst>
            </p:cNvPr>
            <p:cNvSpPr>
              <a:spLocks noGrp="1"/>
            </p:cNvSpPr>
            <p:nvPr/>
          </p:nvSpPr>
          <p:spPr>
            <a:xfrm>
              <a:off x="5648325" y="1666875"/>
              <a:ext cx="737189" cy="729097"/>
            </a:xfrm>
            <a:custGeom>
              <a:rect l="l" t="t" r="r" b="b"/>
              <a:pathLst>
                <a:path w="556" h="431">
                  <a:moveTo>
                    <a:pt x="0" y="0"/>
                  </a:moveTo>
                  <a:moveTo>
                    <a:pt x="554" y="407"/>
                  </a:moveTo>
                  <a:lnTo>
                    <a:pt x="556" y="410"/>
                  </a:lnTo>
                  <a:lnTo>
                    <a:pt x="555" y="411"/>
                  </a:lnTo>
                  <a:lnTo>
                    <a:pt x="552" y="413"/>
                  </a:lnTo>
                  <a:lnTo>
                    <a:pt x="549" y="414"/>
                  </a:lnTo>
                  <a:lnTo>
                    <a:pt x="548" y="416"/>
                  </a:lnTo>
                  <a:lnTo>
                    <a:pt x="548" y="417"/>
                  </a:lnTo>
                  <a:lnTo>
                    <a:pt x="547" y="419"/>
                  </a:lnTo>
                  <a:lnTo>
                    <a:pt x="545" y="420"/>
                  </a:lnTo>
                  <a:lnTo>
                    <a:pt x="542" y="421"/>
                  </a:lnTo>
                  <a:lnTo>
                    <a:pt x="540" y="422"/>
                  </a:lnTo>
                  <a:lnTo>
                    <a:pt x="538" y="423"/>
                  </a:lnTo>
                  <a:lnTo>
                    <a:pt x="536" y="424"/>
                  </a:lnTo>
                  <a:lnTo>
                    <a:pt x="534" y="425"/>
                  </a:lnTo>
                  <a:lnTo>
                    <a:pt x="531" y="426"/>
                  </a:lnTo>
                  <a:lnTo>
                    <a:pt x="528" y="426"/>
                  </a:lnTo>
                  <a:lnTo>
                    <a:pt x="526" y="428"/>
                  </a:lnTo>
                  <a:lnTo>
                    <a:pt x="523" y="430"/>
                  </a:lnTo>
                  <a:lnTo>
                    <a:pt x="519" y="431"/>
                  </a:lnTo>
                  <a:lnTo>
                    <a:pt x="516" y="429"/>
                  </a:lnTo>
                  <a:lnTo>
                    <a:pt x="514" y="427"/>
                  </a:lnTo>
                  <a:lnTo>
                    <a:pt x="512" y="424"/>
                  </a:lnTo>
                  <a:lnTo>
                    <a:pt x="511" y="422"/>
                  </a:lnTo>
                  <a:lnTo>
                    <a:pt x="508" y="422"/>
                  </a:lnTo>
                  <a:lnTo>
                    <a:pt x="505" y="423"/>
                  </a:lnTo>
                  <a:lnTo>
                    <a:pt x="503" y="422"/>
                  </a:lnTo>
                  <a:lnTo>
                    <a:pt x="500" y="422"/>
                  </a:lnTo>
                  <a:lnTo>
                    <a:pt x="499" y="420"/>
                  </a:lnTo>
                  <a:lnTo>
                    <a:pt x="497" y="419"/>
                  </a:lnTo>
                  <a:lnTo>
                    <a:pt x="495" y="418"/>
                  </a:lnTo>
                  <a:lnTo>
                    <a:pt x="493" y="417"/>
                  </a:lnTo>
                  <a:lnTo>
                    <a:pt x="494" y="415"/>
                  </a:lnTo>
                  <a:lnTo>
                    <a:pt x="495" y="413"/>
                  </a:lnTo>
                  <a:lnTo>
                    <a:pt x="495" y="411"/>
                  </a:lnTo>
                  <a:lnTo>
                    <a:pt x="494" y="409"/>
                  </a:lnTo>
                  <a:lnTo>
                    <a:pt x="493" y="407"/>
                  </a:lnTo>
                  <a:lnTo>
                    <a:pt x="494" y="406"/>
                  </a:lnTo>
                  <a:lnTo>
                    <a:pt x="497" y="404"/>
                  </a:lnTo>
                  <a:lnTo>
                    <a:pt x="500" y="403"/>
                  </a:lnTo>
                  <a:lnTo>
                    <a:pt x="502" y="402"/>
                  </a:lnTo>
                  <a:lnTo>
                    <a:pt x="502" y="400"/>
                  </a:lnTo>
                  <a:lnTo>
                    <a:pt x="501" y="398"/>
                  </a:lnTo>
                  <a:lnTo>
                    <a:pt x="500" y="395"/>
                  </a:lnTo>
                  <a:lnTo>
                    <a:pt x="500" y="393"/>
                  </a:lnTo>
                  <a:lnTo>
                    <a:pt x="502" y="392"/>
                  </a:lnTo>
                  <a:lnTo>
                    <a:pt x="505" y="391"/>
                  </a:lnTo>
                  <a:lnTo>
                    <a:pt x="507" y="390"/>
                  </a:lnTo>
                  <a:lnTo>
                    <a:pt x="509" y="389"/>
                  </a:lnTo>
                  <a:lnTo>
                    <a:pt x="512" y="390"/>
                  </a:lnTo>
                  <a:lnTo>
                    <a:pt x="515" y="391"/>
                  </a:lnTo>
                  <a:lnTo>
                    <a:pt x="517" y="391"/>
                  </a:lnTo>
                  <a:lnTo>
                    <a:pt x="518" y="390"/>
                  </a:lnTo>
                  <a:lnTo>
                    <a:pt x="520" y="389"/>
                  </a:lnTo>
                  <a:lnTo>
                    <a:pt x="522" y="387"/>
                  </a:lnTo>
                  <a:lnTo>
                    <a:pt x="525" y="387"/>
                  </a:lnTo>
                  <a:lnTo>
                    <a:pt x="527" y="388"/>
                  </a:lnTo>
                  <a:lnTo>
                    <a:pt x="528" y="390"/>
                  </a:lnTo>
                  <a:lnTo>
                    <a:pt x="531" y="390"/>
                  </a:lnTo>
                  <a:lnTo>
                    <a:pt x="534" y="390"/>
                  </a:lnTo>
                  <a:lnTo>
                    <a:pt x="537" y="389"/>
                  </a:lnTo>
                  <a:lnTo>
                    <a:pt x="540" y="390"/>
                  </a:lnTo>
                  <a:lnTo>
                    <a:pt x="541" y="392"/>
                  </a:lnTo>
                  <a:lnTo>
                    <a:pt x="542" y="394"/>
                  </a:lnTo>
                  <a:lnTo>
                    <a:pt x="542" y="396"/>
                  </a:lnTo>
                  <a:lnTo>
                    <a:pt x="543" y="398"/>
                  </a:lnTo>
                  <a:lnTo>
                    <a:pt x="544" y="400"/>
                  </a:lnTo>
                  <a:lnTo>
                    <a:pt x="544" y="401"/>
                  </a:lnTo>
                  <a:lnTo>
                    <a:pt x="545" y="403"/>
                  </a:lnTo>
                  <a:lnTo>
                    <a:pt x="547" y="404"/>
                  </a:lnTo>
                  <a:lnTo>
                    <a:pt x="550" y="406"/>
                  </a:lnTo>
                  <a:close/>
                </a:path>
              </a:pathLst>
            </a:custGeom>
            <a:solidFill>
              <a:srgbClr val="0072B2">
                <a:alpha val="10800"/>
              </a:srgbClr>
            </a:solidFill>
            <a:ln>
              <a:noFill/>
            </a:ln>
          </p:spPr>
          <p:txBody>
            <a:bodyPr anchor="ctr"/>
            <a:lstStyle/>
            <a:p>
              <a:pPr algn="ctr">
                <a:buNone/>
              </a:pPr>
            </a:p>
          </p:txBody>
        </p:sp>
        <p:sp>
          <p:nvSpPr>
            <p:cNvPr id="7532" name="addition:spatial:21">
              <a:extLst>
                <a:ext uri="{FF2B5EF4-FFF2-40B4-BE49-F238E27FC236}">
                  <ns2:creationId id="{B0A2CA2D-0DF1-4BA3-8FCA-0E6832735F36}"/>
                </a:ext>
              </a:extLst>
            </p:cNvPr>
            <p:cNvSpPr>
              <a:spLocks noGrp="1"/>
            </p:cNvSpPr>
            <p:nvPr/>
          </p:nvSpPr>
          <p:spPr>
            <a:xfrm>
              <a:off x="5648325" y="1666875"/>
              <a:ext cx="1360353" cy="1080958"/>
            </a:xfrm>
            <a:custGeom>
              <a:rect l="l" t="t" r="r" b="b"/>
              <a:pathLst>
                <a:path w="1026" h="639">
                  <a:moveTo>
                    <a:pt x="0" y="0"/>
                  </a:moveTo>
                  <a:moveTo>
                    <a:pt x="1004" y="555"/>
                  </a:moveTo>
                  <a:lnTo>
                    <a:pt x="1010" y="562"/>
                  </a:lnTo>
                  <a:lnTo>
                    <a:pt x="1019" y="570"/>
                  </a:lnTo>
                  <a:lnTo>
                    <a:pt x="1026" y="580"/>
                  </a:lnTo>
                  <a:lnTo>
                    <a:pt x="1023" y="587"/>
                  </a:lnTo>
                  <a:lnTo>
                    <a:pt x="1009" y="592"/>
                  </a:lnTo>
                  <a:lnTo>
                    <a:pt x="991" y="593"/>
                  </a:lnTo>
                  <a:lnTo>
                    <a:pt x="978" y="594"/>
                  </a:lnTo>
                  <a:lnTo>
                    <a:pt x="972" y="599"/>
                  </a:lnTo>
                  <a:lnTo>
                    <a:pt x="970" y="606"/>
                  </a:lnTo>
                  <a:lnTo>
                    <a:pt x="966" y="614"/>
                  </a:lnTo>
                  <a:lnTo>
                    <a:pt x="958" y="619"/>
                  </a:lnTo>
                  <a:lnTo>
                    <a:pt x="950" y="624"/>
                  </a:lnTo>
                  <a:lnTo>
                    <a:pt x="941" y="629"/>
                  </a:lnTo>
                  <a:lnTo>
                    <a:pt x="931" y="635"/>
                  </a:lnTo>
                  <a:lnTo>
                    <a:pt x="920" y="639"/>
                  </a:lnTo>
                  <a:lnTo>
                    <a:pt x="908" y="639"/>
                  </a:lnTo>
                  <a:lnTo>
                    <a:pt x="896" y="635"/>
                  </a:lnTo>
                  <a:lnTo>
                    <a:pt x="885" y="632"/>
                  </a:lnTo>
                  <a:lnTo>
                    <a:pt x="874" y="632"/>
                  </a:lnTo>
                  <a:lnTo>
                    <a:pt x="862" y="635"/>
                  </a:lnTo>
                  <a:lnTo>
                    <a:pt x="851" y="634"/>
                  </a:lnTo>
                  <a:lnTo>
                    <a:pt x="843" y="628"/>
                  </a:lnTo>
                  <a:lnTo>
                    <a:pt x="840" y="618"/>
                  </a:lnTo>
                  <a:lnTo>
                    <a:pt x="837" y="610"/>
                  </a:lnTo>
                  <a:lnTo>
                    <a:pt x="830" y="607"/>
                  </a:lnTo>
                  <a:lnTo>
                    <a:pt x="818" y="608"/>
                  </a:lnTo>
                  <a:lnTo>
                    <a:pt x="804" y="608"/>
                  </a:lnTo>
                  <a:lnTo>
                    <a:pt x="793" y="606"/>
                  </a:lnTo>
                  <a:lnTo>
                    <a:pt x="787" y="600"/>
                  </a:lnTo>
                  <a:lnTo>
                    <a:pt x="784" y="593"/>
                  </a:lnTo>
                  <a:lnTo>
                    <a:pt x="782" y="585"/>
                  </a:lnTo>
                  <a:lnTo>
                    <a:pt x="781" y="578"/>
                  </a:lnTo>
                  <a:lnTo>
                    <a:pt x="786" y="570"/>
                  </a:lnTo>
                  <a:lnTo>
                    <a:pt x="796" y="562"/>
                  </a:lnTo>
                  <a:lnTo>
                    <a:pt x="805" y="555"/>
                  </a:lnTo>
                  <a:lnTo>
                    <a:pt x="808" y="549"/>
                  </a:lnTo>
                  <a:lnTo>
                    <a:pt x="804" y="542"/>
                  </a:lnTo>
                  <a:lnTo>
                    <a:pt x="797" y="534"/>
                  </a:lnTo>
                  <a:lnTo>
                    <a:pt x="797" y="526"/>
                  </a:lnTo>
                  <a:lnTo>
                    <a:pt x="804" y="520"/>
                  </a:lnTo>
                  <a:lnTo>
                    <a:pt x="814" y="516"/>
                  </a:lnTo>
                  <a:lnTo>
                    <a:pt x="820" y="511"/>
                  </a:lnTo>
                  <a:lnTo>
                    <a:pt x="821" y="503"/>
                  </a:lnTo>
                  <a:lnTo>
                    <a:pt x="821" y="494"/>
                  </a:lnTo>
                  <a:lnTo>
                    <a:pt x="825" y="486"/>
                  </a:lnTo>
                  <a:lnTo>
                    <a:pt x="834" y="483"/>
                  </a:lnTo>
                  <a:lnTo>
                    <a:pt x="844" y="482"/>
                  </a:lnTo>
                  <a:lnTo>
                    <a:pt x="854" y="483"/>
                  </a:lnTo>
                  <a:lnTo>
                    <a:pt x="863" y="482"/>
                  </a:lnTo>
                  <a:lnTo>
                    <a:pt x="871" y="483"/>
                  </a:lnTo>
                  <a:lnTo>
                    <a:pt x="879" y="485"/>
                  </a:lnTo>
                  <a:lnTo>
                    <a:pt x="887" y="489"/>
                  </a:lnTo>
                  <a:lnTo>
                    <a:pt x="894" y="488"/>
                  </a:lnTo>
                  <a:lnTo>
                    <a:pt x="902" y="482"/>
                  </a:lnTo>
                  <a:lnTo>
                    <a:pt x="913" y="473"/>
                  </a:lnTo>
                  <a:lnTo>
                    <a:pt x="926" y="468"/>
                  </a:lnTo>
                  <a:lnTo>
                    <a:pt x="936" y="471"/>
                  </a:lnTo>
                  <a:lnTo>
                    <a:pt x="942" y="480"/>
                  </a:lnTo>
                  <a:lnTo>
                    <a:pt x="946" y="489"/>
                  </a:lnTo>
                  <a:lnTo>
                    <a:pt x="952" y="496"/>
                  </a:lnTo>
                  <a:lnTo>
                    <a:pt x="962" y="499"/>
                  </a:lnTo>
                  <a:lnTo>
                    <a:pt x="971" y="503"/>
                  </a:lnTo>
                  <a:lnTo>
                    <a:pt x="977" y="509"/>
                  </a:lnTo>
                  <a:lnTo>
                    <a:pt x="980" y="517"/>
                  </a:lnTo>
                  <a:lnTo>
                    <a:pt x="983" y="523"/>
                  </a:lnTo>
                  <a:lnTo>
                    <a:pt x="989" y="529"/>
                  </a:lnTo>
                  <a:lnTo>
                    <a:pt x="996" y="535"/>
                  </a:lnTo>
                  <a:lnTo>
                    <a:pt x="1001" y="541"/>
                  </a:lnTo>
                  <a:lnTo>
                    <a:pt x="1003" y="548"/>
                  </a:lnTo>
                  <a:close/>
                </a:path>
              </a:pathLst>
            </a:custGeom>
            <a:solidFill>
              <a:srgbClr val="F5DAC5">
                <a:alpha val="12900"/>
              </a:srgbClr>
            </a:solidFill>
            <a:ln>
              <a:noFill/>
            </a:ln>
          </p:spPr>
          <p:txBody>
            <a:bodyPr anchor="ctr"/>
            <a:lstStyle/>
            <a:p>
              <a:pPr algn="ctr">
                <a:buNone/>
              </a:pPr>
            </a:p>
          </p:txBody>
        </p:sp>
        <p:sp>
          <p:nvSpPr>
            <p:cNvPr id="7533" name="addition:spatial:22">
              <a:extLst>
                <a:ext uri="{FF2B5EF4-FFF2-40B4-BE49-F238E27FC236}">
                  <ns2:creationId id="{453B1DC6-88B7-4F3E-96B3-5BB951C9E267}"/>
                </a:ext>
              </a:extLst>
            </p:cNvPr>
            <p:cNvSpPr>
              <a:spLocks noGrp="1"/>
            </p:cNvSpPr>
            <p:nvPr/>
          </p:nvSpPr>
          <p:spPr>
            <a:xfrm>
              <a:off x="5648325" y="1666875"/>
              <a:ext cx="1312621" cy="1074191"/>
            </a:xfrm>
            <a:custGeom>
              <a:rect l="l" t="t" r="r" b="b"/>
              <a:pathLst>
                <a:path w="990" h="635">
                  <a:moveTo>
                    <a:pt x="0" y="0"/>
                  </a:moveTo>
                  <a:moveTo>
                    <a:pt x="983" y="560"/>
                  </a:moveTo>
                  <a:lnTo>
                    <a:pt x="986" y="566"/>
                  </a:lnTo>
                  <a:lnTo>
                    <a:pt x="990" y="573"/>
                  </a:lnTo>
                  <a:lnTo>
                    <a:pt x="989" y="579"/>
                  </a:lnTo>
                  <a:lnTo>
                    <a:pt x="984" y="585"/>
                  </a:lnTo>
                  <a:lnTo>
                    <a:pt x="977" y="589"/>
                  </a:lnTo>
                  <a:lnTo>
                    <a:pt x="973" y="594"/>
                  </a:lnTo>
                  <a:lnTo>
                    <a:pt x="971" y="600"/>
                  </a:lnTo>
                  <a:lnTo>
                    <a:pt x="969" y="606"/>
                  </a:lnTo>
                  <a:lnTo>
                    <a:pt x="961" y="610"/>
                  </a:lnTo>
                  <a:lnTo>
                    <a:pt x="950" y="610"/>
                  </a:lnTo>
                  <a:lnTo>
                    <a:pt x="938" y="608"/>
                  </a:lnTo>
                  <a:lnTo>
                    <a:pt x="930" y="609"/>
                  </a:lnTo>
                  <a:lnTo>
                    <a:pt x="926" y="615"/>
                  </a:lnTo>
                  <a:lnTo>
                    <a:pt x="921" y="624"/>
                  </a:lnTo>
                  <a:lnTo>
                    <a:pt x="913" y="632"/>
                  </a:lnTo>
                  <a:lnTo>
                    <a:pt x="904" y="635"/>
                  </a:lnTo>
                  <a:lnTo>
                    <a:pt x="893" y="635"/>
                  </a:lnTo>
                  <a:lnTo>
                    <a:pt x="882" y="633"/>
                  </a:lnTo>
                  <a:lnTo>
                    <a:pt x="872" y="631"/>
                  </a:lnTo>
                  <a:lnTo>
                    <a:pt x="863" y="628"/>
                  </a:lnTo>
                  <a:lnTo>
                    <a:pt x="855" y="622"/>
                  </a:lnTo>
                  <a:lnTo>
                    <a:pt x="850" y="615"/>
                  </a:lnTo>
                  <a:lnTo>
                    <a:pt x="844" y="610"/>
                  </a:lnTo>
                  <a:lnTo>
                    <a:pt x="836" y="610"/>
                  </a:lnTo>
                  <a:lnTo>
                    <a:pt x="824" y="611"/>
                  </a:lnTo>
                  <a:lnTo>
                    <a:pt x="814" y="611"/>
                  </a:lnTo>
                  <a:lnTo>
                    <a:pt x="808" y="606"/>
                  </a:lnTo>
                  <a:lnTo>
                    <a:pt x="807" y="599"/>
                  </a:lnTo>
                  <a:lnTo>
                    <a:pt x="806" y="593"/>
                  </a:lnTo>
                  <a:lnTo>
                    <a:pt x="801" y="588"/>
                  </a:lnTo>
                  <a:lnTo>
                    <a:pt x="792" y="585"/>
                  </a:lnTo>
                  <a:lnTo>
                    <a:pt x="784" y="580"/>
                  </a:lnTo>
                  <a:lnTo>
                    <a:pt x="783" y="573"/>
                  </a:lnTo>
                  <a:lnTo>
                    <a:pt x="788" y="566"/>
                  </a:lnTo>
                  <a:lnTo>
                    <a:pt x="795" y="560"/>
                  </a:lnTo>
                  <a:lnTo>
                    <a:pt x="801" y="554"/>
                  </a:lnTo>
                  <a:lnTo>
                    <a:pt x="806" y="549"/>
                  </a:lnTo>
                  <a:lnTo>
                    <a:pt x="811" y="544"/>
                  </a:lnTo>
                  <a:lnTo>
                    <a:pt x="817" y="539"/>
                  </a:lnTo>
                  <a:lnTo>
                    <a:pt x="822" y="535"/>
                  </a:lnTo>
                  <a:lnTo>
                    <a:pt x="822" y="529"/>
                  </a:lnTo>
                  <a:lnTo>
                    <a:pt x="818" y="520"/>
                  </a:lnTo>
                  <a:lnTo>
                    <a:pt x="816" y="510"/>
                  </a:lnTo>
                  <a:lnTo>
                    <a:pt x="820" y="503"/>
                  </a:lnTo>
                  <a:lnTo>
                    <a:pt x="830" y="501"/>
                  </a:lnTo>
                  <a:lnTo>
                    <a:pt x="842" y="503"/>
                  </a:lnTo>
                  <a:lnTo>
                    <a:pt x="852" y="503"/>
                  </a:lnTo>
                  <a:lnTo>
                    <a:pt x="858" y="501"/>
                  </a:lnTo>
                  <a:lnTo>
                    <a:pt x="863" y="497"/>
                  </a:lnTo>
                  <a:lnTo>
                    <a:pt x="870" y="494"/>
                  </a:lnTo>
                  <a:lnTo>
                    <a:pt x="877" y="495"/>
                  </a:lnTo>
                  <a:lnTo>
                    <a:pt x="884" y="497"/>
                  </a:lnTo>
                  <a:lnTo>
                    <a:pt x="891" y="499"/>
                  </a:lnTo>
                  <a:lnTo>
                    <a:pt x="897" y="498"/>
                  </a:lnTo>
                  <a:lnTo>
                    <a:pt x="904" y="496"/>
                  </a:lnTo>
                  <a:lnTo>
                    <a:pt x="912" y="497"/>
                  </a:lnTo>
                  <a:lnTo>
                    <a:pt x="918" y="499"/>
                  </a:lnTo>
                  <a:lnTo>
                    <a:pt x="926" y="501"/>
                  </a:lnTo>
                  <a:lnTo>
                    <a:pt x="936" y="500"/>
                  </a:lnTo>
                  <a:lnTo>
                    <a:pt x="947" y="500"/>
                  </a:lnTo>
                  <a:lnTo>
                    <a:pt x="956" y="503"/>
                  </a:lnTo>
                  <a:lnTo>
                    <a:pt x="958" y="511"/>
                  </a:lnTo>
                  <a:lnTo>
                    <a:pt x="955" y="521"/>
                  </a:lnTo>
                  <a:lnTo>
                    <a:pt x="950" y="530"/>
                  </a:lnTo>
                  <a:lnTo>
                    <a:pt x="952" y="536"/>
                  </a:lnTo>
                  <a:lnTo>
                    <a:pt x="959" y="539"/>
                  </a:lnTo>
                  <a:lnTo>
                    <a:pt x="969" y="543"/>
                  </a:lnTo>
                  <a:lnTo>
                    <a:pt x="976" y="548"/>
                  </a:lnTo>
                  <a:lnTo>
                    <a:pt x="980" y="554"/>
                  </a:lnTo>
                  <a:close/>
                </a:path>
              </a:pathLst>
            </a:custGeom>
            <a:solidFill>
              <a:srgbClr val="ECB78D">
                <a:alpha val="12900"/>
              </a:srgbClr>
            </a:solidFill>
            <a:ln>
              <a:noFill/>
            </a:ln>
          </p:spPr>
          <p:txBody>
            <a:bodyPr anchor="ctr"/>
            <a:lstStyle/>
            <a:p>
              <a:pPr algn="ctr">
                <a:buNone/>
              </a:pPr>
            </a:p>
          </p:txBody>
        </p:sp>
        <p:sp>
          <p:nvSpPr>
            <p:cNvPr id="7534" name="addition:spatial:23">
              <a:extLst>
                <a:ext uri="{FF2B5EF4-FFF2-40B4-BE49-F238E27FC236}">
                  <ns2:creationId id="{BB1883EA-C2D2-4882-8ABC-4B3E392859C0}"/>
                </a:ext>
              </a:extLst>
            </p:cNvPr>
            <p:cNvSpPr>
              <a:spLocks noGrp="1"/>
            </p:cNvSpPr>
            <p:nvPr/>
          </p:nvSpPr>
          <p:spPr>
            <a:xfrm>
              <a:off x="5648325" y="1666875"/>
              <a:ext cx="1282126" cy="1058967"/>
            </a:xfrm>
            <a:custGeom>
              <a:rect l="l" t="t" r="r" b="b"/>
              <a:pathLst>
                <a:path w="967" h="626">
                  <a:moveTo>
                    <a:pt x="0" y="0"/>
                  </a:moveTo>
                  <a:moveTo>
                    <a:pt x="957" y="565"/>
                  </a:moveTo>
                  <a:lnTo>
                    <a:pt x="960" y="570"/>
                  </a:lnTo>
                  <a:lnTo>
                    <a:pt x="958" y="576"/>
                  </a:lnTo>
                  <a:lnTo>
                    <a:pt x="951" y="580"/>
                  </a:lnTo>
                  <a:lnTo>
                    <a:pt x="943" y="583"/>
                  </a:lnTo>
                  <a:lnTo>
                    <a:pt x="938" y="587"/>
                  </a:lnTo>
                  <a:lnTo>
                    <a:pt x="939" y="593"/>
                  </a:lnTo>
                  <a:lnTo>
                    <a:pt x="941" y="600"/>
                  </a:lnTo>
                  <a:lnTo>
                    <a:pt x="940" y="606"/>
                  </a:lnTo>
                  <a:lnTo>
                    <a:pt x="936" y="611"/>
                  </a:lnTo>
                  <a:lnTo>
                    <a:pt x="931" y="615"/>
                  </a:lnTo>
                  <a:lnTo>
                    <a:pt x="925" y="618"/>
                  </a:lnTo>
                  <a:lnTo>
                    <a:pt x="919" y="621"/>
                  </a:lnTo>
                  <a:lnTo>
                    <a:pt x="911" y="621"/>
                  </a:lnTo>
                  <a:lnTo>
                    <a:pt x="903" y="618"/>
                  </a:lnTo>
                  <a:lnTo>
                    <a:pt x="896" y="614"/>
                  </a:lnTo>
                  <a:lnTo>
                    <a:pt x="890" y="612"/>
                  </a:lnTo>
                  <a:lnTo>
                    <a:pt x="886" y="615"/>
                  </a:lnTo>
                  <a:lnTo>
                    <a:pt x="880" y="622"/>
                  </a:lnTo>
                  <a:lnTo>
                    <a:pt x="873" y="626"/>
                  </a:lnTo>
                  <a:lnTo>
                    <a:pt x="866" y="626"/>
                  </a:lnTo>
                  <a:lnTo>
                    <a:pt x="860" y="623"/>
                  </a:lnTo>
                  <a:lnTo>
                    <a:pt x="855" y="619"/>
                  </a:lnTo>
                  <a:lnTo>
                    <a:pt x="849" y="617"/>
                  </a:lnTo>
                  <a:lnTo>
                    <a:pt x="841" y="616"/>
                  </a:lnTo>
                  <a:lnTo>
                    <a:pt x="833" y="614"/>
                  </a:lnTo>
                  <a:lnTo>
                    <a:pt x="828" y="610"/>
                  </a:lnTo>
                  <a:lnTo>
                    <a:pt x="825" y="604"/>
                  </a:lnTo>
                  <a:lnTo>
                    <a:pt x="822" y="599"/>
                  </a:lnTo>
                  <a:lnTo>
                    <a:pt x="818" y="594"/>
                  </a:lnTo>
                  <a:lnTo>
                    <a:pt x="814" y="589"/>
                  </a:lnTo>
                  <a:lnTo>
                    <a:pt x="813" y="584"/>
                  </a:lnTo>
                  <a:lnTo>
                    <a:pt x="814" y="579"/>
                  </a:lnTo>
                  <a:lnTo>
                    <a:pt x="813" y="574"/>
                  </a:lnTo>
                  <a:lnTo>
                    <a:pt x="807" y="570"/>
                  </a:lnTo>
                  <a:lnTo>
                    <a:pt x="796" y="565"/>
                  </a:lnTo>
                  <a:lnTo>
                    <a:pt x="785" y="559"/>
                  </a:lnTo>
                  <a:lnTo>
                    <a:pt x="782" y="553"/>
                  </a:lnTo>
                  <a:lnTo>
                    <a:pt x="787" y="547"/>
                  </a:lnTo>
                  <a:lnTo>
                    <a:pt x="797" y="544"/>
                  </a:lnTo>
                  <a:lnTo>
                    <a:pt x="805" y="541"/>
                  </a:lnTo>
                  <a:lnTo>
                    <a:pt x="809" y="537"/>
                  </a:lnTo>
                  <a:lnTo>
                    <a:pt x="812" y="532"/>
                  </a:lnTo>
                  <a:lnTo>
                    <a:pt x="817" y="529"/>
                  </a:lnTo>
                  <a:lnTo>
                    <a:pt x="823" y="526"/>
                  </a:lnTo>
                  <a:lnTo>
                    <a:pt x="829" y="523"/>
                  </a:lnTo>
                  <a:lnTo>
                    <a:pt x="834" y="519"/>
                  </a:lnTo>
                  <a:lnTo>
                    <a:pt x="839" y="514"/>
                  </a:lnTo>
                  <a:lnTo>
                    <a:pt x="845" y="510"/>
                  </a:lnTo>
                  <a:lnTo>
                    <a:pt x="854" y="508"/>
                  </a:lnTo>
                  <a:lnTo>
                    <a:pt x="863" y="509"/>
                  </a:lnTo>
                  <a:lnTo>
                    <a:pt x="871" y="508"/>
                  </a:lnTo>
                  <a:lnTo>
                    <a:pt x="879" y="504"/>
                  </a:lnTo>
                  <a:lnTo>
                    <a:pt x="888" y="500"/>
                  </a:lnTo>
                  <a:lnTo>
                    <a:pt x="897" y="498"/>
                  </a:lnTo>
                  <a:lnTo>
                    <a:pt x="905" y="503"/>
                  </a:lnTo>
                  <a:lnTo>
                    <a:pt x="911" y="511"/>
                  </a:lnTo>
                  <a:lnTo>
                    <a:pt x="914" y="518"/>
                  </a:lnTo>
                  <a:lnTo>
                    <a:pt x="919" y="522"/>
                  </a:lnTo>
                  <a:lnTo>
                    <a:pt x="926" y="523"/>
                  </a:lnTo>
                  <a:lnTo>
                    <a:pt x="934" y="523"/>
                  </a:lnTo>
                  <a:lnTo>
                    <a:pt x="941" y="524"/>
                  </a:lnTo>
                  <a:lnTo>
                    <a:pt x="948" y="527"/>
                  </a:lnTo>
                  <a:lnTo>
                    <a:pt x="954" y="529"/>
                  </a:lnTo>
                  <a:lnTo>
                    <a:pt x="961" y="532"/>
                  </a:lnTo>
                  <a:lnTo>
                    <a:pt x="967" y="536"/>
                  </a:lnTo>
                  <a:lnTo>
                    <a:pt x="967" y="542"/>
                  </a:lnTo>
                  <a:lnTo>
                    <a:pt x="962" y="549"/>
                  </a:lnTo>
                  <a:lnTo>
                    <a:pt x="956" y="555"/>
                  </a:lnTo>
                  <a:lnTo>
                    <a:pt x="954" y="560"/>
                  </a:lnTo>
                  <a:close/>
                </a:path>
              </a:pathLst>
            </a:custGeom>
            <a:solidFill>
              <a:srgbClr val="E18B48">
                <a:alpha val="10500"/>
              </a:srgbClr>
            </a:solidFill>
            <a:ln>
              <a:noFill/>
            </a:ln>
          </p:spPr>
          <p:txBody>
            <a:bodyPr anchor="ctr"/>
            <a:lstStyle/>
            <a:p>
              <a:pPr algn="ctr">
                <a:buNone/>
              </a:pPr>
            </a:p>
          </p:txBody>
        </p:sp>
        <p:sp>
          <p:nvSpPr>
            <p:cNvPr id="7535" name="addition:spatial:24">
              <a:extLst>
                <a:ext uri="{FF2B5EF4-FFF2-40B4-BE49-F238E27FC236}">
                  <ns2:creationId id="{C28BBD9E-8137-4687-AB5B-1B7D53389894}"/>
                </a:ext>
              </a:extLst>
            </p:cNvPr>
            <p:cNvSpPr>
              <a:spLocks noGrp="1"/>
            </p:cNvSpPr>
            <p:nvPr/>
          </p:nvSpPr>
          <p:spPr>
            <a:xfrm>
              <a:off x="5648325" y="1666875"/>
              <a:ext cx="1169426" cy="967618"/>
            </a:xfrm>
            <a:custGeom>
              <a:rect l="l" t="t" r="r" b="b"/>
              <a:pathLst>
                <a:path w="882" h="572">
                  <a:moveTo>
                    <a:pt x="0" y="0"/>
                  </a:moveTo>
                  <a:moveTo>
                    <a:pt x="875" y="546"/>
                  </a:moveTo>
                  <a:lnTo>
                    <a:pt x="873" y="548"/>
                  </a:lnTo>
                  <a:lnTo>
                    <a:pt x="874" y="549"/>
                  </a:lnTo>
                  <a:lnTo>
                    <a:pt x="877" y="552"/>
                  </a:lnTo>
                  <a:lnTo>
                    <a:pt x="880" y="555"/>
                  </a:lnTo>
                  <a:lnTo>
                    <a:pt x="880" y="558"/>
                  </a:lnTo>
                  <a:lnTo>
                    <a:pt x="878" y="560"/>
                  </a:lnTo>
                  <a:lnTo>
                    <a:pt x="876" y="561"/>
                  </a:lnTo>
                  <a:lnTo>
                    <a:pt x="874" y="562"/>
                  </a:lnTo>
                  <a:lnTo>
                    <a:pt x="872" y="564"/>
                  </a:lnTo>
                  <a:lnTo>
                    <a:pt x="870" y="566"/>
                  </a:lnTo>
                  <a:lnTo>
                    <a:pt x="867" y="566"/>
                  </a:lnTo>
                  <a:lnTo>
                    <a:pt x="864" y="566"/>
                  </a:lnTo>
                  <a:lnTo>
                    <a:pt x="862" y="567"/>
                  </a:lnTo>
                  <a:lnTo>
                    <a:pt x="860" y="568"/>
                  </a:lnTo>
                  <a:lnTo>
                    <a:pt x="858" y="569"/>
                  </a:lnTo>
                  <a:lnTo>
                    <a:pt x="855" y="570"/>
                  </a:lnTo>
                  <a:lnTo>
                    <a:pt x="852" y="569"/>
                  </a:lnTo>
                  <a:lnTo>
                    <a:pt x="850" y="567"/>
                  </a:lnTo>
                  <a:lnTo>
                    <a:pt x="847" y="568"/>
                  </a:lnTo>
                  <a:lnTo>
                    <a:pt x="844" y="570"/>
                  </a:lnTo>
                  <a:lnTo>
                    <a:pt x="840" y="572"/>
                  </a:lnTo>
                  <a:lnTo>
                    <a:pt x="835" y="572"/>
                  </a:lnTo>
                  <a:lnTo>
                    <a:pt x="833" y="571"/>
                  </a:lnTo>
                  <a:lnTo>
                    <a:pt x="831" y="567"/>
                  </a:lnTo>
                  <a:lnTo>
                    <a:pt x="830" y="564"/>
                  </a:lnTo>
                  <a:lnTo>
                    <a:pt x="828" y="562"/>
                  </a:lnTo>
                  <a:lnTo>
                    <a:pt x="826" y="561"/>
                  </a:lnTo>
                  <a:lnTo>
                    <a:pt x="824" y="559"/>
                  </a:lnTo>
                  <a:lnTo>
                    <a:pt x="823" y="557"/>
                  </a:lnTo>
                  <a:lnTo>
                    <a:pt x="821" y="555"/>
                  </a:lnTo>
                  <a:lnTo>
                    <a:pt x="817" y="554"/>
                  </a:lnTo>
                  <a:lnTo>
                    <a:pt x="813" y="553"/>
                  </a:lnTo>
                  <a:lnTo>
                    <a:pt x="810" y="551"/>
                  </a:lnTo>
                  <a:lnTo>
                    <a:pt x="810" y="548"/>
                  </a:lnTo>
                  <a:lnTo>
                    <a:pt x="812" y="546"/>
                  </a:lnTo>
                  <a:lnTo>
                    <a:pt x="813" y="544"/>
                  </a:lnTo>
                  <a:lnTo>
                    <a:pt x="813" y="541"/>
                  </a:lnTo>
                  <a:lnTo>
                    <a:pt x="812" y="539"/>
                  </a:lnTo>
                  <a:lnTo>
                    <a:pt x="811" y="536"/>
                  </a:lnTo>
                  <a:lnTo>
                    <a:pt x="814" y="534"/>
                  </a:lnTo>
                  <a:lnTo>
                    <a:pt x="818" y="533"/>
                  </a:lnTo>
                  <a:lnTo>
                    <a:pt x="822" y="533"/>
                  </a:lnTo>
                  <a:lnTo>
                    <a:pt x="825" y="532"/>
                  </a:lnTo>
                  <a:lnTo>
                    <a:pt x="827" y="530"/>
                  </a:lnTo>
                  <a:lnTo>
                    <a:pt x="829" y="528"/>
                  </a:lnTo>
                  <a:lnTo>
                    <a:pt x="831" y="526"/>
                  </a:lnTo>
                  <a:lnTo>
                    <a:pt x="833" y="524"/>
                  </a:lnTo>
                  <a:lnTo>
                    <a:pt x="836" y="522"/>
                  </a:lnTo>
                  <a:lnTo>
                    <a:pt x="838" y="520"/>
                  </a:lnTo>
                  <a:lnTo>
                    <a:pt x="842" y="518"/>
                  </a:lnTo>
                  <a:lnTo>
                    <a:pt x="846" y="518"/>
                  </a:lnTo>
                  <a:lnTo>
                    <a:pt x="849" y="520"/>
                  </a:lnTo>
                  <a:lnTo>
                    <a:pt x="853" y="523"/>
                  </a:lnTo>
                  <a:lnTo>
                    <a:pt x="855" y="525"/>
                  </a:lnTo>
                  <a:lnTo>
                    <a:pt x="858" y="525"/>
                  </a:lnTo>
                  <a:lnTo>
                    <a:pt x="861" y="523"/>
                  </a:lnTo>
                  <a:lnTo>
                    <a:pt x="865" y="523"/>
                  </a:lnTo>
                  <a:lnTo>
                    <a:pt x="867" y="524"/>
                  </a:lnTo>
                  <a:lnTo>
                    <a:pt x="868" y="526"/>
                  </a:lnTo>
                  <a:lnTo>
                    <a:pt x="870" y="528"/>
                  </a:lnTo>
                  <a:lnTo>
                    <a:pt x="873" y="529"/>
                  </a:lnTo>
                  <a:lnTo>
                    <a:pt x="876" y="529"/>
                  </a:lnTo>
                  <a:lnTo>
                    <a:pt x="878" y="530"/>
                  </a:lnTo>
                  <a:lnTo>
                    <a:pt x="879" y="532"/>
                  </a:lnTo>
                  <a:lnTo>
                    <a:pt x="880" y="535"/>
                  </a:lnTo>
                  <a:lnTo>
                    <a:pt x="881" y="537"/>
                  </a:lnTo>
                  <a:lnTo>
                    <a:pt x="882" y="539"/>
                  </a:lnTo>
                  <a:lnTo>
                    <a:pt x="882" y="541"/>
                  </a:lnTo>
                  <a:lnTo>
                    <a:pt x="879" y="544"/>
                  </a:lnTo>
                  <a:close/>
                </a:path>
              </a:pathLst>
            </a:custGeom>
            <a:solidFill>
              <a:srgbClr val="ECB78D">
                <a:alpha val="9600"/>
              </a:srgbClr>
            </a:solidFill>
            <a:ln>
              <a:noFill/>
            </a:ln>
          </p:spPr>
          <p:txBody>
            <a:bodyPr anchor="ctr"/>
            <a:lstStyle/>
            <a:p>
              <a:pPr algn="ctr">
                <a:buNone/>
              </a:pPr>
            </a:p>
          </p:txBody>
        </p:sp>
        <p:sp>
          <p:nvSpPr>
            <p:cNvPr id="7536" name="addition:spatial:25">
              <a:extLst>
                <a:ext uri="{FF2B5EF4-FFF2-40B4-BE49-F238E27FC236}">
                  <ns2:creationId id="{19BB1987-8633-42C1-8B65-8A23841D430F}"/>
                </a:ext>
              </a:extLst>
            </p:cNvPr>
            <p:cNvSpPr>
              <a:spLocks noGrp="1"/>
            </p:cNvSpPr>
            <p:nvPr/>
          </p:nvSpPr>
          <p:spPr>
            <a:xfrm>
              <a:off x="5648325" y="1666875"/>
              <a:ext cx="1209203" cy="933785"/>
            </a:xfrm>
            <a:custGeom>
              <a:rect l="l" t="t" r="r" b="b"/>
              <a:pathLst>
                <a:path w="912" h="552">
                  <a:moveTo>
                    <a:pt x="0" y="0"/>
                  </a:moveTo>
                  <a:moveTo>
                    <a:pt x="909" y="526"/>
                  </a:moveTo>
                  <a:lnTo>
                    <a:pt x="911" y="528"/>
                  </a:lnTo>
                  <a:lnTo>
                    <a:pt x="912" y="531"/>
                  </a:lnTo>
                  <a:lnTo>
                    <a:pt x="910" y="533"/>
                  </a:lnTo>
                  <a:lnTo>
                    <a:pt x="906" y="534"/>
                  </a:lnTo>
                  <a:lnTo>
                    <a:pt x="902" y="535"/>
                  </a:lnTo>
                  <a:lnTo>
                    <a:pt x="899" y="537"/>
                  </a:lnTo>
                  <a:lnTo>
                    <a:pt x="898" y="539"/>
                  </a:lnTo>
                  <a:lnTo>
                    <a:pt x="897" y="541"/>
                  </a:lnTo>
                  <a:lnTo>
                    <a:pt x="896" y="543"/>
                  </a:lnTo>
                  <a:lnTo>
                    <a:pt x="894" y="545"/>
                  </a:lnTo>
                  <a:lnTo>
                    <a:pt x="892" y="547"/>
                  </a:lnTo>
                  <a:lnTo>
                    <a:pt x="890" y="550"/>
                  </a:lnTo>
                  <a:lnTo>
                    <a:pt x="888" y="552"/>
                  </a:lnTo>
                  <a:lnTo>
                    <a:pt x="884" y="552"/>
                  </a:lnTo>
                  <a:lnTo>
                    <a:pt x="881" y="550"/>
                  </a:lnTo>
                  <a:lnTo>
                    <a:pt x="877" y="548"/>
                  </a:lnTo>
                  <a:lnTo>
                    <a:pt x="875" y="546"/>
                  </a:lnTo>
                  <a:lnTo>
                    <a:pt x="873" y="547"/>
                  </a:lnTo>
                  <a:lnTo>
                    <a:pt x="870" y="549"/>
                  </a:lnTo>
                  <a:lnTo>
                    <a:pt x="867" y="550"/>
                  </a:lnTo>
                  <a:lnTo>
                    <a:pt x="865" y="549"/>
                  </a:lnTo>
                  <a:lnTo>
                    <a:pt x="863" y="547"/>
                  </a:lnTo>
                  <a:lnTo>
                    <a:pt x="862" y="546"/>
                  </a:lnTo>
                  <a:lnTo>
                    <a:pt x="859" y="546"/>
                  </a:lnTo>
                  <a:lnTo>
                    <a:pt x="856" y="545"/>
                  </a:lnTo>
                  <a:lnTo>
                    <a:pt x="853" y="545"/>
                  </a:lnTo>
                  <a:lnTo>
                    <a:pt x="852" y="543"/>
                  </a:lnTo>
                  <a:lnTo>
                    <a:pt x="851" y="541"/>
                  </a:lnTo>
                  <a:lnTo>
                    <a:pt x="849" y="539"/>
                  </a:lnTo>
                  <a:lnTo>
                    <a:pt x="848" y="537"/>
                  </a:lnTo>
                  <a:lnTo>
                    <a:pt x="847" y="535"/>
                  </a:lnTo>
                  <a:lnTo>
                    <a:pt x="849" y="532"/>
                  </a:lnTo>
                  <a:lnTo>
                    <a:pt x="851" y="530"/>
                  </a:lnTo>
                  <a:lnTo>
                    <a:pt x="853" y="528"/>
                  </a:lnTo>
                  <a:lnTo>
                    <a:pt x="851" y="526"/>
                  </a:lnTo>
                  <a:lnTo>
                    <a:pt x="847" y="524"/>
                  </a:lnTo>
                  <a:lnTo>
                    <a:pt x="844" y="522"/>
                  </a:lnTo>
                  <a:lnTo>
                    <a:pt x="842" y="519"/>
                  </a:lnTo>
                  <a:lnTo>
                    <a:pt x="843" y="517"/>
                  </a:lnTo>
                  <a:lnTo>
                    <a:pt x="846" y="515"/>
                  </a:lnTo>
                  <a:lnTo>
                    <a:pt x="847" y="514"/>
                  </a:lnTo>
                  <a:lnTo>
                    <a:pt x="848" y="512"/>
                  </a:lnTo>
                  <a:lnTo>
                    <a:pt x="850" y="510"/>
                  </a:lnTo>
                  <a:lnTo>
                    <a:pt x="852" y="509"/>
                  </a:lnTo>
                  <a:lnTo>
                    <a:pt x="855" y="509"/>
                  </a:lnTo>
                  <a:lnTo>
                    <a:pt x="857" y="508"/>
                  </a:lnTo>
                  <a:lnTo>
                    <a:pt x="859" y="506"/>
                  </a:lnTo>
                  <a:lnTo>
                    <a:pt x="861" y="505"/>
                  </a:lnTo>
                  <a:lnTo>
                    <a:pt x="864" y="504"/>
                  </a:lnTo>
                  <a:lnTo>
                    <a:pt x="867" y="504"/>
                  </a:lnTo>
                  <a:lnTo>
                    <a:pt x="870" y="505"/>
                  </a:lnTo>
                  <a:lnTo>
                    <a:pt x="872" y="504"/>
                  </a:lnTo>
                  <a:lnTo>
                    <a:pt x="875" y="502"/>
                  </a:lnTo>
                  <a:lnTo>
                    <a:pt x="879" y="500"/>
                  </a:lnTo>
                  <a:lnTo>
                    <a:pt x="883" y="499"/>
                  </a:lnTo>
                  <a:lnTo>
                    <a:pt x="886" y="500"/>
                  </a:lnTo>
                  <a:lnTo>
                    <a:pt x="889" y="503"/>
                  </a:lnTo>
                  <a:lnTo>
                    <a:pt x="890" y="506"/>
                  </a:lnTo>
                  <a:lnTo>
                    <a:pt x="892" y="508"/>
                  </a:lnTo>
                  <a:lnTo>
                    <a:pt x="895" y="509"/>
                  </a:lnTo>
                  <a:lnTo>
                    <a:pt x="897" y="511"/>
                  </a:lnTo>
                  <a:lnTo>
                    <a:pt x="899" y="512"/>
                  </a:lnTo>
                  <a:lnTo>
                    <a:pt x="901" y="514"/>
                  </a:lnTo>
                  <a:lnTo>
                    <a:pt x="905" y="514"/>
                  </a:lnTo>
                  <a:lnTo>
                    <a:pt x="908" y="515"/>
                  </a:lnTo>
                  <a:lnTo>
                    <a:pt x="911" y="517"/>
                  </a:lnTo>
                  <a:lnTo>
                    <a:pt x="912" y="519"/>
                  </a:lnTo>
                  <a:lnTo>
                    <a:pt x="911" y="522"/>
                  </a:lnTo>
                  <a:lnTo>
                    <a:pt x="909" y="524"/>
                  </a:lnTo>
                  <a:close/>
                </a:path>
              </a:pathLst>
            </a:custGeom>
            <a:solidFill>
              <a:srgbClr val="ECB78D">
                <a:alpha val="9600"/>
              </a:srgbClr>
            </a:solidFill>
            <a:ln>
              <a:noFill/>
            </a:ln>
          </p:spPr>
          <p:txBody>
            <a:bodyPr anchor="ctr"/>
            <a:lstStyle/>
            <a:p>
              <a:pPr algn="ctr">
                <a:buNone/>
              </a:pPr>
            </a:p>
          </p:txBody>
        </p:sp>
        <p:sp>
          <p:nvSpPr>
            <p:cNvPr id="7537" name="addition:spatial:26">
              <a:extLst>
                <a:ext uri="{FF2B5EF4-FFF2-40B4-BE49-F238E27FC236}">
                  <ns2:creationId id="{1A99B178-6DAD-47BB-B1AC-C2CFFB17AFDB}"/>
                </a:ext>
              </a:extLst>
            </p:cNvPr>
            <p:cNvSpPr>
              <a:spLocks noGrp="1"/>
            </p:cNvSpPr>
            <p:nvPr/>
          </p:nvSpPr>
          <p:spPr>
            <a:xfrm>
              <a:off x="5648325" y="1666875"/>
              <a:ext cx="1255608" cy="945627"/>
            </a:xfrm>
            <a:custGeom>
              <a:rect l="l" t="t" r="r" b="b"/>
              <a:pathLst>
                <a:path w="947" h="559">
                  <a:moveTo>
                    <a:pt x="0" y="0"/>
                  </a:moveTo>
                  <a:moveTo>
                    <a:pt x="946" y="532"/>
                  </a:moveTo>
                  <a:lnTo>
                    <a:pt x="945" y="534"/>
                  </a:lnTo>
                  <a:lnTo>
                    <a:pt x="942" y="536"/>
                  </a:lnTo>
                  <a:lnTo>
                    <a:pt x="938" y="538"/>
                  </a:lnTo>
                  <a:lnTo>
                    <a:pt x="936" y="539"/>
                  </a:lnTo>
                  <a:lnTo>
                    <a:pt x="936" y="542"/>
                  </a:lnTo>
                  <a:lnTo>
                    <a:pt x="936" y="545"/>
                  </a:lnTo>
                  <a:lnTo>
                    <a:pt x="935" y="547"/>
                  </a:lnTo>
                  <a:lnTo>
                    <a:pt x="932" y="549"/>
                  </a:lnTo>
                  <a:lnTo>
                    <a:pt x="929" y="549"/>
                  </a:lnTo>
                  <a:lnTo>
                    <a:pt x="926" y="550"/>
                  </a:lnTo>
                  <a:lnTo>
                    <a:pt x="924" y="553"/>
                  </a:lnTo>
                  <a:lnTo>
                    <a:pt x="923" y="556"/>
                  </a:lnTo>
                  <a:lnTo>
                    <a:pt x="921" y="559"/>
                  </a:lnTo>
                  <a:lnTo>
                    <a:pt x="917" y="559"/>
                  </a:lnTo>
                  <a:lnTo>
                    <a:pt x="914" y="559"/>
                  </a:lnTo>
                  <a:lnTo>
                    <a:pt x="911" y="557"/>
                  </a:lnTo>
                  <a:lnTo>
                    <a:pt x="908" y="556"/>
                  </a:lnTo>
                  <a:lnTo>
                    <a:pt x="905" y="556"/>
                  </a:lnTo>
                  <a:lnTo>
                    <a:pt x="903" y="555"/>
                  </a:lnTo>
                  <a:lnTo>
                    <a:pt x="901" y="553"/>
                  </a:lnTo>
                  <a:lnTo>
                    <a:pt x="899" y="552"/>
                  </a:lnTo>
                  <a:lnTo>
                    <a:pt x="896" y="553"/>
                  </a:lnTo>
                  <a:lnTo>
                    <a:pt x="893" y="555"/>
                  </a:lnTo>
                  <a:lnTo>
                    <a:pt x="889" y="556"/>
                  </a:lnTo>
                  <a:lnTo>
                    <a:pt x="886" y="555"/>
                  </a:lnTo>
                  <a:lnTo>
                    <a:pt x="885" y="552"/>
                  </a:lnTo>
                  <a:lnTo>
                    <a:pt x="886" y="549"/>
                  </a:lnTo>
                  <a:lnTo>
                    <a:pt x="885" y="546"/>
                  </a:lnTo>
                  <a:lnTo>
                    <a:pt x="883" y="545"/>
                  </a:lnTo>
                  <a:lnTo>
                    <a:pt x="881" y="543"/>
                  </a:lnTo>
                  <a:lnTo>
                    <a:pt x="880" y="541"/>
                  </a:lnTo>
                  <a:lnTo>
                    <a:pt x="880" y="538"/>
                  </a:lnTo>
                  <a:lnTo>
                    <a:pt x="881" y="536"/>
                  </a:lnTo>
                  <a:lnTo>
                    <a:pt x="881" y="534"/>
                  </a:lnTo>
                  <a:lnTo>
                    <a:pt x="880" y="532"/>
                  </a:lnTo>
                  <a:lnTo>
                    <a:pt x="879" y="529"/>
                  </a:lnTo>
                  <a:lnTo>
                    <a:pt x="879" y="527"/>
                  </a:lnTo>
                  <a:lnTo>
                    <a:pt x="879" y="525"/>
                  </a:lnTo>
                  <a:lnTo>
                    <a:pt x="878" y="522"/>
                  </a:lnTo>
                  <a:lnTo>
                    <a:pt x="877" y="519"/>
                  </a:lnTo>
                  <a:lnTo>
                    <a:pt x="875" y="516"/>
                  </a:lnTo>
                  <a:lnTo>
                    <a:pt x="876" y="514"/>
                  </a:lnTo>
                  <a:lnTo>
                    <a:pt x="880" y="513"/>
                  </a:lnTo>
                  <a:lnTo>
                    <a:pt x="885" y="514"/>
                  </a:lnTo>
                  <a:lnTo>
                    <a:pt x="889" y="514"/>
                  </a:lnTo>
                  <a:lnTo>
                    <a:pt x="891" y="513"/>
                  </a:lnTo>
                  <a:lnTo>
                    <a:pt x="892" y="511"/>
                  </a:lnTo>
                  <a:lnTo>
                    <a:pt x="894" y="509"/>
                  </a:lnTo>
                  <a:lnTo>
                    <a:pt x="896" y="507"/>
                  </a:lnTo>
                  <a:lnTo>
                    <a:pt x="899" y="507"/>
                  </a:lnTo>
                  <a:lnTo>
                    <a:pt x="902" y="506"/>
                  </a:lnTo>
                  <a:lnTo>
                    <a:pt x="905" y="505"/>
                  </a:lnTo>
                  <a:lnTo>
                    <a:pt x="908" y="504"/>
                  </a:lnTo>
                  <a:lnTo>
                    <a:pt x="912" y="504"/>
                  </a:lnTo>
                  <a:lnTo>
                    <a:pt x="915" y="506"/>
                  </a:lnTo>
                  <a:lnTo>
                    <a:pt x="918" y="507"/>
                  </a:lnTo>
                  <a:lnTo>
                    <a:pt x="921" y="508"/>
                  </a:lnTo>
                  <a:lnTo>
                    <a:pt x="925" y="508"/>
                  </a:lnTo>
                  <a:lnTo>
                    <a:pt x="928" y="509"/>
                  </a:lnTo>
                  <a:lnTo>
                    <a:pt x="931" y="511"/>
                  </a:lnTo>
                  <a:lnTo>
                    <a:pt x="931" y="514"/>
                  </a:lnTo>
                  <a:lnTo>
                    <a:pt x="931" y="518"/>
                  </a:lnTo>
                  <a:lnTo>
                    <a:pt x="932" y="519"/>
                  </a:lnTo>
                  <a:lnTo>
                    <a:pt x="936" y="520"/>
                  </a:lnTo>
                  <a:lnTo>
                    <a:pt x="941" y="520"/>
                  </a:lnTo>
                  <a:lnTo>
                    <a:pt x="945" y="522"/>
                  </a:lnTo>
                  <a:lnTo>
                    <a:pt x="946" y="524"/>
                  </a:lnTo>
                  <a:lnTo>
                    <a:pt x="947" y="527"/>
                  </a:lnTo>
                  <a:lnTo>
                    <a:pt x="947" y="529"/>
                  </a:lnTo>
                  <a:close/>
                </a:path>
              </a:pathLst>
            </a:custGeom>
            <a:solidFill>
              <a:srgbClr val="ECB78D">
                <a:alpha val="9600"/>
              </a:srgbClr>
            </a:solidFill>
            <a:ln>
              <a:noFill/>
            </a:ln>
          </p:spPr>
          <p:txBody>
            <a:bodyPr anchor="ctr"/>
            <a:lstStyle/>
            <a:p>
              <a:pPr algn="ctr">
                <a:buNone/>
              </a:pPr>
            </a:p>
          </p:txBody>
        </p:sp>
        <p:sp>
          <p:nvSpPr>
            <p:cNvPr id="7538" name="addition:spatial:27">
              <a:extLst>
                <a:ext uri="{FF2B5EF4-FFF2-40B4-BE49-F238E27FC236}">
                  <ns2:creationId id="{D69B5D72-2844-4D78-B991-76567106D94E}"/>
                </a:ext>
              </a:extLst>
            </p:cNvPr>
            <p:cNvSpPr>
              <a:spLocks noGrp="1"/>
            </p:cNvSpPr>
            <p:nvPr/>
          </p:nvSpPr>
          <p:spPr>
            <a:xfrm>
              <a:off x="5648325" y="1666875"/>
              <a:ext cx="1287429" cy="984534"/>
            </a:xfrm>
            <a:custGeom>
              <a:rect l="l" t="t" r="r" b="b"/>
              <a:pathLst>
                <a:path w="971" h="582">
                  <a:moveTo>
                    <a:pt x="0" y="0"/>
                  </a:moveTo>
                  <a:moveTo>
                    <a:pt x="962" y="553"/>
                  </a:moveTo>
                  <a:lnTo>
                    <a:pt x="961" y="555"/>
                  </a:lnTo>
                  <a:lnTo>
                    <a:pt x="962" y="558"/>
                  </a:lnTo>
                  <a:lnTo>
                    <a:pt x="963" y="560"/>
                  </a:lnTo>
                  <a:lnTo>
                    <a:pt x="964" y="563"/>
                  </a:lnTo>
                  <a:lnTo>
                    <a:pt x="964" y="565"/>
                  </a:lnTo>
                  <a:lnTo>
                    <a:pt x="964" y="568"/>
                  </a:lnTo>
                  <a:lnTo>
                    <a:pt x="964" y="572"/>
                  </a:lnTo>
                  <a:lnTo>
                    <a:pt x="963" y="574"/>
                  </a:lnTo>
                  <a:lnTo>
                    <a:pt x="960" y="576"/>
                  </a:lnTo>
                  <a:lnTo>
                    <a:pt x="956" y="575"/>
                  </a:lnTo>
                  <a:lnTo>
                    <a:pt x="952" y="575"/>
                  </a:lnTo>
                  <a:lnTo>
                    <a:pt x="949" y="575"/>
                  </a:lnTo>
                  <a:lnTo>
                    <a:pt x="948" y="577"/>
                  </a:lnTo>
                  <a:lnTo>
                    <a:pt x="946" y="579"/>
                  </a:lnTo>
                  <a:lnTo>
                    <a:pt x="944" y="581"/>
                  </a:lnTo>
                  <a:lnTo>
                    <a:pt x="941" y="580"/>
                  </a:lnTo>
                  <a:lnTo>
                    <a:pt x="938" y="579"/>
                  </a:lnTo>
                  <a:lnTo>
                    <a:pt x="935" y="578"/>
                  </a:lnTo>
                  <a:lnTo>
                    <a:pt x="932" y="580"/>
                  </a:lnTo>
                  <a:lnTo>
                    <a:pt x="929" y="581"/>
                  </a:lnTo>
                  <a:lnTo>
                    <a:pt x="925" y="582"/>
                  </a:lnTo>
                  <a:lnTo>
                    <a:pt x="921" y="581"/>
                  </a:lnTo>
                  <a:lnTo>
                    <a:pt x="918" y="580"/>
                  </a:lnTo>
                  <a:lnTo>
                    <a:pt x="915" y="578"/>
                  </a:lnTo>
                  <a:lnTo>
                    <a:pt x="912" y="577"/>
                  </a:lnTo>
                  <a:lnTo>
                    <a:pt x="910" y="574"/>
                  </a:lnTo>
                  <a:lnTo>
                    <a:pt x="909" y="571"/>
                  </a:lnTo>
                  <a:lnTo>
                    <a:pt x="910" y="567"/>
                  </a:lnTo>
                  <a:lnTo>
                    <a:pt x="909" y="565"/>
                  </a:lnTo>
                  <a:lnTo>
                    <a:pt x="906" y="563"/>
                  </a:lnTo>
                  <a:lnTo>
                    <a:pt x="900" y="563"/>
                  </a:lnTo>
                  <a:lnTo>
                    <a:pt x="895" y="561"/>
                  </a:lnTo>
                  <a:lnTo>
                    <a:pt x="893" y="559"/>
                  </a:lnTo>
                  <a:lnTo>
                    <a:pt x="893" y="556"/>
                  </a:lnTo>
                  <a:lnTo>
                    <a:pt x="895" y="553"/>
                  </a:lnTo>
                  <a:lnTo>
                    <a:pt x="895" y="551"/>
                  </a:lnTo>
                  <a:lnTo>
                    <a:pt x="895" y="548"/>
                  </a:lnTo>
                  <a:lnTo>
                    <a:pt x="895" y="545"/>
                  </a:lnTo>
                  <a:lnTo>
                    <a:pt x="897" y="543"/>
                  </a:lnTo>
                  <a:lnTo>
                    <a:pt x="900" y="541"/>
                  </a:lnTo>
                  <a:lnTo>
                    <a:pt x="902" y="540"/>
                  </a:lnTo>
                  <a:lnTo>
                    <a:pt x="904" y="538"/>
                  </a:lnTo>
                  <a:lnTo>
                    <a:pt x="906" y="535"/>
                  </a:lnTo>
                  <a:lnTo>
                    <a:pt x="909" y="534"/>
                  </a:lnTo>
                  <a:lnTo>
                    <a:pt x="913" y="534"/>
                  </a:lnTo>
                  <a:lnTo>
                    <a:pt x="916" y="533"/>
                  </a:lnTo>
                  <a:lnTo>
                    <a:pt x="919" y="531"/>
                  </a:lnTo>
                  <a:lnTo>
                    <a:pt x="920" y="527"/>
                  </a:lnTo>
                  <a:lnTo>
                    <a:pt x="922" y="523"/>
                  </a:lnTo>
                  <a:lnTo>
                    <a:pt x="926" y="521"/>
                  </a:lnTo>
                  <a:lnTo>
                    <a:pt x="930" y="522"/>
                  </a:lnTo>
                  <a:lnTo>
                    <a:pt x="935" y="524"/>
                  </a:lnTo>
                  <a:lnTo>
                    <a:pt x="938" y="527"/>
                  </a:lnTo>
                  <a:lnTo>
                    <a:pt x="941" y="528"/>
                  </a:lnTo>
                  <a:lnTo>
                    <a:pt x="944" y="528"/>
                  </a:lnTo>
                  <a:lnTo>
                    <a:pt x="947" y="529"/>
                  </a:lnTo>
                  <a:lnTo>
                    <a:pt x="949" y="530"/>
                  </a:lnTo>
                  <a:lnTo>
                    <a:pt x="952" y="531"/>
                  </a:lnTo>
                  <a:lnTo>
                    <a:pt x="955" y="531"/>
                  </a:lnTo>
                  <a:lnTo>
                    <a:pt x="959" y="531"/>
                  </a:lnTo>
                  <a:lnTo>
                    <a:pt x="962" y="532"/>
                  </a:lnTo>
                  <a:lnTo>
                    <a:pt x="963" y="534"/>
                  </a:lnTo>
                  <a:lnTo>
                    <a:pt x="963" y="537"/>
                  </a:lnTo>
                  <a:lnTo>
                    <a:pt x="964" y="539"/>
                  </a:lnTo>
                  <a:lnTo>
                    <a:pt x="966" y="541"/>
                  </a:lnTo>
                  <a:lnTo>
                    <a:pt x="969" y="543"/>
                  </a:lnTo>
                  <a:lnTo>
                    <a:pt x="971" y="545"/>
                  </a:lnTo>
                  <a:lnTo>
                    <a:pt x="970" y="548"/>
                  </a:lnTo>
                  <a:lnTo>
                    <a:pt x="966" y="551"/>
                  </a:lnTo>
                  <a:close/>
                </a:path>
              </a:pathLst>
            </a:custGeom>
            <a:solidFill>
              <a:srgbClr val="ECB78D">
                <a:alpha val="9600"/>
              </a:srgbClr>
            </a:solidFill>
            <a:ln>
              <a:noFill/>
            </a:ln>
          </p:spPr>
          <p:txBody>
            <a:bodyPr anchor="ctr"/>
            <a:lstStyle/>
            <a:p>
              <a:pPr algn="ctr">
                <a:buNone/>
              </a:pPr>
            </a:p>
          </p:txBody>
        </p:sp>
        <p:sp>
          <p:nvSpPr>
            <p:cNvPr id="7539" name="addition:spatial:28">
              <a:extLst>
                <a:ext uri="{FF2B5EF4-FFF2-40B4-BE49-F238E27FC236}">
                  <ns2:creationId id="{8D36C791-5D55-4BAD-951E-687F2B42BC8C}"/>
                </a:ext>
              </a:extLst>
            </p:cNvPr>
            <p:cNvSpPr>
              <a:spLocks noGrp="1"/>
            </p:cNvSpPr>
            <p:nvPr/>
          </p:nvSpPr>
          <p:spPr>
            <a:xfrm>
              <a:off x="5648325" y="1666875"/>
              <a:ext cx="1268867" cy="1028517"/>
            </a:xfrm>
            <a:custGeom>
              <a:rect l="l" t="t" r="r" b="b"/>
              <a:pathLst>
                <a:path w="957" h="608">
                  <a:moveTo>
                    <a:pt x="0" y="0"/>
                  </a:moveTo>
                  <a:moveTo>
                    <a:pt x="946" y="577"/>
                  </a:moveTo>
                  <a:lnTo>
                    <a:pt x="949" y="579"/>
                  </a:lnTo>
                  <a:lnTo>
                    <a:pt x="950" y="582"/>
                  </a:lnTo>
                  <a:lnTo>
                    <a:pt x="948" y="584"/>
                  </a:lnTo>
                  <a:lnTo>
                    <a:pt x="946" y="586"/>
                  </a:lnTo>
                  <a:lnTo>
                    <a:pt x="944" y="589"/>
                  </a:lnTo>
                  <a:lnTo>
                    <a:pt x="944" y="591"/>
                  </a:lnTo>
                  <a:lnTo>
                    <a:pt x="944" y="594"/>
                  </a:lnTo>
                  <a:lnTo>
                    <a:pt x="942" y="597"/>
                  </a:lnTo>
                  <a:lnTo>
                    <a:pt x="940" y="599"/>
                  </a:lnTo>
                  <a:lnTo>
                    <a:pt x="937" y="600"/>
                  </a:lnTo>
                  <a:lnTo>
                    <a:pt x="934" y="602"/>
                  </a:lnTo>
                  <a:lnTo>
                    <a:pt x="932" y="604"/>
                  </a:lnTo>
                  <a:lnTo>
                    <a:pt x="928" y="605"/>
                  </a:lnTo>
                  <a:lnTo>
                    <a:pt x="924" y="603"/>
                  </a:lnTo>
                  <a:lnTo>
                    <a:pt x="920" y="601"/>
                  </a:lnTo>
                  <a:lnTo>
                    <a:pt x="917" y="599"/>
                  </a:lnTo>
                  <a:lnTo>
                    <a:pt x="914" y="601"/>
                  </a:lnTo>
                  <a:lnTo>
                    <a:pt x="911" y="604"/>
                  </a:lnTo>
                  <a:lnTo>
                    <a:pt x="907" y="607"/>
                  </a:lnTo>
                  <a:lnTo>
                    <a:pt x="903" y="608"/>
                  </a:lnTo>
                  <a:lnTo>
                    <a:pt x="899" y="607"/>
                  </a:lnTo>
                  <a:lnTo>
                    <a:pt x="896" y="605"/>
                  </a:lnTo>
                  <a:lnTo>
                    <a:pt x="892" y="603"/>
                  </a:lnTo>
                  <a:lnTo>
                    <a:pt x="889" y="602"/>
                  </a:lnTo>
                  <a:lnTo>
                    <a:pt x="886" y="600"/>
                  </a:lnTo>
                  <a:lnTo>
                    <a:pt x="884" y="597"/>
                  </a:lnTo>
                  <a:lnTo>
                    <a:pt x="882" y="594"/>
                  </a:lnTo>
                  <a:lnTo>
                    <a:pt x="880" y="592"/>
                  </a:lnTo>
                  <a:lnTo>
                    <a:pt x="876" y="591"/>
                  </a:lnTo>
                  <a:lnTo>
                    <a:pt x="872" y="589"/>
                  </a:lnTo>
                  <a:lnTo>
                    <a:pt x="870" y="587"/>
                  </a:lnTo>
                  <a:lnTo>
                    <a:pt x="871" y="584"/>
                  </a:lnTo>
                  <a:lnTo>
                    <a:pt x="871" y="581"/>
                  </a:lnTo>
                  <a:lnTo>
                    <a:pt x="869" y="579"/>
                  </a:lnTo>
                  <a:lnTo>
                    <a:pt x="864" y="577"/>
                  </a:lnTo>
                  <a:lnTo>
                    <a:pt x="859" y="574"/>
                  </a:lnTo>
                  <a:lnTo>
                    <a:pt x="857" y="571"/>
                  </a:lnTo>
                  <a:lnTo>
                    <a:pt x="860" y="568"/>
                  </a:lnTo>
                  <a:lnTo>
                    <a:pt x="864" y="566"/>
                  </a:lnTo>
                  <a:lnTo>
                    <a:pt x="869" y="565"/>
                  </a:lnTo>
                  <a:lnTo>
                    <a:pt x="873" y="563"/>
                  </a:lnTo>
                  <a:lnTo>
                    <a:pt x="875" y="562"/>
                  </a:lnTo>
                  <a:lnTo>
                    <a:pt x="879" y="560"/>
                  </a:lnTo>
                  <a:lnTo>
                    <a:pt x="882" y="559"/>
                  </a:lnTo>
                  <a:lnTo>
                    <a:pt x="885" y="557"/>
                  </a:lnTo>
                  <a:lnTo>
                    <a:pt x="886" y="554"/>
                  </a:lnTo>
                  <a:lnTo>
                    <a:pt x="888" y="550"/>
                  </a:lnTo>
                  <a:lnTo>
                    <a:pt x="891" y="548"/>
                  </a:lnTo>
                  <a:lnTo>
                    <a:pt x="896" y="547"/>
                  </a:lnTo>
                  <a:lnTo>
                    <a:pt x="902" y="548"/>
                  </a:lnTo>
                  <a:lnTo>
                    <a:pt x="906" y="549"/>
                  </a:lnTo>
                  <a:lnTo>
                    <a:pt x="911" y="549"/>
                  </a:lnTo>
                  <a:lnTo>
                    <a:pt x="915" y="547"/>
                  </a:lnTo>
                  <a:lnTo>
                    <a:pt x="920" y="546"/>
                  </a:lnTo>
                  <a:lnTo>
                    <a:pt x="924" y="547"/>
                  </a:lnTo>
                  <a:lnTo>
                    <a:pt x="927" y="551"/>
                  </a:lnTo>
                  <a:lnTo>
                    <a:pt x="929" y="553"/>
                  </a:lnTo>
                  <a:lnTo>
                    <a:pt x="932" y="555"/>
                  </a:lnTo>
                  <a:lnTo>
                    <a:pt x="935" y="556"/>
                  </a:lnTo>
                  <a:lnTo>
                    <a:pt x="939" y="556"/>
                  </a:lnTo>
                  <a:lnTo>
                    <a:pt x="942" y="557"/>
                  </a:lnTo>
                  <a:lnTo>
                    <a:pt x="945" y="558"/>
                  </a:lnTo>
                  <a:lnTo>
                    <a:pt x="949" y="559"/>
                  </a:lnTo>
                  <a:lnTo>
                    <a:pt x="953" y="560"/>
                  </a:lnTo>
                  <a:lnTo>
                    <a:pt x="957" y="562"/>
                  </a:lnTo>
                  <a:lnTo>
                    <a:pt x="957" y="565"/>
                  </a:lnTo>
                  <a:lnTo>
                    <a:pt x="953" y="569"/>
                  </a:lnTo>
                  <a:lnTo>
                    <a:pt x="948" y="572"/>
                  </a:lnTo>
                  <a:lnTo>
                    <a:pt x="945" y="575"/>
                  </a:lnTo>
                  <a:close/>
                </a:path>
              </a:pathLst>
            </a:custGeom>
            <a:solidFill>
              <a:srgbClr val="ECB78D">
                <a:alpha val="9600"/>
              </a:srgbClr>
            </a:solidFill>
            <a:ln>
              <a:noFill/>
            </a:ln>
          </p:spPr>
          <p:txBody>
            <a:bodyPr anchor="ctr"/>
            <a:lstStyle/>
            <a:p>
              <a:pPr algn="ctr">
                <a:buNone/>
              </a:pPr>
            </a:p>
          </p:txBody>
        </p:sp>
        <p:sp>
          <p:nvSpPr>
            <p:cNvPr id="7540" name="addition:spatial:29">
              <a:extLst>
                <a:ext uri="{FF2B5EF4-FFF2-40B4-BE49-F238E27FC236}">
                  <ns2:creationId id="{9E7EB54F-3858-4E62-8BDE-D1C245E04719}"/>
                </a:ext>
              </a:extLst>
            </p:cNvPr>
            <p:cNvSpPr>
              <a:spLocks noGrp="1"/>
            </p:cNvSpPr>
            <p:nvPr/>
          </p:nvSpPr>
          <p:spPr>
            <a:xfrm>
              <a:off x="5648325" y="1666875"/>
              <a:ext cx="1201247" cy="1033592"/>
            </a:xfrm>
            <a:custGeom>
              <a:rect l="l" t="t" r="r" b="b"/>
              <a:pathLst>
                <a:path w="906" h="611">
                  <a:moveTo>
                    <a:pt x="0" y="0"/>
                  </a:moveTo>
                  <a:moveTo>
                    <a:pt x="900" y="580"/>
                  </a:moveTo>
                  <a:lnTo>
                    <a:pt x="903" y="582"/>
                  </a:lnTo>
                  <a:lnTo>
                    <a:pt x="905" y="585"/>
                  </a:lnTo>
                  <a:lnTo>
                    <a:pt x="906" y="588"/>
                  </a:lnTo>
                  <a:lnTo>
                    <a:pt x="905" y="590"/>
                  </a:lnTo>
                  <a:lnTo>
                    <a:pt x="902" y="592"/>
                  </a:lnTo>
                  <a:lnTo>
                    <a:pt x="900" y="593"/>
                  </a:lnTo>
                  <a:lnTo>
                    <a:pt x="900" y="596"/>
                  </a:lnTo>
                  <a:lnTo>
                    <a:pt x="901" y="600"/>
                  </a:lnTo>
                  <a:lnTo>
                    <a:pt x="899" y="602"/>
                  </a:lnTo>
                  <a:lnTo>
                    <a:pt x="896" y="603"/>
                  </a:lnTo>
                  <a:lnTo>
                    <a:pt x="891" y="602"/>
                  </a:lnTo>
                  <a:lnTo>
                    <a:pt x="887" y="601"/>
                  </a:lnTo>
                  <a:lnTo>
                    <a:pt x="885" y="602"/>
                  </a:lnTo>
                  <a:lnTo>
                    <a:pt x="882" y="603"/>
                  </a:lnTo>
                  <a:lnTo>
                    <a:pt x="880" y="605"/>
                  </a:lnTo>
                  <a:lnTo>
                    <a:pt x="877" y="606"/>
                  </a:lnTo>
                  <a:lnTo>
                    <a:pt x="874" y="607"/>
                  </a:lnTo>
                  <a:lnTo>
                    <a:pt x="870" y="609"/>
                  </a:lnTo>
                  <a:lnTo>
                    <a:pt x="866" y="611"/>
                  </a:lnTo>
                  <a:lnTo>
                    <a:pt x="862" y="611"/>
                  </a:lnTo>
                  <a:lnTo>
                    <a:pt x="858" y="610"/>
                  </a:lnTo>
                  <a:lnTo>
                    <a:pt x="855" y="606"/>
                  </a:lnTo>
                  <a:lnTo>
                    <a:pt x="854" y="602"/>
                  </a:lnTo>
                  <a:lnTo>
                    <a:pt x="851" y="600"/>
                  </a:lnTo>
                  <a:lnTo>
                    <a:pt x="847" y="600"/>
                  </a:lnTo>
                  <a:lnTo>
                    <a:pt x="843" y="600"/>
                  </a:lnTo>
                  <a:lnTo>
                    <a:pt x="840" y="598"/>
                  </a:lnTo>
                  <a:lnTo>
                    <a:pt x="838" y="595"/>
                  </a:lnTo>
                  <a:lnTo>
                    <a:pt x="837" y="593"/>
                  </a:lnTo>
                  <a:lnTo>
                    <a:pt x="836" y="591"/>
                  </a:lnTo>
                  <a:lnTo>
                    <a:pt x="833" y="589"/>
                  </a:lnTo>
                  <a:lnTo>
                    <a:pt x="829" y="587"/>
                  </a:lnTo>
                  <a:lnTo>
                    <a:pt x="827" y="585"/>
                  </a:lnTo>
                  <a:lnTo>
                    <a:pt x="827" y="582"/>
                  </a:lnTo>
                  <a:lnTo>
                    <a:pt x="826" y="580"/>
                  </a:lnTo>
                  <a:lnTo>
                    <a:pt x="826" y="577"/>
                  </a:lnTo>
                  <a:lnTo>
                    <a:pt x="826" y="574"/>
                  </a:lnTo>
                  <a:lnTo>
                    <a:pt x="829" y="572"/>
                  </a:lnTo>
                  <a:lnTo>
                    <a:pt x="834" y="570"/>
                  </a:lnTo>
                  <a:lnTo>
                    <a:pt x="840" y="569"/>
                  </a:lnTo>
                  <a:lnTo>
                    <a:pt x="843" y="568"/>
                  </a:lnTo>
                  <a:lnTo>
                    <a:pt x="844" y="566"/>
                  </a:lnTo>
                  <a:lnTo>
                    <a:pt x="843" y="562"/>
                  </a:lnTo>
                  <a:lnTo>
                    <a:pt x="843" y="558"/>
                  </a:lnTo>
                  <a:lnTo>
                    <a:pt x="845" y="556"/>
                  </a:lnTo>
                  <a:lnTo>
                    <a:pt x="849" y="555"/>
                  </a:lnTo>
                  <a:lnTo>
                    <a:pt x="853" y="554"/>
                  </a:lnTo>
                  <a:lnTo>
                    <a:pt x="857" y="553"/>
                  </a:lnTo>
                  <a:lnTo>
                    <a:pt x="860" y="552"/>
                  </a:lnTo>
                  <a:lnTo>
                    <a:pt x="863" y="551"/>
                  </a:lnTo>
                  <a:lnTo>
                    <a:pt x="867" y="552"/>
                  </a:lnTo>
                  <a:lnTo>
                    <a:pt x="871" y="553"/>
                  </a:lnTo>
                  <a:lnTo>
                    <a:pt x="874" y="553"/>
                  </a:lnTo>
                  <a:lnTo>
                    <a:pt x="877" y="553"/>
                  </a:lnTo>
                  <a:lnTo>
                    <a:pt x="880" y="553"/>
                  </a:lnTo>
                  <a:lnTo>
                    <a:pt x="882" y="554"/>
                  </a:lnTo>
                  <a:lnTo>
                    <a:pt x="884" y="557"/>
                  </a:lnTo>
                  <a:lnTo>
                    <a:pt x="885" y="559"/>
                  </a:lnTo>
                  <a:lnTo>
                    <a:pt x="888" y="559"/>
                  </a:lnTo>
                  <a:lnTo>
                    <a:pt x="893" y="557"/>
                  </a:lnTo>
                  <a:lnTo>
                    <a:pt x="898" y="557"/>
                  </a:lnTo>
                  <a:lnTo>
                    <a:pt x="902" y="558"/>
                  </a:lnTo>
                  <a:lnTo>
                    <a:pt x="902" y="561"/>
                  </a:lnTo>
                  <a:lnTo>
                    <a:pt x="901" y="565"/>
                  </a:lnTo>
                  <a:lnTo>
                    <a:pt x="900" y="568"/>
                  </a:lnTo>
                  <a:lnTo>
                    <a:pt x="900" y="570"/>
                  </a:lnTo>
                  <a:lnTo>
                    <a:pt x="900" y="573"/>
                  </a:lnTo>
                  <a:lnTo>
                    <a:pt x="900" y="575"/>
                  </a:lnTo>
                  <a:lnTo>
                    <a:pt x="899" y="577"/>
                  </a:lnTo>
                  <a:close/>
                </a:path>
              </a:pathLst>
            </a:custGeom>
            <a:solidFill>
              <a:srgbClr val="ECB78D">
                <a:alpha val="9600"/>
              </a:srgbClr>
            </a:solidFill>
            <a:ln>
              <a:noFill/>
            </a:ln>
          </p:spPr>
          <p:txBody>
            <a:bodyPr anchor="ctr"/>
            <a:lstStyle/>
            <a:p>
              <a:pPr algn="ctr">
                <a:buNone/>
              </a:pPr>
            </a:p>
          </p:txBody>
        </p:sp>
        <p:sp>
          <p:nvSpPr>
            <p:cNvPr id="7541" name="addition:spatial:30">
              <a:extLst>
                <a:ext uri="{FF2B5EF4-FFF2-40B4-BE49-F238E27FC236}">
                  <ns2:creationId id="{81813D8E-6800-42EC-8A38-7D0262A2D146}"/>
                </a:ext>
              </a:extLst>
            </p:cNvPr>
            <p:cNvSpPr>
              <a:spLocks noGrp="1"/>
            </p:cNvSpPr>
            <p:nvPr/>
          </p:nvSpPr>
          <p:spPr>
            <a:xfrm>
              <a:off x="5648325" y="1666875"/>
              <a:ext cx="1156167" cy="1006526"/>
            </a:xfrm>
            <a:custGeom>
              <a:rect l="l" t="t" r="r" b="b"/>
              <a:pathLst>
                <a:path w="872" h="595">
                  <a:moveTo>
                    <a:pt x="0" y="0"/>
                  </a:moveTo>
                  <a:moveTo>
                    <a:pt x="869" y="569"/>
                  </a:moveTo>
                  <a:lnTo>
                    <a:pt x="871" y="572"/>
                  </a:lnTo>
                  <a:lnTo>
                    <a:pt x="872" y="574"/>
                  </a:lnTo>
                  <a:lnTo>
                    <a:pt x="870" y="576"/>
                  </a:lnTo>
                  <a:lnTo>
                    <a:pt x="869" y="578"/>
                  </a:lnTo>
                  <a:lnTo>
                    <a:pt x="867" y="580"/>
                  </a:lnTo>
                  <a:lnTo>
                    <a:pt x="865" y="582"/>
                  </a:lnTo>
                  <a:lnTo>
                    <a:pt x="861" y="582"/>
                  </a:lnTo>
                  <a:lnTo>
                    <a:pt x="858" y="583"/>
                  </a:lnTo>
                  <a:lnTo>
                    <a:pt x="855" y="583"/>
                  </a:lnTo>
                  <a:lnTo>
                    <a:pt x="854" y="586"/>
                  </a:lnTo>
                  <a:lnTo>
                    <a:pt x="854" y="589"/>
                  </a:lnTo>
                  <a:lnTo>
                    <a:pt x="853" y="592"/>
                  </a:lnTo>
                  <a:lnTo>
                    <a:pt x="850" y="594"/>
                  </a:lnTo>
                  <a:lnTo>
                    <a:pt x="846" y="594"/>
                  </a:lnTo>
                  <a:lnTo>
                    <a:pt x="843" y="593"/>
                  </a:lnTo>
                  <a:lnTo>
                    <a:pt x="839" y="593"/>
                  </a:lnTo>
                  <a:lnTo>
                    <a:pt x="836" y="594"/>
                  </a:lnTo>
                  <a:lnTo>
                    <a:pt x="833" y="595"/>
                  </a:lnTo>
                  <a:lnTo>
                    <a:pt x="830" y="594"/>
                  </a:lnTo>
                  <a:lnTo>
                    <a:pt x="828" y="592"/>
                  </a:lnTo>
                  <a:lnTo>
                    <a:pt x="825" y="591"/>
                  </a:lnTo>
                  <a:lnTo>
                    <a:pt x="823" y="590"/>
                  </a:lnTo>
                  <a:lnTo>
                    <a:pt x="821" y="589"/>
                  </a:lnTo>
                  <a:lnTo>
                    <a:pt x="819" y="588"/>
                  </a:lnTo>
                  <a:lnTo>
                    <a:pt x="817" y="586"/>
                  </a:lnTo>
                  <a:lnTo>
                    <a:pt x="816" y="585"/>
                  </a:lnTo>
                  <a:lnTo>
                    <a:pt x="814" y="584"/>
                  </a:lnTo>
                  <a:lnTo>
                    <a:pt x="810" y="584"/>
                  </a:lnTo>
                  <a:lnTo>
                    <a:pt x="806" y="584"/>
                  </a:lnTo>
                  <a:lnTo>
                    <a:pt x="804" y="582"/>
                  </a:lnTo>
                  <a:lnTo>
                    <a:pt x="805" y="579"/>
                  </a:lnTo>
                  <a:lnTo>
                    <a:pt x="808" y="576"/>
                  </a:lnTo>
                  <a:lnTo>
                    <a:pt x="810" y="573"/>
                  </a:lnTo>
                  <a:lnTo>
                    <a:pt x="811" y="571"/>
                  </a:lnTo>
                  <a:lnTo>
                    <a:pt x="811" y="569"/>
                  </a:lnTo>
                  <a:lnTo>
                    <a:pt x="810" y="567"/>
                  </a:lnTo>
                  <a:lnTo>
                    <a:pt x="811" y="566"/>
                  </a:lnTo>
                  <a:lnTo>
                    <a:pt x="812" y="564"/>
                  </a:lnTo>
                  <a:lnTo>
                    <a:pt x="812" y="561"/>
                  </a:lnTo>
                  <a:lnTo>
                    <a:pt x="811" y="559"/>
                  </a:lnTo>
                  <a:lnTo>
                    <a:pt x="811" y="557"/>
                  </a:lnTo>
                  <a:lnTo>
                    <a:pt x="813" y="555"/>
                  </a:lnTo>
                  <a:lnTo>
                    <a:pt x="816" y="554"/>
                  </a:lnTo>
                  <a:lnTo>
                    <a:pt x="818" y="552"/>
                  </a:lnTo>
                  <a:lnTo>
                    <a:pt x="819" y="550"/>
                  </a:lnTo>
                  <a:lnTo>
                    <a:pt x="819" y="548"/>
                  </a:lnTo>
                  <a:lnTo>
                    <a:pt x="821" y="546"/>
                  </a:lnTo>
                  <a:lnTo>
                    <a:pt x="824" y="546"/>
                  </a:lnTo>
                  <a:lnTo>
                    <a:pt x="827" y="548"/>
                  </a:lnTo>
                  <a:lnTo>
                    <a:pt x="830" y="550"/>
                  </a:lnTo>
                  <a:lnTo>
                    <a:pt x="832" y="550"/>
                  </a:lnTo>
                  <a:lnTo>
                    <a:pt x="834" y="549"/>
                  </a:lnTo>
                  <a:lnTo>
                    <a:pt x="836" y="547"/>
                  </a:lnTo>
                  <a:lnTo>
                    <a:pt x="839" y="546"/>
                  </a:lnTo>
                  <a:lnTo>
                    <a:pt x="841" y="545"/>
                  </a:lnTo>
                  <a:lnTo>
                    <a:pt x="844" y="545"/>
                  </a:lnTo>
                  <a:lnTo>
                    <a:pt x="847" y="545"/>
                  </a:lnTo>
                  <a:lnTo>
                    <a:pt x="850" y="546"/>
                  </a:lnTo>
                  <a:lnTo>
                    <a:pt x="852" y="548"/>
                  </a:lnTo>
                  <a:lnTo>
                    <a:pt x="853" y="551"/>
                  </a:lnTo>
                  <a:lnTo>
                    <a:pt x="854" y="554"/>
                  </a:lnTo>
                  <a:lnTo>
                    <a:pt x="855" y="556"/>
                  </a:lnTo>
                  <a:lnTo>
                    <a:pt x="858" y="556"/>
                  </a:lnTo>
                  <a:lnTo>
                    <a:pt x="861" y="557"/>
                  </a:lnTo>
                  <a:lnTo>
                    <a:pt x="864" y="559"/>
                  </a:lnTo>
                  <a:lnTo>
                    <a:pt x="864" y="561"/>
                  </a:lnTo>
                  <a:lnTo>
                    <a:pt x="864" y="564"/>
                  </a:lnTo>
                  <a:lnTo>
                    <a:pt x="864" y="566"/>
                  </a:lnTo>
                  <a:lnTo>
                    <a:pt x="866" y="567"/>
                  </a:lnTo>
                  <a:close/>
                </a:path>
              </a:pathLst>
            </a:custGeom>
            <a:solidFill>
              <a:srgbClr val="ECB78D">
                <a:alpha val="9600"/>
              </a:srgbClr>
            </a:solidFill>
            <a:ln>
              <a:noFill/>
            </a:ln>
          </p:spPr>
          <p:txBody>
            <a:bodyPr anchor="ctr"/>
            <a:lstStyle/>
            <a:p>
              <a:pPr algn="ctr">
                <a:buNone/>
              </a:pPr>
            </a:p>
          </p:txBody>
        </p:sp>
        <p:sp>
          <p:nvSpPr>
            <p:cNvPr id="7542" name="addition:spatial:31">
              <a:extLst>
                <a:ext uri="{FF2B5EF4-FFF2-40B4-BE49-F238E27FC236}">
                  <ns2:creationId id="{A3DE80BD-1233-4F7B-B79F-975FD75477AE}"/>
                </a:ext>
              </a:extLst>
            </p:cNvPr>
            <p:cNvSpPr>
              <a:spLocks noGrp="1"/>
            </p:cNvSpPr>
            <p:nvPr/>
          </p:nvSpPr>
          <p:spPr>
            <a:xfrm>
              <a:off x="5648325" y="1666875"/>
              <a:ext cx="1242350" cy="1018367"/>
            </a:xfrm>
            <a:custGeom>
              <a:rect l="l" t="t" r="r" b="b"/>
              <a:pathLst>
                <a:path w="937" h="602">
                  <a:moveTo>
                    <a:pt x="0" y="0"/>
                  </a:moveTo>
                  <a:moveTo>
                    <a:pt x="929" y="565"/>
                  </a:moveTo>
                  <a:lnTo>
                    <a:pt x="935" y="568"/>
                  </a:lnTo>
                  <a:lnTo>
                    <a:pt x="937" y="571"/>
                  </a:lnTo>
                  <a:lnTo>
                    <a:pt x="936" y="574"/>
                  </a:lnTo>
                  <a:lnTo>
                    <a:pt x="933" y="576"/>
                  </a:lnTo>
                  <a:lnTo>
                    <a:pt x="930" y="579"/>
                  </a:lnTo>
                  <a:lnTo>
                    <a:pt x="930" y="581"/>
                  </a:lnTo>
                  <a:lnTo>
                    <a:pt x="930" y="584"/>
                  </a:lnTo>
                  <a:lnTo>
                    <a:pt x="928" y="587"/>
                  </a:lnTo>
                  <a:lnTo>
                    <a:pt x="924" y="588"/>
                  </a:lnTo>
                  <a:lnTo>
                    <a:pt x="920" y="589"/>
                  </a:lnTo>
                  <a:lnTo>
                    <a:pt x="916" y="589"/>
                  </a:lnTo>
                  <a:lnTo>
                    <a:pt x="913" y="591"/>
                  </a:lnTo>
                  <a:lnTo>
                    <a:pt x="910" y="592"/>
                  </a:lnTo>
                  <a:lnTo>
                    <a:pt x="906" y="592"/>
                  </a:lnTo>
                  <a:lnTo>
                    <a:pt x="902" y="592"/>
                  </a:lnTo>
                  <a:lnTo>
                    <a:pt x="899" y="593"/>
                  </a:lnTo>
                  <a:lnTo>
                    <a:pt x="895" y="596"/>
                  </a:lnTo>
                  <a:lnTo>
                    <a:pt x="890" y="600"/>
                  </a:lnTo>
                  <a:lnTo>
                    <a:pt x="885" y="602"/>
                  </a:lnTo>
                  <a:lnTo>
                    <a:pt x="880" y="600"/>
                  </a:lnTo>
                  <a:lnTo>
                    <a:pt x="876" y="596"/>
                  </a:lnTo>
                  <a:lnTo>
                    <a:pt x="873" y="592"/>
                  </a:lnTo>
                  <a:lnTo>
                    <a:pt x="870" y="590"/>
                  </a:lnTo>
                  <a:lnTo>
                    <a:pt x="866" y="589"/>
                  </a:lnTo>
                  <a:lnTo>
                    <a:pt x="862" y="588"/>
                  </a:lnTo>
                  <a:lnTo>
                    <a:pt x="858" y="586"/>
                  </a:lnTo>
                  <a:lnTo>
                    <a:pt x="855" y="584"/>
                  </a:lnTo>
                  <a:lnTo>
                    <a:pt x="852" y="582"/>
                  </a:lnTo>
                  <a:lnTo>
                    <a:pt x="848" y="581"/>
                  </a:lnTo>
                  <a:lnTo>
                    <a:pt x="844" y="579"/>
                  </a:lnTo>
                  <a:lnTo>
                    <a:pt x="842" y="577"/>
                  </a:lnTo>
                  <a:lnTo>
                    <a:pt x="842" y="574"/>
                  </a:lnTo>
                  <a:lnTo>
                    <a:pt x="842" y="571"/>
                  </a:lnTo>
                  <a:lnTo>
                    <a:pt x="841" y="568"/>
                  </a:lnTo>
                  <a:lnTo>
                    <a:pt x="839" y="565"/>
                  </a:lnTo>
                  <a:lnTo>
                    <a:pt x="837" y="562"/>
                  </a:lnTo>
                  <a:lnTo>
                    <a:pt x="839" y="559"/>
                  </a:lnTo>
                  <a:lnTo>
                    <a:pt x="845" y="557"/>
                  </a:lnTo>
                  <a:lnTo>
                    <a:pt x="852" y="556"/>
                  </a:lnTo>
                  <a:lnTo>
                    <a:pt x="857" y="555"/>
                  </a:lnTo>
                  <a:lnTo>
                    <a:pt x="858" y="552"/>
                  </a:lnTo>
                  <a:lnTo>
                    <a:pt x="858" y="549"/>
                  </a:lnTo>
                  <a:lnTo>
                    <a:pt x="858" y="545"/>
                  </a:lnTo>
                  <a:lnTo>
                    <a:pt x="860" y="543"/>
                  </a:lnTo>
                  <a:lnTo>
                    <a:pt x="863" y="540"/>
                  </a:lnTo>
                  <a:lnTo>
                    <a:pt x="866" y="538"/>
                  </a:lnTo>
                  <a:lnTo>
                    <a:pt x="869" y="535"/>
                  </a:lnTo>
                  <a:lnTo>
                    <a:pt x="874" y="534"/>
                  </a:lnTo>
                  <a:lnTo>
                    <a:pt x="879" y="535"/>
                  </a:lnTo>
                  <a:lnTo>
                    <a:pt x="884" y="537"/>
                  </a:lnTo>
                  <a:lnTo>
                    <a:pt x="888" y="538"/>
                  </a:lnTo>
                  <a:lnTo>
                    <a:pt x="891" y="537"/>
                  </a:lnTo>
                  <a:lnTo>
                    <a:pt x="894" y="536"/>
                  </a:lnTo>
                  <a:lnTo>
                    <a:pt x="898" y="534"/>
                  </a:lnTo>
                  <a:lnTo>
                    <a:pt x="901" y="536"/>
                  </a:lnTo>
                  <a:lnTo>
                    <a:pt x="904" y="538"/>
                  </a:lnTo>
                  <a:lnTo>
                    <a:pt x="906" y="541"/>
                  </a:lnTo>
                  <a:lnTo>
                    <a:pt x="909" y="541"/>
                  </a:lnTo>
                  <a:lnTo>
                    <a:pt x="914" y="540"/>
                  </a:lnTo>
                  <a:lnTo>
                    <a:pt x="919" y="539"/>
                  </a:lnTo>
                  <a:lnTo>
                    <a:pt x="923" y="541"/>
                  </a:lnTo>
                  <a:lnTo>
                    <a:pt x="925" y="543"/>
                  </a:lnTo>
                  <a:lnTo>
                    <a:pt x="926" y="546"/>
                  </a:lnTo>
                  <a:lnTo>
                    <a:pt x="927" y="549"/>
                  </a:lnTo>
                  <a:lnTo>
                    <a:pt x="928" y="552"/>
                  </a:lnTo>
                  <a:lnTo>
                    <a:pt x="927" y="555"/>
                  </a:lnTo>
                  <a:lnTo>
                    <a:pt x="925" y="558"/>
                  </a:lnTo>
                  <a:lnTo>
                    <a:pt x="923" y="561"/>
                  </a:lnTo>
                  <a:lnTo>
                    <a:pt x="924" y="563"/>
                  </a:lnTo>
                  <a:close/>
                </a:path>
              </a:pathLst>
            </a:custGeom>
            <a:solidFill>
              <a:srgbClr val="ECB78D">
                <a:alpha val="9600"/>
              </a:srgbClr>
            </a:solidFill>
            <a:ln>
              <a:noFill/>
            </a:ln>
          </p:spPr>
          <p:txBody>
            <a:bodyPr anchor="ctr"/>
            <a:lstStyle/>
            <a:p>
              <a:pPr algn="ctr">
                <a:buNone/>
              </a:pPr>
            </a:p>
          </p:txBody>
        </p:sp>
        <p:sp>
          <p:nvSpPr>
            <p:cNvPr id="7543" name="addition:spatial:32">
              <a:extLst>
                <a:ext uri="{FF2B5EF4-FFF2-40B4-BE49-F238E27FC236}">
                  <ns2:creationId id="{EBA845DD-6DBF-4D12-8096-FA18D6A48A6E}"/>
                </a:ext>
              </a:extLst>
            </p:cNvPr>
            <p:cNvSpPr>
              <a:spLocks noGrp="1"/>
            </p:cNvSpPr>
            <p:nvPr/>
          </p:nvSpPr>
          <p:spPr>
            <a:xfrm>
              <a:off x="5648325" y="1666875"/>
              <a:ext cx="1272845" cy="1031900"/>
            </a:xfrm>
            <a:custGeom>
              <a:rect l="l" t="t" r="r" b="b"/>
              <a:pathLst>
                <a:path w="960" h="610">
                  <a:moveTo>
                    <a:pt x="0" y="0"/>
                  </a:moveTo>
                  <a:moveTo>
                    <a:pt x="953" y="560"/>
                  </a:moveTo>
                  <a:lnTo>
                    <a:pt x="954" y="564"/>
                  </a:lnTo>
                  <a:lnTo>
                    <a:pt x="953" y="568"/>
                  </a:lnTo>
                  <a:lnTo>
                    <a:pt x="950" y="572"/>
                  </a:lnTo>
                  <a:lnTo>
                    <a:pt x="945" y="575"/>
                  </a:lnTo>
                  <a:lnTo>
                    <a:pt x="941" y="578"/>
                  </a:lnTo>
                  <a:lnTo>
                    <a:pt x="938" y="581"/>
                  </a:lnTo>
                  <a:lnTo>
                    <a:pt x="935" y="585"/>
                  </a:lnTo>
                  <a:lnTo>
                    <a:pt x="931" y="588"/>
                  </a:lnTo>
                  <a:lnTo>
                    <a:pt x="925" y="590"/>
                  </a:lnTo>
                  <a:lnTo>
                    <a:pt x="920" y="592"/>
                  </a:lnTo>
                  <a:lnTo>
                    <a:pt x="917" y="596"/>
                  </a:lnTo>
                  <a:lnTo>
                    <a:pt x="915" y="602"/>
                  </a:lnTo>
                  <a:lnTo>
                    <a:pt x="912" y="608"/>
                  </a:lnTo>
                  <a:lnTo>
                    <a:pt x="906" y="610"/>
                  </a:lnTo>
                  <a:lnTo>
                    <a:pt x="898" y="608"/>
                  </a:lnTo>
                  <a:lnTo>
                    <a:pt x="891" y="603"/>
                  </a:lnTo>
                  <a:lnTo>
                    <a:pt x="886" y="600"/>
                  </a:lnTo>
                  <a:lnTo>
                    <a:pt x="881" y="599"/>
                  </a:lnTo>
                  <a:lnTo>
                    <a:pt x="877" y="599"/>
                  </a:lnTo>
                  <a:lnTo>
                    <a:pt x="872" y="600"/>
                  </a:lnTo>
                  <a:lnTo>
                    <a:pt x="868" y="599"/>
                  </a:lnTo>
                  <a:lnTo>
                    <a:pt x="863" y="599"/>
                  </a:lnTo>
                  <a:lnTo>
                    <a:pt x="858" y="599"/>
                  </a:lnTo>
                  <a:lnTo>
                    <a:pt x="852" y="599"/>
                  </a:lnTo>
                  <a:lnTo>
                    <a:pt x="847" y="598"/>
                  </a:lnTo>
                  <a:lnTo>
                    <a:pt x="845" y="594"/>
                  </a:lnTo>
                  <a:lnTo>
                    <a:pt x="844" y="589"/>
                  </a:lnTo>
                  <a:lnTo>
                    <a:pt x="843" y="585"/>
                  </a:lnTo>
                  <a:lnTo>
                    <a:pt x="839" y="583"/>
                  </a:lnTo>
                  <a:lnTo>
                    <a:pt x="833" y="580"/>
                  </a:lnTo>
                  <a:lnTo>
                    <a:pt x="830" y="577"/>
                  </a:lnTo>
                  <a:lnTo>
                    <a:pt x="832" y="572"/>
                  </a:lnTo>
                  <a:lnTo>
                    <a:pt x="837" y="567"/>
                  </a:lnTo>
                  <a:lnTo>
                    <a:pt x="842" y="563"/>
                  </a:lnTo>
                  <a:lnTo>
                    <a:pt x="842" y="560"/>
                  </a:lnTo>
                  <a:lnTo>
                    <a:pt x="838" y="556"/>
                  </a:lnTo>
                  <a:lnTo>
                    <a:pt x="833" y="552"/>
                  </a:lnTo>
                  <a:lnTo>
                    <a:pt x="830" y="548"/>
                  </a:lnTo>
                  <a:lnTo>
                    <a:pt x="829" y="543"/>
                  </a:lnTo>
                  <a:lnTo>
                    <a:pt x="830" y="539"/>
                  </a:lnTo>
                  <a:lnTo>
                    <a:pt x="830" y="535"/>
                  </a:lnTo>
                  <a:lnTo>
                    <a:pt x="832" y="531"/>
                  </a:lnTo>
                  <a:lnTo>
                    <a:pt x="837" y="529"/>
                  </a:lnTo>
                  <a:lnTo>
                    <a:pt x="845" y="529"/>
                  </a:lnTo>
                  <a:lnTo>
                    <a:pt x="851" y="529"/>
                  </a:lnTo>
                  <a:lnTo>
                    <a:pt x="856" y="528"/>
                  </a:lnTo>
                  <a:lnTo>
                    <a:pt x="858" y="524"/>
                  </a:lnTo>
                  <a:lnTo>
                    <a:pt x="860" y="520"/>
                  </a:lnTo>
                  <a:lnTo>
                    <a:pt x="864" y="517"/>
                  </a:lnTo>
                  <a:lnTo>
                    <a:pt x="870" y="517"/>
                  </a:lnTo>
                  <a:lnTo>
                    <a:pt x="875" y="519"/>
                  </a:lnTo>
                  <a:lnTo>
                    <a:pt x="881" y="519"/>
                  </a:lnTo>
                  <a:lnTo>
                    <a:pt x="886" y="517"/>
                  </a:lnTo>
                  <a:lnTo>
                    <a:pt x="893" y="514"/>
                  </a:lnTo>
                  <a:lnTo>
                    <a:pt x="900" y="512"/>
                  </a:lnTo>
                  <a:lnTo>
                    <a:pt x="906" y="514"/>
                  </a:lnTo>
                  <a:lnTo>
                    <a:pt x="912" y="517"/>
                  </a:lnTo>
                  <a:lnTo>
                    <a:pt x="917" y="519"/>
                  </a:lnTo>
                  <a:lnTo>
                    <a:pt x="922" y="522"/>
                  </a:lnTo>
                  <a:lnTo>
                    <a:pt x="926" y="526"/>
                  </a:lnTo>
                  <a:lnTo>
                    <a:pt x="928" y="531"/>
                  </a:lnTo>
                  <a:lnTo>
                    <a:pt x="929" y="536"/>
                  </a:lnTo>
                  <a:lnTo>
                    <a:pt x="931" y="539"/>
                  </a:lnTo>
                  <a:lnTo>
                    <a:pt x="938" y="540"/>
                  </a:lnTo>
                  <a:lnTo>
                    <a:pt x="948" y="541"/>
                  </a:lnTo>
                  <a:lnTo>
                    <a:pt x="957" y="543"/>
                  </a:lnTo>
                  <a:lnTo>
                    <a:pt x="960" y="547"/>
                  </a:lnTo>
                  <a:lnTo>
                    <a:pt x="958" y="551"/>
                  </a:lnTo>
                  <a:lnTo>
                    <a:pt x="955" y="556"/>
                  </a:lnTo>
                  <a:close/>
                </a:path>
              </a:pathLst>
            </a:custGeom>
            <a:solidFill>
              <a:srgbClr val="E18B48">
                <a:alpha val="11100"/>
              </a:srgbClr>
            </a:solidFill>
            <a:ln>
              <a:noFill/>
            </a:ln>
          </p:spPr>
          <p:txBody>
            <a:bodyPr anchor="ctr"/>
            <a:lstStyle/>
            <a:p>
              <a:pPr algn="ctr">
                <a:buNone/>
              </a:pPr>
            </a:p>
          </p:txBody>
        </p:sp>
        <p:sp>
          <p:nvSpPr>
            <p:cNvPr id="7544" name="addition:spatial:33">
              <a:extLst>
                <a:ext uri="{FF2B5EF4-FFF2-40B4-BE49-F238E27FC236}">
                  <ns2:creationId id="{A2FDDEF5-9709-44DB-9B37-5FB4EABC1219}"/>
                </a:ext>
              </a:extLst>
            </p:cNvPr>
            <p:cNvSpPr>
              <a:spLocks noGrp="1"/>
            </p:cNvSpPr>
            <p:nvPr/>
          </p:nvSpPr>
          <p:spPr>
            <a:xfrm>
              <a:off x="5648325" y="1666875"/>
              <a:ext cx="1186663" cy="969310"/>
            </a:xfrm>
            <a:custGeom>
              <a:rect l="l" t="t" r="r" b="b"/>
              <a:pathLst>
                <a:path w="895" h="573">
                  <a:moveTo>
                    <a:pt x="0" y="0"/>
                  </a:moveTo>
                  <a:moveTo>
                    <a:pt x="893" y="548"/>
                  </a:moveTo>
                  <a:lnTo>
                    <a:pt x="895" y="550"/>
                  </a:lnTo>
                  <a:lnTo>
                    <a:pt x="895" y="552"/>
                  </a:lnTo>
                  <a:lnTo>
                    <a:pt x="894" y="554"/>
                  </a:lnTo>
                  <a:lnTo>
                    <a:pt x="893" y="556"/>
                  </a:lnTo>
                  <a:lnTo>
                    <a:pt x="891" y="558"/>
                  </a:lnTo>
                  <a:lnTo>
                    <a:pt x="889" y="559"/>
                  </a:lnTo>
                  <a:lnTo>
                    <a:pt x="887" y="560"/>
                  </a:lnTo>
                  <a:lnTo>
                    <a:pt x="884" y="561"/>
                  </a:lnTo>
                  <a:lnTo>
                    <a:pt x="882" y="562"/>
                  </a:lnTo>
                  <a:lnTo>
                    <a:pt x="881" y="564"/>
                  </a:lnTo>
                  <a:lnTo>
                    <a:pt x="880" y="567"/>
                  </a:lnTo>
                  <a:lnTo>
                    <a:pt x="878" y="568"/>
                  </a:lnTo>
                  <a:lnTo>
                    <a:pt x="875" y="569"/>
                  </a:lnTo>
                  <a:lnTo>
                    <a:pt x="872" y="568"/>
                  </a:lnTo>
                  <a:lnTo>
                    <a:pt x="869" y="568"/>
                  </a:lnTo>
                  <a:lnTo>
                    <a:pt x="867" y="570"/>
                  </a:lnTo>
                  <a:lnTo>
                    <a:pt x="864" y="572"/>
                  </a:lnTo>
                  <a:lnTo>
                    <a:pt x="861" y="573"/>
                  </a:lnTo>
                  <a:lnTo>
                    <a:pt x="857" y="573"/>
                  </a:lnTo>
                  <a:lnTo>
                    <a:pt x="855" y="571"/>
                  </a:lnTo>
                  <a:lnTo>
                    <a:pt x="853" y="569"/>
                  </a:lnTo>
                  <a:lnTo>
                    <a:pt x="850" y="567"/>
                  </a:lnTo>
                  <a:lnTo>
                    <a:pt x="848" y="566"/>
                  </a:lnTo>
                  <a:lnTo>
                    <a:pt x="847" y="564"/>
                  </a:lnTo>
                  <a:lnTo>
                    <a:pt x="845" y="563"/>
                  </a:lnTo>
                  <a:lnTo>
                    <a:pt x="843" y="562"/>
                  </a:lnTo>
                  <a:lnTo>
                    <a:pt x="840" y="562"/>
                  </a:lnTo>
                  <a:lnTo>
                    <a:pt x="836" y="562"/>
                  </a:lnTo>
                  <a:lnTo>
                    <a:pt x="833" y="561"/>
                  </a:lnTo>
                  <a:lnTo>
                    <a:pt x="832" y="559"/>
                  </a:lnTo>
                  <a:lnTo>
                    <a:pt x="833" y="556"/>
                  </a:lnTo>
                  <a:lnTo>
                    <a:pt x="835" y="554"/>
                  </a:lnTo>
                  <a:lnTo>
                    <a:pt x="836" y="552"/>
                  </a:lnTo>
                  <a:lnTo>
                    <a:pt x="835" y="550"/>
                  </a:lnTo>
                  <a:lnTo>
                    <a:pt x="835" y="548"/>
                  </a:lnTo>
                  <a:lnTo>
                    <a:pt x="835" y="546"/>
                  </a:lnTo>
                  <a:lnTo>
                    <a:pt x="837" y="544"/>
                  </a:lnTo>
                  <a:lnTo>
                    <a:pt x="839" y="542"/>
                  </a:lnTo>
                  <a:lnTo>
                    <a:pt x="841" y="541"/>
                  </a:lnTo>
                  <a:lnTo>
                    <a:pt x="841" y="539"/>
                  </a:lnTo>
                  <a:lnTo>
                    <a:pt x="841" y="537"/>
                  </a:lnTo>
                  <a:lnTo>
                    <a:pt x="843" y="535"/>
                  </a:lnTo>
                  <a:lnTo>
                    <a:pt x="844" y="533"/>
                  </a:lnTo>
                  <a:lnTo>
                    <a:pt x="845" y="531"/>
                  </a:lnTo>
                  <a:lnTo>
                    <a:pt x="845" y="529"/>
                  </a:lnTo>
                  <a:lnTo>
                    <a:pt x="846" y="526"/>
                  </a:lnTo>
                  <a:lnTo>
                    <a:pt x="849" y="525"/>
                  </a:lnTo>
                  <a:lnTo>
                    <a:pt x="852" y="526"/>
                  </a:lnTo>
                  <a:lnTo>
                    <a:pt x="856" y="528"/>
                  </a:lnTo>
                  <a:lnTo>
                    <a:pt x="858" y="530"/>
                  </a:lnTo>
                  <a:lnTo>
                    <a:pt x="860" y="529"/>
                  </a:lnTo>
                  <a:lnTo>
                    <a:pt x="861" y="528"/>
                  </a:lnTo>
                  <a:lnTo>
                    <a:pt x="863" y="526"/>
                  </a:lnTo>
                  <a:lnTo>
                    <a:pt x="866" y="526"/>
                  </a:lnTo>
                  <a:lnTo>
                    <a:pt x="868" y="526"/>
                  </a:lnTo>
                  <a:lnTo>
                    <a:pt x="870" y="526"/>
                  </a:lnTo>
                  <a:lnTo>
                    <a:pt x="872" y="526"/>
                  </a:lnTo>
                  <a:lnTo>
                    <a:pt x="875" y="527"/>
                  </a:lnTo>
                  <a:lnTo>
                    <a:pt x="877" y="528"/>
                  </a:lnTo>
                  <a:lnTo>
                    <a:pt x="879" y="530"/>
                  </a:lnTo>
                  <a:lnTo>
                    <a:pt x="880" y="532"/>
                  </a:lnTo>
                  <a:lnTo>
                    <a:pt x="882" y="533"/>
                  </a:lnTo>
                  <a:lnTo>
                    <a:pt x="884" y="534"/>
                  </a:lnTo>
                  <a:lnTo>
                    <a:pt x="886" y="536"/>
                  </a:lnTo>
                  <a:lnTo>
                    <a:pt x="887" y="538"/>
                  </a:lnTo>
                  <a:lnTo>
                    <a:pt x="885" y="541"/>
                  </a:lnTo>
                  <a:lnTo>
                    <a:pt x="884" y="543"/>
                  </a:lnTo>
                  <a:lnTo>
                    <a:pt x="885" y="544"/>
                  </a:lnTo>
                  <a:lnTo>
                    <a:pt x="889" y="546"/>
                  </a:lnTo>
                  <a:close/>
                </a:path>
              </a:pathLst>
            </a:custGeom>
            <a:solidFill>
              <a:srgbClr val="DE8036">
                <a:alpha val="10800"/>
              </a:srgbClr>
            </a:solidFill>
            <a:ln>
              <a:noFill/>
            </a:ln>
          </p:spPr>
          <p:txBody>
            <a:bodyPr anchor="ctr"/>
            <a:lstStyle/>
            <a:p>
              <a:pPr algn="ctr">
                <a:buNone/>
              </a:pPr>
            </a:p>
          </p:txBody>
        </p:sp>
        <p:sp>
          <p:nvSpPr>
            <p:cNvPr id="7545" name="addition:spatial:34">
              <a:extLst>
                <a:ext uri="{FF2B5EF4-FFF2-40B4-BE49-F238E27FC236}">
                  <ns2:creationId id="{4361E185-C914-41A2-8847-2022C62E5505}"/>
                </a:ext>
              </a:extLst>
            </p:cNvPr>
            <p:cNvSpPr>
              <a:spLocks noGrp="1"/>
            </p:cNvSpPr>
            <p:nvPr/>
          </p:nvSpPr>
          <p:spPr>
            <a:xfrm>
              <a:off x="5648325" y="1666875"/>
              <a:ext cx="1231743" cy="947318"/>
            </a:xfrm>
            <a:custGeom>
              <a:rect l="l" t="t" r="r" b="b"/>
              <a:pathLst>
                <a:path w="929" h="560">
                  <a:moveTo>
                    <a:pt x="0" y="0"/>
                  </a:moveTo>
                  <a:moveTo>
                    <a:pt x="928" y="541"/>
                  </a:moveTo>
                  <a:lnTo>
                    <a:pt x="929" y="543"/>
                  </a:lnTo>
                  <a:lnTo>
                    <a:pt x="929" y="544"/>
                  </a:lnTo>
                  <a:lnTo>
                    <a:pt x="927" y="546"/>
                  </a:lnTo>
                  <a:lnTo>
                    <a:pt x="926" y="547"/>
                  </a:lnTo>
                  <a:lnTo>
                    <a:pt x="924" y="548"/>
                  </a:lnTo>
                  <a:lnTo>
                    <a:pt x="923" y="550"/>
                  </a:lnTo>
                  <a:lnTo>
                    <a:pt x="923" y="551"/>
                  </a:lnTo>
                  <a:lnTo>
                    <a:pt x="922" y="552"/>
                  </a:lnTo>
                  <a:lnTo>
                    <a:pt x="919" y="553"/>
                  </a:lnTo>
                  <a:lnTo>
                    <a:pt x="916" y="553"/>
                  </a:lnTo>
                  <a:lnTo>
                    <a:pt x="914" y="553"/>
                  </a:lnTo>
                  <a:lnTo>
                    <a:pt x="913" y="555"/>
                  </a:lnTo>
                  <a:lnTo>
                    <a:pt x="912" y="557"/>
                  </a:lnTo>
                  <a:lnTo>
                    <a:pt x="910" y="559"/>
                  </a:lnTo>
                  <a:lnTo>
                    <a:pt x="908" y="560"/>
                  </a:lnTo>
                  <a:lnTo>
                    <a:pt x="905" y="560"/>
                  </a:lnTo>
                  <a:lnTo>
                    <a:pt x="903" y="559"/>
                  </a:lnTo>
                  <a:lnTo>
                    <a:pt x="900" y="558"/>
                  </a:lnTo>
                  <a:lnTo>
                    <a:pt x="898" y="558"/>
                  </a:lnTo>
                  <a:lnTo>
                    <a:pt x="896" y="557"/>
                  </a:lnTo>
                  <a:lnTo>
                    <a:pt x="895" y="555"/>
                  </a:lnTo>
                  <a:lnTo>
                    <a:pt x="894" y="554"/>
                  </a:lnTo>
                  <a:lnTo>
                    <a:pt x="892" y="554"/>
                  </a:lnTo>
                  <a:lnTo>
                    <a:pt x="889" y="555"/>
                  </a:lnTo>
                  <a:lnTo>
                    <a:pt x="887" y="555"/>
                  </a:lnTo>
                  <a:lnTo>
                    <a:pt x="885" y="554"/>
                  </a:lnTo>
                  <a:lnTo>
                    <a:pt x="884" y="553"/>
                  </a:lnTo>
                  <a:lnTo>
                    <a:pt x="884" y="551"/>
                  </a:lnTo>
                  <a:lnTo>
                    <a:pt x="884" y="550"/>
                  </a:lnTo>
                  <a:lnTo>
                    <a:pt x="882" y="549"/>
                  </a:lnTo>
                  <a:lnTo>
                    <a:pt x="880" y="548"/>
                  </a:lnTo>
                  <a:lnTo>
                    <a:pt x="879" y="546"/>
                  </a:lnTo>
                  <a:lnTo>
                    <a:pt x="880" y="544"/>
                  </a:lnTo>
                  <a:lnTo>
                    <a:pt x="882" y="543"/>
                  </a:lnTo>
                  <a:lnTo>
                    <a:pt x="884" y="541"/>
                  </a:lnTo>
                  <a:lnTo>
                    <a:pt x="884" y="540"/>
                  </a:lnTo>
                  <a:lnTo>
                    <a:pt x="885" y="538"/>
                  </a:lnTo>
                  <a:lnTo>
                    <a:pt x="885" y="537"/>
                  </a:lnTo>
                  <a:lnTo>
                    <a:pt x="886" y="536"/>
                  </a:lnTo>
                  <a:lnTo>
                    <a:pt x="886" y="534"/>
                  </a:lnTo>
                  <a:lnTo>
                    <a:pt x="885" y="532"/>
                  </a:lnTo>
                  <a:lnTo>
                    <a:pt x="884" y="530"/>
                  </a:lnTo>
                  <a:lnTo>
                    <a:pt x="884" y="528"/>
                  </a:lnTo>
                  <a:lnTo>
                    <a:pt x="886" y="527"/>
                  </a:lnTo>
                  <a:lnTo>
                    <a:pt x="889" y="527"/>
                  </a:lnTo>
                  <a:lnTo>
                    <a:pt x="892" y="528"/>
                  </a:lnTo>
                  <a:lnTo>
                    <a:pt x="893" y="527"/>
                  </a:lnTo>
                  <a:lnTo>
                    <a:pt x="894" y="526"/>
                  </a:lnTo>
                  <a:lnTo>
                    <a:pt x="896" y="525"/>
                  </a:lnTo>
                  <a:lnTo>
                    <a:pt x="897" y="525"/>
                  </a:lnTo>
                  <a:lnTo>
                    <a:pt x="899" y="525"/>
                  </a:lnTo>
                  <a:lnTo>
                    <a:pt x="901" y="525"/>
                  </a:lnTo>
                  <a:lnTo>
                    <a:pt x="902" y="525"/>
                  </a:lnTo>
                  <a:lnTo>
                    <a:pt x="904" y="524"/>
                  </a:lnTo>
                  <a:lnTo>
                    <a:pt x="906" y="524"/>
                  </a:lnTo>
                  <a:lnTo>
                    <a:pt x="908" y="525"/>
                  </a:lnTo>
                  <a:lnTo>
                    <a:pt x="910" y="525"/>
                  </a:lnTo>
                  <a:lnTo>
                    <a:pt x="913" y="525"/>
                  </a:lnTo>
                  <a:lnTo>
                    <a:pt x="915" y="525"/>
                  </a:lnTo>
                  <a:lnTo>
                    <a:pt x="918" y="526"/>
                  </a:lnTo>
                  <a:lnTo>
                    <a:pt x="919" y="528"/>
                  </a:lnTo>
                  <a:lnTo>
                    <a:pt x="918" y="530"/>
                  </a:lnTo>
                  <a:lnTo>
                    <a:pt x="918" y="533"/>
                  </a:lnTo>
                  <a:lnTo>
                    <a:pt x="918" y="534"/>
                  </a:lnTo>
                  <a:lnTo>
                    <a:pt x="920" y="535"/>
                  </a:lnTo>
                  <a:lnTo>
                    <a:pt x="923" y="535"/>
                  </a:lnTo>
                  <a:lnTo>
                    <a:pt x="926" y="536"/>
                  </a:lnTo>
                  <a:lnTo>
                    <a:pt x="927" y="538"/>
                  </a:lnTo>
                  <a:lnTo>
                    <a:pt x="928" y="539"/>
                  </a:lnTo>
                  <a:close/>
                </a:path>
              </a:pathLst>
            </a:custGeom>
            <a:solidFill>
              <a:srgbClr val="DE8036">
                <a:alpha val="10800"/>
              </a:srgbClr>
            </a:solidFill>
            <a:ln>
              <a:noFill/>
            </a:ln>
          </p:spPr>
          <p:txBody>
            <a:bodyPr anchor="ctr"/>
            <a:lstStyle/>
            <a:p>
              <a:pPr algn="ctr">
                <a:buNone/>
              </a:pPr>
            </a:p>
          </p:txBody>
        </p:sp>
        <p:sp>
          <p:nvSpPr>
            <p:cNvPr id="7546" name="addition:spatial:35">
              <a:extLst>
                <a:ext uri="{FF2B5EF4-FFF2-40B4-BE49-F238E27FC236}">
                  <ns2:creationId id="{24E21E8A-1C2F-42F1-A8CD-121134E8A825}"/>
                </a:ext>
              </a:extLst>
            </p:cNvPr>
            <p:cNvSpPr>
              <a:spLocks noGrp="1"/>
            </p:cNvSpPr>
            <p:nvPr/>
          </p:nvSpPr>
          <p:spPr>
            <a:xfrm>
              <a:off x="5648325" y="1666875"/>
              <a:ext cx="1267541" cy="1009909"/>
            </a:xfrm>
            <a:custGeom>
              <a:rect l="l" t="t" r="r" b="b"/>
              <a:pathLst>
                <a:path w="956" h="597">
                  <a:moveTo>
                    <a:pt x="0" y="0"/>
                  </a:moveTo>
                  <a:moveTo>
                    <a:pt x="953" y="571"/>
                  </a:moveTo>
                  <a:lnTo>
                    <a:pt x="952" y="573"/>
                  </a:lnTo>
                  <a:lnTo>
                    <a:pt x="953" y="575"/>
                  </a:lnTo>
                  <a:lnTo>
                    <a:pt x="954" y="577"/>
                  </a:lnTo>
                  <a:lnTo>
                    <a:pt x="953" y="579"/>
                  </a:lnTo>
                  <a:lnTo>
                    <a:pt x="951" y="581"/>
                  </a:lnTo>
                  <a:lnTo>
                    <a:pt x="947" y="582"/>
                  </a:lnTo>
                  <a:lnTo>
                    <a:pt x="945" y="583"/>
                  </a:lnTo>
                  <a:lnTo>
                    <a:pt x="943" y="584"/>
                  </a:lnTo>
                  <a:lnTo>
                    <a:pt x="941" y="586"/>
                  </a:lnTo>
                  <a:lnTo>
                    <a:pt x="938" y="587"/>
                  </a:lnTo>
                  <a:lnTo>
                    <a:pt x="936" y="588"/>
                  </a:lnTo>
                  <a:lnTo>
                    <a:pt x="934" y="590"/>
                  </a:lnTo>
                  <a:lnTo>
                    <a:pt x="932" y="592"/>
                  </a:lnTo>
                  <a:lnTo>
                    <a:pt x="930" y="595"/>
                  </a:lnTo>
                  <a:lnTo>
                    <a:pt x="927" y="597"/>
                  </a:lnTo>
                  <a:lnTo>
                    <a:pt x="924" y="596"/>
                  </a:lnTo>
                  <a:lnTo>
                    <a:pt x="920" y="594"/>
                  </a:lnTo>
                  <a:lnTo>
                    <a:pt x="917" y="591"/>
                  </a:lnTo>
                  <a:lnTo>
                    <a:pt x="915" y="590"/>
                  </a:lnTo>
                  <a:lnTo>
                    <a:pt x="912" y="591"/>
                  </a:lnTo>
                  <a:lnTo>
                    <a:pt x="910" y="591"/>
                  </a:lnTo>
                  <a:lnTo>
                    <a:pt x="907" y="591"/>
                  </a:lnTo>
                  <a:lnTo>
                    <a:pt x="905" y="590"/>
                  </a:lnTo>
                  <a:lnTo>
                    <a:pt x="903" y="589"/>
                  </a:lnTo>
                  <a:lnTo>
                    <a:pt x="901" y="588"/>
                  </a:lnTo>
                  <a:lnTo>
                    <a:pt x="898" y="588"/>
                  </a:lnTo>
                  <a:lnTo>
                    <a:pt x="896" y="586"/>
                  </a:lnTo>
                  <a:lnTo>
                    <a:pt x="895" y="584"/>
                  </a:lnTo>
                  <a:lnTo>
                    <a:pt x="895" y="582"/>
                  </a:lnTo>
                  <a:lnTo>
                    <a:pt x="894" y="581"/>
                  </a:lnTo>
                  <a:lnTo>
                    <a:pt x="892" y="579"/>
                  </a:lnTo>
                  <a:lnTo>
                    <a:pt x="890" y="577"/>
                  </a:lnTo>
                  <a:lnTo>
                    <a:pt x="891" y="575"/>
                  </a:lnTo>
                  <a:lnTo>
                    <a:pt x="894" y="573"/>
                  </a:lnTo>
                  <a:lnTo>
                    <a:pt x="897" y="571"/>
                  </a:lnTo>
                  <a:lnTo>
                    <a:pt x="899" y="569"/>
                  </a:lnTo>
                  <a:lnTo>
                    <a:pt x="898" y="567"/>
                  </a:lnTo>
                  <a:lnTo>
                    <a:pt x="896" y="565"/>
                  </a:lnTo>
                  <a:lnTo>
                    <a:pt x="894" y="563"/>
                  </a:lnTo>
                  <a:lnTo>
                    <a:pt x="894" y="560"/>
                  </a:lnTo>
                  <a:lnTo>
                    <a:pt x="895" y="558"/>
                  </a:lnTo>
                  <a:lnTo>
                    <a:pt x="896" y="557"/>
                  </a:lnTo>
                  <a:lnTo>
                    <a:pt x="897" y="555"/>
                  </a:lnTo>
                  <a:lnTo>
                    <a:pt x="899" y="553"/>
                  </a:lnTo>
                  <a:lnTo>
                    <a:pt x="902" y="553"/>
                  </a:lnTo>
                  <a:lnTo>
                    <a:pt x="905" y="553"/>
                  </a:lnTo>
                  <a:lnTo>
                    <a:pt x="908" y="553"/>
                  </a:lnTo>
                  <a:lnTo>
                    <a:pt x="909" y="552"/>
                  </a:lnTo>
                  <a:lnTo>
                    <a:pt x="910" y="550"/>
                  </a:lnTo>
                  <a:lnTo>
                    <a:pt x="912" y="549"/>
                  </a:lnTo>
                  <a:lnTo>
                    <a:pt x="915" y="549"/>
                  </a:lnTo>
                  <a:lnTo>
                    <a:pt x="917" y="550"/>
                  </a:lnTo>
                  <a:lnTo>
                    <a:pt x="920" y="551"/>
                  </a:lnTo>
                  <a:lnTo>
                    <a:pt x="922" y="550"/>
                  </a:lnTo>
                  <a:lnTo>
                    <a:pt x="925" y="549"/>
                  </a:lnTo>
                  <a:lnTo>
                    <a:pt x="929" y="547"/>
                  </a:lnTo>
                  <a:lnTo>
                    <a:pt x="932" y="547"/>
                  </a:lnTo>
                  <a:lnTo>
                    <a:pt x="935" y="549"/>
                  </a:lnTo>
                  <a:lnTo>
                    <a:pt x="937" y="551"/>
                  </a:lnTo>
                  <a:lnTo>
                    <a:pt x="938" y="553"/>
                  </a:lnTo>
                  <a:lnTo>
                    <a:pt x="940" y="555"/>
                  </a:lnTo>
                  <a:lnTo>
                    <a:pt x="941" y="557"/>
                  </a:lnTo>
                  <a:lnTo>
                    <a:pt x="942" y="559"/>
                  </a:lnTo>
                  <a:lnTo>
                    <a:pt x="942" y="561"/>
                  </a:lnTo>
                  <a:lnTo>
                    <a:pt x="945" y="562"/>
                  </a:lnTo>
                  <a:lnTo>
                    <a:pt x="949" y="563"/>
                  </a:lnTo>
                  <a:lnTo>
                    <a:pt x="953" y="564"/>
                  </a:lnTo>
                  <a:lnTo>
                    <a:pt x="956" y="566"/>
                  </a:lnTo>
                  <a:lnTo>
                    <a:pt x="955" y="569"/>
                  </a:lnTo>
                  <a:close/>
                </a:path>
              </a:pathLst>
            </a:custGeom>
            <a:solidFill>
              <a:srgbClr val="DE8036">
                <a:alpha val="10800"/>
              </a:srgbClr>
            </a:solidFill>
            <a:ln>
              <a:noFill/>
            </a:ln>
          </p:spPr>
          <p:txBody>
            <a:bodyPr anchor="ctr"/>
            <a:lstStyle/>
            <a:p>
              <a:pPr algn="ctr">
                <a:buNone/>
              </a:pPr>
            </a:p>
          </p:txBody>
        </p:sp>
        <p:sp>
          <p:nvSpPr>
            <p:cNvPr id="7547" name="addition:spatial:36">
              <a:extLst>
                <a:ext uri="{FF2B5EF4-FFF2-40B4-BE49-F238E27FC236}">
                  <ns2:creationId id="{5984F8E3-CC68-42A4-89FC-EB64B98FDBFF}"/>
                </a:ext>
              </a:extLst>
            </p:cNvPr>
            <p:cNvSpPr>
              <a:spLocks noGrp="1"/>
            </p:cNvSpPr>
            <p:nvPr/>
          </p:nvSpPr>
          <p:spPr>
            <a:xfrm>
              <a:off x="5648325" y="1666875"/>
              <a:ext cx="1205225" cy="1020059"/>
            </a:xfrm>
            <a:custGeom>
              <a:rect l="l" t="t" r="r" b="b"/>
              <a:pathLst>
                <a:path w="909" h="603">
                  <a:moveTo>
                    <a:pt x="0" y="0"/>
                  </a:moveTo>
                  <a:moveTo>
                    <a:pt x="908" y="584"/>
                  </a:moveTo>
                  <a:lnTo>
                    <a:pt x="905" y="585"/>
                  </a:lnTo>
                  <a:lnTo>
                    <a:pt x="902" y="587"/>
                  </a:lnTo>
                  <a:lnTo>
                    <a:pt x="899" y="588"/>
                  </a:lnTo>
                  <a:lnTo>
                    <a:pt x="899" y="589"/>
                  </a:lnTo>
                  <a:lnTo>
                    <a:pt x="900" y="592"/>
                  </a:lnTo>
                  <a:lnTo>
                    <a:pt x="901" y="594"/>
                  </a:lnTo>
                  <a:lnTo>
                    <a:pt x="899" y="595"/>
                  </a:lnTo>
                  <a:lnTo>
                    <a:pt x="897" y="596"/>
                  </a:lnTo>
                  <a:lnTo>
                    <a:pt x="894" y="597"/>
                  </a:lnTo>
                  <a:lnTo>
                    <a:pt x="893" y="598"/>
                  </a:lnTo>
                  <a:lnTo>
                    <a:pt x="892" y="600"/>
                  </a:lnTo>
                  <a:lnTo>
                    <a:pt x="890" y="602"/>
                  </a:lnTo>
                  <a:lnTo>
                    <a:pt x="888" y="603"/>
                  </a:lnTo>
                  <a:lnTo>
                    <a:pt x="885" y="603"/>
                  </a:lnTo>
                  <a:lnTo>
                    <a:pt x="883" y="602"/>
                  </a:lnTo>
                  <a:lnTo>
                    <a:pt x="881" y="602"/>
                  </a:lnTo>
                  <a:lnTo>
                    <a:pt x="879" y="602"/>
                  </a:lnTo>
                  <a:lnTo>
                    <a:pt x="877" y="601"/>
                  </a:lnTo>
                  <a:lnTo>
                    <a:pt x="875" y="600"/>
                  </a:lnTo>
                  <a:lnTo>
                    <a:pt x="874" y="599"/>
                  </a:lnTo>
                  <a:lnTo>
                    <a:pt x="872" y="600"/>
                  </a:lnTo>
                  <a:lnTo>
                    <a:pt x="869" y="601"/>
                  </a:lnTo>
                  <a:lnTo>
                    <a:pt x="866" y="603"/>
                  </a:lnTo>
                  <a:lnTo>
                    <a:pt x="863" y="602"/>
                  </a:lnTo>
                  <a:lnTo>
                    <a:pt x="862" y="601"/>
                  </a:lnTo>
                  <a:lnTo>
                    <a:pt x="861" y="598"/>
                  </a:lnTo>
                  <a:lnTo>
                    <a:pt x="861" y="596"/>
                  </a:lnTo>
                  <a:lnTo>
                    <a:pt x="860" y="595"/>
                  </a:lnTo>
                  <a:lnTo>
                    <a:pt x="859" y="593"/>
                  </a:lnTo>
                  <a:lnTo>
                    <a:pt x="857" y="592"/>
                  </a:lnTo>
                  <a:lnTo>
                    <a:pt x="857" y="590"/>
                  </a:lnTo>
                  <a:lnTo>
                    <a:pt x="857" y="588"/>
                  </a:lnTo>
                  <a:lnTo>
                    <a:pt x="856" y="587"/>
                  </a:lnTo>
                  <a:lnTo>
                    <a:pt x="855" y="585"/>
                  </a:lnTo>
                  <a:lnTo>
                    <a:pt x="853" y="584"/>
                  </a:lnTo>
                  <a:lnTo>
                    <a:pt x="853" y="582"/>
                  </a:lnTo>
                  <a:lnTo>
                    <a:pt x="854" y="580"/>
                  </a:lnTo>
                  <a:lnTo>
                    <a:pt x="854" y="579"/>
                  </a:lnTo>
                  <a:lnTo>
                    <a:pt x="852" y="577"/>
                  </a:lnTo>
                  <a:lnTo>
                    <a:pt x="851" y="574"/>
                  </a:lnTo>
                  <a:lnTo>
                    <a:pt x="851" y="572"/>
                  </a:lnTo>
                  <a:lnTo>
                    <a:pt x="853" y="571"/>
                  </a:lnTo>
                  <a:lnTo>
                    <a:pt x="857" y="571"/>
                  </a:lnTo>
                  <a:lnTo>
                    <a:pt x="861" y="572"/>
                  </a:lnTo>
                  <a:lnTo>
                    <a:pt x="863" y="571"/>
                  </a:lnTo>
                  <a:lnTo>
                    <a:pt x="864" y="570"/>
                  </a:lnTo>
                  <a:lnTo>
                    <a:pt x="865" y="568"/>
                  </a:lnTo>
                  <a:lnTo>
                    <a:pt x="867" y="567"/>
                  </a:lnTo>
                  <a:lnTo>
                    <a:pt x="869" y="566"/>
                  </a:lnTo>
                  <a:lnTo>
                    <a:pt x="871" y="565"/>
                  </a:lnTo>
                  <a:lnTo>
                    <a:pt x="874" y="564"/>
                  </a:lnTo>
                  <a:lnTo>
                    <a:pt x="876" y="563"/>
                  </a:lnTo>
                  <a:lnTo>
                    <a:pt x="879" y="563"/>
                  </a:lnTo>
                  <a:lnTo>
                    <a:pt x="882" y="564"/>
                  </a:lnTo>
                  <a:lnTo>
                    <a:pt x="884" y="566"/>
                  </a:lnTo>
                  <a:lnTo>
                    <a:pt x="887" y="566"/>
                  </a:lnTo>
                  <a:lnTo>
                    <a:pt x="890" y="566"/>
                  </a:lnTo>
                  <a:lnTo>
                    <a:pt x="893" y="566"/>
                  </a:lnTo>
                  <a:lnTo>
                    <a:pt x="895" y="567"/>
                  </a:lnTo>
                  <a:lnTo>
                    <a:pt x="896" y="569"/>
                  </a:lnTo>
                  <a:lnTo>
                    <a:pt x="896" y="572"/>
                  </a:lnTo>
                  <a:lnTo>
                    <a:pt x="897" y="573"/>
                  </a:lnTo>
                  <a:lnTo>
                    <a:pt x="900" y="574"/>
                  </a:lnTo>
                  <a:lnTo>
                    <a:pt x="903" y="574"/>
                  </a:lnTo>
                  <a:lnTo>
                    <a:pt x="906" y="575"/>
                  </a:lnTo>
                  <a:lnTo>
                    <a:pt x="907" y="576"/>
                  </a:lnTo>
                  <a:lnTo>
                    <a:pt x="908" y="578"/>
                  </a:lnTo>
                  <a:lnTo>
                    <a:pt x="909" y="580"/>
                  </a:lnTo>
                  <a:lnTo>
                    <a:pt x="909" y="582"/>
                  </a:lnTo>
                  <a:close/>
                </a:path>
              </a:pathLst>
            </a:custGeom>
            <a:solidFill>
              <a:srgbClr val="DE8036">
                <a:alpha val="10800"/>
              </a:srgbClr>
            </a:solidFill>
            <a:ln>
              <a:noFill/>
            </a:ln>
          </p:spPr>
          <p:txBody>
            <a:bodyPr anchor="ctr"/>
            <a:lstStyle/>
            <a:p>
              <a:pPr algn="ctr">
                <a:buNone/>
              </a:pPr>
            </a:p>
          </p:txBody>
        </p:sp>
        <p:sp>
          <p:nvSpPr>
            <p:cNvPr id="7548" name="addition:spatial:37">
              <a:extLst>
                <a:ext uri="{FF2B5EF4-FFF2-40B4-BE49-F238E27FC236}">
                  <ns2:creationId id="{A854B92A-511A-4F61-A9B1-8B84D4059050}"/>
                </a:ext>
              </a:extLst>
            </p:cNvPr>
            <p:cNvSpPr>
              <a:spLocks noGrp="1"/>
            </p:cNvSpPr>
            <p:nvPr/>
          </p:nvSpPr>
          <p:spPr>
            <a:xfrm>
              <a:off x="5648325" y="1666875"/>
              <a:ext cx="1868165" cy="612374"/>
            </a:xfrm>
            <a:custGeom>
              <a:rect l="l" t="t" r="r" b="b"/>
              <a:pathLst>
                <a:path w="1409" h="362">
                  <a:moveTo>
                    <a:pt x="0" y="0"/>
                  </a:moveTo>
                  <a:moveTo>
                    <a:pt x="1405" y="262"/>
                  </a:moveTo>
                  <a:lnTo>
                    <a:pt x="1409" y="271"/>
                  </a:lnTo>
                  <a:lnTo>
                    <a:pt x="1409" y="279"/>
                  </a:lnTo>
                  <a:lnTo>
                    <a:pt x="1402" y="287"/>
                  </a:lnTo>
                  <a:lnTo>
                    <a:pt x="1391" y="293"/>
                  </a:lnTo>
                  <a:lnTo>
                    <a:pt x="1383" y="299"/>
                  </a:lnTo>
                  <a:lnTo>
                    <a:pt x="1379" y="306"/>
                  </a:lnTo>
                  <a:lnTo>
                    <a:pt x="1376" y="315"/>
                  </a:lnTo>
                  <a:lnTo>
                    <a:pt x="1368" y="321"/>
                  </a:lnTo>
                  <a:lnTo>
                    <a:pt x="1354" y="323"/>
                  </a:lnTo>
                  <a:lnTo>
                    <a:pt x="1337" y="323"/>
                  </a:lnTo>
                  <a:lnTo>
                    <a:pt x="1325" y="325"/>
                  </a:lnTo>
                  <a:lnTo>
                    <a:pt x="1319" y="333"/>
                  </a:lnTo>
                  <a:lnTo>
                    <a:pt x="1313" y="345"/>
                  </a:lnTo>
                  <a:lnTo>
                    <a:pt x="1305" y="357"/>
                  </a:lnTo>
                  <a:lnTo>
                    <a:pt x="1291" y="362"/>
                  </a:lnTo>
                  <a:lnTo>
                    <a:pt x="1276" y="361"/>
                  </a:lnTo>
                  <a:lnTo>
                    <a:pt x="1261" y="357"/>
                  </a:lnTo>
                  <a:lnTo>
                    <a:pt x="1248" y="353"/>
                  </a:lnTo>
                  <a:lnTo>
                    <a:pt x="1236" y="350"/>
                  </a:lnTo>
                  <a:lnTo>
                    <a:pt x="1225" y="344"/>
                  </a:lnTo>
                  <a:lnTo>
                    <a:pt x="1216" y="337"/>
                  </a:lnTo>
                  <a:lnTo>
                    <a:pt x="1209" y="332"/>
                  </a:lnTo>
                  <a:lnTo>
                    <a:pt x="1198" y="331"/>
                  </a:lnTo>
                  <a:lnTo>
                    <a:pt x="1184" y="334"/>
                  </a:lnTo>
                  <a:lnTo>
                    <a:pt x="1169" y="335"/>
                  </a:lnTo>
                  <a:lnTo>
                    <a:pt x="1159" y="331"/>
                  </a:lnTo>
                  <a:lnTo>
                    <a:pt x="1156" y="322"/>
                  </a:lnTo>
                  <a:lnTo>
                    <a:pt x="1156" y="313"/>
                  </a:lnTo>
                  <a:lnTo>
                    <a:pt x="1152" y="306"/>
                  </a:lnTo>
                  <a:lnTo>
                    <a:pt x="1141" y="302"/>
                  </a:lnTo>
                  <a:lnTo>
                    <a:pt x="1130" y="296"/>
                  </a:lnTo>
                  <a:lnTo>
                    <a:pt x="1126" y="288"/>
                  </a:lnTo>
                  <a:lnTo>
                    <a:pt x="1132" y="279"/>
                  </a:lnTo>
                  <a:lnTo>
                    <a:pt x="1143" y="270"/>
                  </a:lnTo>
                  <a:lnTo>
                    <a:pt x="1151" y="262"/>
                  </a:lnTo>
                  <a:lnTo>
                    <a:pt x="1155" y="255"/>
                  </a:lnTo>
                  <a:lnTo>
                    <a:pt x="1157" y="248"/>
                  </a:lnTo>
                  <a:lnTo>
                    <a:pt x="1161" y="241"/>
                  </a:lnTo>
                  <a:lnTo>
                    <a:pt x="1164" y="234"/>
                  </a:lnTo>
                  <a:lnTo>
                    <a:pt x="1163" y="226"/>
                  </a:lnTo>
                  <a:lnTo>
                    <a:pt x="1157" y="215"/>
                  </a:lnTo>
                  <a:lnTo>
                    <a:pt x="1151" y="202"/>
                  </a:lnTo>
                  <a:lnTo>
                    <a:pt x="1155" y="193"/>
                  </a:lnTo>
                  <a:lnTo>
                    <a:pt x="1167" y="189"/>
                  </a:lnTo>
                  <a:lnTo>
                    <a:pt x="1185" y="191"/>
                  </a:lnTo>
                  <a:lnTo>
                    <a:pt x="1199" y="193"/>
                  </a:lnTo>
                  <a:lnTo>
                    <a:pt x="1208" y="191"/>
                  </a:lnTo>
                  <a:lnTo>
                    <a:pt x="1213" y="184"/>
                  </a:lnTo>
                  <a:lnTo>
                    <a:pt x="1220" y="178"/>
                  </a:lnTo>
                  <a:lnTo>
                    <a:pt x="1230" y="177"/>
                  </a:lnTo>
                  <a:lnTo>
                    <a:pt x="1240" y="179"/>
                  </a:lnTo>
                  <a:lnTo>
                    <a:pt x="1250" y="180"/>
                  </a:lnTo>
                  <a:lnTo>
                    <a:pt x="1259" y="179"/>
                  </a:lnTo>
                  <a:lnTo>
                    <a:pt x="1270" y="175"/>
                  </a:lnTo>
                  <a:lnTo>
                    <a:pt x="1281" y="174"/>
                  </a:lnTo>
                  <a:lnTo>
                    <a:pt x="1292" y="176"/>
                  </a:lnTo>
                  <a:lnTo>
                    <a:pt x="1304" y="178"/>
                  </a:lnTo>
                  <a:lnTo>
                    <a:pt x="1317" y="179"/>
                  </a:lnTo>
                  <a:lnTo>
                    <a:pt x="1332" y="179"/>
                  </a:lnTo>
                  <a:lnTo>
                    <a:pt x="1345" y="183"/>
                  </a:lnTo>
                  <a:lnTo>
                    <a:pt x="1352" y="192"/>
                  </a:lnTo>
                  <a:lnTo>
                    <a:pt x="1350" y="206"/>
                  </a:lnTo>
                  <a:lnTo>
                    <a:pt x="1346" y="218"/>
                  </a:lnTo>
                  <a:lnTo>
                    <a:pt x="1348" y="225"/>
                  </a:lnTo>
                  <a:lnTo>
                    <a:pt x="1361" y="229"/>
                  </a:lnTo>
                  <a:lnTo>
                    <a:pt x="1379" y="232"/>
                  </a:lnTo>
                  <a:lnTo>
                    <a:pt x="1393" y="238"/>
                  </a:lnTo>
                  <a:lnTo>
                    <a:pt x="1400" y="245"/>
                  </a:lnTo>
                  <a:lnTo>
                    <a:pt x="1403" y="254"/>
                  </a:lnTo>
                  <a:close/>
                </a:path>
              </a:pathLst>
            </a:custGeom>
            <a:solidFill>
              <a:srgbClr val="C5E9DF">
                <a:alpha val="12900"/>
              </a:srgbClr>
            </a:solidFill>
            <a:ln>
              <a:noFill/>
            </a:ln>
          </p:spPr>
          <p:txBody>
            <a:bodyPr anchor="ctr"/>
            <a:lstStyle/>
            <a:p>
              <a:pPr algn="ctr">
                <a:buNone/>
              </a:pPr>
            </a:p>
          </p:txBody>
        </p:sp>
        <p:sp>
          <p:nvSpPr>
            <p:cNvPr id="7549" name="addition:spatial:38">
              <a:extLst>
                <a:ext uri="{FF2B5EF4-FFF2-40B4-BE49-F238E27FC236}">
                  <ns2:creationId id="{81EAEBC3-1A65-44E9-88EE-43E5388F954A}"/>
                </a:ext>
              </a:extLst>
            </p:cNvPr>
            <p:cNvSpPr>
              <a:spLocks noGrp="1"/>
            </p:cNvSpPr>
            <p:nvPr/>
          </p:nvSpPr>
          <p:spPr>
            <a:xfrm>
              <a:off x="5648325" y="1666875"/>
              <a:ext cx="1812478" cy="580233"/>
            </a:xfrm>
            <a:custGeom>
              <a:rect l="l" t="t" r="r" b="b"/>
              <a:pathLst>
                <a:path w="1367" h="343">
                  <a:moveTo>
                    <a:pt x="0" y="0"/>
                  </a:moveTo>
                  <a:moveTo>
                    <a:pt x="1352" y="267"/>
                  </a:moveTo>
                  <a:lnTo>
                    <a:pt x="1347" y="273"/>
                  </a:lnTo>
                  <a:lnTo>
                    <a:pt x="1345" y="279"/>
                  </a:lnTo>
                  <a:lnTo>
                    <a:pt x="1344" y="286"/>
                  </a:lnTo>
                  <a:lnTo>
                    <a:pt x="1342" y="292"/>
                  </a:lnTo>
                  <a:lnTo>
                    <a:pt x="1339" y="298"/>
                  </a:lnTo>
                  <a:lnTo>
                    <a:pt x="1339" y="305"/>
                  </a:lnTo>
                  <a:lnTo>
                    <a:pt x="1343" y="315"/>
                  </a:lnTo>
                  <a:lnTo>
                    <a:pt x="1345" y="325"/>
                  </a:lnTo>
                  <a:lnTo>
                    <a:pt x="1340" y="332"/>
                  </a:lnTo>
                  <a:lnTo>
                    <a:pt x="1328" y="333"/>
                  </a:lnTo>
                  <a:lnTo>
                    <a:pt x="1313" y="330"/>
                  </a:lnTo>
                  <a:lnTo>
                    <a:pt x="1301" y="327"/>
                  </a:lnTo>
                  <a:lnTo>
                    <a:pt x="1293" y="328"/>
                  </a:lnTo>
                  <a:lnTo>
                    <a:pt x="1288" y="333"/>
                  </a:lnTo>
                  <a:lnTo>
                    <a:pt x="1282" y="338"/>
                  </a:lnTo>
                  <a:lnTo>
                    <a:pt x="1274" y="340"/>
                  </a:lnTo>
                  <a:lnTo>
                    <a:pt x="1266" y="340"/>
                  </a:lnTo>
                  <a:lnTo>
                    <a:pt x="1257" y="339"/>
                  </a:lnTo>
                  <a:lnTo>
                    <a:pt x="1248" y="341"/>
                  </a:lnTo>
                  <a:lnTo>
                    <a:pt x="1238" y="343"/>
                  </a:lnTo>
                  <a:lnTo>
                    <a:pt x="1228" y="343"/>
                  </a:lnTo>
                  <a:lnTo>
                    <a:pt x="1219" y="339"/>
                  </a:lnTo>
                  <a:lnTo>
                    <a:pt x="1210" y="335"/>
                  </a:lnTo>
                  <a:lnTo>
                    <a:pt x="1200" y="333"/>
                  </a:lnTo>
                  <a:lnTo>
                    <a:pt x="1187" y="331"/>
                  </a:lnTo>
                  <a:lnTo>
                    <a:pt x="1177" y="327"/>
                  </a:lnTo>
                  <a:lnTo>
                    <a:pt x="1173" y="319"/>
                  </a:lnTo>
                  <a:lnTo>
                    <a:pt x="1175" y="308"/>
                  </a:lnTo>
                  <a:lnTo>
                    <a:pt x="1179" y="299"/>
                  </a:lnTo>
                  <a:lnTo>
                    <a:pt x="1176" y="293"/>
                  </a:lnTo>
                  <a:lnTo>
                    <a:pt x="1164" y="290"/>
                  </a:lnTo>
                  <a:lnTo>
                    <a:pt x="1148" y="287"/>
                  </a:lnTo>
                  <a:lnTo>
                    <a:pt x="1136" y="281"/>
                  </a:lnTo>
                  <a:lnTo>
                    <a:pt x="1130" y="274"/>
                  </a:lnTo>
                  <a:lnTo>
                    <a:pt x="1129" y="267"/>
                  </a:lnTo>
                  <a:lnTo>
                    <a:pt x="1129" y="260"/>
                  </a:lnTo>
                  <a:lnTo>
                    <a:pt x="1129" y="252"/>
                  </a:lnTo>
                  <a:lnTo>
                    <a:pt x="1133" y="246"/>
                  </a:lnTo>
                  <a:lnTo>
                    <a:pt x="1142" y="240"/>
                  </a:lnTo>
                  <a:lnTo>
                    <a:pt x="1153" y="236"/>
                  </a:lnTo>
                  <a:lnTo>
                    <a:pt x="1161" y="232"/>
                  </a:lnTo>
                  <a:lnTo>
                    <a:pt x="1164" y="225"/>
                  </a:lnTo>
                  <a:lnTo>
                    <a:pt x="1166" y="217"/>
                  </a:lnTo>
                  <a:lnTo>
                    <a:pt x="1172" y="211"/>
                  </a:lnTo>
                  <a:lnTo>
                    <a:pt x="1184" y="209"/>
                  </a:lnTo>
                  <a:lnTo>
                    <a:pt x="1197" y="210"/>
                  </a:lnTo>
                  <a:lnTo>
                    <a:pt x="1208" y="208"/>
                  </a:lnTo>
                  <a:lnTo>
                    <a:pt x="1215" y="201"/>
                  </a:lnTo>
                  <a:lnTo>
                    <a:pt x="1221" y="191"/>
                  </a:lnTo>
                  <a:lnTo>
                    <a:pt x="1231" y="183"/>
                  </a:lnTo>
                  <a:lnTo>
                    <a:pt x="1243" y="181"/>
                  </a:lnTo>
                  <a:lnTo>
                    <a:pt x="1256" y="184"/>
                  </a:lnTo>
                  <a:lnTo>
                    <a:pt x="1267" y="188"/>
                  </a:lnTo>
                  <a:lnTo>
                    <a:pt x="1278" y="192"/>
                  </a:lnTo>
                  <a:lnTo>
                    <a:pt x="1287" y="196"/>
                  </a:lnTo>
                  <a:lnTo>
                    <a:pt x="1295" y="201"/>
                  </a:lnTo>
                  <a:lnTo>
                    <a:pt x="1301" y="207"/>
                  </a:lnTo>
                  <a:lnTo>
                    <a:pt x="1307" y="211"/>
                  </a:lnTo>
                  <a:lnTo>
                    <a:pt x="1317" y="210"/>
                  </a:lnTo>
                  <a:lnTo>
                    <a:pt x="1331" y="208"/>
                  </a:lnTo>
                  <a:lnTo>
                    <a:pt x="1345" y="207"/>
                  </a:lnTo>
                  <a:lnTo>
                    <a:pt x="1353" y="211"/>
                  </a:lnTo>
                  <a:lnTo>
                    <a:pt x="1353" y="219"/>
                  </a:lnTo>
                  <a:lnTo>
                    <a:pt x="1351" y="228"/>
                  </a:lnTo>
                  <a:lnTo>
                    <a:pt x="1352" y="235"/>
                  </a:lnTo>
                  <a:lnTo>
                    <a:pt x="1359" y="240"/>
                  </a:lnTo>
                  <a:lnTo>
                    <a:pt x="1365" y="246"/>
                  </a:lnTo>
                  <a:lnTo>
                    <a:pt x="1367" y="253"/>
                  </a:lnTo>
                  <a:lnTo>
                    <a:pt x="1361" y="260"/>
                  </a:lnTo>
                  <a:close/>
                </a:path>
              </a:pathLst>
            </a:custGeom>
            <a:solidFill>
              <a:srgbClr val="86D1BC">
                <a:alpha val="12900"/>
              </a:srgbClr>
            </a:solidFill>
            <a:ln>
              <a:noFill/>
            </a:ln>
          </p:spPr>
          <p:txBody>
            <a:bodyPr anchor="ctr"/>
            <a:lstStyle/>
            <a:p>
              <a:pPr algn="ctr">
                <a:buNone/>
              </a:pPr>
            </a:p>
          </p:txBody>
        </p:sp>
        <p:sp>
          <p:nvSpPr>
            <p:cNvPr id="7550" name="addition:spatial:39">
              <a:extLst>
                <a:ext uri="{FF2B5EF4-FFF2-40B4-BE49-F238E27FC236}">
                  <ns2:creationId id="{35643DA8-7345-4F3E-A76E-FD761A146283}"/>
                </a:ext>
              </a:extLst>
            </p:cNvPr>
            <p:cNvSpPr>
              <a:spLocks noGrp="1"/>
            </p:cNvSpPr>
            <p:nvPr/>
          </p:nvSpPr>
          <p:spPr>
            <a:xfrm>
              <a:off x="5648325" y="1666875"/>
              <a:ext cx="1788612" cy="573466"/>
            </a:xfrm>
            <a:custGeom>
              <a:rect l="l" t="t" r="r" b="b"/>
              <a:pathLst>
                <a:path w="1349" h="339">
                  <a:moveTo>
                    <a:pt x="0" y="0"/>
                  </a:moveTo>
                  <a:moveTo>
                    <a:pt x="1349" y="272"/>
                  </a:moveTo>
                  <a:lnTo>
                    <a:pt x="1341" y="278"/>
                  </a:lnTo>
                  <a:lnTo>
                    <a:pt x="1329" y="283"/>
                  </a:lnTo>
                  <a:lnTo>
                    <a:pt x="1320" y="287"/>
                  </a:lnTo>
                  <a:lnTo>
                    <a:pt x="1318" y="292"/>
                  </a:lnTo>
                  <a:lnTo>
                    <a:pt x="1320" y="298"/>
                  </a:lnTo>
                  <a:lnTo>
                    <a:pt x="1322" y="305"/>
                  </a:lnTo>
                  <a:lnTo>
                    <a:pt x="1320" y="312"/>
                  </a:lnTo>
                  <a:lnTo>
                    <a:pt x="1317" y="318"/>
                  </a:lnTo>
                  <a:lnTo>
                    <a:pt x="1313" y="324"/>
                  </a:lnTo>
                  <a:lnTo>
                    <a:pt x="1309" y="330"/>
                  </a:lnTo>
                  <a:lnTo>
                    <a:pt x="1302" y="334"/>
                  </a:lnTo>
                  <a:lnTo>
                    <a:pt x="1292" y="334"/>
                  </a:lnTo>
                  <a:lnTo>
                    <a:pt x="1280" y="330"/>
                  </a:lnTo>
                  <a:lnTo>
                    <a:pt x="1271" y="326"/>
                  </a:lnTo>
                  <a:lnTo>
                    <a:pt x="1265" y="327"/>
                  </a:lnTo>
                  <a:lnTo>
                    <a:pt x="1260" y="332"/>
                  </a:lnTo>
                  <a:lnTo>
                    <a:pt x="1254" y="338"/>
                  </a:lnTo>
                  <a:lnTo>
                    <a:pt x="1247" y="339"/>
                  </a:lnTo>
                  <a:lnTo>
                    <a:pt x="1240" y="337"/>
                  </a:lnTo>
                  <a:lnTo>
                    <a:pt x="1233" y="333"/>
                  </a:lnTo>
                  <a:lnTo>
                    <a:pt x="1226" y="332"/>
                  </a:lnTo>
                  <a:lnTo>
                    <a:pt x="1217" y="333"/>
                  </a:lnTo>
                  <a:lnTo>
                    <a:pt x="1207" y="334"/>
                  </a:lnTo>
                  <a:lnTo>
                    <a:pt x="1198" y="332"/>
                  </a:lnTo>
                  <a:lnTo>
                    <a:pt x="1191" y="327"/>
                  </a:lnTo>
                  <a:lnTo>
                    <a:pt x="1186" y="322"/>
                  </a:lnTo>
                  <a:lnTo>
                    <a:pt x="1180" y="317"/>
                  </a:lnTo>
                  <a:lnTo>
                    <a:pt x="1175" y="312"/>
                  </a:lnTo>
                  <a:lnTo>
                    <a:pt x="1173" y="305"/>
                  </a:lnTo>
                  <a:lnTo>
                    <a:pt x="1175" y="298"/>
                  </a:lnTo>
                  <a:lnTo>
                    <a:pt x="1177" y="291"/>
                  </a:lnTo>
                  <a:lnTo>
                    <a:pt x="1174" y="286"/>
                  </a:lnTo>
                  <a:lnTo>
                    <a:pt x="1163" y="283"/>
                  </a:lnTo>
                  <a:lnTo>
                    <a:pt x="1148" y="278"/>
                  </a:lnTo>
                  <a:lnTo>
                    <a:pt x="1137" y="272"/>
                  </a:lnTo>
                  <a:lnTo>
                    <a:pt x="1136" y="265"/>
                  </a:lnTo>
                  <a:lnTo>
                    <a:pt x="1141" y="259"/>
                  </a:lnTo>
                  <a:lnTo>
                    <a:pt x="1148" y="254"/>
                  </a:lnTo>
                  <a:lnTo>
                    <a:pt x="1151" y="249"/>
                  </a:lnTo>
                  <a:lnTo>
                    <a:pt x="1153" y="243"/>
                  </a:lnTo>
                  <a:lnTo>
                    <a:pt x="1157" y="238"/>
                  </a:lnTo>
                  <a:lnTo>
                    <a:pt x="1165" y="234"/>
                  </a:lnTo>
                  <a:lnTo>
                    <a:pt x="1173" y="231"/>
                  </a:lnTo>
                  <a:lnTo>
                    <a:pt x="1179" y="228"/>
                  </a:lnTo>
                  <a:lnTo>
                    <a:pt x="1184" y="223"/>
                  </a:lnTo>
                  <a:lnTo>
                    <a:pt x="1191" y="218"/>
                  </a:lnTo>
                  <a:lnTo>
                    <a:pt x="1199" y="216"/>
                  </a:lnTo>
                  <a:lnTo>
                    <a:pt x="1209" y="216"/>
                  </a:lnTo>
                  <a:lnTo>
                    <a:pt x="1218" y="214"/>
                  </a:lnTo>
                  <a:lnTo>
                    <a:pt x="1226" y="209"/>
                  </a:lnTo>
                  <a:lnTo>
                    <a:pt x="1234" y="201"/>
                  </a:lnTo>
                  <a:lnTo>
                    <a:pt x="1245" y="195"/>
                  </a:lnTo>
                  <a:lnTo>
                    <a:pt x="1256" y="194"/>
                  </a:lnTo>
                  <a:lnTo>
                    <a:pt x="1266" y="201"/>
                  </a:lnTo>
                  <a:lnTo>
                    <a:pt x="1274" y="210"/>
                  </a:lnTo>
                  <a:lnTo>
                    <a:pt x="1281" y="216"/>
                  </a:lnTo>
                  <a:lnTo>
                    <a:pt x="1288" y="219"/>
                  </a:lnTo>
                  <a:lnTo>
                    <a:pt x="1296" y="220"/>
                  </a:lnTo>
                  <a:lnTo>
                    <a:pt x="1304" y="222"/>
                  </a:lnTo>
                  <a:lnTo>
                    <a:pt x="1311" y="224"/>
                  </a:lnTo>
                  <a:lnTo>
                    <a:pt x="1318" y="227"/>
                  </a:lnTo>
                  <a:lnTo>
                    <a:pt x="1328" y="228"/>
                  </a:lnTo>
                  <a:lnTo>
                    <a:pt x="1338" y="230"/>
                  </a:lnTo>
                  <a:lnTo>
                    <a:pt x="1344" y="235"/>
                  </a:lnTo>
                  <a:lnTo>
                    <a:pt x="1344" y="242"/>
                  </a:lnTo>
                  <a:lnTo>
                    <a:pt x="1340" y="249"/>
                  </a:lnTo>
                  <a:lnTo>
                    <a:pt x="1339" y="255"/>
                  </a:lnTo>
                  <a:lnTo>
                    <a:pt x="1343" y="260"/>
                  </a:lnTo>
                  <a:lnTo>
                    <a:pt x="1348" y="266"/>
                  </a:lnTo>
                  <a:close/>
                </a:path>
              </a:pathLst>
            </a:custGeom>
            <a:solidFill>
              <a:srgbClr val="56BFA2">
                <a:alpha val="10500"/>
              </a:srgbClr>
            </a:solidFill>
            <a:ln>
              <a:noFill/>
            </a:ln>
          </p:spPr>
          <p:txBody>
            <a:bodyPr anchor="ctr"/>
            <a:lstStyle/>
            <a:p>
              <a:pPr algn="ctr">
                <a:buNone/>
              </a:pPr>
            </a:p>
          </p:txBody>
        </p:sp>
        <p:sp>
          <p:nvSpPr>
            <p:cNvPr id="7551" name="addition:spatial:40">
              <a:extLst>
                <a:ext uri="{FF2B5EF4-FFF2-40B4-BE49-F238E27FC236}">
                  <ns2:creationId id="{271AFB51-8D04-4EC5-B455-4CA65100738A}"/>
                </a:ext>
              </a:extLst>
            </p:cNvPr>
            <p:cNvSpPr>
              <a:spLocks noGrp="1"/>
            </p:cNvSpPr>
            <p:nvPr/>
          </p:nvSpPr>
          <p:spPr>
            <a:xfrm>
              <a:off x="5648325" y="1666875"/>
              <a:ext cx="1656024" cy="473659"/>
            </a:xfrm>
            <a:custGeom>
              <a:rect l="l" t="t" r="r" b="b"/>
              <a:pathLst>
                <a:path w="1249" h="280">
                  <a:moveTo>
                    <a:pt x="0" y="0"/>
                  </a:moveTo>
                  <a:moveTo>
                    <a:pt x="1243" y="251"/>
                  </a:moveTo>
                  <a:lnTo>
                    <a:pt x="1246" y="253"/>
                  </a:lnTo>
                  <a:lnTo>
                    <a:pt x="1248" y="256"/>
                  </a:lnTo>
                  <a:lnTo>
                    <a:pt x="1249" y="259"/>
                  </a:lnTo>
                  <a:lnTo>
                    <a:pt x="1249" y="261"/>
                  </a:lnTo>
                  <a:lnTo>
                    <a:pt x="1249" y="264"/>
                  </a:lnTo>
                  <a:lnTo>
                    <a:pt x="1248" y="267"/>
                  </a:lnTo>
                  <a:lnTo>
                    <a:pt x="1247" y="269"/>
                  </a:lnTo>
                  <a:lnTo>
                    <a:pt x="1243" y="270"/>
                  </a:lnTo>
                  <a:lnTo>
                    <a:pt x="1238" y="270"/>
                  </a:lnTo>
                  <a:lnTo>
                    <a:pt x="1232" y="269"/>
                  </a:lnTo>
                  <a:lnTo>
                    <a:pt x="1229" y="269"/>
                  </a:lnTo>
                  <a:lnTo>
                    <a:pt x="1228" y="272"/>
                  </a:lnTo>
                  <a:lnTo>
                    <a:pt x="1227" y="276"/>
                  </a:lnTo>
                  <a:lnTo>
                    <a:pt x="1224" y="279"/>
                  </a:lnTo>
                  <a:lnTo>
                    <a:pt x="1220" y="280"/>
                  </a:lnTo>
                  <a:lnTo>
                    <a:pt x="1216" y="279"/>
                  </a:lnTo>
                  <a:lnTo>
                    <a:pt x="1212" y="279"/>
                  </a:lnTo>
                  <a:lnTo>
                    <a:pt x="1208" y="280"/>
                  </a:lnTo>
                  <a:lnTo>
                    <a:pt x="1203" y="280"/>
                  </a:lnTo>
                  <a:lnTo>
                    <a:pt x="1199" y="279"/>
                  </a:lnTo>
                  <a:lnTo>
                    <a:pt x="1195" y="278"/>
                  </a:lnTo>
                  <a:lnTo>
                    <a:pt x="1192" y="276"/>
                  </a:lnTo>
                  <a:lnTo>
                    <a:pt x="1188" y="275"/>
                  </a:lnTo>
                  <a:lnTo>
                    <a:pt x="1184" y="274"/>
                  </a:lnTo>
                  <a:lnTo>
                    <a:pt x="1181" y="272"/>
                  </a:lnTo>
                  <a:lnTo>
                    <a:pt x="1180" y="270"/>
                  </a:lnTo>
                  <a:lnTo>
                    <a:pt x="1179" y="267"/>
                  </a:lnTo>
                  <a:lnTo>
                    <a:pt x="1178" y="265"/>
                  </a:lnTo>
                  <a:lnTo>
                    <a:pt x="1174" y="264"/>
                  </a:lnTo>
                  <a:lnTo>
                    <a:pt x="1168" y="263"/>
                  </a:lnTo>
                  <a:lnTo>
                    <a:pt x="1162" y="262"/>
                  </a:lnTo>
                  <a:lnTo>
                    <a:pt x="1160" y="260"/>
                  </a:lnTo>
                  <a:lnTo>
                    <a:pt x="1162" y="257"/>
                  </a:lnTo>
                  <a:lnTo>
                    <a:pt x="1165" y="254"/>
                  </a:lnTo>
                  <a:lnTo>
                    <a:pt x="1167" y="251"/>
                  </a:lnTo>
                  <a:lnTo>
                    <a:pt x="1169" y="249"/>
                  </a:lnTo>
                  <a:lnTo>
                    <a:pt x="1171" y="246"/>
                  </a:lnTo>
                  <a:lnTo>
                    <a:pt x="1173" y="244"/>
                  </a:lnTo>
                  <a:lnTo>
                    <a:pt x="1176" y="242"/>
                  </a:lnTo>
                  <a:lnTo>
                    <a:pt x="1177" y="240"/>
                  </a:lnTo>
                  <a:lnTo>
                    <a:pt x="1177" y="237"/>
                  </a:lnTo>
                  <a:lnTo>
                    <a:pt x="1177" y="234"/>
                  </a:lnTo>
                  <a:lnTo>
                    <a:pt x="1179" y="232"/>
                  </a:lnTo>
                  <a:lnTo>
                    <a:pt x="1183" y="231"/>
                  </a:lnTo>
                  <a:lnTo>
                    <a:pt x="1187" y="230"/>
                  </a:lnTo>
                  <a:lnTo>
                    <a:pt x="1190" y="229"/>
                  </a:lnTo>
                  <a:lnTo>
                    <a:pt x="1192" y="226"/>
                  </a:lnTo>
                  <a:lnTo>
                    <a:pt x="1194" y="223"/>
                  </a:lnTo>
                  <a:lnTo>
                    <a:pt x="1197" y="221"/>
                  </a:lnTo>
                  <a:lnTo>
                    <a:pt x="1201" y="222"/>
                  </a:lnTo>
                  <a:lnTo>
                    <a:pt x="1205" y="225"/>
                  </a:lnTo>
                  <a:lnTo>
                    <a:pt x="1209" y="227"/>
                  </a:lnTo>
                  <a:lnTo>
                    <a:pt x="1211" y="227"/>
                  </a:lnTo>
                  <a:lnTo>
                    <a:pt x="1214" y="227"/>
                  </a:lnTo>
                  <a:lnTo>
                    <a:pt x="1217" y="226"/>
                  </a:lnTo>
                  <a:lnTo>
                    <a:pt x="1220" y="226"/>
                  </a:lnTo>
                  <a:lnTo>
                    <a:pt x="1223" y="226"/>
                  </a:lnTo>
                  <a:lnTo>
                    <a:pt x="1227" y="225"/>
                  </a:lnTo>
                  <a:lnTo>
                    <a:pt x="1231" y="225"/>
                  </a:lnTo>
                  <a:lnTo>
                    <a:pt x="1235" y="226"/>
                  </a:lnTo>
                  <a:lnTo>
                    <a:pt x="1236" y="229"/>
                  </a:lnTo>
                  <a:lnTo>
                    <a:pt x="1236" y="233"/>
                  </a:lnTo>
                  <a:lnTo>
                    <a:pt x="1235" y="236"/>
                  </a:lnTo>
                  <a:lnTo>
                    <a:pt x="1237" y="238"/>
                  </a:lnTo>
                  <a:lnTo>
                    <a:pt x="1240" y="239"/>
                  </a:lnTo>
                  <a:lnTo>
                    <a:pt x="1243" y="241"/>
                  </a:lnTo>
                  <a:lnTo>
                    <a:pt x="1245" y="244"/>
                  </a:lnTo>
                  <a:lnTo>
                    <a:pt x="1243" y="246"/>
                  </a:lnTo>
                  <a:lnTo>
                    <a:pt x="1242" y="249"/>
                  </a:lnTo>
                  <a:close/>
                </a:path>
              </a:pathLst>
            </a:custGeom>
            <a:solidFill>
              <a:srgbClr val="86D1BC">
                <a:alpha val="9600"/>
              </a:srgbClr>
            </a:solidFill>
            <a:ln>
              <a:noFill/>
            </a:ln>
          </p:spPr>
          <p:txBody>
            <a:bodyPr anchor="ctr"/>
            <a:lstStyle/>
            <a:p>
              <a:pPr algn="ctr">
                <a:buNone/>
              </a:pPr>
            </a:p>
          </p:txBody>
        </p:sp>
        <p:sp>
          <p:nvSpPr>
            <p:cNvPr id="7552" name="addition:spatial:41">
              <a:extLst>
                <a:ext uri="{FF2B5EF4-FFF2-40B4-BE49-F238E27FC236}">
                  <ns2:creationId id="{95948A18-F7C5-40D3-AA23-014F5772D96F}"/>
                </a:ext>
              </a:extLst>
            </p:cNvPr>
            <p:cNvSpPr>
              <a:spLocks noGrp="1"/>
            </p:cNvSpPr>
            <p:nvPr/>
          </p:nvSpPr>
          <p:spPr>
            <a:xfrm>
              <a:off x="5648325" y="1666875"/>
              <a:ext cx="1703756" cy="436443"/>
            </a:xfrm>
            <a:custGeom>
              <a:rect l="l" t="t" r="r" b="b"/>
              <a:pathLst>
                <a:path w="1285" h="258">
                  <a:moveTo>
                    <a:pt x="0" y="0"/>
                  </a:moveTo>
                  <a:moveTo>
                    <a:pt x="1280" y="229"/>
                  </a:moveTo>
                  <a:lnTo>
                    <a:pt x="1281" y="231"/>
                  </a:lnTo>
                  <a:lnTo>
                    <a:pt x="1283" y="234"/>
                  </a:lnTo>
                  <a:lnTo>
                    <a:pt x="1285" y="237"/>
                  </a:lnTo>
                  <a:lnTo>
                    <a:pt x="1284" y="240"/>
                  </a:lnTo>
                  <a:lnTo>
                    <a:pt x="1280" y="241"/>
                  </a:lnTo>
                  <a:lnTo>
                    <a:pt x="1274" y="242"/>
                  </a:lnTo>
                  <a:lnTo>
                    <a:pt x="1269" y="242"/>
                  </a:lnTo>
                  <a:lnTo>
                    <a:pt x="1266" y="243"/>
                  </a:lnTo>
                  <a:lnTo>
                    <a:pt x="1265" y="246"/>
                  </a:lnTo>
                  <a:lnTo>
                    <a:pt x="1264" y="249"/>
                  </a:lnTo>
                  <a:lnTo>
                    <a:pt x="1262" y="251"/>
                  </a:lnTo>
                  <a:lnTo>
                    <a:pt x="1259" y="253"/>
                  </a:lnTo>
                  <a:lnTo>
                    <a:pt x="1256" y="255"/>
                  </a:lnTo>
                  <a:lnTo>
                    <a:pt x="1253" y="257"/>
                  </a:lnTo>
                  <a:lnTo>
                    <a:pt x="1249" y="258"/>
                  </a:lnTo>
                  <a:lnTo>
                    <a:pt x="1244" y="258"/>
                  </a:lnTo>
                  <a:lnTo>
                    <a:pt x="1240" y="256"/>
                  </a:lnTo>
                  <a:lnTo>
                    <a:pt x="1236" y="254"/>
                  </a:lnTo>
                  <a:lnTo>
                    <a:pt x="1233" y="253"/>
                  </a:lnTo>
                  <a:lnTo>
                    <a:pt x="1229" y="254"/>
                  </a:lnTo>
                  <a:lnTo>
                    <a:pt x="1226" y="255"/>
                  </a:lnTo>
                  <a:lnTo>
                    <a:pt x="1222" y="254"/>
                  </a:lnTo>
                  <a:lnTo>
                    <a:pt x="1221" y="251"/>
                  </a:lnTo>
                  <a:lnTo>
                    <a:pt x="1220" y="249"/>
                  </a:lnTo>
                  <a:lnTo>
                    <a:pt x="1218" y="247"/>
                  </a:lnTo>
                  <a:lnTo>
                    <a:pt x="1214" y="247"/>
                  </a:lnTo>
                  <a:lnTo>
                    <a:pt x="1210" y="247"/>
                  </a:lnTo>
                  <a:lnTo>
                    <a:pt x="1206" y="246"/>
                  </a:lnTo>
                  <a:lnTo>
                    <a:pt x="1204" y="244"/>
                  </a:lnTo>
                  <a:lnTo>
                    <a:pt x="1203" y="242"/>
                  </a:lnTo>
                  <a:lnTo>
                    <a:pt x="1203" y="239"/>
                  </a:lnTo>
                  <a:lnTo>
                    <a:pt x="1203" y="236"/>
                  </a:lnTo>
                  <a:lnTo>
                    <a:pt x="1204" y="234"/>
                  </a:lnTo>
                  <a:lnTo>
                    <a:pt x="1207" y="231"/>
                  </a:lnTo>
                  <a:lnTo>
                    <a:pt x="1211" y="229"/>
                  </a:lnTo>
                  <a:lnTo>
                    <a:pt x="1212" y="227"/>
                  </a:lnTo>
                  <a:lnTo>
                    <a:pt x="1211" y="225"/>
                  </a:lnTo>
                  <a:lnTo>
                    <a:pt x="1208" y="222"/>
                  </a:lnTo>
                  <a:lnTo>
                    <a:pt x="1206" y="219"/>
                  </a:lnTo>
                  <a:lnTo>
                    <a:pt x="1207" y="216"/>
                  </a:lnTo>
                  <a:lnTo>
                    <a:pt x="1210" y="215"/>
                  </a:lnTo>
                  <a:lnTo>
                    <a:pt x="1213" y="213"/>
                  </a:lnTo>
                  <a:lnTo>
                    <a:pt x="1214" y="211"/>
                  </a:lnTo>
                  <a:lnTo>
                    <a:pt x="1215" y="209"/>
                  </a:lnTo>
                  <a:lnTo>
                    <a:pt x="1216" y="206"/>
                  </a:lnTo>
                  <a:lnTo>
                    <a:pt x="1219" y="205"/>
                  </a:lnTo>
                  <a:lnTo>
                    <a:pt x="1223" y="205"/>
                  </a:lnTo>
                  <a:lnTo>
                    <a:pt x="1226" y="205"/>
                  </a:lnTo>
                  <a:lnTo>
                    <a:pt x="1229" y="205"/>
                  </a:lnTo>
                  <a:lnTo>
                    <a:pt x="1231" y="204"/>
                  </a:lnTo>
                  <a:lnTo>
                    <a:pt x="1234" y="204"/>
                  </a:lnTo>
                  <a:lnTo>
                    <a:pt x="1237" y="205"/>
                  </a:lnTo>
                  <a:lnTo>
                    <a:pt x="1240" y="206"/>
                  </a:lnTo>
                  <a:lnTo>
                    <a:pt x="1243" y="204"/>
                  </a:lnTo>
                  <a:lnTo>
                    <a:pt x="1246" y="201"/>
                  </a:lnTo>
                  <a:lnTo>
                    <a:pt x="1251" y="199"/>
                  </a:lnTo>
                  <a:lnTo>
                    <a:pt x="1255" y="199"/>
                  </a:lnTo>
                  <a:lnTo>
                    <a:pt x="1258" y="202"/>
                  </a:lnTo>
                  <a:lnTo>
                    <a:pt x="1259" y="206"/>
                  </a:lnTo>
                  <a:lnTo>
                    <a:pt x="1260" y="209"/>
                  </a:lnTo>
                  <a:lnTo>
                    <a:pt x="1263" y="211"/>
                  </a:lnTo>
                  <a:lnTo>
                    <a:pt x="1266" y="212"/>
                  </a:lnTo>
                  <a:lnTo>
                    <a:pt x="1269" y="214"/>
                  </a:lnTo>
                  <a:lnTo>
                    <a:pt x="1271" y="216"/>
                  </a:lnTo>
                  <a:lnTo>
                    <a:pt x="1272" y="218"/>
                  </a:lnTo>
                  <a:lnTo>
                    <a:pt x="1275" y="220"/>
                  </a:lnTo>
                  <a:lnTo>
                    <a:pt x="1278" y="222"/>
                  </a:lnTo>
                  <a:lnTo>
                    <a:pt x="1280" y="224"/>
                  </a:lnTo>
                  <a:lnTo>
                    <a:pt x="1281" y="226"/>
                  </a:lnTo>
                  <a:close/>
                </a:path>
              </a:pathLst>
            </a:custGeom>
            <a:solidFill>
              <a:srgbClr val="86D1BC">
                <a:alpha val="9600"/>
              </a:srgbClr>
            </a:solidFill>
            <a:ln>
              <a:noFill/>
            </a:ln>
          </p:spPr>
          <p:txBody>
            <a:bodyPr anchor="ctr"/>
            <a:lstStyle/>
            <a:p>
              <a:pPr algn="ctr">
                <a:buNone/>
              </a:pPr>
            </a:p>
          </p:txBody>
        </p:sp>
        <p:sp>
          <p:nvSpPr>
            <p:cNvPr id="7553" name="addition:spatial:42">
              <a:extLst>
                <a:ext uri="{FF2B5EF4-FFF2-40B4-BE49-F238E27FC236}">
                  <ns2:creationId id="{7EFEC853-255E-4563-986E-D073BAB705F7}"/>
                </a:ext>
              </a:extLst>
            </p:cNvPr>
            <p:cNvSpPr>
              <a:spLocks noGrp="1"/>
            </p:cNvSpPr>
            <p:nvPr/>
          </p:nvSpPr>
          <p:spPr>
            <a:xfrm>
              <a:off x="5648325" y="1666875"/>
              <a:ext cx="1755465" cy="449976"/>
            </a:xfrm>
            <a:custGeom>
              <a:rect l="l" t="t" r="r" b="b"/>
              <a:pathLst>
                <a:path w="1324" h="266">
                  <a:moveTo>
                    <a:pt x="0" y="0"/>
                  </a:moveTo>
                  <a:moveTo>
                    <a:pt x="1315" y="235"/>
                  </a:moveTo>
                  <a:lnTo>
                    <a:pt x="1319" y="238"/>
                  </a:lnTo>
                  <a:lnTo>
                    <a:pt x="1323" y="241"/>
                  </a:lnTo>
                  <a:lnTo>
                    <a:pt x="1324" y="244"/>
                  </a:lnTo>
                  <a:lnTo>
                    <a:pt x="1322" y="246"/>
                  </a:lnTo>
                  <a:lnTo>
                    <a:pt x="1320" y="248"/>
                  </a:lnTo>
                  <a:lnTo>
                    <a:pt x="1317" y="250"/>
                  </a:lnTo>
                  <a:lnTo>
                    <a:pt x="1314" y="252"/>
                  </a:lnTo>
                  <a:lnTo>
                    <a:pt x="1310" y="253"/>
                  </a:lnTo>
                  <a:lnTo>
                    <a:pt x="1306" y="253"/>
                  </a:lnTo>
                  <a:lnTo>
                    <a:pt x="1303" y="254"/>
                  </a:lnTo>
                  <a:lnTo>
                    <a:pt x="1301" y="256"/>
                  </a:lnTo>
                  <a:lnTo>
                    <a:pt x="1300" y="260"/>
                  </a:lnTo>
                  <a:lnTo>
                    <a:pt x="1298" y="263"/>
                  </a:lnTo>
                  <a:lnTo>
                    <a:pt x="1294" y="265"/>
                  </a:lnTo>
                  <a:lnTo>
                    <a:pt x="1290" y="265"/>
                  </a:lnTo>
                  <a:lnTo>
                    <a:pt x="1285" y="264"/>
                  </a:lnTo>
                  <a:lnTo>
                    <a:pt x="1281" y="263"/>
                  </a:lnTo>
                  <a:lnTo>
                    <a:pt x="1277" y="265"/>
                  </a:lnTo>
                  <a:lnTo>
                    <a:pt x="1273" y="266"/>
                  </a:lnTo>
                  <a:lnTo>
                    <a:pt x="1269" y="266"/>
                  </a:lnTo>
                  <a:lnTo>
                    <a:pt x="1265" y="264"/>
                  </a:lnTo>
                  <a:lnTo>
                    <a:pt x="1262" y="261"/>
                  </a:lnTo>
                  <a:lnTo>
                    <a:pt x="1260" y="259"/>
                  </a:lnTo>
                  <a:lnTo>
                    <a:pt x="1257" y="257"/>
                  </a:lnTo>
                  <a:lnTo>
                    <a:pt x="1254" y="256"/>
                  </a:lnTo>
                  <a:lnTo>
                    <a:pt x="1252" y="254"/>
                  </a:lnTo>
                  <a:lnTo>
                    <a:pt x="1250" y="252"/>
                  </a:lnTo>
                  <a:lnTo>
                    <a:pt x="1247" y="251"/>
                  </a:lnTo>
                  <a:lnTo>
                    <a:pt x="1242" y="250"/>
                  </a:lnTo>
                  <a:lnTo>
                    <a:pt x="1237" y="249"/>
                  </a:lnTo>
                  <a:lnTo>
                    <a:pt x="1234" y="247"/>
                  </a:lnTo>
                  <a:lnTo>
                    <a:pt x="1235" y="244"/>
                  </a:lnTo>
                  <a:lnTo>
                    <a:pt x="1239" y="240"/>
                  </a:lnTo>
                  <a:lnTo>
                    <a:pt x="1243" y="237"/>
                  </a:lnTo>
                  <a:lnTo>
                    <a:pt x="1244" y="235"/>
                  </a:lnTo>
                  <a:lnTo>
                    <a:pt x="1244" y="233"/>
                  </a:lnTo>
                  <a:lnTo>
                    <a:pt x="1244" y="230"/>
                  </a:lnTo>
                  <a:lnTo>
                    <a:pt x="1245" y="227"/>
                  </a:lnTo>
                  <a:lnTo>
                    <a:pt x="1247" y="225"/>
                  </a:lnTo>
                  <a:lnTo>
                    <a:pt x="1249" y="223"/>
                  </a:lnTo>
                  <a:lnTo>
                    <a:pt x="1250" y="220"/>
                  </a:lnTo>
                  <a:lnTo>
                    <a:pt x="1250" y="218"/>
                  </a:lnTo>
                  <a:lnTo>
                    <a:pt x="1252" y="215"/>
                  </a:lnTo>
                  <a:lnTo>
                    <a:pt x="1255" y="214"/>
                  </a:lnTo>
                  <a:lnTo>
                    <a:pt x="1258" y="212"/>
                  </a:lnTo>
                  <a:lnTo>
                    <a:pt x="1260" y="210"/>
                  </a:lnTo>
                  <a:lnTo>
                    <a:pt x="1262" y="207"/>
                  </a:lnTo>
                  <a:lnTo>
                    <a:pt x="1264" y="205"/>
                  </a:lnTo>
                  <a:lnTo>
                    <a:pt x="1268" y="205"/>
                  </a:lnTo>
                  <a:lnTo>
                    <a:pt x="1272" y="207"/>
                  </a:lnTo>
                  <a:lnTo>
                    <a:pt x="1276" y="210"/>
                  </a:lnTo>
                  <a:lnTo>
                    <a:pt x="1278" y="212"/>
                  </a:lnTo>
                  <a:lnTo>
                    <a:pt x="1280" y="210"/>
                  </a:lnTo>
                  <a:lnTo>
                    <a:pt x="1283" y="208"/>
                  </a:lnTo>
                  <a:lnTo>
                    <a:pt x="1287" y="206"/>
                  </a:lnTo>
                  <a:lnTo>
                    <a:pt x="1290" y="206"/>
                  </a:lnTo>
                  <a:lnTo>
                    <a:pt x="1293" y="207"/>
                  </a:lnTo>
                  <a:lnTo>
                    <a:pt x="1297" y="207"/>
                  </a:lnTo>
                  <a:lnTo>
                    <a:pt x="1300" y="208"/>
                  </a:lnTo>
                  <a:lnTo>
                    <a:pt x="1303" y="210"/>
                  </a:lnTo>
                  <a:lnTo>
                    <a:pt x="1304" y="213"/>
                  </a:lnTo>
                  <a:lnTo>
                    <a:pt x="1305" y="217"/>
                  </a:lnTo>
                  <a:lnTo>
                    <a:pt x="1306" y="219"/>
                  </a:lnTo>
                  <a:lnTo>
                    <a:pt x="1308" y="221"/>
                  </a:lnTo>
                  <a:lnTo>
                    <a:pt x="1312" y="222"/>
                  </a:lnTo>
                  <a:lnTo>
                    <a:pt x="1315" y="225"/>
                  </a:lnTo>
                  <a:lnTo>
                    <a:pt x="1315" y="227"/>
                  </a:lnTo>
                  <a:lnTo>
                    <a:pt x="1313" y="230"/>
                  </a:lnTo>
                  <a:lnTo>
                    <a:pt x="1312" y="233"/>
                  </a:lnTo>
                  <a:close/>
                </a:path>
              </a:pathLst>
            </a:custGeom>
            <a:solidFill>
              <a:srgbClr val="86D1BC">
                <a:alpha val="9600"/>
              </a:srgbClr>
            </a:solidFill>
            <a:ln>
              <a:noFill/>
            </a:ln>
          </p:spPr>
          <p:txBody>
            <a:bodyPr anchor="ctr"/>
            <a:lstStyle/>
            <a:p>
              <a:pPr algn="ctr">
                <a:buNone/>
              </a:pPr>
            </a:p>
          </p:txBody>
        </p:sp>
        <p:sp>
          <p:nvSpPr>
            <p:cNvPr id="7554" name="addition:spatial:43">
              <a:extLst>
                <a:ext uri="{FF2B5EF4-FFF2-40B4-BE49-F238E27FC236}">
                  <ns2:creationId id="{AF478530-FD04-49C6-988E-9604852DFD48}"/>
                </a:ext>
              </a:extLst>
            </p:cNvPr>
            <p:cNvSpPr>
              <a:spLocks noGrp="1"/>
            </p:cNvSpPr>
            <p:nvPr/>
          </p:nvSpPr>
          <p:spPr>
            <a:xfrm>
              <a:off x="5648325" y="1666875"/>
              <a:ext cx="1800545" cy="493959"/>
            </a:xfrm>
            <a:custGeom>
              <a:rect l="l" t="t" r="r" b="b"/>
              <a:pathLst>
                <a:path w="1358" h="292">
                  <a:moveTo>
                    <a:pt x="0" y="0"/>
                  </a:moveTo>
                  <a:moveTo>
                    <a:pt x="1358" y="259"/>
                  </a:moveTo>
                  <a:lnTo>
                    <a:pt x="1357" y="262"/>
                  </a:lnTo>
                  <a:lnTo>
                    <a:pt x="1356" y="265"/>
                  </a:lnTo>
                  <a:lnTo>
                    <a:pt x="1356" y="268"/>
                  </a:lnTo>
                  <a:lnTo>
                    <a:pt x="1355" y="271"/>
                  </a:lnTo>
                  <a:lnTo>
                    <a:pt x="1352" y="274"/>
                  </a:lnTo>
                  <a:lnTo>
                    <a:pt x="1346" y="275"/>
                  </a:lnTo>
                  <a:lnTo>
                    <a:pt x="1340" y="275"/>
                  </a:lnTo>
                  <a:lnTo>
                    <a:pt x="1336" y="276"/>
                  </a:lnTo>
                  <a:lnTo>
                    <a:pt x="1335" y="279"/>
                  </a:lnTo>
                  <a:lnTo>
                    <a:pt x="1335" y="283"/>
                  </a:lnTo>
                  <a:lnTo>
                    <a:pt x="1334" y="288"/>
                  </a:lnTo>
                  <a:lnTo>
                    <a:pt x="1331" y="290"/>
                  </a:lnTo>
                  <a:lnTo>
                    <a:pt x="1326" y="291"/>
                  </a:lnTo>
                  <a:lnTo>
                    <a:pt x="1321" y="291"/>
                  </a:lnTo>
                  <a:lnTo>
                    <a:pt x="1317" y="291"/>
                  </a:lnTo>
                  <a:lnTo>
                    <a:pt x="1312" y="292"/>
                  </a:lnTo>
                  <a:lnTo>
                    <a:pt x="1308" y="292"/>
                  </a:lnTo>
                  <a:lnTo>
                    <a:pt x="1304" y="290"/>
                  </a:lnTo>
                  <a:lnTo>
                    <a:pt x="1301" y="288"/>
                  </a:lnTo>
                  <a:lnTo>
                    <a:pt x="1297" y="288"/>
                  </a:lnTo>
                  <a:lnTo>
                    <a:pt x="1294" y="288"/>
                  </a:lnTo>
                  <a:lnTo>
                    <a:pt x="1290" y="288"/>
                  </a:lnTo>
                  <a:lnTo>
                    <a:pt x="1287" y="287"/>
                  </a:lnTo>
                  <a:lnTo>
                    <a:pt x="1286" y="284"/>
                  </a:lnTo>
                  <a:lnTo>
                    <a:pt x="1284" y="281"/>
                  </a:lnTo>
                  <a:lnTo>
                    <a:pt x="1281" y="280"/>
                  </a:lnTo>
                  <a:lnTo>
                    <a:pt x="1276" y="281"/>
                  </a:lnTo>
                  <a:lnTo>
                    <a:pt x="1270" y="280"/>
                  </a:lnTo>
                  <a:lnTo>
                    <a:pt x="1267" y="278"/>
                  </a:lnTo>
                  <a:lnTo>
                    <a:pt x="1267" y="275"/>
                  </a:lnTo>
                  <a:lnTo>
                    <a:pt x="1270" y="271"/>
                  </a:lnTo>
                  <a:lnTo>
                    <a:pt x="1272" y="267"/>
                  </a:lnTo>
                  <a:lnTo>
                    <a:pt x="1273" y="265"/>
                  </a:lnTo>
                  <a:lnTo>
                    <a:pt x="1274" y="262"/>
                  </a:lnTo>
                  <a:lnTo>
                    <a:pt x="1275" y="259"/>
                  </a:lnTo>
                  <a:lnTo>
                    <a:pt x="1276" y="257"/>
                  </a:lnTo>
                  <a:lnTo>
                    <a:pt x="1275" y="254"/>
                  </a:lnTo>
                  <a:lnTo>
                    <a:pt x="1273" y="251"/>
                  </a:lnTo>
                  <a:lnTo>
                    <a:pt x="1270" y="248"/>
                  </a:lnTo>
                  <a:lnTo>
                    <a:pt x="1270" y="244"/>
                  </a:lnTo>
                  <a:lnTo>
                    <a:pt x="1272" y="242"/>
                  </a:lnTo>
                  <a:lnTo>
                    <a:pt x="1277" y="241"/>
                  </a:lnTo>
                  <a:lnTo>
                    <a:pt x="1280" y="239"/>
                  </a:lnTo>
                  <a:lnTo>
                    <a:pt x="1281" y="237"/>
                  </a:lnTo>
                  <a:lnTo>
                    <a:pt x="1282" y="233"/>
                  </a:lnTo>
                  <a:lnTo>
                    <a:pt x="1284" y="231"/>
                  </a:lnTo>
                  <a:lnTo>
                    <a:pt x="1287" y="230"/>
                  </a:lnTo>
                  <a:lnTo>
                    <a:pt x="1292" y="232"/>
                  </a:lnTo>
                  <a:lnTo>
                    <a:pt x="1296" y="233"/>
                  </a:lnTo>
                  <a:lnTo>
                    <a:pt x="1299" y="233"/>
                  </a:lnTo>
                  <a:lnTo>
                    <a:pt x="1301" y="231"/>
                  </a:lnTo>
                  <a:lnTo>
                    <a:pt x="1304" y="230"/>
                  </a:lnTo>
                  <a:lnTo>
                    <a:pt x="1308" y="229"/>
                  </a:lnTo>
                  <a:lnTo>
                    <a:pt x="1312" y="228"/>
                  </a:lnTo>
                  <a:lnTo>
                    <a:pt x="1316" y="227"/>
                  </a:lnTo>
                  <a:lnTo>
                    <a:pt x="1321" y="225"/>
                  </a:lnTo>
                  <a:lnTo>
                    <a:pt x="1326" y="225"/>
                  </a:lnTo>
                  <a:lnTo>
                    <a:pt x="1329" y="228"/>
                  </a:lnTo>
                  <a:lnTo>
                    <a:pt x="1331" y="233"/>
                  </a:lnTo>
                  <a:lnTo>
                    <a:pt x="1331" y="237"/>
                  </a:lnTo>
                  <a:lnTo>
                    <a:pt x="1333" y="240"/>
                  </a:lnTo>
                  <a:lnTo>
                    <a:pt x="1337" y="241"/>
                  </a:lnTo>
                  <a:lnTo>
                    <a:pt x="1343" y="241"/>
                  </a:lnTo>
                  <a:lnTo>
                    <a:pt x="1346" y="243"/>
                  </a:lnTo>
                  <a:lnTo>
                    <a:pt x="1348" y="246"/>
                  </a:lnTo>
                  <a:lnTo>
                    <a:pt x="1349" y="249"/>
                  </a:lnTo>
                  <a:lnTo>
                    <a:pt x="1350" y="251"/>
                  </a:lnTo>
                  <a:lnTo>
                    <a:pt x="1353" y="254"/>
                  </a:lnTo>
                  <a:lnTo>
                    <a:pt x="1356" y="256"/>
                  </a:lnTo>
                  <a:close/>
                </a:path>
              </a:pathLst>
            </a:custGeom>
            <a:solidFill>
              <a:srgbClr val="86D1BC">
                <a:alpha val="9600"/>
              </a:srgbClr>
            </a:solidFill>
            <a:ln>
              <a:noFill/>
            </a:ln>
          </p:spPr>
          <p:txBody>
            <a:bodyPr anchor="ctr"/>
            <a:lstStyle/>
            <a:p>
              <a:pPr algn="ctr">
                <a:buNone/>
              </a:pPr>
            </a:p>
          </p:txBody>
        </p:sp>
        <p:sp>
          <p:nvSpPr>
            <p:cNvPr id="7555" name="addition:spatial:44">
              <a:extLst>
                <a:ext uri="{FF2B5EF4-FFF2-40B4-BE49-F238E27FC236}">
                  <ns2:creationId id="{4899FA95-3EB3-4B5B-A9E1-26DC132560A2}"/>
                </a:ext>
              </a:extLst>
            </p:cNvPr>
            <p:cNvSpPr>
              <a:spLocks noGrp="1"/>
            </p:cNvSpPr>
            <p:nvPr/>
          </p:nvSpPr>
          <p:spPr>
            <a:xfrm>
              <a:off x="5648325" y="1666875"/>
              <a:ext cx="1778005" cy="548091"/>
            </a:xfrm>
            <a:custGeom>
              <a:rect l="l" t="t" r="r" b="b"/>
              <a:pathLst>
                <a:path w="1341" h="324">
                  <a:moveTo>
                    <a:pt x="0" y="0"/>
                  </a:moveTo>
                  <a:moveTo>
                    <a:pt x="1341" y="286"/>
                  </a:moveTo>
                  <a:lnTo>
                    <a:pt x="1339" y="289"/>
                  </a:lnTo>
                  <a:lnTo>
                    <a:pt x="1338" y="292"/>
                  </a:lnTo>
                  <a:lnTo>
                    <a:pt x="1337" y="295"/>
                  </a:lnTo>
                  <a:lnTo>
                    <a:pt x="1335" y="298"/>
                  </a:lnTo>
                  <a:lnTo>
                    <a:pt x="1332" y="300"/>
                  </a:lnTo>
                  <a:lnTo>
                    <a:pt x="1328" y="302"/>
                  </a:lnTo>
                  <a:lnTo>
                    <a:pt x="1324" y="304"/>
                  </a:lnTo>
                  <a:lnTo>
                    <a:pt x="1321" y="306"/>
                  </a:lnTo>
                  <a:lnTo>
                    <a:pt x="1319" y="309"/>
                  </a:lnTo>
                  <a:lnTo>
                    <a:pt x="1316" y="311"/>
                  </a:lnTo>
                  <a:lnTo>
                    <a:pt x="1311" y="312"/>
                  </a:lnTo>
                  <a:lnTo>
                    <a:pt x="1305" y="312"/>
                  </a:lnTo>
                  <a:lnTo>
                    <a:pt x="1300" y="313"/>
                  </a:lnTo>
                  <a:lnTo>
                    <a:pt x="1297" y="316"/>
                  </a:lnTo>
                  <a:lnTo>
                    <a:pt x="1293" y="320"/>
                  </a:lnTo>
                  <a:lnTo>
                    <a:pt x="1288" y="324"/>
                  </a:lnTo>
                  <a:lnTo>
                    <a:pt x="1282" y="324"/>
                  </a:lnTo>
                  <a:lnTo>
                    <a:pt x="1276" y="321"/>
                  </a:lnTo>
                  <a:lnTo>
                    <a:pt x="1272" y="317"/>
                  </a:lnTo>
                  <a:lnTo>
                    <a:pt x="1267" y="315"/>
                  </a:lnTo>
                  <a:lnTo>
                    <a:pt x="1263" y="314"/>
                  </a:lnTo>
                  <a:lnTo>
                    <a:pt x="1259" y="313"/>
                  </a:lnTo>
                  <a:lnTo>
                    <a:pt x="1256" y="311"/>
                  </a:lnTo>
                  <a:lnTo>
                    <a:pt x="1252" y="310"/>
                  </a:lnTo>
                  <a:lnTo>
                    <a:pt x="1248" y="310"/>
                  </a:lnTo>
                  <a:lnTo>
                    <a:pt x="1242" y="310"/>
                  </a:lnTo>
                  <a:lnTo>
                    <a:pt x="1236" y="309"/>
                  </a:lnTo>
                  <a:lnTo>
                    <a:pt x="1233" y="307"/>
                  </a:lnTo>
                  <a:lnTo>
                    <a:pt x="1234" y="303"/>
                  </a:lnTo>
                  <a:lnTo>
                    <a:pt x="1235" y="300"/>
                  </a:lnTo>
                  <a:lnTo>
                    <a:pt x="1235" y="297"/>
                  </a:lnTo>
                  <a:lnTo>
                    <a:pt x="1232" y="295"/>
                  </a:lnTo>
                  <a:lnTo>
                    <a:pt x="1229" y="292"/>
                  </a:lnTo>
                  <a:lnTo>
                    <a:pt x="1229" y="289"/>
                  </a:lnTo>
                  <a:lnTo>
                    <a:pt x="1233" y="286"/>
                  </a:lnTo>
                  <a:lnTo>
                    <a:pt x="1238" y="283"/>
                  </a:lnTo>
                  <a:lnTo>
                    <a:pt x="1242" y="281"/>
                  </a:lnTo>
                  <a:lnTo>
                    <a:pt x="1242" y="279"/>
                  </a:lnTo>
                  <a:lnTo>
                    <a:pt x="1241" y="276"/>
                  </a:lnTo>
                  <a:lnTo>
                    <a:pt x="1241" y="273"/>
                  </a:lnTo>
                  <a:lnTo>
                    <a:pt x="1242" y="270"/>
                  </a:lnTo>
                  <a:lnTo>
                    <a:pt x="1242" y="266"/>
                  </a:lnTo>
                  <a:lnTo>
                    <a:pt x="1243" y="263"/>
                  </a:lnTo>
                  <a:lnTo>
                    <a:pt x="1244" y="259"/>
                  </a:lnTo>
                  <a:lnTo>
                    <a:pt x="1247" y="257"/>
                  </a:lnTo>
                  <a:lnTo>
                    <a:pt x="1253" y="257"/>
                  </a:lnTo>
                  <a:lnTo>
                    <a:pt x="1260" y="259"/>
                  </a:lnTo>
                  <a:lnTo>
                    <a:pt x="1265" y="261"/>
                  </a:lnTo>
                  <a:lnTo>
                    <a:pt x="1268" y="260"/>
                  </a:lnTo>
                  <a:lnTo>
                    <a:pt x="1270" y="257"/>
                  </a:lnTo>
                  <a:lnTo>
                    <a:pt x="1273" y="254"/>
                  </a:lnTo>
                  <a:lnTo>
                    <a:pt x="1277" y="254"/>
                  </a:lnTo>
                  <a:lnTo>
                    <a:pt x="1281" y="255"/>
                  </a:lnTo>
                  <a:lnTo>
                    <a:pt x="1285" y="256"/>
                  </a:lnTo>
                  <a:lnTo>
                    <a:pt x="1289" y="256"/>
                  </a:lnTo>
                  <a:lnTo>
                    <a:pt x="1294" y="255"/>
                  </a:lnTo>
                  <a:lnTo>
                    <a:pt x="1299" y="255"/>
                  </a:lnTo>
                  <a:lnTo>
                    <a:pt x="1304" y="256"/>
                  </a:lnTo>
                  <a:lnTo>
                    <a:pt x="1307" y="258"/>
                  </a:lnTo>
                  <a:lnTo>
                    <a:pt x="1312" y="260"/>
                  </a:lnTo>
                  <a:lnTo>
                    <a:pt x="1316" y="261"/>
                  </a:lnTo>
                  <a:lnTo>
                    <a:pt x="1320" y="264"/>
                  </a:lnTo>
                  <a:lnTo>
                    <a:pt x="1321" y="267"/>
                  </a:lnTo>
                  <a:lnTo>
                    <a:pt x="1319" y="271"/>
                  </a:lnTo>
                  <a:lnTo>
                    <a:pt x="1318" y="275"/>
                  </a:lnTo>
                  <a:lnTo>
                    <a:pt x="1320" y="277"/>
                  </a:lnTo>
                  <a:lnTo>
                    <a:pt x="1327" y="278"/>
                  </a:lnTo>
                  <a:lnTo>
                    <a:pt x="1335" y="280"/>
                  </a:lnTo>
                  <a:lnTo>
                    <a:pt x="1341" y="283"/>
                  </a:lnTo>
                  <a:close/>
                </a:path>
              </a:pathLst>
            </a:custGeom>
            <a:solidFill>
              <a:srgbClr val="86D1BC">
                <a:alpha val="9600"/>
              </a:srgbClr>
            </a:solidFill>
            <a:ln>
              <a:noFill/>
            </a:ln>
          </p:spPr>
          <p:txBody>
            <a:bodyPr anchor="ctr"/>
            <a:lstStyle/>
            <a:p>
              <a:pPr algn="ctr">
                <a:buNone/>
              </a:pPr>
            </a:p>
          </p:txBody>
        </p:sp>
        <p:sp>
          <p:nvSpPr>
            <p:cNvPr id="7556" name="addition:spatial:45">
              <a:extLst>
                <a:ext uri="{FF2B5EF4-FFF2-40B4-BE49-F238E27FC236}">
                  <ns2:creationId id="{943EECAD-98D7-4ACC-85D7-351EA3837B96}"/>
                </a:ext>
              </a:extLst>
            </p:cNvPr>
            <p:cNvSpPr>
              <a:spLocks noGrp="1"/>
            </p:cNvSpPr>
            <p:nvPr/>
          </p:nvSpPr>
          <p:spPr>
            <a:xfrm>
              <a:off x="5648325" y="1666875"/>
              <a:ext cx="1705082" cy="544708"/>
            </a:xfrm>
            <a:custGeom>
              <a:rect l="l" t="t" r="r" b="b"/>
              <a:pathLst>
                <a:path w="1286" h="322">
                  <a:moveTo>
                    <a:pt x="0" y="0"/>
                  </a:moveTo>
                  <a:moveTo>
                    <a:pt x="1281" y="289"/>
                  </a:moveTo>
                  <a:lnTo>
                    <a:pt x="1284" y="292"/>
                  </a:lnTo>
                  <a:lnTo>
                    <a:pt x="1286" y="296"/>
                  </a:lnTo>
                  <a:lnTo>
                    <a:pt x="1286" y="299"/>
                  </a:lnTo>
                  <a:lnTo>
                    <a:pt x="1282" y="301"/>
                  </a:lnTo>
                  <a:lnTo>
                    <a:pt x="1276" y="302"/>
                  </a:lnTo>
                  <a:lnTo>
                    <a:pt x="1269" y="303"/>
                  </a:lnTo>
                  <a:lnTo>
                    <a:pt x="1265" y="304"/>
                  </a:lnTo>
                  <a:lnTo>
                    <a:pt x="1265" y="307"/>
                  </a:lnTo>
                  <a:lnTo>
                    <a:pt x="1264" y="311"/>
                  </a:lnTo>
                  <a:lnTo>
                    <a:pt x="1262" y="314"/>
                  </a:lnTo>
                  <a:lnTo>
                    <a:pt x="1259" y="316"/>
                  </a:lnTo>
                  <a:lnTo>
                    <a:pt x="1254" y="317"/>
                  </a:lnTo>
                  <a:lnTo>
                    <a:pt x="1250" y="318"/>
                  </a:lnTo>
                  <a:lnTo>
                    <a:pt x="1246" y="320"/>
                  </a:lnTo>
                  <a:lnTo>
                    <a:pt x="1242" y="322"/>
                  </a:lnTo>
                  <a:lnTo>
                    <a:pt x="1237" y="322"/>
                  </a:lnTo>
                  <a:lnTo>
                    <a:pt x="1232" y="321"/>
                  </a:lnTo>
                  <a:lnTo>
                    <a:pt x="1228" y="321"/>
                  </a:lnTo>
                  <a:lnTo>
                    <a:pt x="1223" y="321"/>
                  </a:lnTo>
                  <a:lnTo>
                    <a:pt x="1219" y="321"/>
                  </a:lnTo>
                  <a:lnTo>
                    <a:pt x="1215" y="320"/>
                  </a:lnTo>
                  <a:lnTo>
                    <a:pt x="1213" y="316"/>
                  </a:lnTo>
                  <a:lnTo>
                    <a:pt x="1212" y="312"/>
                  </a:lnTo>
                  <a:lnTo>
                    <a:pt x="1210" y="310"/>
                  </a:lnTo>
                  <a:lnTo>
                    <a:pt x="1206" y="311"/>
                  </a:lnTo>
                  <a:lnTo>
                    <a:pt x="1200" y="312"/>
                  </a:lnTo>
                  <a:lnTo>
                    <a:pt x="1194" y="312"/>
                  </a:lnTo>
                  <a:lnTo>
                    <a:pt x="1190" y="310"/>
                  </a:lnTo>
                  <a:lnTo>
                    <a:pt x="1190" y="307"/>
                  </a:lnTo>
                  <a:lnTo>
                    <a:pt x="1190" y="304"/>
                  </a:lnTo>
                  <a:lnTo>
                    <a:pt x="1190" y="301"/>
                  </a:lnTo>
                  <a:lnTo>
                    <a:pt x="1190" y="298"/>
                  </a:lnTo>
                  <a:lnTo>
                    <a:pt x="1192" y="295"/>
                  </a:lnTo>
                  <a:lnTo>
                    <a:pt x="1194" y="292"/>
                  </a:lnTo>
                  <a:lnTo>
                    <a:pt x="1196" y="289"/>
                  </a:lnTo>
                  <a:lnTo>
                    <a:pt x="1196" y="287"/>
                  </a:lnTo>
                  <a:lnTo>
                    <a:pt x="1194" y="284"/>
                  </a:lnTo>
                  <a:lnTo>
                    <a:pt x="1192" y="281"/>
                  </a:lnTo>
                  <a:lnTo>
                    <a:pt x="1194" y="278"/>
                  </a:lnTo>
                  <a:lnTo>
                    <a:pt x="1197" y="276"/>
                  </a:lnTo>
                  <a:lnTo>
                    <a:pt x="1200" y="274"/>
                  </a:lnTo>
                  <a:lnTo>
                    <a:pt x="1201" y="271"/>
                  </a:lnTo>
                  <a:lnTo>
                    <a:pt x="1200" y="267"/>
                  </a:lnTo>
                  <a:lnTo>
                    <a:pt x="1200" y="263"/>
                  </a:lnTo>
                  <a:lnTo>
                    <a:pt x="1202" y="261"/>
                  </a:lnTo>
                  <a:lnTo>
                    <a:pt x="1207" y="260"/>
                  </a:lnTo>
                  <a:lnTo>
                    <a:pt x="1212" y="261"/>
                  </a:lnTo>
                  <a:lnTo>
                    <a:pt x="1216" y="262"/>
                  </a:lnTo>
                  <a:lnTo>
                    <a:pt x="1219" y="262"/>
                  </a:lnTo>
                  <a:lnTo>
                    <a:pt x="1222" y="262"/>
                  </a:lnTo>
                  <a:lnTo>
                    <a:pt x="1226" y="262"/>
                  </a:lnTo>
                  <a:lnTo>
                    <a:pt x="1229" y="262"/>
                  </a:lnTo>
                  <a:lnTo>
                    <a:pt x="1232" y="260"/>
                  </a:lnTo>
                  <a:lnTo>
                    <a:pt x="1236" y="257"/>
                  </a:lnTo>
                  <a:lnTo>
                    <a:pt x="1240" y="255"/>
                  </a:lnTo>
                  <a:lnTo>
                    <a:pt x="1245" y="254"/>
                  </a:lnTo>
                  <a:lnTo>
                    <a:pt x="1249" y="257"/>
                  </a:lnTo>
                  <a:lnTo>
                    <a:pt x="1251" y="261"/>
                  </a:lnTo>
                  <a:lnTo>
                    <a:pt x="1253" y="264"/>
                  </a:lnTo>
                  <a:lnTo>
                    <a:pt x="1257" y="266"/>
                  </a:lnTo>
                  <a:lnTo>
                    <a:pt x="1261" y="266"/>
                  </a:lnTo>
                  <a:lnTo>
                    <a:pt x="1266" y="268"/>
                  </a:lnTo>
                  <a:lnTo>
                    <a:pt x="1268" y="271"/>
                  </a:lnTo>
                  <a:lnTo>
                    <a:pt x="1268" y="274"/>
                  </a:lnTo>
                  <a:lnTo>
                    <a:pt x="1269" y="277"/>
                  </a:lnTo>
                  <a:lnTo>
                    <a:pt x="1271" y="279"/>
                  </a:lnTo>
                  <a:lnTo>
                    <a:pt x="1275" y="281"/>
                  </a:lnTo>
                  <a:lnTo>
                    <a:pt x="1277" y="284"/>
                  </a:lnTo>
                  <a:lnTo>
                    <a:pt x="1279" y="286"/>
                  </a:lnTo>
                  <a:close/>
                </a:path>
              </a:pathLst>
            </a:custGeom>
            <a:solidFill>
              <a:srgbClr val="86D1BC">
                <a:alpha val="9600"/>
              </a:srgbClr>
            </a:solidFill>
            <a:ln>
              <a:noFill/>
            </a:ln>
          </p:spPr>
          <p:txBody>
            <a:bodyPr anchor="ctr"/>
            <a:lstStyle/>
            <a:p>
              <a:pPr algn="ctr">
                <a:buNone/>
              </a:pPr>
            </a:p>
          </p:txBody>
        </p:sp>
        <p:sp>
          <p:nvSpPr>
            <p:cNvPr id="7557" name="addition:spatial:46">
              <a:extLst>
                <a:ext uri="{FF2B5EF4-FFF2-40B4-BE49-F238E27FC236}">
                  <ns2:creationId id="{C2D3D597-6C81-4529-A5F1-B84CEF5F0181}"/>
                </a:ext>
              </a:extLst>
            </p:cNvPr>
            <p:cNvSpPr>
              <a:spLocks noGrp="1"/>
            </p:cNvSpPr>
            <p:nvPr/>
          </p:nvSpPr>
          <p:spPr>
            <a:xfrm>
              <a:off x="5648325" y="1666875"/>
              <a:ext cx="1637462" cy="514259"/>
            </a:xfrm>
            <a:custGeom>
              <a:rect l="l" t="t" r="r" b="b"/>
              <a:pathLst>
                <a:path w="1235" h="304">
                  <a:moveTo>
                    <a:pt x="0" y="0"/>
                  </a:moveTo>
                  <a:moveTo>
                    <a:pt x="1234" y="278"/>
                  </a:moveTo>
                  <a:lnTo>
                    <a:pt x="1232" y="280"/>
                  </a:lnTo>
                  <a:lnTo>
                    <a:pt x="1230" y="282"/>
                  </a:lnTo>
                  <a:lnTo>
                    <a:pt x="1228" y="285"/>
                  </a:lnTo>
                  <a:lnTo>
                    <a:pt x="1225" y="287"/>
                  </a:lnTo>
                  <a:lnTo>
                    <a:pt x="1222" y="288"/>
                  </a:lnTo>
                  <a:lnTo>
                    <a:pt x="1218" y="289"/>
                  </a:lnTo>
                  <a:lnTo>
                    <a:pt x="1217" y="291"/>
                  </a:lnTo>
                  <a:lnTo>
                    <a:pt x="1218" y="295"/>
                  </a:lnTo>
                  <a:lnTo>
                    <a:pt x="1218" y="299"/>
                  </a:lnTo>
                  <a:lnTo>
                    <a:pt x="1217" y="302"/>
                  </a:lnTo>
                  <a:lnTo>
                    <a:pt x="1214" y="304"/>
                  </a:lnTo>
                  <a:lnTo>
                    <a:pt x="1209" y="303"/>
                  </a:lnTo>
                  <a:lnTo>
                    <a:pt x="1205" y="302"/>
                  </a:lnTo>
                  <a:lnTo>
                    <a:pt x="1202" y="302"/>
                  </a:lnTo>
                  <a:lnTo>
                    <a:pt x="1199" y="303"/>
                  </a:lnTo>
                  <a:lnTo>
                    <a:pt x="1197" y="304"/>
                  </a:lnTo>
                  <a:lnTo>
                    <a:pt x="1194" y="304"/>
                  </a:lnTo>
                  <a:lnTo>
                    <a:pt x="1191" y="303"/>
                  </a:lnTo>
                  <a:lnTo>
                    <a:pt x="1189" y="302"/>
                  </a:lnTo>
                  <a:lnTo>
                    <a:pt x="1186" y="302"/>
                  </a:lnTo>
                  <a:lnTo>
                    <a:pt x="1183" y="303"/>
                  </a:lnTo>
                  <a:lnTo>
                    <a:pt x="1181" y="302"/>
                  </a:lnTo>
                  <a:lnTo>
                    <a:pt x="1179" y="300"/>
                  </a:lnTo>
                  <a:lnTo>
                    <a:pt x="1177" y="299"/>
                  </a:lnTo>
                  <a:lnTo>
                    <a:pt x="1173" y="299"/>
                  </a:lnTo>
                  <a:lnTo>
                    <a:pt x="1169" y="299"/>
                  </a:lnTo>
                  <a:lnTo>
                    <a:pt x="1165" y="298"/>
                  </a:lnTo>
                  <a:lnTo>
                    <a:pt x="1163" y="296"/>
                  </a:lnTo>
                  <a:lnTo>
                    <a:pt x="1165" y="292"/>
                  </a:lnTo>
                  <a:lnTo>
                    <a:pt x="1167" y="288"/>
                  </a:lnTo>
                  <a:lnTo>
                    <a:pt x="1169" y="286"/>
                  </a:lnTo>
                  <a:lnTo>
                    <a:pt x="1167" y="284"/>
                  </a:lnTo>
                  <a:lnTo>
                    <a:pt x="1165" y="282"/>
                  </a:lnTo>
                  <a:lnTo>
                    <a:pt x="1162" y="280"/>
                  </a:lnTo>
                  <a:lnTo>
                    <a:pt x="1161" y="278"/>
                  </a:lnTo>
                  <a:lnTo>
                    <a:pt x="1160" y="275"/>
                  </a:lnTo>
                  <a:lnTo>
                    <a:pt x="1158" y="273"/>
                  </a:lnTo>
                  <a:lnTo>
                    <a:pt x="1157" y="270"/>
                  </a:lnTo>
                  <a:lnTo>
                    <a:pt x="1157" y="267"/>
                  </a:lnTo>
                  <a:lnTo>
                    <a:pt x="1159" y="265"/>
                  </a:lnTo>
                  <a:lnTo>
                    <a:pt x="1162" y="264"/>
                  </a:lnTo>
                  <a:lnTo>
                    <a:pt x="1165" y="263"/>
                  </a:lnTo>
                  <a:lnTo>
                    <a:pt x="1166" y="260"/>
                  </a:lnTo>
                  <a:lnTo>
                    <a:pt x="1166" y="258"/>
                  </a:lnTo>
                  <a:lnTo>
                    <a:pt x="1168" y="256"/>
                  </a:lnTo>
                  <a:lnTo>
                    <a:pt x="1172" y="256"/>
                  </a:lnTo>
                  <a:lnTo>
                    <a:pt x="1176" y="257"/>
                  </a:lnTo>
                  <a:lnTo>
                    <a:pt x="1179" y="257"/>
                  </a:lnTo>
                  <a:lnTo>
                    <a:pt x="1182" y="256"/>
                  </a:lnTo>
                  <a:lnTo>
                    <a:pt x="1184" y="253"/>
                  </a:lnTo>
                  <a:lnTo>
                    <a:pt x="1187" y="250"/>
                  </a:lnTo>
                  <a:lnTo>
                    <a:pt x="1190" y="249"/>
                  </a:lnTo>
                  <a:lnTo>
                    <a:pt x="1194" y="248"/>
                  </a:lnTo>
                  <a:lnTo>
                    <a:pt x="1198" y="248"/>
                  </a:lnTo>
                  <a:lnTo>
                    <a:pt x="1202" y="249"/>
                  </a:lnTo>
                  <a:lnTo>
                    <a:pt x="1206" y="250"/>
                  </a:lnTo>
                  <a:lnTo>
                    <a:pt x="1209" y="253"/>
                  </a:lnTo>
                  <a:lnTo>
                    <a:pt x="1210" y="256"/>
                  </a:lnTo>
                  <a:lnTo>
                    <a:pt x="1212" y="259"/>
                  </a:lnTo>
                  <a:lnTo>
                    <a:pt x="1215" y="260"/>
                  </a:lnTo>
                  <a:lnTo>
                    <a:pt x="1219" y="260"/>
                  </a:lnTo>
                  <a:lnTo>
                    <a:pt x="1224" y="260"/>
                  </a:lnTo>
                  <a:lnTo>
                    <a:pt x="1227" y="261"/>
                  </a:lnTo>
                  <a:lnTo>
                    <a:pt x="1228" y="264"/>
                  </a:lnTo>
                  <a:lnTo>
                    <a:pt x="1228" y="266"/>
                  </a:lnTo>
                  <a:lnTo>
                    <a:pt x="1229" y="269"/>
                  </a:lnTo>
                  <a:lnTo>
                    <a:pt x="1232" y="270"/>
                  </a:lnTo>
                  <a:lnTo>
                    <a:pt x="1234" y="272"/>
                  </a:lnTo>
                  <a:lnTo>
                    <a:pt x="1235" y="275"/>
                  </a:lnTo>
                  <a:close/>
                </a:path>
              </a:pathLst>
            </a:custGeom>
            <a:solidFill>
              <a:srgbClr val="86D1BC">
                <a:alpha val="9600"/>
              </a:srgbClr>
            </a:solidFill>
            <a:ln>
              <a:noFill/>
            </a:ln>
          </p:spPr>
          <p:txBody>
            <a:bodyPr anchor="ctr"/>
            <a:lstStyle/>
            <a:p>
              <a:pPr algn="ctr">
                <a:buNone/>
              </a:pPr>
            </a:p>
          </p:txBody>
        </p:sp>
        <p:sp>
          <p:nvSpPr>
            <p:cNvPr id="7558" name="addition:spatial:47">
              <a:extLst>
                <a:ext uri="{FF2B5EF4-FFF2-40B4-BE49-F238E27FC236}">
                  <ns2:creationId id="{90AEF6EA-4281-4EBA-AE39-1AECA87E5581}"/>
                </a:ext>
              </a:extLst>
            </p:cNvPr>
            <p:cNvSpPr>
              <a:spLocks noGrp="1"/>
            </p:cNvSpPr>
            <p:nvPr/>
          </p:nvSpPr>
          <p:spPr>
            <a:xfrm>
              <a:off x="5648325" y="1666875"/>
              <a:ext cx="1743532" cy="522717"/>
            </a:xfrm>
            <a:custGeom>
              <a:rect l="l" t="t" r="r" b="b"/>
              <a:pathLst>
                <a:path w="1315" h="309">
                  <a:moveTo>
                    <a:pt x="0" y="0"/>
                  </a:moveTo>
                  <a:moveTo>
                    <a:pt x="1307" y="273"/>
                  </a:moveTo>
                  <a:lnTo>
                    <a:pt x="1303" y="276"/>
                  </a:lnTo>
                  <a:lnTo>
                    <a:pt x="1299" y="278"/>
                  </a:lnTo>
                  <a:lnTo>
                    <a:pt x="1296" y="281"/>
                  </a:lnTo>
                  <a:lnTo>
                    <a:pt x="1298" y="284"/>
                  </a:lnTo>
                  <a:lnTo>
                    <a:pt x="1302" y="288"/>
                  </a:lnTo>
                  <a:lnTo>
                    <a:pt x="1304" y="293"/>
                  </a:lnTo>
                  <a:lnTo>
                    <a:pt x="1302" y="296"/>
                  </a:lnTo>
                  <a:lnTo>
                    <a:pt x="1296" y="297"/>
                  </a:lnTo>
                  <a:lnTo>
                    <a:pt x="1291" y="298"/>
                  </a:lnTo>
                  <a:lnTo>
                    <a:pt x="1287" y="300"/>
                  </a:lnTo>
                  <a:lnTo>
                    <a:pt x="1285" y="302"/>
                  </a:lnTo>
                  <a:lnTo>
                    <a:pt x="1282" y="305"/>
                  </a:lnTo>
                  <a:lnTo>
                    <a:pt x="1278" y="306"/>
                  </a:lnTo>
                  <a:lnTo>
                    <a:pt x="1273" y="306"/>
                  </a:lnTo>
                  <a:lnTo>
                    <a:pt x="1269" y="305"/>
                  </a:lnTo>
                  <a:lnTo>
                    <a:pt x="1265" y="304"/>
                  </a:lnTo>
                  <a:lnTo>
                    <a:pt x="1261" y="305"/>
                  </a:lnTo>
                  <a:lnTo>
                    <a:pt x="1257" y="305"/>
                  </a:lnTo>
                  <a:lnTo>
                    <a:pt x="1254" y="305"/>
                  </a:lnTo>
                  <a:lnTo>
                    <a:pt x="1250" y="304"/>
                  </a:lnTo>
                  <a:lnTo>
                    <a:pt x="1245" y="305"/>
                  </a:lnTo>
                  <a:lnTo>
                    <a:pt x="1239" y="307"/>
                  </a:lnTo>
                  <a:lnTo>
                    <a:pt x="1232" y="309"/>
                  </a:lnTo>
                  <a:lnTo>
                    <a:pt x="1226" y="307"/>
                  </a:lnTo>
                  <a:lnTo>
                    <a:pt x="1224" y="303"/>
                  </a:lnTo>
                  <a:lnTo>
                    <a:pt x="1225" y="298"/>
                  </a:lnTo>
                  <a:lnTo>
                    <a:pt x="1225" y="293"/>
                  </a:lnTo>
                  <a:lnTo>
                    <a:pt x="1222" y="291"/>
                  </a:lnTo>
                  <a:lnTo>
                    <a:pt x="1218" y="289"/>
                  </a:lnTo>
                  <a:lnTo>
                    <a:pt x="1213" y="287"/>
                  </a:lnTo>
                  <a:lnTo>
                    <a:pt x="1210" y="285"/>
                  </a:lnTo>
                  <a:lnTo>
                    <a:pt x="1208" y="282"/>
                  </a:lnTo>
                  <a:lnTo>
                    <a:pt x="1206" y="279"/>
                  </a:lnTo>
                  <a:lnTo>
                    <a:pt x="1202" y="276"/>
                  </a:lnTo>
                  <a:lnTo>
                    <a:pt x="1199" y="273"/>
                  </a:lnTo>
                  <a:lnTo>
                    <a:pt x="1198" y="270"/>
                  </a:lnTo>
                  <a:lnTo>
                    <a:pt x="1200" y="267"/>
                  </a:lnTo>
                  <a:lnTo>
                    <a:pt x="1202" y="264"/>
                  </a:lnTo>
                  <a:lnTo>
                    <a:pt x="1202" y="261"/>
                  </a:lnTo>
                  <a:lnTo>
                    <a:pt x="1201" y="257"/>
                  </a:lnTo>
                  <a:lnTo>
                    <a:pt x="1203" y="254"/>
                  </a:lnTo>
                  <a:lnTo>
                    <a:pt x="1208" y="252"/>
                  </a:lnTo>
                  <a:lnTo>
                    <a:pt x="1216" y="252"/>
                  </a:lnTo>
                  <a:lnTo>
                    <a:pt x="1223" y="253"/>
                  </a:lnTo>
                  <a:lnTo>
                    <a:pt x="1227" y="251"/>
                  </a:lnTo>
                  <a:lnTo>
                    <a:pt x="1229" y="248"/>
                  </a:lnTo>
                  <a:lnTo>
                    <a:pt x="1230" y="243"/>
                  </a:lnTo>
                  <a:lnTo>
                    <a:pt x="1234" y="240"/>
                  </a:lnTo>
                  <a:lnTo>
                    <a:pt x="1239" y="238"/>
                  </a:lnTo>
                  <a:lnTo>
                    <a:pt x="1245" y="237"/>
                  </a:lnTo>
                  <a:lnTo>
                    <a:pt x="1250" y="236"/>
                  </a:lnTo>
                  <a:lnTo>
                    <a:pt x="1256" y="235"/>
                  </a:lnTo>
                  <a:lnTo>
                    <a:pt x="1262" y="236"/>
                  </a:lnTo>
                  <a:lnTo>
                    <a:pt x="1267" y="239"/>
                  </a:lnTo>
                  <a:lnTo>
                    <a:pt x="1272" y="242"/>
                  </a:lnTo>
                  <a:lnTo>
                    <a:pt x="1276" y="244"/>
                  </a:lnTo>
                  <a:lnTo>
                    <a:pt x="1281" y="244"/>
                  </a:lnTo>
                  <a:lnTo>
                    <a:pt x="1287" y="243"/>
                  </a:lnTo>
                  <a:lnTo>
                    <a:pt x="1291" y="244"/>
                  </a:lnTo>
                  <a:lnTo>
                    <a:pt x="1294" y="247"/>
                  </a:lnTo>
                  <a:lnTo>
                    <a:pt x="1295" y="250"/>
                  </a:lnTo>
                  <a:lnTo>
                    <a:pt x="1297" y="253"/>
                  </a:lnTo>
                  <a:lnTo>
                    <a:pt x="1302" y="254"/>
                  </a:lnTo>
                  <a:lnTo>
                    <a:pt x="1308" y="254"/>
                  </a:lnTo>
                  <a:lnTo>
                    <a:pt x="1313" y="256"/>
                  </a:lnTo>
                  <a:lnTo>
                    <a:pt x="1315" y="259"/>
                  </a:lnTo>
                  <a:lnTo>
                    <a:pt x="1313" y="263"/>
                  </a:lnTo>
                  <a:lnTo>
                    <a:pt x="1311" y="267"/>
                  </a:lnTo>
                  <a:lnTo>
                    <a:pt x="1309" y="270"/>
                  </a:lnTo>
                  <a:close/>
                </a:path>
              </a:pathLst>
            </a:custGeom>
            <a:solidFill>
              <a:srgbClr val="86D1BC">
                <a:alpha val="9600"/>
              </a:srgbClr>
            </a:solidFill>
            <a:ln>
              <a:noFill/>
            </a:ln>
          </p:spPr>
          <p:txBody>
            <a:bodyPr anchor="ctr"/>
            <a:lstStyle/>
            <a:p>
              <a:pPr algn="ctr">
                <a:buNone/>
              </a:pPr>
            </a:p>
          </p:txBody>
        </p:sp>
        <p:sp>
          <p:nvSpPr>
            <p:cNvPr id="7559" name="addition:spatial:48">
              <a:extLst>
                <a:ext uri="{FF2B5EF4-FFF2-40B4-BE49-F238E27FC236}">
                  <ns2:creationId id="{86CB225A-C4D1-46F1-9B9D-096179F804C0}"/>
                </a:ext>
              </a:extLst>
            </p:cNvPr>
            <p:cNvSpPr>
              <a:spLocks noGrp="1"/>
            </p:cNvSpPr>
            <p:nvPr/>
          </p:nvSpPr>
          <p:spPr>
            <a:xfrm>
              <a:off x="5648325" y="1666875"/>
              <a:ext cx="1770050" cy="537942"/>
            </a:xfrm>
            <a:custGeom>
              <a:rect l="l" t="t" r="r" b="b"/>
              <a:pathLst>
                <a:path w="1335" h="318">
                  <a:moveTo>
                    <a:pt x="0" y="0"/>
                  </a:moveTo>
                  <a:moveTo>
                    <a:pt x="1329" y="267"/>
                  </a:moveTo>
                  <a:lnTo>
                    <a:pt x="1330" y="272"/>
                  </a:lnTo>
                  <a:lnTo>
                    <a:pt x="1327" y="276"/>
                  </a:lnTo>
                  <a:lnTo>
                    <a:pt x="1320" y="280"/>
                  </a:lnTo>
                  <a:lnTo>
                    <a:pt x="1312" y="282"/>
                  </a:lnTo>
                  <a:lnTo>
                    <a:pt x="1308" y="286"/>
                  </a:lnTo>
                  <a:lnTo>
                    <a:pt x="1307" y="290"/>
                  </a:lnTo>
                  <a:lnTo>
                    <a:pt x="1307" y="295"/>
                  </a:lnTo>
                  <a:lnTo>
                    <a:pt x="1305" y="300"/>
                  </a:lnTo>
                  <a:lnTo>
                    <a:pt x="1301" y="304"/>
                  </a:lnTo>
                  <a:lnTo>
                    <a:pt x="1298" y="309"/>
                  </a:lnTo>
                  <a:lnTo>
                    <a:pt x="1294" y="314"/>
                  </a:lnTo>
                  <a:lnTo>
                    <a:pt x="1289" y="318"/>
                  </a:lnTo>
                  <a:lnTo>
                    <a:pt x="1282" y="318"/>
                  </a:lnTo>
                  <a:lnTo>
                    <a:pt x="1273" y="314"/>
                  </a:lnTo>
                  <a:lnTo>
                    <a:pt x="1266" y="310"/>
                  </a:lnTo>
                  <a:lnTo>
                    <a:pt x="1261" y="308"/>
                  </a:lnTo>
                  <a:lnTo>
                    <a:pt x="1257" y="310"/>
                  </a:lnTo>
                  <a:lnTo>
                    <a:pt x="1252" y="314"/>
                  </a:lnTo>
                  <a:lnTo>
                    <a:pt x="1246" y="317"/>
                  </a:lnTo>
                  <a:lnTo>
                    <a:pt x="1240" y="317"/>
                  </a:lnTo>
                  <a:lnTo>
                    <a:pt x="1236" y="314"/>
                  </a:lnTo>
                  <a:lnTo>
                    <a:pt x="1231" y="312"/>
                  </a:lnTo>
                  <a:lnTo>
                    <a:pt x="1225" y="311"/>
                  </a:lnTo>
                  <a:lnTo>
                    <a:pt x="1218" y="311"/>
                  </a:lnTo>
                  <a:lnTo>
                    <a:pt x="1212" y="309"/>
                  </a:lnTo>
                  <a:lnTo>
                    <a:pt x="1208" y="305"/>
                  </a:lnTo>
                  <a:lnTo>
                    <a:pt x="1205" y="301"/>
                  </a:lnTo>
                  <a:lnTo>
                    <a:pt x="1201" y="297"/>
                  </a:lnTo>
                  <a:lnTo>
                    <a:pt x="1196" y="293"/>
                  </a:lnTo>
                  <a:lnTo>
                    <a:pt x="1194" y="289"/>
                  </a:lnTo>
                  <a:lnTo>
                    <a:pt x="1195" y="284"/>
                  </a:lnTo>
                  <a:lnTo>
                    <a:pt x="1199" y="278"/>
                  </a:lnTo>
                  <a:lnTo>
                    <a:pt x="1200" y="274"/>
                  </a:lnTo>
                  <a:lnTo>
                    <a:pt x="1195" y="271"/>
                  </a:lnTo>
                  <a:lnTo>
                    <a:pt x="1185" y="267"/>
                  </a:lnTo>
                  <a:lnTo>
                    <a:pt x="1175" y="262"/>
                  </a:lnTo>
                  <a:lnTo>
                    <a:pt x="1171" y="257"/>
                  </a:lnTo>
                  <a:lnTo>
                    <a:pt x="1174" y="252"/>
                  </a:lnTo>
                  <a:lnTo>
                    <a:pt x="1180" y="248"/>
                  </a:lnTo>
                  <a:lnTo>
                    <a:pt x="1184" y="245"/>
                  </a:lnTo>
                  <a:lnTo>
                    <a:pt x="1188" y="241"/>
                  </a:lnTo>
                  <a:lnTo>
                    <a:pt x="1192" y="238"/>
                  </a:lnTo>
                  <a:lnTo>
                    <a:pt x="1197" y="236"/>
                  </a:lnTo>
                  <a:lnTo>
                    <a:pt x="1204" y="234"/>
                  </a:lnTo>
                  <a:lnTo>
                    <a:pt x="1208" y="232"/>
                  </a:lnTo>
                  <a:lnTo>
                    <a:pt x="1212" y="228"/>
                  </a:lnTo>
                  <a:lnTo>
                    <a:pt x="1216" y="223"/>
                  </a:lnTo>
                  <a:lnTo>
                    <a:pt x="1222" y="221"/>
                  </a:lnTo>
                  <a:lnTo>
                    <a:pt x="1229" y="221"/>
                  </a:lnTo>
                  <a:lnTo>
                    <a:pt x="1237" y="222"/>
                  </a:lnTo>
                  <a:lnTo>
                    <a:pt x="1244" y="220"/>
                  </a:lnTo>
                  <a:lnTo>
                    <a:pt x="1250" y="216"/>
                  </a:lnTo>
                  <a:lnTo>
                    <a:pt x="1258" y="211"/>
                  </a:lnTo>
                  <a:lnTo>
                    <a:pt x="1267" y="209"/>
                  </a:lnTo>
                  <a:lnTo>
                    <a:pt x="1275" y="212"/>
                  </a:lnTo>
                  <a:lnTo>
                    <a:pt x="1281" y="219"/>
                  </a:lnTo>
                  <a:lnTo>
                    <a:pt x="1285" y="225"/>
                  </a:lnTo>
                  <a:lnTo>
                    <a:pt x="1290" y="228"/>
                  </a:lnTo>
                  <a:lnTo>
                    <a:pt x="1295" y="230"/>
                  </a:lnTo>
                  <a:lnTo>
                    <a:pt x="1301" y="232"/>
                  </a:lnTo>
                  <a:lnTo>
                    <a:pt x="1306" y="235"/>
                  </a:lnTo>
                  <a:lnTo>
                    <a:pt x="1311" y="237"/>
                  </a:lnTo>
                  <a:lnTo>
                    <a:pt x="1319" y="238"/>
                  </a:lnTo>
                  <a:lnTo>
                    <a:pt x="1328" y="239"/>
                  </a:lnTo>
                  <a:lnTo>
                    <a:pt x="1334" y="242"/>
                  </a:lnTo>
                  <a:lnTo>
                    <a:pt x="1335" y="247"/>
                  </a:lnTo>
                  <a:lnTo>
                    <a:pt x="1331" y="253"/>
                  </a:lnTo>
                  <a:lnTo>
                    <a:pt x="1326" y="258"/>
                  </a:lnTo>
                  <a:lnTo>
                    <a:pt x="1326" y="263"/>
                  </a:lnTo>
                  <a:close/>
                </a:path>
              </a:pathLst>
            </a:custGeom>
            <a:solidFill>
              <a:srgbClr val="56BFA2">
                <a:alpha val="11100"/>
              </a:srgbClr>
            </a:solidFill>
            <a:ln>
              <a:noFill/>
            </a:ln>
          </p:spPr>
          <p:txBody>
            <a:bodyPr anchor="ctr"/>
            <a:lstStyle/>
            <a:p>
              <a:pPr algn="ctr">
                <a:buNone/>
              </a:pPr>
            </a:p>
          </p:txBody>
        </p:sp>
        <p:sp>
          <p:nvSpPr>
            <p:cNvPr id="7560" name="addition:spatial:49">
              <a:extLst>
                <a:ext uri="{FF2B5EF4-FFF2-40B4-BE49-F238E27FC236}">
                  <ns2:creationId id="{3BB02949-CBD7-49CA-B56E-294CB07043E2}"/>
                </a:ext>
              </a:extLst>
            </p:cNvPr>
            <p:cNvSpPr>
              <a:spLocks noGrp="1"/>
            </p:cNvSpPr>
            <p:nvPr/>
          </p:nvSpPr>
          <p:spPr>
            <a:xfrm>
              <a:off x="5648325" y="1666875"/>
              <a:ext cx="1675912" cy="475351"/>
            </a:xfrm>
            <a:custGeom>
              <a:rect l="l" t="t" r="r" b="b"/>
              <a:pathLst>
                <a:path w="1264" h="281">
                  <a:moveTo>
                    <a:pt x="0" y="0"/>
                  </a:moveTo>
                  <a:moveTo>
                    <a:pt x="1263" y="253"/>
                  </a:moveTo>
                  <a:lnTo>
                    <a:pt x="1264" y="256"/>
                  </a:lnTo>
                  <a:lnTo>
                    <a:pt x="1263" y="258"/>
                  </a:lnTo>
                  <a:lnTo>
                    <a:pt x="1260" y="260"/>
                  </a:lnTo>
                  <a:lnTo>
                    <a:pt x="1258" y="262"/>
                  </a:lnTo>
                  <a:lnTo>
                    <a:pt x="1257" y="264"/>
                  </a:lnTo>
                  <a:lnTo>
                    <a:pt x="1257" y="267"/>
                  </a:lnTo>
                  <a:lnTo>
                    <a:pt x="1256" y="269"/>
                  </a:lnTo>
                  <a:lnTo>
                    <a:pt x="1253" y="270"/>
                  </a:lnTo>
                  <a:lnTo>
                    <a:pt x="1248" y="270"/>
                  </a:lnTo>
                  <a:lnTo>
                    <a:pt x="1245" y="270"/>
                  </a:lnTo>
                  <a:lnTo>
                    <a:pt x="1242" y="271"/>
                  </a:lnTo>
                  <a:lnTo>
                    <a:pt x="1241" y="274"/>
                  </a:lnTo>
                  <a:lnTo>
                    <a:pt x="1239" y="277"/>
                  </a:lnTo>
                  <a:lnTo>
                    <a:pt x="1236" y="279"/>
                  </a:lnTo>
                  <a:lnTo>
                    <a:pt x="1233" y="280"/>
                  </a:lnTo>
                  <a:lnTo>
                    <a:pt x="1229" y="281"/>
                  </a:lnTo>
                  <a:lnTo>
                    <a:pt x="1226" y="281"/>
                  </a:lnTo>
                  <a:lnTo>
                    <a:pt x="1222" y="281"/>
                  </a:lnTo>
                  <a:lnTo>
                    <a:pt x="1218" y="279"/>
                  </a:lnTo>
                  <a:lnTo>
                    <a:pt x="1216" y="277"/>
                  </a:lnTo>
                  <a:lnTo>
                    <a:pt x="1214" y="274"/>
                  </a:lnTo>
                  <a:lnTo>
                    <a:pt x="1211" y="273"/>
                  </a:lnTo>
                  <a:lnTo>
                    <a:pt x="1208" y="273"/>
                  </a:lnTo>
                  <a:lnTo>
                    <a:pt x="1204" y="274"/>
                  </a:lnTo>
                  <a:lnTo>
                    <a:pt x="1201" y="274"/>
                  </a:lnTo>
                  <a:lnTo>
                    <a:pt x="1199" y="272"/>
                  </a:lnTo>
                  <a:lnTo>
                    <a:pt x="1199" y="269"/>
                  </a:lnTo>
                  <a:lnTo>
                    <a:pt x="1198" y="267"/>
                  </a:lnTo>
                  <a:lnTo>
                    <a:pt x="1195" y="266"/>
                  </a:lnTo>
                  <a:lnTo>
                    <a:pt x="1192" y="265"/>
                  </a:lnTo>
                  <a:lnTo>
                    <a:pt x="1190" y="263"/>
                  </a:lnTo>
                  <a:lnTo>
                    <a:pt x="1190" y="261"/>
                  </a:lnTo>
                  <a:lnTo>
                    <a:pt x="1191" y="258"/>
                  </a:lnTo>
                  <a:lnTo>
                    <a:pt x="1193" y="256"/>
                  </a:lnTo>
                  <a:lnTo>
                    <a:pt x="1194" y="253"/>
                  </a:lnTo>
                  <a:lnTo>
                    <a:pt x="1195" y="251"/>
                  </a:lnTo>
                  <a:lnTo>
                    <a:pt x="1198" y="249"/>
                  </a:lnTo>
                  <a:lnTo>
                    <a:pt x="1200" y="248"/>
                  </a:lnTo>
                  <a:lnTo>
                    <a:pt x="1201" y="246"/>
                  </a:lnTo>
                  <a:lnTo>
                    <a:pt x="1200" y="243"/>
                  </a:lnTo>
                  <a:lnTo>
                    <a:pt x="1198" y="240"/>
                  </a:lnTo>
                  <a:lnTo>
                    <a:pt x="1197" y="236"/>
                  </a:lnTo>
                  <a:lnTo>
                    <a:pt x="1198" y="234"/>
                  </a:lnTo>
                  <a:lnTo>
                    <a:pt x="1202" y="233"/>
                  </a:lnTo>
                  <a:lnTo>
                    <a:pt x="1206" y="233"/>
                  </a:lnTo>
                  <a:lnTo>
                    <a:pt x="1209" y="233"/>
                  </a:lnTo>
                  <a:lnTo>
                    <a:pt x="1211" y="231"/>
                  </a:lnTo>
                  <a:lnTo>
                    <a:pt x="1213" y="230"/>
                  </a:lnTo>
                  <a:lnTo>
                    <a:pt x="1215" y="230"/>
                  </a:lnTo>
                  <a:lnTo>
                    <a:pt x="1218" y="230"/>
                  </a:lnTo>
                  <a:lnTo>
                    <a:pt x="1220" y="230"/>
                  </a:lnTo>
                  <a:lnTo>
                    <a:pt x="1222" y="230"/>
                  </a:lnTo>
                  <a:lnTo>
                    <a:pt x="1225" y="229"/>
                  </a:lnTo>
                  <a:lnTo>
                    <a:pt x="1228" y="229"/>
                  </a:lnTo>
                  <a:lnTo>
                    <a:pt x="1230" y="229"/>
                  </a:lnTo>
                  <a:lnTo>
                    <a:pt x="1232" y="230"/>
                  </a:lnTo>
                  <a:lnTo>
                    <a:pt x="1235" y="230"/>
                  </a:lnTo>
                  <a:lnTo>
                    <a:pt x="1240" y="229"/>
                  </a:lnTo>
                  <a:lnTo>
                    <a:pt x="1244" y="229"/>
                  </a:lnTo>
                  <a:lnTo>
                    <a:pt x="1247" y="230"/>
                  </a:lnTo>
                  <a:lnTo>
                    <a:pt x="1248" y="233"/>
                  </a:lnTo>
                  <a:lnTo>
                    <a:pt x="1247" y="237"/>
                  </a:lnTo>
                  <a:lnTo>
                    <a:pt x="1247" y="240"/>
                  </a:lnTo>
                  <a:lnTo>
                    <a:pt x="1248" y="242"/>
                  </a:lnTo>
                  <a:lnTo>
                    <a:pt x="1251" y="243"/>
                  </a:lnTo>
                  <a:lnTo>
                    <a:pt x="1254" y="245"/>
                  </a:lnTo>
                  <a:lnTo>
                    <a:pt x="1256" y="247"/>
                  </a:lnTo>
                  <a:lnTo>
                    <a:pt x="1258" y="249"/>
                  </a:lnTo>
                  <a:lnTo>
                    <a:pt x="1260" y="251"/>
                  </a:lnTo>
                  <a:close/>
                </a:path>
              </a:pathLst>
            </a:custGeom>
            <a:solidFill>
              <a:srgbClr val="41B796">
                <a:alpha val="10800"/>
              </a:srgbClr>
            </a:solidFill>
            <a:ln>
              <a:noFill/>
            </a:ln>
          </p:spPr>
          <p:txBody>
            <a:bodyPr anchor="ctr"/>
            <a:lstStyle/>
            <a:p>
              <a:pPr algn="ctr">
                <a:buNone/>
              </a:pPr>
            </a:p>
          </p:txBody>
        </p:sp>
        <p:sp>
          <p:nvSpPr>
            <p:cNvPr id="7561" name="addition:spatial:50">
              <a:extLst>
                <a:ext uri="{FF2B5EF4-FFF2-40B4-BE49-F238E27FC236}">
                  <ns2:creationId id="{9BF1472B-3398-46B4-A19D-4DDE70F68529}"/>
                </a:ext>
              </a:extLst>
            </p:cNvPr>
            <p:cNvSpPr>
              <a:spLocks noGrp="1"/>
            </p:cNvSpPr>
            <p:nvPr/>
          </p:nvSpPr>
          <p:spPr>
            <a:xfrm>
              <a:off x="5648325" y="1666875"/>
              <a:ext cx="1730273" cy="449976"/>
            </a:xfrm>
            <a:custGeom>
              <a:rect l="l" t="t" r="r" b="b"/>
              <a:pathLst>
                <a:path w="1305" h="266">
                  <a:moveTo>
                    <a:pt x="0" y="0"/>
                  </a:moveTo>
                  <a:moveTo>
                    <a:pt x="1299" y="246"/>
                  </a:moveTo>
                  <a:lnTo>
                    <a:pt x="1302" y="247"/>
                  </a:lnTo>
                  <a:lnTo>
                    <a:pt x="1304" y="250"/>
                  </a:lnTo>
                  <a:lnTo>
                    <a:pt x="1305" y="252"/>
                  </a:lnTo>
                  <a:lnTo>
                    <a:pt x="1303" y="253"/>
                  </a:lnTo>
                  <a:lnTo>
                    <a:pt x="1299" y="254"/>
                  </a:lnTo>
                  <a:lnTo>
                    <a:pt x="1296" y="255"/>
                  </a:lnTo>
                  <a:lnTo>
                    <a:pt x="1294" y="256"/>
                  </a:lnTo>
                  <a:lnTo>
                    <a:pt x="1293" y="257"/>
                  </a:lnTo>
                  <a:lnTo>
                    <a:pt x="1293" y="259"/>
                  </a:lnTo>
                  <a:lnTo>
                    <a:pt x="1291" y="260"/>
                  </a:lnTo>
                  <a:lnTo>
                    <a:pt x="1288" y="261"/>
                  </a:lnTo>
                  <a:lnTo>
                    <a:pt x="1286" y="262"/>
                  </a:lnTo>
                  <a:lnTo>
                    <a:pt x="1284" y="263"/>
                  </a:lnTo>
                  <a:lnTo>
                    <a:pt x="1282" y="264"/>
                  </a:lnTo>
                  <a:lnTo>
                    <a:pt x="1279" y="265"/>
                  </a:lnTo>
                  <a:lnTo>
                    <a:pt x="1276" y="265"/>
                  </a:lnTo>
                  <a:lnTo>
                    <a:pt x="1274" y="265"/>
                  </a:lnTo>
                  <a:lnTo>
                    <a:pt x="1271" y="265"/>
                  </a:lnTo>
                  <a:lnTo>
                    <a:pt x="1268" y="266"/>
                  </a:lnTo>
                  <a:lnTo>
                    <a:pt x="1265" y="266"/>
                  </a:lnTo>
                  <a:lnTo>
                    <a:pt x="1262" y="265"/>
                  </a:lnTo>
                  <a:lnTo>
                    <a:pt x="1261" y="262"/>
                  </a:lnTo>
                  <a:lnTo>
                    <a:pt x="1260" y="260"/>
                  </a:lnTo>
                  <a:lnTo>
                    <a:pt x="1259" y="258"/>
                  </a:lnTo>
                  <a:lnTo>
                    <a:pt x="1256" y="259"/>
                  </a:lnTo>
                  <a:lnTo>
                    <a:pt x="1253" y="259"/>
                  </a:lnTo>
                  <a:lnTo>
                    <a:pt x="1250" y="259"/>
                  </a:lnTo>
                  <a:lnTo>
                    <a:pt x="1248" y="258"/>
                  </a:lnTo>
                  <a:lnTo>
                    <a:pt x="1247" y="256"/>
                  </a:lnTo>
                  <a:lnTo>
                    <a:pt x="1245" y="255"/>
                  </a:lnTo>
                  <a:lnTo>
                    <a:pt x="1244" y="253"/>
                  </a:lnTo>
                  <a:lnTo>
                    <a:pt x="1244" y="251"/>
                  </a:lnTo>
                  <a:lnTo>
                    <a:pt x="1246" y="249"/>
                  </a:lnTo>
                  <a:lnTo>
                    <a:pt x="1248" y="247"/>
                  </a:lnTo>
                  <a:lnTo>
                    <a:pt x="1249" y="246"/>
                  </a:lnTo>
                  <a:lnTo>
                    <a:pt x="1249" y="244"/>
                  </a:lnTo>
                  <a:lnTo>
                    <a:pt x="1248" y="242"/>
                  </a:lnTo>
                  <a:lnTo>
                    <a:pt x="1248" y="240"/>
                  </a:lnTo>
                  <a:lnTo>
                    <a:pt x="1250" y="239"/>
                  </a:lnTo>
                  <a:lnTo>
                    <a:pt x="1253" y="238"/>
                  </a:lnTo>
                  <a:lnTo>
                    <a:pt x="1255" y="237"/>
                  </a:lnTo>
                  <a:lnTo>
                    <a:pt x="1255" y="235"/>
                  </a:lnTo>
                  <a:lnTo>
                    <a:pt x="1254" y="233"/>
                  </a:lnTo>
                  <a:lnTo>
                    <a:pt x="1254" y="230"/>
                  </a:lnTo>
                  <a:lnTo>
                    <a:pt x="1256" y="228"/>
                  </a:lnTo>
                  <a:lnTo>
                    <a:pt x="1258" y="228"/>
                  </a:lnTo>
                  <a:lnTo>
                    <a:pt x="1261" y="228"/>
                  </a:lnTo>
                  <a:lnTo>
                    <a:pt x="1263" y="228"/>
                  </a:lnTo>
                  <a:lnTo>
                    <a:pt x="1265" y="228"/>
                  </a:lnTo>
                  <a:lnTo>
                    <a:pt x="1268" y="228"/>
                  </a:lnTo>
                  <a:lnTo>
                    <a:pt x="1270" y="229"/>
                  </a:lnTo>
                  <a:lnTo>
                    <a:pt x="1271" y="230"/>
                  </a:lnTo>
                  <a:lnTo>
                    <a:pt x="1273" y="229"/>
                  </a:lnTo>
                  <a:lnTo>
                    <a:pt x="1275" y="227"/>
                  </a:lnTo>
                  <a:lnTo>
                    <a:pt x="1278" y="225"/>
                  </a:lnTo>
                  <a:lnTo>
                    <a:pt x="1280" y="225"/>
                  </a:lnTo>
                  <a:lnTo>
                    <a:pt x="1282" y="227"/>
                  </a:lnTo>
                  <a:lnTo>
                    <a:pt x="1283" y="229"/>
                  </a:lnTo>
                  <a:lnTo>
                    <a:pt x="1285" y="230"/>
                  </a:lnTo>
                  <a:lnTo>
                    <a:pt x="1288" y="230"/>
                  </a:lnTo>
                  <a:lnTo>
                    <a:pt x="1290" y="231"/>
                  </a:lnTo>
                  <a:lnTo>
                    <a:pt x="1292" y="232"/>
                  </a:lnTo>
                  <a:lnTo>
                    <a:pt x="1293" y="234"/>
                  </a:lnTo>
                  <a:lnTo>
                    <a:pt x="1293" y="236"/>
                  </a:lnTo>
                  <a:lnTo>
                    <a:pt x="1294" y="238"/>
                  </a:lnTo>
                  <a:lnTo>
                    <a:pt x="1295" y="239"/>
                  </a:lnTo>
                  <a:lnTo>
                    <a:pt x="1296" y="241"/>
                  </a:lnTo>
                  <a:lnTo>
                    <a:pt x="1297" y="243"/>
                  </a:lnTo>
                  <a:lnTo>
                    <a:pt x="1297" y="244"/>
                  </a:lnTo>
                  <a:close/>
                </a:path>
              </a:pathLst>
            </a:custGeom>
            <a:solidFill>
              <a:srgbClr val="41B796">
                <a:alpha val="10800"/>
              </a:srgbClr>
            </a:solidFill>
            <a:ln>
              <a:noFill/>
            </a:ln>
          </p:spPr>
          <p:txBody>
            <a:bodyPr anchor="ctr"/>
            <a:lstStyle/>
            <a:p>
              <a:pPr algn="ctr">
                <a:buNone/>
              </a:pPr>
            </a:p>
          </p:txBody>
        </p:sp>
        <p:sp>
          <p:nvSpPr>
            <p:cNvPr id="7562" name="addition:spatial:51">
              <a:extLst>
                <a:ext uri="{FF2B5EF4-FFF2-40B4-BE49-F238E27FC236}">
                  <ns2:creationId id="{0C8A8684-92AE-4CEE-A81C-73ACDC7260DD}"/>
                </a:ext>
              </a:extLst>
            </p:cNvPr>
            <p:cNvSpPr>
              <a:spLocks noGrp="1"/>
            </p:cNvSpPr>
            <p:nvPr/>
          </p:nvSpPr>
          <p:spPr>
            <a:xfrm>
              <a:off x="5648325" y="1666875"/>
              <a:ext cx="1772702" cy="517642"/>
            </a:xfrm>
            <a:custGeom>
              <a:rect l="l" t="t" r="r" b="b"/>
              <a:pathLst>
                <a:path w="1337" h="306">
                  <a:moveTo>
                    <a:pt x="0" y="0"/>
                  </a:moveTo>
                  <a:moveTo>
                    <a:pt x="1334" y="279"/>
                  </a:moveTo>
                  <a:lnTo>
                    <a:pt x="1329" y="281"/>
                  </a:lnTo>
                  <a:lnTo>
                    <a:pt x="1324" y="283"/>
                  </a:lnTo>
                  <a:lnTo>
                    <a:pt x="1322" y="285"/>
                  </a:lnTo>
                  <a:lnTo>
                    <a:pt x="1323" y="287"/>
                  </a:lnTo>
                  <a:lnTo>
                    <a:pt x="1323" y="290"/>
                  </a:lnTo>
                  <a:lnTo>
                    <a:pt x="1322" y="292"/>
                  </a:lnTo>
                  <a:lnTo>
                    <a:pt x="1320" y="294"/>
                  </a:lnTo>
                  <a:lnTo>
                    <a:pt x="1318" y="296"/>
                  </a:lnTo>
                  <a:lnTo>
                    <a:pt x="1317" y="298"/>
                  </a:lnTo>
                  <a:lnTo>
                    <a:pt x="1315" y="300"/>
                  </a:lnTo>
                  <a:lnTo>
                    <a:pt x="1312" y="302"/>
                  </a:lnTo>
                  <a:lnTo>
                    <a:pt x="1308" y="302"/>
                  </a:lnTo>
                  <a:lnTo>
                    <a:pt x="1305" y="302"/>
                  </a:lnTo>
                  <a:lnTo>
                    <a:pt x="1302" y="303"/>
                  </a:lnTo>
                  <a:lnTo>
                    <a:pt x="1300" y="305"/>
                  </a:lnTo>
                  <a:lnTo>
                    <a:pt x="1297" y="306"/>
                  </a:lnTo>
                  <a:lnTo>
                    <a:pt x="1294" y="305"/>
                  </a:lnTo>
                  <a:lnTo>
                    <a:pt x="1291" y="303"/>
                  </a:lnTo>
                  <a:lnTo>
                    <a:pt x="1289" y="300"/>
                  </a:lnTo>
                  <a:lnTo>
                    <a:pt x="1287" y="299"/>
                  </a:lnTo>
                  <a:lnTo>
                    <a:pt x="1284" y="301"/>
                  </a:lnTo>
                  <a:lnTo>
                    <a:pt x="1281" y="303"/>
                  </a:lnTo>
                  <a:lnTo>
                    <a:pt x="1277" y="304"/>
                  </a:lnTo>
                  <a:lnTo>
                    <a:pt x="1274" y="303"/>
                  </a:lnTo>
                  <a:lnTo>
                    <a:pt x="1271" y="301"/>
                  </a:lnTo>
                  <a:lnTo>
                    <a:pt x="1270" y="299"/>
                  </a:lnTo>
                  <a:lnTo>
                    <a:pt x="1268" y="297"/>
                  </a:lnTo>
                  <a:lnTo>
                    <a:pt x="1267" y="295"/>
                  </a:lnTo>
                  <a:lnTo>
                    <a:pt x="1267" y="292"/>
                  </a:lnTo>
                  <a:lnTo>
                    <a:pt x="1268" y="289"/>
                  </a:lnTo>
                  <a:lnTo>
                    <a:pt x="1268" y="287"/>
                  </a:lnTo>
                  <a:lnTo>
                    <a:pt x="1265" y="285"/>
                  </a:lnTo>
                  <a:lnTo>
                    <a:pt x="1261" y="284"/>
                  </a:lnTo>
                  <a:lnTo>
                    <a:pt x="1259" y="282"/>
                  </a:lnTo>
                  <a:lnTo>
                    <a:pt x="1259" y="279"/>
                  </a:lnTo>
                  <a:lnTo>
                    <a:pt x="1261" y="277"/>
                  </a:lnTo>
                  <a:lnTo>
                    <a:pt x="1262" y="275"/>
                  </a:lnTo>
                  <a:lnTo>
                    <a:pt x="1260" y="273"/>
                  </a:lnTo>
                  <a:lnTo>
                    <a:pt x="1258" y="270"/>
                  </a:lnTo>
                  <a:lnTo>
                    <a:pt x="1256" y="267"/>
                  </a:lnTo>
                  <a:lnTo>
                    <a:pt x="1258" y="265"/>
                  </a:lnTo>
                  <a:lnTo>
                    <a:pt x="1261" y="263"/>
                  </a:lnTo>
                  <a:lnTo>
                    <a:pt x="1264" y="262"/>
                  </a:lnTo>
                  <a:lnTo>
                    <a:pt x="1268" y="262"/>
                  </a:lnTo>
                  <a:lnTo>
                    <a:pt x="1270" y="261"/>
                  </a:lnTo>
                  <a:lnTo>
                    <a:pt x="1273" y="260"/>
                  </a:lnTo>
                  <a:lnTo>
                    <a:pt x="1276" y="260"/>
                  </a:lnTo>
                  <a:lnTo>
                    <a:pt x="1279" y="259"/>
                  </a:lnTo>
                  <a:lnTo>
                    <a:pt x="1281" y="257"/>
                  </a:lnTo>
                  <a:lnTo>
                    <a:pt x="1283" y="254"/>
                  </a:lnTo>
                  <a:lnTo>
                    <a:pt x="1286" y="251"/>
                  </a:lnTo>
                  <a:lnTo>
                    <a:pt x="1290" y="250"/>
                  </a:lnTo>
                  <a:lnTo>
                    <a:pt x="1294" y="251"/>
                  </a:lnTo>
                  <a:lnTo>
                    <a:pt x="1298" y="254"/>
                  </a:lnTo>
                  <a:lnTo>
                    <a:pt x="1301" y="255"/>
                  </a:lnTo>
                  <a:lnTo>
                    <a:pt x="1305" y="256"/>
                  </a:lnTo>
                  <a:lnTo>
                    <a:pt x="1309" y="256"/>
                  </a:lnTo>
                  <a:lnTo>
                    <a:pt x="1312" y="256"/>
                  </a:lnTo>
                  <a:lnTo>
                    <a:pt x="1315" y="259"/>
                  </a:lnTo>
                  <a:lnTo>
                    <a:pt x="1317" y="261"/>
                  </a:lnTo>
                  <a:lnTo>
                    <a:pt x="1319" y="263"/>
                  </a:lnTo>
                  <a:lnTo>
                    <a:pt x="1321" y="264"/>
                  </a:lnTo>
                  <a:lnTo>
                    <a:pt x="1324" y="265"/>
                  </a:lnTo>
                  <a:lnTo>
                    <a:pt x="1326" y="267"/>
                  </a:lnTo>
                  <a:lnTo>
                    <a:pt x="1328" y="269"/>
                  </a:lnTo>
                  <a:lnTo>
                    <a:pt x="1330" y="270"/>
                  </a:lnTo>
                  <a:lnTo>
                    <a:pt x="1333" y="272"/>
                  </a:lnTo>
                  <a:lnTo>
                    <a:pt x="1337" y="274"/>
                  </a:lnTo>
                  <a:lnTo>
                    <a:pt x="1337" y="277"/>
                  </a:lnTo>
                  <a:close/>
                </a:path>
              </a:pathLst>
            </a:custGeom>
            <a:solidFill>
              <a:srgbClr val="41B796">
                <a:alpha val="10800"/>
              </a:srgbClr>
            </a:solidFill>
            <a:ln>
              <a:noFill/>
            </a:ln>
          </p:spPr>
          <p:txBody>
            <a:bodyPr anchor="ctr"/>
            <a:lstStyle/>
            <a:p>
              <a:pPr algn="ctr">
                <a:buNone/>
              </a:pPr>
            </a:p>
          </p:txBody>
        </p:sp>
        <p:sp>
          <p:nvSpPr>
            <p:cNvPr id="7563" name="addition:spatial:52">
              <a:extLst>
                <a:ext uri="{FF2B5EF4-FFF2-40B4-BE49-F238E27FC236}">
                  <ns2:creationId id="{633DD5AD-BBC9-4A30-909F-24008C076705}"/>
                </a:ext>
              </a:extLst>
            </p:cNvPr>
            <p:cNvSpPr>
              <a:spLocks noGrp="1"/>
            </p:cNvSpPr>
            <p:nvPr/>
          </p:nvSpPr>
          <p:spPr>
            <a:xfrm>
              <a:off x="5648325" y="1666875"/>
              <a:ext cx="1689171" cy="536250"/>
            </a:xfrm>
            <a:custGeom>
              <a:rect l="l" t="t" r="r" b="b"/>
              <a:pathLst>
                <a:path w="1274" h="317">
                  <a:moveTo>
                    <a:pt x="0" y="0"/>
                  </a:moveTo>
                  <a:moveTo>
                    <a:pt x="1270" y="294"/>
                  </a:moveTo>
                  <a:lnTo>
                    <a:pt x="1272" y="296"/>
                  </a:lnTo>
                  <a:lnTo>
                    <a:pt x="1272" y="298"/>
                  </a:lnTo>
                  <a:lnTo>
                    <a:pt x="1271" y="299"/>
                  </a:lnTo>
                  <a:lnTo>
                    <a:pt x="1269" y="301"/>
                  </a:lnTo>
                  <a:lnTo>
                    <a:pt x="1267" y="302"/>
                  </a:lnTo>
                  <a:lnTo>
                    <a:pt x="1267" y="304"/>
                  </a:lnTo>
                  <a:lnTo>
                    <a:pt x="1268" y="307"/>
                  </a:lnTo>
                  <a:lnTo>
                    <a:pt x="1269" y="310"/>
                  </a:lnTo>
                  <a:lnTo>
                    <a:pt x="1268" y="312"/>
                  </a:lnTo>
                  <a:lnTo>
                    <a:pt x="1265" y="312"/>
                  </a:lnTo>
                  <a:lnTo>
                    <a:pt x="1261" y="312"/>
                  </a:lnTo>
                  <a:lnTo>
                    <a:pt x="1258" y="312"/>
                  </a:lnTo>
                  <a:lnTo>
                    <a:pt x="1256" y="312"/>
                  </a:lnTo>
                  <a:lnTo>
                    <a:pt x="1254" y="312"/>
                  </a:lnTo>
                  <a:lnTo>
                    <a:pt x="1251" y="312"/>
                  </a:lnTo>
                  <a:lnTo>
                    <a:pt x="1249" y="312"/>
                  </a:lnTo>
                  <a:lnTo>
                    <a:pt x="1247" y="313"/>
                  </a:lnTo>
                  <a:lnTo>
                    <a:pt x="1245" y="315"/>
                  </a:lnTo>
                  <a:lnTo>
                    <a:pt x="1242" y="317"/>
                  </a:lnTo>
                  <a:lnTo>
                    <a:pt x="1239" y="317"/>
                  </a:lnTo>
                  <a:lnTo>
                    <a:pt x="1236" y="316"/>
                  </a:lnTo>
                  <a:lnTo>
                    <a:pt x="1234" y="314"/>
                  </a:lnTo>
                  <a:lnTo>
                    <a:pt x="1232" y="312"/>
                  </a:lnTo>
                  <a:lnTo>
                    <a:pt x="1229" y="311"/>
                  </a:lnTo>
                  <a:lnTo>
                    <a:pt x="1225" y="311"/>
                  </a:lnTo>
                  <a:lnTo>
                    <a:pt x="1222" y="310"/>
                  </a:lnTo>
                  <a:lnTo>
                    <a:pt x="1221" y="308"/>
                  </a:lnTo>
                  <a:lnTo>
                    <a:pt x="1221" y="306"/>
                  </a:lnTo>
                  <a:lnTo>
                    <a:pt x="1220" y="304"/>
                  </a:lnTo>
                  <a:lnTo>
                    <a:pt x="1219" y="302"/>
                  </a:lnTo>
                  <a:lnTo>
                    <a:pt x="1216" y="301"/>
                  </a:lnTo>
                  <a:lnTo>
                    <a:pt x="1214" y="299"/>
                  </a:lnTo>
                  <a:lnTo>
                    <a:pt x="1213" y="297"/>
                  </a:lnTo>
                  <a:lnTo>
                    <a:pt x="1211" y="296"/>
                  </a:lnTo>
                  <a:lnTo>
                    <a:pt x="1209" y="294"/>
                  </a:lnTo>
                  <a:lnTo>
                    <a:pt x="1206" y="292"/>
                  </a:lnTo>
                  <a:lnTo>
                    <a:pt x="1205" y="289"/>
                  </a:lnTo>
                  <a:lnTo>
                    <a:pt x="1208" y="287"/>
                  </a:lnTo>
                  <a:lnTo>
                    <a:pt x="1212" y="286"/>
                  </a:lnTo>
                  <a:lnTo>
                    <a:pt x="1217" y="285"/>
                  </a:lnTo>
                  <a:lnTo>
                    <a:pt x="1219" y="284"/>
                  </a:lnTo>
                  <a:lnTo>
                    <a:pt x="1220" y="282"/>
                  </a:lnTo>
                  <a:lnTo>
                    <a:pt x="1220" y="280"/>
                  </a:lnTo>
                  <a:lnTo>
                    <a:pt x="1221" y="278"/>
                  </a:lnTo>
                  <a:lnTo>
                    <a:pt x="1224" y="277"/>
                  </a:lnTo>
                  <a:lnTo>
                    <a:pt x="1227" y="276"/>
                  </a:lnTo>
                  <a:lnTo>
                    <a:pt x="1229" y="275"/>
                  </a:lnTo>
                  <a:lnTo>
                    <a:pt x="1232" y="274"/>
                  </a:lnTo>
                  <a:lnTo>
                    <a:pt x="1235" y="272"/>
                  </a:lnTo>
                  <a:lnTo>
                    <a:pt x="1238" y="272"/>
                  </a:lnTo>
                  <a:lnTo>
                    <a:pt x="1241" y="272"/>
                  </a:lnTo>
                  <a:lnTo>
                    <a:pt x="1244" y="272"/>
                  </a:lnTo>
                  <a:lnTo>
                    <a:pt x="1248" y="271"/>
                  </a:lnTo>
                  <a:lnTo>
                    <a:pt x="1251" y="271"/>
                  </a:lnTo>
                  <a:lnTo>
                    <a:pt x="1254" y="272"/>
                  </a:lnTo>
                  <a:lnTo>
                    <a:pt x="1255" y="274"/>
                  </a:lnTo>
                  <a:lnTo>
                    <a:pt x="1257" y="277"/>
                  </a:lnTo>
                  <a:lnTo>
                    <a:pt x="1258" y="279"/>
                  </a:lnTo>
                  <a:lnTo>
                    <a:pt x="1261" y="278"/>
                  </a:lnTo>
                  <a:lnTo>
                    <a:pt x="1265" y="277"/>
                  </a:lnTo>
                  <a:lnTo>
                    <a:pt x="1269" y="277"/>
                  </a:lnTo>
                  <a:lnTo>
                    <a:pt x="1271" y="278"/>
                  </a:lnTo>
                  <a:lnTo>
                    <a:pt x="1272" y="280"/>
                  </a:lnTo>
                  <a:lnTo>
                    <a:pt x="1273" y="282"/>
                  </a:lnTo>
                  <a:lnTo>
                    <a:pt x="1273" y="284"/>
                  </a:lnTo>
                  <a:lnTo>
                    <a:pt x="1274" y="286"/>
                  </a:lnTo>
                  <a:lnTo>
                    <a:pt x="1273" y="288"/>
                  </a:lnTo>
                  <a:lnTo>
                    <a:pt x="1272" y="290"/>
                  </a:lnTo>
                  <a:lnTo>
                    <a:pt x="1270" y="292"/>
                  </a:lnTo>
                  <a:close/>
                </a:path>
              </a:pathLst>
            </a:custGeom>
            <a:solidFill>
              <a:srgbClr val="41B796">
                <a:alpha val="10800"/>
              </a:srgbClr>
            </a:solidFill>
            <a:ln>
              <a:noFill/>
            </a:ln>
          </p:spPr>
          <p:txBody>
            <a:bodyPr anchor="ctr"/>
            <a:lstStyle/>
            <a:p>
              <a:pPr algn="ctr">
                <a:buNone/>
              </a:pPr>
            </a:p>
          </p:txBody>
        </p:sp>
        <p:sp>
          <p:nvSpPr>
            <p:cNvPr id="7564" name="addition:spatial:53">
              <a:extLst>
                <a:ext uri="{FF2B5EF4-FFF2-40B4-BE49-F238E27FC236}">
                  <ns2:creationId id="{4711063A-1E0A-41FC-8ACB-B4C1D90EE53D}"/>
                </a:ext>
              </a:extLst>
            </p:cNvPr>
            <p:cNvSpPr>
              <a:spLocks noGrp="1"/>
            </p:cNvSpPr>
            <p:nvPr/>
          </p:nvSpPr>
          <p:spPr>
            <a:xfrm>
              <a:off x="5648325" y="1666875"/>
              <a:ext cx="1921200" cy="740938"/>
            </a:xfrm>
            <a:custGeom>
              <a:rect l="l" t="t" r="r" b="b"/>
              <a:pathLst>
                <a:path w="1449" h="438">
                  <a:moveTo>
                    <a:pt x="0" y="0"/>
                  </a:moveTo>
                  <a:moveTo>
                    <a:pt x="1422" y="349"/>
                  </a:moveTo>
                  <a:lnTo>
                    <a:pt x="1435" y="357"/>
                  </a:lnTo>
                  <a:lnTo>
                    <a:pt x="1446" y="366"/>
                  </a:lnTo>
                  <a:lnTo>
                    <a:pt x="1449" y="375"/>
                  </a:lnTo>
                  <a:lnTo>
                    <a:pt x="1439" y="382"/>
                  </a:lnTo>
                  <a:lnTo>
                    <a:pt x="1423" y="385"/>
                  </a:lnTo>
                  <a:lnTo>
                    <a:pt x="1408" y="387"/>
                  </a:lnTo>
                  <a:lnTo>
                    <a:pt x="1401" y="392"/>
                  </a:lnTo>
                  <a:lnTo>
                    <a:pt x="1398" y="399"/>
                  </a:lnTo>
                  <a:lnTo>
                    <a:pt x="1395" y="406"/>
                  </a:lnTo>
                  <a:lnTo>
                    <a:pt x="1387" y="411"/>
                  </a:lnTo>
                  <a:lnTo>
                    <a:pt x="1377" y="414"/>
                  </a:lnTo>
                  <a:lnTo>
                    <a:pt x="1367" y="418"/>
                  </a:lnTo>
                  <a:lnTo>
                    <a:pt x="1358" y="423"/>
                  </a:lnTo>
                  <a:lnTo>
                    <a:pt x="1349" y="429"/>
                  </a:lnTo>
                  <a:lnTo>
                    <a:pt x="1338" y="433"/>
                  </a:lnTo>
                  <a:lnTo>
                    <a:pt x="1325" y="433"/>
                  </a:lnTo>
                  <a:lnTo>
                    <a:pt x="1313" y="432"/>
                  </a:lnTo>
                  <a:lnTo>
                    <a:pt x="1300" y="434"/>
                  </a:lnTo>
                  <a:lnTo>
                    <a:pt x="1287" y="438"/>
                  </a:lnTo>
                  <a:lnTo>
                    <a:pt x="1274" y="438"/>
                  </a:lnTo>
                  <a:lnTo>
                    <a:pt x="1264" y="432"/>
                  </a:lnTo>
                  <a:lnTo>
                    <a:pt x="1258" y="421"/>
                  </a:lnTo>
                  <a:lnTo>
                    <a:pt x="1254" y="409"/>
                  </a:lnTo>
                  <a:lnTo>
                    <a:pt x="1249" y="404"/>
                  </a:lnTo>
                  <a:lnTo>
                    <a:pt x="1238" y="404"/>
                  </a:lnTo>
                  <a:lnTo>
                    <a:pt x="1223" y="406"/>
                  </a:lnTo>
                  <a:lnTo>
                    <a:pt x="1210" y="405"/>
                  </a:lnTo>
                  <a:lnTo>
                    <a:pt x="1201" y="401"/>
                  </a:lnTo>
                  <a:lnTo>
                    <a:pt x="1196" y="394"/>
                  </a:lnTo>
                  <a:lnTo>
                    <a:pt x="1191" y="388"/>
                  </a:lnTo>
                  <a:lnTo>
                    <a:pt x="1187" y="381"/>
                  </a:lnTo>
                  <a:lnTo>
                    <a:pt x="1186" y="373"/>
                  </a:lnTo>
                  <a:lnTo>
                    <a:pt x="1192" y="364"/>
                  </a:lnTo>
                  <a:lnTo>
                    <a:pt x="1201" y="356"/>
                  </a:lnTo>
                  <a:lnTo>
                    <a:pt x="1206" y="349"/>
                  </a:lnTo>
                  <a:lnTo>
                    <a:pt x="1205" y="342"/>
                  </a:lnTo>
                  <a:lnTo>
                    <a:pt x="1201" y="334"/>
                  </a:lnTo>
                  <a:lnTo>
                    <a:pt x="1202" y="327"/>
                  </a:lnTo>
                  <a:lnTo>
                    <a:pt x="1211" y="321"/>
                  </a:lnTo>
                  <a:lnTo>
                    <a:pt x="1223" y="317"/>
                  </a:lnTo>
                  <a:lnTo>
                    <a:pt x="1231" y="312"/>
                  </a:lnTo>
                  <a:lnTo>
                    <a:pt x="1231" y="304"/>
                  </a:lnTo>
                  <a:lnTo>
                    <a:pt x="1228" y="293"/>
                  </a:lnTo>
                  <a:lnTo>
                    <a:pt x="1228" y="282"/>
                  </a:lnTo>
                  <a:lnTo>
                    <a:pt x="1234" y="275"/>
                  </a:lnTo>
                  <a:lnTo>
                    <a:pt x="1246" y="273"/>
                  </a:lnTo>
                  <a:lnTo>
                    <a:pt x="1257" y="273"/>
                  </a:lnTo>
                  <a:lnTo>
                    <a:pt x="1268" y="272"/>
                  </a:lnTo>
                  <a:lnTo>
                    <a:pt x="1277" y="272"/>
                  </a:lnTo>
                  <a:lnTo>
                    <a:pt x="1287" y="275"/>
                  </a:lnTo>
                  <a:lnTo>
                    <a:pt x="1296" y="279"/>
                  </a:lnTo>
                  <a:lnTo>
                    <a:pt x="1303" y="281"/>
                  </a:lnTo>
                  <a:lnTo>
                    <a:pt x="1310" y="277"/>
                  </a:lnTo>
                  <a:lnTo>
                    <a:pt x="1320" y="269"/>
                  </a:lnTo>
                  <a:lnTo>
                    <a:pt x="1331" y="262"/>
                  </a:lnTo>
                  <a:lnTo>
                    <a:pt x="1342" y="262"/>
                  </a:lnTo>
                  <a:lnTo>
                    <a:pt x="1349" y="269"/>
                  </a:lnTo>
                  <a:lnTo>
                    <a:pt x="1355" y="277"/>
                  </a:lnTo>
                  <a:lnTo>
                    <a:pt x="1362" y="282"/>
                  </a:lnTo>
                  <a:lnTo>
                    <a:pt x="1373" y="284"/>
                  </a:lnTo>
                  <a:lnTo>
                    <a:pt x="1386" y="286"/>
                  </a:lnTo>
                  <a:lnTo>
                    <a:pt x="1394" y="291"/>
                  </a:lnTo>
                  <a:lnTo>
                    <a:pt x="1397" y="300"/>
                  </a:lnTo>
                  <a:lnTo>
                    <a:pt x="1397" y="309"/>
                  </a:lnTo>
                  <a:lnTo>
                    <a:pt x="1399" y="316"/>
                  </a:lnTo>
                  <a:lnTo>
                    <a:pt x="1404" y="323"/>
                  </a:lnTo>
                  <a:lnTo>
                    <a:pt x="1409" y="329"/>
                  </a:lnTo>
                  <a:lnTo>
                    <a:pt x="1412" y="336"/>
                  </a:lnTo>
                  <a:lnTo>
                    <a:pt x="1415" y="342"/>
                  </a:lnTo>
                  <a:close/>
                </a:path>
              </a:pathLst>
            </a:custGeom>
            <a:solidFill>
              <a:srgbClr val="EFD4E3">
                <a:alpha val="12900"/>
              </a:srgbClr>
            </a:solidFill>
            <a:ln>
              <a:noFill/>
            </a:ln>
          </p:spPr>
          <p:txBody>
            <a:bodyPr anchor="ctr"/>
            <a:lstStyle/>
            <a:p>
              <a:pPr algn="ctr">
                <a:buNone/>
              </a:pPr>
            </a:p>
          </p:txBody>
        </p:sp>
        <p:sp>
          <p:nvSpPr>
            <p:cNvPr id="7565" name="addition:spatial:54">
              <a:extLst>
                <a:ext uri="{FF2B5EF4-FFF2-40B4-BE49-F238E27FC236}">
                  <ns2:creationId id="{A66A51C1-B2DC-474F-B2BB-516C2AB38302}"/>
                </a:ext>
              </a:extLst>
            </p:cNvPr>
            <p:cNvSpPr>
              <a:spLocks noGrp="1"/>
            </p:cNvSpPr>
            <p:nvPr/>
          </p:nvSpPr>
          <p:spPr>
            <a:xfrm>
              <a:off x="5648325" y="1666875"/>
              <a:ext cx="1852254" cy="725714"/>
            </a:xfrm>
            <a:custGeom>
              <a:rect l="l" t="t" r="r" b="b"/>
              <a:pathLst>
                <a:path w="1397" h="429">
                  <a:moveTo>
                    <a:pt x="0" y="0"/>
                  </a:moveTo>
                  <a:moveTo>
                    <a:pt x="1385" y="354"/>
                  </a:moveTo>
                  <a:lnTo>
                    <a:pt x="1388" y="360"/>
                  </a:lnTo>
                  <a:lnTo>
                    <a:pt x="1389" y="366"/>
                  </a:lnTo>
                  <a:lnTo>
                    <a:pt x="1388" y="372"/>
                  </a:lnTo>
                  <a:lnTo>
                    <a:pt x="1387" y="378"/>
                  </a:lnTo>
                  <a:lnTo>
                    <a:pt x="1391" y="385"/>
                  </a:lnTo>
                  <a:lnTo>
                    <a:pt x="1396" y="394"/>
                  </a:lnTo>
                  <a:lnTo>
                    <a:pt x="1397" y="403"/>
                  </a:lnTo>
                  <a:lnTo>
                    <a:pt x="1389" y="407"/>
                  </a:lnTo>
                  <a:lnTo>
                    <a:pt x="1376" y="407"/>
                  </a:lnTo>
                  <a:lnTo>
                    <a:pt x="1362" y="404"/>
                  </a:lnTo>
                  <a:lnTo>
                    <a:pt x="1353" y="403"/>
                  </a:lnTo>
                  <a:lnTo>
                    <a:pt x="1348" y="407"/>
                  </a:lnTo>
                  <a:lnTo>
                    <a:pt x="1345" y="413"/>
                  </a:lnTo>
                  <a:lnTo>
                    <a:pt x="1339" y="419"/>
                  </a:lnTo>
                  <a:lnTo>
                    <a:pt x="1331" y="421"/>
                  </a:lnTo>
                  <a:lnTo>
                    <a:pt x="1323" y="422"/>
                  </a:lnTo>
                  <a:lnTo>
                    <a:pt x="1314" y="425"/>
                  </a:lnTo>
                  <a:lnTo>
                    <a:pt x="1305" y="428"/>
                  </a:lnTo>
                  <a:lnTo>
                    <a:pt x="1294" y="429"/>
                  </a:lnTo>
                  <a:lnTo>
                    <a:pt x="1285" y="426"/>
                  </a:lnTo>
                  <a:lnTo>
                    <a:pt x="1276" y="422"/>
                  </a:lnTo>
                  <a:lnTo>
                    <a:pt x="1267" y="418"/>
                  </a:lnTo>
                  <a:lnTo>
                    <a:pt x="1256" y="417"/>
                  </a:lnTo>
                  <a:lnTo>
                    <a:pt x="1245" y="416"/>
                  </a:lnTo>
                  <a:lnTo>
                    <a:pt x="1236" y="412"/>
                  </a:lnTo>
                  <a:lnTo>
                    <a:pt x="1233" y="404"/>
                  </a:lnTo>
                  <a:lnTo>
                    <a:pt x="1234" y="394"/>
                  </a:lnTo>
                  <a:lnTo>
                    <a:pt x="1233" y="387"/>
                  </a:lnTo>
                  <a:lnTo>
                    <a:pt x="1225" y="384"/>
                  </a:lnTo>
                  <a:lnTo>
                    <a:pt x="1212" y="383"/>
                  </a:lnTo>
                  <a:lnTo>
                    <a:pt x="1198" y="380"/>
                  </a:lnTo>
                  <a:lnTo>
                    <a:pt x="1190" y="375"/>
                  </a:lnTo>
                  <a:lnTo>
                    <a:pt x="1187" y="368"/>
                  </a:lnTo>
                  <a:lnTo>
                    <a:pt x="1187" y="361"/>
                  </a:lnTo>
                  <a:lnTo>
                    <a:pt x="1187" y="354"/>
                  </a:lnTo>
                  <a:lnTo>
                    <a:pt x="1190" y="347"/>
                  </a:lnTo>
                  <a:lnTo>
                    <a:pt x="1197" y="341"/>
                  </a:lnTo>
                  <a:lnTo>
                    <a:pt x="1207" y="336"/>
                  </a:lnTo>
                  <a:lnTo>
                    <a:pt x="1217" y="332"/>
                  </a:lnTo>
                  <a:lnTo>
                    <a:pt x="1221" y="327"/>
                  </a:lnTo>
                  <a:lnTo>
                    <a:pt x="1220" y="320"/>
                  </a:lnTo>
                  <a:lnTo>
                    <a:pt x="1221" y="312"/>
                  </a:lnTo>
                  <a:lnTo>
                    <a:pt x="1227" y="307"/>
                  </a:lnTo>
                  <a:lnTo>
                    <a:pt x="1238" y="304"/>
                  </a:lnTo>
                  <a:lnTo>
                    <a:pt x="1249" y="303"/>
                  </a:lnTo>
                  <a:lnTo>
                    <a:pt x="1256" y="299"/>
                  </a:lnTo>
                  <a:lnTo>
                    <a:pt x="1261" y="292"/>
                  </a:lnTo>
                  <a:lnTo>
                    <a:pt x="1266" y="283"/>
                  </a:lnTo>
                  <a:lnTo>
                    <a:pt x="1275" y="278"/>
                  </a:lnTo>
                  <a:lnTo>
                    <a:pt x="1285" y="278"/>
                  </a:lnTo>
                  <a:lnTo>
                    <a:pt x="1296" y="281"/>
                  </a:lnTo>
                  <a:lnTo>
                    <a:pt x="1305" y="284"/>
                  </a:lnTo>
                  <a:lnTo>
                    <a:pt x="1314" y="287"/>
                  </a:lnTo>
                  <a:lnTo>
                    <a:pt x="1321" y="290"/>
                  </a:lnTo>
                  <a:lnTo>
                    <a:pt x="1327" y="294"/>
                  </a:lnTo>
                  <a:lnTo>
                    <a:pt x="1332" y="298"/>
                  </a:lnTo>
                  <a:lnTo>
                    <a:pt x="1339" y="298"/>
                  </a:lnTo>
                  <a:lnTo>
                    <a:pt x="1349" y="295"/>
                  </a:lnTo>
                  <a:lnTo>
                    <a:pt x="1362" y="291"/>
                  </a:lnTo>
                  <a:lnTo>
                    <a:pt x="1372" y="291"/>
                  </a:lnTo>
                  <a:lnTo>
                    <a:pt x="1377" y="297"/>
                  </a:lnTo>
                  <a:lnTo>
                    <a:pt x="1377" y="305"/>
                  </a:lnTo>
                  <a:lnTo>
                    <a:pt x="1376" y="314"/>
                  </a:lnTo>
                  <a:lnTo>
                    <a:pt x="1379" y="319"/>
                  </a:lnTo>
                  <a:lnTo>
                    <a:pt x="1385" y="323"/>
                  </a:lnTo>
                  <a:lnTo>
                    <a:pt x="1390" y="329"/>
                  </a:lnTo>
                  <a:lnTo>
                    <a:pt x="1390" y="335"/>
                  </a:lnTo>
                  <a:lnTo>
                    <a:pt x="1387" y="342"/>
                  </a:lnTo>
                  <a:lnTo>
                    <a:pt x="1384" y="348"/>
                  </a:lnTo>
                  <a:close/>
                </a:path>
              </a:pathLst>
            </a:custGeom>
            <a:solidFill>
              <a:srgbClr val="DA9FC0">
                <a:alpha val="12900"/>
              </a:srgbClr>
            </a:solidFill>
            <a:ln>
              <a:noFill/>
            </a:ln>
          </p:spPr>
          <p:txBody>
            <a:bodyPr anchor="ctr"/>
            <a:lstStyle/>
            <a:p>
              <a:pPr algn="ctr">
                <a:buNone/>
              </a:pPr>
            </a:p>
          </p:txBody>
        </p:sp>
        <p:sp>
          <p:nvSpPr>
            <p:cNvPr id="7566" name="addition:spatial:55">
              <a:extLst>
                <a:ext uri="{FF2B5EF4-FFF2-40B4-BE49-F238E27FC236}">
                  <ns2:creationId id="{9515F256-F6A7-4B98-B41F-A5AB72612EDE}"/>
                </a:ext>
              </a:extLst>
            </p:cNvPr>
            <p:cNvSpPr>
              <a:spLocks noGrp="1"/>
            </p:cNvSpPr>
            <p:nvPr/>
          </p:nvSpPr>
          <p:spPr>
            <a:xfrm>
              <a:off x="5648325" y="1666875"/>
              <a:ext cx="1856232" cy="725714"/>
            </a:xfrm>
            <a:custGeom>
              <a:rect l="l" t="t" r="r" b="b"/>
              <a:pathLst>
                <a:path w="1400" h="429">
                  <a:moveTo>
                    <a:pt x="0" y="0"/>
                  </a:moveTo>
                  <a:moveTo>
                    <a:pt x="1397" y="359"/>
                  </a:moveTo>
                  <a:lnTo>
                    <a:pt x="1392" y="365"/>
                  </a:lnTo>
                  <a:lnTo>
                    <a:pt x="1388" y="370"/>
                  </a:lnTo>
                  <a:lnTo>
                    <a:pt x="1385" y="375"/>
                  </a:lnTo>
                  <a:lnTo>
                    <a:pt x="1380" y="380"/>
                  </a:lnTo>
                  <a:lnTo>
                    <a:pt x="1372" y="384"/>
                  </a:lnTo>
                  <a:lnTo>
                    <a:pt x="1365" y="387"/>
                  </a:lnTo>
                  <a:lnTo>
                    <a:pt x="1361" y="392"/>
                  </a:lnTo>
                  <a:lnTo>
                    <a:pt x="1360" y="398"/>
                  </a:lnTo>
                  <a:lnTo>
                    <a:pt x="1356" y="404"/>
                  </a:lnTo>
                  <a:lnTo>
                    <a:pt x="1349" y="407"/>
                  </a:lnTo>
                  <a:lnTo>
                    <a:pt x="1339" y="408"/>
                  </a:lnTo>
                  <a:lnTo>
                    <a:pt x="1330" y="409"/>
                  </a:lnTo>
                  <a:lnTo>
                    <a:pt x="1324" y="413"/>
                  </a:lnTo>
                  <a:lnTo>
                    <a:pt x="1318" y="420"/>
                  </a:lnTo>
                  <a:lnTo>
                    <a:pt x="1311" y="427"/>
                  </a:lnTo>
                  <a:lnTo>
                    <a:pt x="1302" y="429"/>
                  </a:lnTo>
                  <a:lnTo>
                    <a:pt x="1293" y="425"/>
                  </a:lnTo>
                  <a:lnTo>
                    <a:pt x="1284" y="419"/>
                  </a:lnTo>
                  <a:lnTo>
                    <a:pt x="1278" y="414"/>
                  </a:lnTo>
                  <a:lnTo>
                    <a:pt x="1271" y="412"/>
                  </a:lnTo>
                  <a:lnTo>
                    <a:pt x="1265" y="411"/>
                  </a:lnTo>
                  <a:lnTo>
                    <a:pt x="1259" y="409"/>
                  </a:lnTo>
                  <a:lnTo>
                    <a:pt x="1254" y="407"/>
                  </a:lnTo>
                  <a:lnTo>
                    <a:pt x="1247" y="407"/>
                  </a:lnTo>
                  <a:lnTo>
                    <a:pt x="1237" y="408"/>
                  </a:lnTo>
                  <a:lnTo>
                    <a:pt x="1227" y="408"/>
                  </a:lnTo>
                  <a:lnTo>
                    <a:pt x="1220" y="405"/>
                  </a:lnTo>
                  <a:lnTo>
                    <a:pt x="1219" y="398"/>
                  </a:lnTo>
                  <a:lnTo>
                    <a:pt x="1223" y="391"/>
                  </a:lnTo>
                  <a:lnTo>
                    <a:pt x="1225" y="384"/>
                  </a:lnTo>
                  <a:lnTo>
                    <a:pt x="1222" y="380"/>
                  </a:lnTo>
                  <a:lnTo>
                    <a:pt x="1216" y="375"/>
                  </a:lnTo>
                  <a:lnTo>
                    <a:pt x="1213" y="370"/>
                  </a:lnTo>
                  <a:lnTo>
                    <a:pt x="1215" y="365"/>
                  </a:lnTo>
                  <a:lnTo>
                    <a:pt x="1221" y="359"/>
                  </a:lnTo>
                  <a:lnTo>
                    <a:pt x="1226" y="354"/>
                  </a:lnTo>
                  <a:lnTo>
                    <a:pt x="1227" y="349"/>
                  </a:lnTo>
                  <a:lnTo>
                    <a:pt x="1224" y="344"/>
                  </a:lnTo>
                  <a:lnTo>
                    <a:pt x="1222" y="338"/>
                  </a:lnTo>
                  <a:lnTo>
                    <a:pt x="1222" y="332"/>
                  </a:lnTo>
                  <a:lnTo>
                    <a:pt x="1223" y="327"/>
                  </a:lnTo>
                  <a:lnTo>
                    <a:pt x="1223" y="320"/>
                  </a:lnTo>
                  <a:lnTo>
                    <a:pt x="1224" y="313"/>
                  </a:lnTo>
                  <a:lnTo>
                    <a:pt x="1228" y="308"/>
                  </a:lnTo>
                  <a:lnTo>
                    <a:pt x="1237" y="307"/>
                  </a:lnTo>
                  <a:lnTo>
                    <a:pt x="1248" y="310"/>
                  </a:lnTo>
                  <a:lnTo>
                    <a:pt x="1258" y="313"/>
                  </a:lnTo>
                  <a:lnTo>
                    <a:pt x="1264" y="313"/>
                  </a:lnTo>
                  <a:lnTo>
                    <a:pt x="1267" y="308"/>
                  </a:lnTo>
                  <a:lnTo>
                    <a:pt x="1271" y="301"/>
                  </a:lnTo>
                  <a:lnTo>
                    <a:pt x="1277" y="297"/>
                  </a:lnTo>
                  <a:lnTo>
                    <a:pt x="1285" y="297"/>
                  </a:lnTo>
                  <a:lnTo>
                    <a:pt x="1292" y="298"/>
                  </a:lnTo>
                  <a:lnTo>
                    <a:pt x="1300" y="299"/>
                  </a:lnTo>
                  <a:lnTo>
                    <a:pt x="1308" y="298"/>
                  </a:lnTo>
                  <a:lnTo>
                    <a:pt x="1317" y="297"/>
                  </a:lnTo>
                  <a:lnTo>
                    <a:pt x="1325" y="299"/>
                  </a:lnTo>
                  <a:lnTo>
                    <a:pt x="1332" y="304"/>
                  </a:lnTo>
                  <a:lnTo>
                    <a:pt x="1339" y="308"/>
                  </a:lnTo>
                  <a:lnTo>
                    <a:pt x="1347" y="310"/>
                  </a:lnTo>
                  <a:lnTo>
                    <a:pt x="1355" y="313"/>
                  </a:lnTo>
                  <a:lnTo>
                    <a:pt x="1360" y="319"/>
                  </a:lnTo>
                  <a:lnTo>
                    <a:pt x="1360" y="326"/>
                  </a:lnTo>
                  <a:lnTo>
                    <a:pt x="1358" y="333"/>
                  </a:lnTo>
                  <a:lnTo>
                    <a:pt x="1361" y="338"/>
                  </a:lnTo>
                  <a:lnTo>
                    <a:pt x="1370" y="340"/>
                  </a:lnTo>
                  <a:lnTo>
                    <a:pt x="1384" y="343"/>
                  </a:lnTo>
                  <a:lnTo>
                    <a:pt x="1396" y="347"/>
                  </a:lnTo>
                  <a:lnTo>
                    <a:pt x="1400" y="353"/>
                  </a:lnTo>
                  <a:close/>
                </a:path>
              </a:pathLst>
            </a:custGeom>
            <a:solidFill>
              <a:srgbClr val="CC79A7">
                <a:alpha val="10500"/>
              </a:srgbClr>
            </a:solidFill>
            <a:ln>
              <a:noFill/>
            </a:ln>
          </p:spPr>
          <p:txBody>
            <a:bodyPr anchor="ctr"/>
            <a:lstStyle/>
            <a:p>
              <a:pPr algn="ctr">
                <a:buNone/>
              </a:pPr>
            </a:p>
          </p:txBody>
        </p:sp>
        <p:sp>
          <p:nvSpPr>
            <p:cNvPr id="7567" name="addition:spatial:56">
              <a:extLst>
                <a:ext uri="{FF2B5EF4-FFF2-40B4-BE49-F238E27FC236}">
                  <ns2:creationId id="{069E4EE8-305A-452C-95A3-33B25EAA942B}"/>
                </a:ext>
              </a:extLst>
            </p:cNvPr>
            <p:cNvSpPr>
              <a:spLocks noGrp="1"/>
            </p:cNvSpPr>
            <p:nvPr/>
          </p:nvSpPr>
          <p:spPr>
            <a:xfrm>
              <a:off x="5648325" y="1666875"/>
              <a:ext cx="1726296" cy="619140"/>
            </a:xfrm>
            <a:custGeom>
              <a:rect l="l" t="t" r="r" b="b"/>
              <a:pathLst>
                <a:path w="1302" h="366">
                  <a:moveTo>
                    <a:pt x="0" y="0"/>
                  </a:moveTo>
                  <a:moveTo>
                    <a:pt x="1294" y="339"/>
                  </a:moveTo>
                  <a:lnTo>
                    <a:pt x="1295" y="341"/>
                  </a:lnTo>
                  <a:lnTo>
                    <a:pt x="1298" y="344"/>
                  </a:lnTo>
                  <a:lnTo>
                    <a:pt x="1301" y="347"/>
                  </a:lnTo>
                  <a:lnTo>
                    <a:pt x="1302" y="350"/>
                  </a:lnTo>
                  <a:lnTo>
                    <a:pt x="1299" y="352"/>
                  </a:lnTo>
                  <a:lnTo>
                    <a:pt x="1294" y="352"/>
                  </a:lnTo>
                  <a:lnTo>
                    <a:pt x="1289" y="353"/>
                  </a:lnTo>
                  <a:lnTo>
                    <a:pt x="1287" y="354"/>
                  </a:lnTo>
                  <a:lnTo>
                    <a:pt x="1286" y="356"/>
                  </a:lnTo>
                  <a:lnTo>
                    <a:pt x="1285" y="358"/>
                  </a:lnTo>
                  <a:lnTo>
                    <a:pt x="1282" y="360"/>
                  </a:lnTo>
                  <a:lnTo>
                    <a:pt x="1279" y="361"/>
                  </a:lnTo>
                  <a:lnTo>
                    <a:pt x="1276" y="362"/>
                  </a:lnTo>
                  <a:lnTo>
                    <a:pt x="1273" y="363"/>
                  </a:lnTo>
                  <a:lnTo>
                    <a:pt x="1270" y="365"/>
                  </a:lnTo>
                  <a:lnTo>
                    <a:pt x="1266" y="366"/>
                  </a:lnTo>
                  <a:lnTo>
                    <a:pt x="1262" y="366"/>
                  </a:lnTo>
                  <a:lnTo>
                    <a:pt x="1259" y="365"/>
                  </a:lnTo>
                  <a:lnTo>
                    <a:pt x="1255" y="365"/>
                  </a:lnTo>
                  <a:lnTo>
                    <a:pt x="1251" y="366"/>
                  </a:lnTo>
                  <a:lnTo>
                    <a:pt x="1247" y="366"/>
                  </a:lnTo>
                  <a:lnTo>
                    <a:pt x="1243" y="364"/>
                  </a:lnTo>
                  <a:lnTo>
                    <a:pt x="1242" y="360"/>
                  </a:lnTo>
                  <a:lnTo>
                    <a:pt x="1241" y="357"/>
                  </a:lnTo>
                  <a:lnTo>
                    <a:pt x="1240" y="355"/>
                  </a:lnTo>
                  <a:lnTo>
                    <a:pt x="1236" y="355"/>
                  </a:lnTo>
                  <a:lnTo>
                    <a:pt x="1231" y="355"/>
                  </a:lnTo>
                  <a:lnTo>
                    <a:pt x="1227" y="355"/>
                  </a:lnTo>
                  <a:lnTo>
                    <a:pt x="1224" y="353"/>
                  </a:lnTo>
                  <a:lnTo>
                    <a:pt x="1223" y="351"/>
                  </a:lnTo>
                  <a:lnTo>
                    <a:pt x="1222" y="349"/>
                  </a:lnTo>
                  <a:lnTo>
                    <a:pt x="1221" y="346"/>
                  </a:lnTo>
                  <a:lnTo>
                    <a:pt x="1221" y="344"/>
                  </a:lnTo>
                  <a:lnTo>
                    <a:pt x="1223" y="342"/>
                  </a:lnTo>
                  <a:lnTo>
                    <a:pt x="1226" y="339"/>
                  </a:lnTo>
                  <a:lnTo>
                    <a:pt x="1228" y="337"/>
                  </a:lnTo>
                  <a:lnTo>
                    <a:pt x="1228" y="335"/>
                  </a:lnTo>
                  <a:lnTo>
                    <a:pt x="1227" y="333"/>
                  </a:lnTo>
                  <a:lnTo>
                    <a:pt x="1228" y="330"/>
                  </a:lnTo>
                  <a:lnTo>
                    <a:pt x="1231" y="328"/>
                  </a:lnTo>
                  <a:lnTo>
                    <a:pt x="1234" y="327"/>
                  </a:lnTo>
                  <a:lnTo>
                    <a:pt x="1237" y="326"/>
                  </a:lnTo>
                  <a:lnTo>
                    <a:pt x="1238" y="324"/>
                  </a:lnTo>
                  <a:lnTo>
                    <a:pt x="1237" y="320"/>
                  </a:lnTo>
                  <a:lnTo>
                    <a:pt x="1238" y="317"/>
                  </a:lnTo>
                  <a:lnTo>
                    <a:pt x="1240" y="315"/>
                  </a:lnTo>
                  <a:lnTo>
                    <a:pt x="1244" y="314"/>
                  </a:lnTo>
                  <a:lnTo>
                    <a:pt x="1248" y="315"/>
                  </a:lnTo>
                  <a:lnTo>
                    <a:pt x="1251" y="315"/>
                  </a:lnTo>
                  <a:lnTo>
                    <a:pt x="1254" y="315"/>
                  </a:lnTo>
                  <a:lnTo>
                    <a:pt x="1257" y="316"/>
                  </a:lnTo>
                  <a:lnTo>
                    <a:pt x="1259" y="317"/>
                  </a:lnTo>
                  <a:lnTo>
                    <a:pt x="1262" y="318"/>
                  </a:lnTo>
                  <a:lnTo>
                    <a:pt x="1264" y="317"/>
                  </a:lnTo>
                  <a:lnTo>
                    <a:pt x="1267" y="315"/>
                  </a:lnTo>
                  <a:lnTo>
                    <a:pt x="1271" y="313"/>
                  </a:lnTo>
                  <a:lnTo>
                    <a:pt x="1274" y="313"/>
                  </a:lnTo>
                  <a:lnTo>
                    <a:pt x="1276" y="315"/>
                  </a:lnTo>
                  <a:lnTo>
                    <a:pt x="1278" y="318"/>
                  </a:lnTo>
                  <a:lnTo>
                    <a:pt x="1279" y="320"/>
                  </a:lnTo>
                  <a:lnTo>
                    <a:pt x="1282" y="321"/>
                  </a:lnTo>
                  <a:lnTo>
                    <a:pt x="1286" y="321"/>
                  </a:lnTo>
                  <a:lnTo>
                    <a:pt x="1289" y="323"/>
                  </a:lnTo>
                  <a:lnTo>
                    <a:pt x="1289" y="326"/>
                  </a:lnTo>
                  <a:lnTo>
                    <a:pt x="1289" y="329"/>
                  </a:lnTo>
                  <a:lnTo>
                    <a:pt x="1289" y="331"/>
                  </a:lnTo>
                  <a:lnTo>
                    <a:pt x="1290" y="333"/>
                  </a:lnTo>
                  <a:lnTo>
                    <a:pt x="1291" y="335"/>
                  </a:lnTo>
                  <a:lnTo>
                    <a:pt x="1293" y="337"/>
                  </a:lnTo>
                  <a:close/>
                </a:path>
              </a:pathLst>
            </a:custGeom>
            <a:solidFill>
              <a:srgbClr val="DA9FC0">
                <a:alpha val="9600"/>
              </a:srgbClr>
            </a:solidFill>
            <a:ln>
              <a:noFill/>
            </a:ln>
          </p:spPr>
          <p:txBody>
            <a:bodyPr anchor="ctr"/>
            <a:lstStyle/>
            <a:p>
              <a:pPr algn="ctr">
                <a:buNone/>
              </a:pPr>
            </a:p>
          </p:txBody>
        </p:sp>
        <p:sp>
          <p:nvSpPr>
            <p:cNvPr id="7568" name="addition:spatial:57">
              <a:extLst>
                <a:ext uri="{FF2B5EF4-FFF2-40B4-BE49-F238E27FC236}">
                  <ns2:creationId id="{FE4A7659-6E53-4CDB-A8C5-A6021DF155F6}"/>
                </a:ext>
              </a:extLst>
            </p:cNvPr>
            <p:cNvSpPr>
              <a:spLocks noGrp="1"/>
            </p:cNvSpPr>
            <p:nvPr/>
          </p:nvSpPr>
          <p:spPr>
            <a:xfrm>
              <a:off x="5648325" y="1666875"/>
              <a:ext cx="1758117" cy="583616"/>
            </a:xfrm>
            <a:custGeom>
              <a:rect l="l" t="t" r="r" b="b"/>
              <a:pathLst>
                <a:path w="1326" h="345">
                  <a:moveTo>
                    <a:pt x="0" y="0"/>
                  </a:moveTo>
                  <a:moveTo>
                    <a:pt x="1326" y="319"/>
                  </a:moveTo>
                  <a:lnTo>
                    <a:pt x="1325" y="321"/>
                  </a:lnTo>
                  <a:lnTo>
                    <a:pt x="1322" y="323"/>
                  </a:lnTo>
                  <a:lnTo>
                    <a:pt x="1320" y="325"/>
                  </a:lnTo>
                  <a:lnTo>
                    <a:pt x="1320" y="327"/>
                  </a:lnTo>
                  <a:lnTo>
                    <a:pt x="1319" y="329"/>
                  </a:lnTo>
                  <a:lnTo>
                    <a:pt x="1317" y="331"/>
                  </a:lnTo>
                  <a:lnTo>
                    <a:pt x="1313" y="332"/>
                  </a:lnTo>
                  <a:lnTo>
                    <a:pt x="1310" y="333"/>
                  </a:lnTo>
                  <a:lnTo>
                    <a:pt x="1308" y="335"/>
                  </a:lnTo>
                  <a:lnTo>
                    <a:pt x="1308" y="338"/>
                  </a:lnTo>
                  <a:lnTo>
                    <a:pt x="1307" y="342"/>
                  </a:lnTo>
                  <a:lnTo>
                    <a:pt x="1305" y="345"/>
                  </a:lnTo>
                  <a:lnTo>
                    <a:pt x="1302" y="345"/>
                  </a:lnTo>
                  <a:lnTo>
                    <a:pt x="1298" y="344"/>
                  </a:lnTo>
                  <a:lnTo>
                    <a:pt x="1294" y="342"/>
                  </a:lnTo>
                  <a:lnTo>
                    <a:pt x="1291" y="342"/>
                  </a:lnTo>
                  <a:lnTo>
                    <a:pt x="1288" y="342"/>
                  </a:lnTo>
                  <a:lnTo>
                    <a:pt x="1286" y="341"/>
                  </a:lnTo>
                  <a:lnTo>
                    <a:pt x="1284" y="341"/>
                  </a:lnTo>
                  <a:lnTo>
                    <a:pt x="1282" y="340"/>
                  </a:lnTo>
                  <a:lnTo>
                    <a:pt x="1279" y="341"/>
                  </a:lnTo>
                  <a:lnTo>
                    <a:pt x="1275" y="342"/>
                  </a:lnTo>
                  <a:lnTo>
                    <a:pt x="1272" y="343"/>
                  </a:lnTo>
                  <a:lnTo>
                    <a:pt x="1270" y="341"/>
                  </a:lnTo>
                  <a:lnTo>
                    <a:pt x="1269" y="339"/>
                  </a:lnTo>
                  <a:lnTo>
                    <a:pt x="1268" y="336"/>
                  </a:lnTo>
                  <a:lnTo>
                    <a:pt x="1266" y="335"/>
                  </a:lnTo>
                  <a:lnTo>
                    <a:pt x="1263" y="334"/>
                  </a:lnTo>
                  <a:lnTo>
                    <a:pt x="1260" y="333"/>
                  </a:lnTo>
                  <a:lnTo>
                    <a:pt x="1259" y="330"/>
                  </a:lnTo>
                  <a:lnTo>
                    <a:pt x="1260" y="327"/>
                  </a:lnTo>
                  <a:lnTo>
                    <a:pt x="1262" y="325"/>
                  </a:lnTo>
                  <a:lnTo>
                    <a:pt x="1263" y="323"/>
                  </a:lnTo>
                  <a:lnTo>
                    <a:pt x="1262" y="321"/>
                  </a:lnTo>
                  <a:lnTo>
                    <a:pt x="1260" y="319"/>
                  </a:lnTo>
                  <a:lnTo>
                    <a:pt x="1258" y="317"/>
                  </a:lnTo>
                  <a:lnTo>
                    <a:pt x="1257" y="314"/>
                  </a:lnTo>
                  <a:lnTo>
                    <a:pt x="1256" y="312"/>
                  </a:lnTo>
                  <a:lnTo>
                    <a:pt x="1254" y="309"/>
                  </a:lnTo>
                  <a:lnTo>
                    <a:pt x="1253" y="306"/>
                  </a:lnTo>
                  <a:lnTo>
                    <a:pt x="1255" y="304"/>
                  </a:lnTo>
                  <a:lnTo>
                    <a:pt x="1259" y="303"/>
                  </a:lnTo>
                  <a:lnTo>
                    <a:pt x="1264" y="304"/>
                  </a:lnTo>
                  <a:lnTo>
                    <a:pt x="1267" y="303"/>
                  </a:lnTo>
                  <a:lnTo>
                    <a:pt x="1268" y="301"/>
                  </a:lnTo>
                  <a:lnTo>
                    <a:pt x="1268" y="299"/>
                  </a:lnTo>
                  <a:lnTo>
                    <a:pt x="1270" y="297"/>
                  </a:lnTo>
                  <a:lnTo>
                    <a:pt x="1273" y="296"/>
                  </a:lnTo>
                  <a:lnTo>
                    <a:pt x="1277" y="296"/>
                  </a:lnTo>
                  <a:lnTo>
                    <a:pt x="1280" y="296"/>
                  </a:lnTo>
                  <a:lnTo>
                    <a:pt x="1282" y="295"/>
                  </a:lnTo>
                  <a:lnTo>
                    <a:pt x="1286" y="293"/>
                  </a:lnTo>
                  <a:lnTo>
                    <a:pt x="1289" y="292"/>
                  </a:lnTo>
                  <a:lnTo>
                    <a:pt x="1293" y="292"/>
                  </a:lnTo>
                  <a:lnTo>
                    <a:pt x="1296" y="293"/>
                  </a:lnTo>
                  <a:lnTo>
                    <a:pt x="1300" y="293"/>
                  </a:lnTo>
                  <a:lnTo>
                    <a:pt x="1304" y="294"/>
                  </a:lnTo>
                  <a:lnTo>
                    <a:pt x="1307" y="296"/>
                  </a:lnTo>
                  <a:lnTo>
                    <a:pt x="1308" y="298"/>
                  </a:lnTo>
                  <a:lnTo>
                    <a:pt x="1309" y="302"/>
                  </a:lnTo>
                  <a:lnTo>
                    <a:pt x="1310" y="304"/>
                  </a:lnTo>
                  <a:lnTo>
                    <a:pt x="1312" y="305"/>
                  </a:lnTo>
                  <a:lnTo>
                    <a:pt x="1317" y="305"/>
                  </a:lnTo>
                  <a:lnTo>
                    <a:pt x="1322" y="305"/>
                  </a:lnTo>
                  <a:lnTo>
                    <a:pt x="1326" y="307"/>
                  </a:lnTo>
                  <a:lnTo>
                    <a:pt x="1326" y="309"/>
                  </a:lnTo>
                  <a:lnTo>
                    <a:pt x="1326" y="312"/>
                  </a:lnTo>
                  <a:lnTo>
                    <a:pt x="1326" y="314"/>
                  </a:lnTo>
                  <a:lnTo>
                    <a:pt x="1326" y="316"/>
                  </a:lnTo>
                  <a:close/>
                </a:path>
              </a:pathLst>
            </a:custGeom>
            <a:solidFill>
              <a:srgbClr val="DA9FC0">
                <a:alpha val="9600"/>
              </a:srgbClr>
            </a:solidFill>
            <a:ln>
              <a:noFill/>
            </a:ln>
          </p:spPr>
          <p:txBody>
            <a:bodyPr anchor="ctr"/>
            <a:lstStyle/>
            <a:p>
              <a:pPr algn="ctr">
                <a:buNone/>
              </a:pPr>
            </a:p>
          </p:txBody>
        </p:sp>
        <p:sp>
          <p:nvSpPr>
            <p:cNvPr id="7569" name="addition:spatial:58">
              <a:extLst>
                <a:ext uri="{FF2B5EF4-FFF2-40B4-BE49-F238E27FC236}">
                  <ns2:creationId id="{1E5B8C33-F117-423A-BBEF-2FE34C195F42}"/>
                </a:ext>
              </a:extLst>
            </p:cNvPr>
            <p:cNvSpPr>
              <a:spLocks noGrp="1"/>
            </p:cNvSpPr>
            <p:nvPr/>
          </p:nvSpPr>
          <p:spPr>
            <a:xfrm>
              <a:off x="5648325" y="1666875"/>
              <a:ext cx="1804523" cy="595457"/>
            </a:xfrm>
            <a:custGeom>
              <a:rect l="l" t="t" r="r" b="b"/>
              <a:pathLst>
                <a:path w="1361" h="352">
                  <a:moveTo>
                    <a:pt x="0" y="0"/>
                  </a:moveTo>
                  <a:moveTo>
                    <a:pt x="1359" y="324"/>
                  </a:moveTo>
                  <a:lnTo>
                    <a:pt x="1359" y="327"/>
                  </a:lnTo>
                  <a:lnTo>
                    <a:pt x="1357" y="329"/>
                  </a:lnTo>
                  <a:lnTo>
                    <a:pt x="1353" y="331"/>
                  </a:lnTo>
                  <a:lnTo>
                    <a:pt x="1349" y="332"/>
                  </a:lnTo>
                  <a:lnTo>
                    <a:pt x="1348" y="334"/>
                  </a:lnTo>
                  <a:lnTo>
                    <a:pt x="1349" y="337"/>
                  </a:lnTo>
                  <a:lnTo>
                    <a:pt x="1350" y="341"/>
                  </a:lnTo>
                  <a:lnTo>
                    <a:pt x="1350" y="344"/>
                  </a:lnTo>
                  <a:lnTo>
                    <a:pt x="1348" y="346"/>
                  </a:lnTo>
                  <a:lnTo>
                    <a:pt x="1345" y="348"/>
                  </a:lnTo>
                  <a:lnTo>
                    <a:pt x="1343" y="349"/>
                  </a:lnTo>
                  <a:lnTo>
                    <a:pt x="1340" y="350"/>
                  </a:lnTo>
                  <a:lnTo>
                    <a:pt x="1336" y="350"/>
                  </a:lnTo>
                  <a:lnTo>
                    <a:pt x="1333" y="348"/>
                  </a:lnTo>
                  <a:lnTo>
                    <a:pt x="1330" y="347"/>
                  </a:lnTo>
                  <a:lnTo>
                    <a:pt x="1328" y="347"/>
                  </a:lnTo>
                  <a:lnTo>
                    <a:pt x="1326" y="349"/>
                  </a:lnTo>
                  <a:lnTo>
                    <a:pt x="1323" y="351"/>
                  </a:lnTo>
                  <a:lnTo>
                    <a:pt x="1320" y="352"/>
                  </a:lnTo>
                  <a:lnTo>
                    <a:pt x="1318" y="351"/>
                  </a:lnTo>
                  <a:lnTo>
                    <a:pt x="1315" y="349"/>
                  </a:lnTo>
                  <a:lnTo>
                    <a:pt x="1313" y="348"/>
                  </a:lnTo>
                  <a:lnTo>
                    <a:pt x="1310" y="348"/>
                  </a:lnTo>
                  <a:lnTo>
                    <a:pt x="1306" y="348"/>
                  </a:lnTo>
                  <a:lnTo>
                    <a:pt x="1303" y="348"/>
                  </a:lnTo>
                  <a:lnTo>
                    <a:pt x="1300" y="346"/>
                  </a:lnTo>
                  <a:lnTo>
                    <a:pt x="1299" y="343"/>
                  </a:lnTo>
                  <a:lnTo>
                    <a:pt x="1298" y="340"/>
                  </a:lnTo>
                  <a:lnTo>
                    <a:pt x="1297" y="338"/>
                  </a:lnTo>
                  <a:lnTo>
                    <a:pt x="1296" y="335"/>
                  </a:lnTo>
                  <a:lnTo>
                    <a:pt x="1296" y="333"/>
                  </a:lnTo>
                  <a:lnTo>
                    <a:pt x="1296" y="330"/>
                  </a:lnTo>
                  <a:lnTo>
                    <a:pt x="1295" y="328"/>
                  </a:lnTo>
                  <a:lnTo>
                    <a:pt x="1292" y="327"/>
                  </a:lnTo>
                  <a:lnTo>
                    <a:pt x="1286" y="324"/>
                  </a:lnTo>
                  <a:lnTo>
                    <a:pt x="1283" y="322"/>
                  </a:lnTo>
                  <a:lnTo>
                    <a:pt x="1282" y="319"/>
                  </a:lnTo>
                  <a:lnTo>
                    <a:pt x="1285" y="317"/>
                  </a:lnTo>
                  <a:lnTo>
                    <a:pt x="1289" y="315"/>
                  </a:lnTo>
                  <a:lnTo>
                    <a:pt x="1291" y="313"/>
                  </a:lnTo>
                  <a:lnTo>
                    <a:pt x="1292" y="311"/>
                  </a:lnTo>
                  <a:lnTo>
                    <a:pt x="1293" y="309"/>
                  </a:lnTo>
                  <a:lnTo>
                    <a:pt x="1295" y="307"/>
                  </a:lnTo>
                  <a:lnTo>
                    <a:pt x="1298" y="306"/>
                  </a:lnTo>
                  <a:lnTo>
                    <a:pt x="1301" y="305"/>
                  </a:lnTo>
                  <a:lnTo>
                    <a:pt x="1303" y="303"/>
                  </a:lnTo>
                  <a:lnTo>
                    <a:pt x="1306" y="301"/>
                  </a:lnTo>
                  <a:lnTo>
                    <a:pt x="1309" y="300"/>
                  </a:lnTo>
                  <a:lnTo>
                    <a:pt x="1312" y="299"/>
                  </a:lnTo>
                  <a:lnTo>
                    <a:pt x="1316" y="299"/>
                  </a:lnTo>
                  <a:lnTo>
                    <a:pt x="1319" y="298"/>
                  </a:lnTo>
                  <a:lnTo>
                    <a:pt x="1322" y="295"/>
                  </a:lnTo>
                  <a:lnTo>
                    <a:pt x="1326" y="293"/>
                  </a:lnTo>
                  <a:lnTo>
                    <a:pt x="1331" y="293"/>
                  </a:lnTo>
                  <a:lnTo>
                    <a:pt x="1334" y="296"/>
                  </a:lnTo>
                  <a:lnTo>
                    <a:pt x="1336" y="300"/>
                  </a:lnTo>
                  <a:lnTo>
                    <a:pt x="1338" y="303"/>
                  </a:lnTo>
                  <a:lnTo>
                    <a:pt x="1340" y="304"/>
                  </a:lnTo>
                  <a:lnTo>
                    <a:pt x="1344" y="304"/>
                  </a:lnTo>
                  <a:lnTo>
                    <a:pt x="1347" y="305"/>
                  </a:lnTo>
                  <a:lnTo>
                    <a:pt x="1350" y="305"/>
                  </a:lnTo>
                  <a:lnTo>
                    <a:pt x="1353" y="307"/>
                  </a:lnTo>
                  <a:lnTo>
                    <a:pt x="1355" y="308"/>
                  </a:lnTo>
                  <a:lnTo>
                    <a:pt x="1358" y="309"/>
                  </a:lnTo>
                  <a:lnTo>
                    <a:pt x="1361" y="311"/>
                  </a:lnTo>
                  <a:lnTo>
                    <a:pt x="1360" y="314"/>
                  </a:lnTo>
                  <a:lnTo>
                    <a:pt x="1359" y="317"/>
                  </a:lnTo>
                  <a:lnTo>
                    <a:pt x="1357" y="320"/>
                  </a:lnTo>
                  <a:lnTo>
                    <a:pt x="1358" y="322"/>
                  </a:lnTo>
                  <a:close/>
                </a:path>
              </a:pathLst>
            </a:custGeom>
            <a:solidFill>
              <a:srgbClr val="DA9FC0">
                <a:alpha val="9600"/>
              </a:srgbClr>
            </a:solidFill>
            <a:ln>
              <a:noFill/>
            </a:ln>
          </p:spPr>
          <p:txBody>
            <a:bodyPr anchor="ctr"/>
            <a:lstStyle/>
            <a:p>
              <a:pPr algn="ctr">
                <a:buNone/>
              </a:pPr>
            </a:p>
          </p:txBody>
        </p:sp>
        <p:sp>
          <p:nvSpPr>
            <p:cNvPr id="7570" name="addition:spatial:59">
              <a:extLst>
                <a:ext uri="{FF2B5EF4-FFF2-40B4-BE49-F238E27FC236}">
                  <ns2:creationId id="{07676A55-69BF-47D7-8B05-10ACF685E7F3}"/>
                </a:ext>
              </a:extLst>
            </p:cNvPr>
            <p:cNvSpPr>
              <a:spLocks noGrp="1"/>
            </p:cNvSpPr>
            <p:nvPr/>
          </p:nvSpPr>
          <p:spPr>
            <a:xfrm>
              <a:off x="5648325" y="1666875"/>
              <a:ext cx="1846951" cy="642823"/>
            </a:xfrm>
            <a:custGeom>
              <a:rect l="l" t="t" r="r" b="b"/>
              <a:pathLst>
                <a:path w="1393" h="380">
                  <a:moveTo>
                    <a:pt x="0" y="0"/>
                  </a:moveTo>
                  <a:moveTo>
                    <a:pt x="1392" y="347"/>
                  </a:moveTo>
                  <a:lnTo>
                    <a:pt x="1393" y="350"/>
                  </a:lnTo>
                  <a:lnTo>
                    <a:pt x="1393" y="352"/>
                  </a:lnTo>
                  <a:lnTo>
                    <a:pt x="1392" y="355"/>
                  </a:lnTo>
                  <a:lnTo>
                    <a:pt x="1389" y="357"/>
                  </a:lnTo>
                  <a:lnTo>
                    <a:pt x="1386" y="359"/>
                  </a:lnTo>
                  <a:lnTo>
                    <a:pt x="1384" y="361"/>
                  </a:lnTo>
                  <a:lnTo>
                    <a:pt x="1382" y="364"/>
                  </a:lnTo>
                  <a:lnTo>
                    <a:pt x="1379" y="365"/>
                  </a:lnTo>
                  <a:lnTo>
                    <a:pt x="1375" y="366"/>
                  </a:lnTo>
                  <a:lnTo>
                    <a:pt x="1371" y="367"/>
                  </a:lnTo>
                  <a:lnTo>
                    <a:pt x="1369" y="368"/>
                  </a:lnTo>
                  <a:lnTo>
                    <a:pt x="1367" y="372"/>
                  </a:lnTo>
                  <a:lnTo>
                    <a:pt x="1366" y="377"/>
                  </a:lnTo>
                  <a:lnTo>
                    <a:pt x="1363" y="380"/>
                  </a:lnTo>
                  <a:lnTo>
                    <a:pt x="1358" y="380"/>
                  </a:lnTo>
                  <a:lnTo>
                    <a:pt x="1354" y="378"/>
                  </a:lnTo>
                  <a:lnTo>
                    <a:pt x="1350" y="375"/>
                  </a:lnTo>
                  <a:lnTo>
                    <a:pt x="1346" y="374"/>
                  </a:lnTo>
                  <a:lnTo>
                    <a:pt x="1343" y="374"/>
                  </a:lnTo>
                  <a:lnTo>
                    <a:pt x="1340" y="373"/>
                  </a:lnTo>
                  <a:lnTo>
                    <a:pt x="1337" y="372"/>
                  </a:lnTo>
                  <a:lnTo>
                    <a:pt x="1335" y="371"/>
                  </a:lnTo>
                  <a:lnTo>
                    <a:pt x="1332" y="371"/>
                  </a:lnTo>
                  <a:lnTo>
                    <a:pt x="1328" y="371"/>
                  </a:lnTo>
                  <a:lnTo>
                    <a:pt x="1324" y="371"/>
                  </a:lnTo>
                  <a:lnTo>
                    <a:pt x="1322" y="369"/>
                  </a:lnTo>
                  <a:lnTo>
                    <a:pt x="1321" y="366"/>
                  </a:lnTo>
                  <a:lnTo>
                    <a:pt x="1321" y="364"/>
                  </a:lnTo>
                  <a:lnTo>
                    <a:pt x="1319" y="362"/>
                  </a:lnTo>
                  <a:lnTo>
                    <a:pt x="1315" y="360"/>
                  </a:lnTo>
                  <a:lnTo>
                    <a:pt x="1312" y="358"/>
                  </a:lnTo>
                  <a:lnTo>
                    <a:pt x="1312" y="355"/>
                  </a:lnTo>
                  <a:lnTo>
                    <a:pt x="1316" y="352"/>
                  </a:lnTo>
                  <a:lnTo>
                    <a:pt x="1320" y="349"/>
                  </a:lnTo>
                  <a:lnTo>
                    <a:pt x="1322" y="347"/>
                  </a:lnTo>
                  <a:lnTo>
                    <a:pt x="1321" y="345"/>
                  </a:lnTo>
                  <a:lnTo>
                    <a:pt x="1320" y="342"/>
                  </a:lnTo>
                  <a:lnTo>
                    <a:pt x="1319" y="340"/>
                  </a:lnTo>
                  <a:lnTo>
                    <a:pt x="1318" y="337"/>
                  </a:lnTo>
                  <a:lnTo>
                    <a:pt x="1318" y="334"/>
                  </a:lnTo>
                  <a:lnTo>
                    <a:pt x="1317" y="331"/>
                  </a:lnTo>
                  <a:lnTo>
                    <a:pt x="1317" y="327"/>
                  </a:lnTo>
                  <a:lnTo>
                    <a:pt x="1319" y="325"/>
                  </a:lnTo>
                  <a:lnTo>
                    <a:pt x="1324" y="325"/>
                  </a:lnTo>
                  <a:lnTo>
                    <a:pt x="1328" y="325"/>
                  </a:lnTo>
                  <a:lnTo>
                    <a:pt x="1332" y="325"/>
                  </a:lnTo>
                  <a:lnTo>
                    <a:pt x="1333" y="324"/>
                  </a:lnTo>
                  <a:lnTo>
                    <a:pt x="1335" y="321"/>
                  </a:lnTo>
                  <a:lnTo>
                    <a:pt x="1337" y="319"/>
                  </a:lnTo>
                  <a:lnTo>
                    <a:pt x="1340" y="319"/>
                  </a:lnTo>
                  <a:lnTo>
                    <a:pt x="1343" y="320"/>
                  </a:lnTo>
                  <a:lnTo>
                    <a:pt x="1346" y="321"/>
                  </a:lnTo>
                  <a:lnTo>
                    <a:pt x="1349" y="320"/>
                  </a:lnTo>
                  <a:lnTo>
                    <a:pt x="1353" y="318"/>
                  </a:lnTo>
                  <a:lnTo>
                    <a:pt x="1357" y="317"/>
                  </a:lnTo>
                  <a:lnTo>
                    <a:pt x="1361" y="317"/>
                  </a:lnTo>
                  <a:lnTo>
                    <a:pt x="1364" y="318"/>
                  </a:lnTo>
                  <a:lnTo>
                    <a:pt x="1368" y="319"/>
                  </a:lnTo>
                  <a:lnTo>
                    <a:pt x="1372" y="321"/>
                  </a:lnTo>
                  <a:lnTo>
                    <a:pt x="1374" y="323"/>
                  </a:lnTo>
                  <a:lnTo>
                    <a:pt x="1376" y="326"/>
                  </a:lnTo>
                  <a:lnTo>
                    <a:pt x="1375" y="330"/>
                  </a:lnTo>
                  <a:lnTo>
                    <a:pt x="1375" y="333"/>
                  </a:lnTo>
                  <a:lnTo>
                    <a:pt x="1378" y="335"/>
                  </a:lnTo>
                  <a:lnTo>
                    <a:pt x="1384" y="335"/>
                  </a:lnTo>
                  <a:lnTo>
                    <a:pt x="1389" y="336"/>
                  </a:lnTo>
                  <a:lnTo>
                    <a:pt x="1393" y="338"/>
                  </a:lnTo>
                  <a:lnTo>
                    <a:pt x="1393" y="341"/>
                  </a:lnTo>
                  <a:lnTo>
                    <a:pt x="1392" y="344"/>
                  </a:lnTo>
                  <a:close/>
                </a:path>
              </a:pathLst>
            </a:custGeom>
            <a:solidFill>
              <a:srgbClr val="DA9FC0">
                <a:alpha val="9600"/>
              </a:srgbClr>
            </a:solidFill>
            <a:ln>
              <a:noFill/>
            </a:ln>
          </p:spPr>
          <p:txBody>
            <a:bodyPr anchor="ctr"/>
            <a:lstStyle/>
            <a:p>
              <a:pPr algn="ctr">
                <a:buNone/>
              </a:pPr>
            </a:p>
          </p:txBody>
        </p:sp>
        <p:sp>
          <p:nvSpPr>
            <p:cNvPr id="7571" name="addition:spatial:60">
              <a:extLst>
                <a:ext uri="{FF2B5EF4-FFF2-40B4-BE49-F238E27FC236}">
                  <ns2:creationId id="{FA31FA21-92EE-459E-8218-932A5EB74FA3}"/>
                </a:ext>
              </a:extLst>
            </p:cNvPr>
            <p:cNvSpPr>
              <a:spLocks noGrp="1"/>
            </p:cNvSpPr>
            <p:nvPr/>
          </p:nvSpPr>
          <p:spPr>
            <a:xfrm>
              <a:off x="5648325" y="1666875"/>
              <a:ext cx="1832366" cy="681731"/>
            </a:xfrm>
            <a:custGeom>
              <a:rect l="l" t="t" r="r" b="b"/>
              <a:pathLst>
                <a:path w="1382" h="403">
                  <a:moveTo>
                    <a:pt x="0" y="0"/>
                  </a:moveTo>
                  <a:moveTo>
                    <a:pt x="1381" y="372"/>
                  </a:moveTo>
                  <a:lnTo>
                    <a:pt x="1376" y="374"/>
                  </a:lnTo>
                  <a:lnTo>
                    <a:pt x="1368" y="377"/>
                  </a:lnTo>
                  <a:lnTo>
                    <a:pt x="1363" y="378"/>
                  </a:lnTo>
                  <a:lnTo>
                    <a:pt x="1361" y="380"/>
                  </a:lnTo>
                  <a:lnTo>
                    <a:pt x="1362" y="383"/>
                  </a:lnTo>
                  <a:lnTo>
                    <a:pt x="1362" y="386"/>
                  </a:lnTo>
                  <a:lnTo>
                    <a:pt x="1361" y="389"/>
                  </a:lnTo>
                  <a:lnTo>
                    <a:pt x="1358" y="391"/>
                  </a:lnTo>
                  <a:lnTo>
                    <a:pt x="1355" y="394"/>
                  </a:lnTo>
                  <a:lnTo>
                    <a:pt x="1353" y="397"/>
                  </a:lnTo>
                  <a:lnTo>
                    <a:pt x="1350" y="399"/>
                  </a:lnTo>
                  <a:lnTo>
                    <a:pt x="1345" y="400"/>
                  </a:lnTo>
                  <a:lnTo>
                    <a:pt x="1340" y="399"/>
                  </a:lnTo>
                  <a:lnTo>
                    <a:pt x="1336" y="399"/>
                  </a:lnTo>
                  <a:lnTo>
                    <a:pt x="1333" y="400"/>
                  </a:lnTo>
                  <a:lnTo>
                    <a:pt x="1329" y="402"/>
                  </a:lnTo>
                  <a:lnTo>
                    <a:pt x="1326" y="403"/>
                  </a:lnTo>
                  <a:lnTo>
                    <a:pt x="1322" y="401"/>
                  </a:lnTo>
                  <a:lnTo>
                    <a:pt x="1319" y="398"/>
                  </a:lnTo>
                  <a:lnTo>
                    <a:pt x="1317" y="396"/>
                  </a:lnTo>
                  <a:lnTo>
                    <a:pt x="1314" y="396"/>
                  </a:lnTo>
                  <a:lnTo>
                    <a:pt x="1310" y="397"/>
                  </a:lnTo>
                  <a:lnTo>
                    <a:pt x="1304" y="399"/>
                  </a:lnTo>
                  <a:lnTo>
                    <a:pt x="1300" y="399"/>
                  </a:lnTo>
                  <a:lnTo>
                    <a:pt x="1296" y="398"/>
                  </a:lnTo>
                  <a:lnTo>
                    <a:pt x="1294" y="395"/>
                  </a:lnTo>
                  <a:lnTo>
                    <a:pt x="1292" y="393"/>
                  </a:lnTo>
                  <a:lnTo>
                    <a:pt x="1290" y="390"/>
                  </a:lnTo>
                  <a:lnTo>
                    <a:pt x="1290" y="387"/>
                  </a:lnTo>
                  <a:lnTo>
                    <a:pt x="1291" y="384"/>
                  </a:lnTo>
                  <a:lnTo>
                    <a:pt x="1293" y="381"/>
                  </a:lnTo>
                  <a:lnTo>
                    <a:pt x="1292" y="378"/>
                  </a:lnTo>
                  <a:lnTo>
                    <a:pt x="1287" y="377"/>
                  </a:lnTo>
                  <a:lnTo>
                    <a:pt x="1282" y="374"/>
                  </a:lnTo>
                  <a:lnTo>
                    <a:pt x="1280" y="372"/>
                  </a:lnTo>
                  <a:lnTo>
                    <a:pt x="1280" y="369"/>
                  </a:lnTo>
                  <a:lnTo>
                    <a:pt x="1283" y="366"/>
                  </a:lnTo>
                  <a:lnTo>
                    <a:pt x="1284" y="364"/>
                  </a:lnTo>
                  <a:lnTo>
                    <a:pt x="1282" y="361"/>
                  </a:lnTo>
                  <a:lnTo>
                    <a:pt x="1280" y="358"/>
                  </a:lnTo>
                  <a:lnTo>
                    <a:pt x="1280" y="355"/>
                  </a:lnTo>
                  <a:lnTo>
                    <a:pt x="1283" y="352"/>
                  </a:lnTo>
                  <a:lnTo>
                    <a:pt x="1287" y="351"/>
                  </a:lnTo>
                  <a:lnTo>
                    <a:pt x="1292" y="351"/>
                  </a:lnTo>
                  <a:lnTo>
                    <a:pt x="1295" y="350"/>
                  </a:lnTo>
                  <a:lnTo>
                    <a:pt x="1299" y="349"/>
                  </a:lnTo>
                  <a:lnTo>
                    <a:pt x="1303" y="348"/>
                  </a:lnTo>
                  <a:lnTo>
                    <a:pt x="1307" y="348"/>
                  </a:lnTo>
                  <a:lnTo>
                    <a:pt x="1310" y="347"/>
                  </a:lnTo>
                  <a:lnTo>
                    <a:pt x="1313" y="344"/>
                  </a:lnTo>
                  <a:lnTo>
                    <a:pt x="1316" y="340"/>
                  </a:lnTo>
                  <a:lnTo>
                    <a:pt x="1321" y="337"/>
                  </a:lnTo>
                  <a:lnTo>
                    <a:pt x="1326" y="337"/>
                  </a:lnTo>
                  <a:lnTo>
                    <a:pt x="1331" y="340"/>
                  </a:lnTo>
                  <a:lnTo>
                    <a:pt x="1335" y="343"/>
                  </a:lnTo>
                  <a:lnTo>
                    <a:pt x="1339" y="345"/>
                  </a:lnTo>
                  <a:lnTo>
                    <a:pt x="1344" y="345"/>
                  </a:lnTo>
                  <a:lnTo>
                    <a:pt x="1349" y="346"/>
                  </a:lnTo>
                  <a:lnTo>
                    <a:pt x="1353" y="347"/>
                  </a:lnTo>
                  <a:lnTo>
                    <a:pt x="1356" y="350"/>
                  </a:lnTo>
                  <a:lnTo>
                    <a:pt x="1358" y="352"/>
                  </a:lnTo>
                  <a:lnTo>
                    <a:pt x="1361" y="353"/>
                  </a:lnTo>
                  <a:lnTo>
                    <a:pt x="1365" y="355"/>
                  </a:lnTo>
                  <a:lnTo>
                    <a:pt x="1368" y="357"/>
                  </a:lnTo>
                  <a:lnTo>
                    <a:pt x="1370" y="359"/>
                  </a:lnTo>
                  <a:lnTo>
                    <a:pt x="1371" y="361"/>
                  </a:lnTo>
                  <a:lnTo>
                    <a:pt x="1374" y="364"/>
                  </a:lnTo>
                  <a:lnTo>
                    <a:pt x="1378" y="366"/>
                  </a:lnTo>
                  <a:lnTo>
                    <a:pt x="1382" y="369"/>
                  </a:lnTo>
                  <a:close/>
                </a:path>
              </a:pathLst>
            </a:custGeom>
            <a:solidFill>
              <a:srgbClr val="DA9FC0">
                <a:alpha val="9600"/>
              </a:srgbClr>
            </a:solidFill>
            <a:ln>
              <a:noFill/>
            </a:ln>
          </p:spPr>
          <p:txBody>
            <a:bodyPr anchor="ctr"/>
            <a:lstStyle/>
            <a:p>
              <a:pPr algn="ctr">
                <a:buNone/>
              </a:pPr>
            </a:p>
          </p:txBody>
        </p:sp>
        <p:sp>
          <p:nvSpPr>
            <p:cNvPr id="7572" name="addition:spatial:61">
              <a:extLst>
                <a:ext uri="{FF2B5EF4-FFF2-40B4-BE49-F238E27FC236}">
                  <ns2:creationId id="{F569A77F-653A-4AD4-BCD4-516256493571}"/>
                </a:ext>
              </a:extLst>
            </p:cNvPr>
            <p:cNvSpPr>
              <a:spLocks noGrp="1"/>
            </p:cNvSpPr>
            <p:nvPr/>
          </p:nvSpPr>
          <p:spPr>
            <a:xfrm>
              <a:off x="5648325" y="1666875"/>
              <a:ext cx="1763420" cy="688497"/>
            </a:xfrm>
            <a:custGeom>
              <a:rect l="l" t="t" r="r" b="b"/>
              <a:pathLst>
                <a:path w="1330" h="407">
                  <a:moveTo>
                    <a:pt x="0" y="0"/>
                  </a:moveTo>
                  <a:moveTo>
                    <a:pt x="1330" y="374"/>
                  </a:moveTo>
                  <a:lnTo>
                    <a:pt x="1330" y="377"/>
                  </a:lnTo>
                  <a:lnTo>
                    <a:pt x="1328" y="380"/>
                  </a:lnTo>
                  <a:lnTo>
                    <a:pt x="1326" y="383"/>
                  </a:lnTo>
                  <a:lnTo>
                    <a:pt x="1324" y="385"/>
                  </a:lnTo>
                  <a:lnTo>
                    <a:pt x="1321" y="387"/>
                  </a:lnTo>
                  <a:lnTo>
                    <a:pt x="1318" y="389"/>
                  </a:lnTo>
                  <a:lnTo>
                    <a:pt x="1314" y="390"/>
                  </a:lnTo>
                  <a:lnTo>
                    <a:pt x="1311" y="391"/>
                  </a:lnTo>
                  <a:lnTo>
                    <a:pt x="1309" y="394"/>
                  </a:lnTo>
                  <a:lnTo>
                    <a:pt x="1308" y="397"/>
                  </a:lnTo>
                  <a:lnTo>
                    <a:pt x="1306" y="400"/>
                  </a:lnTo>
                  <a:lnTo>
                    <a:pt x="1302" y="401"/>
                  </a:lnTo>
                  <a:lnTo>
                    <a:pt x="1298" y="401"/>
                  </a:lnTo>
                  <a:lnTo>
                    <a:pt x="1293" y="401"/>
                  </a:lnTo>
                  <a:lnTo>
                    <a:pt x="1290" y="402"/>
                  </a:lnTo>
                  <a:lnTo>
                    <a:pt x="1286" y="405"/>
                  </a:lnTo>
                  <a:lnTo>
                    <a:pt x="1282" y="407"/>
                  </a:lnTo>
                  <a:lnTo>
                    <a:pt x="1278" y="407"/>
                  </a:lnTo>
                  <a:lnTo>
                    <a:pt x="1274" y="405"/>
                  </a:lnTo>
                  <a:lnTo>
                    <a:pt x="1271" y="402"/>
                  </a:lnTo>
                  <a:lnTo>
                    <a:pt x="1268" y="400"/>
                  </a:lnTo>
                  <a:lnTo>
                    <a:pt x="1265" y="398"/>
                  </a:lnTo>
                  <a:lnTo>
                    <a:pt x="1262" y="397"/>
                  </a:lnTo>
                  <a:lnTo>
                    <a:pt x="1260" y="396"/>
                  </a:lnTo>
                  <a:lnTo>
                    <a:pt x="1257" y="395"/>
                  </a:lnTo>
                  <a:lnTo>
                    <a:pt x="1253" y="395"/>
                  </a:lnTo>
                  <a:lnTo>
                    <a:pt x="1248" y="395"/>
                  </a:lnTo>
                  <a:lnTo>
                    <a:pt x="1243" y="394"/>
                  </a:lnTo>
                  <a:lnTo>
                    <a:pt x="1241" y="392"/>
                  </a:lnTo>
                  <a:lnTo>
                    <a:pt x="1242" y="388"/>
                  </a:lnTo>
                  <a:lnTo>
                    <a:pt x="1245" y="385"/>
                  </a:lnTo>
                  <a:lnTo>
                    <a:pt x="1247" y="382"/>
                  </a:lnTo>
                  <a:lnTo>
                    <a:pt x="1246" y="379"/>
                  </a:lnTo>
                  <a:lnTo>
                    <a:pt x="1245" y="377"/>
                  </a:lnTo>
                  <a:lnTo>
                    <a:pt x="1244" y="374"/>
                  </a:lnTo>
                  <a:lnTo>
                    <a:pt x="1246" y="372"/>
                  </a:lnTo>
                  <a:lnTo>
                    <a:pt x="1249" y="370"/>
                  </a:lnTo>
                  <a:lnTo>
                    <a:pt x="1250" y="367"/>
                  </a:lnTo>
                  <a:lnTo>
                    <a:pt x="1251" y="365"/>
                  </a:lnTo>
                  <a:lnTo>
                    <a:pt x="1250" y="362"/>
                  </a:lnTo>
                  <a:lnTo>
                    <a:pt x="1251" y="359"/>
                  </a:lnTo>
                  <a:lnTo>
                    <a:pt x="1252" y="357"/>
                  </a:lnTo>
                  <a:lnTo>
                    <a:pt x="1254" y="355"/>
                  </a:lnTo>
                  <a:lnTo>
                    <a:pt x="1254" y="352"/>
                  </a:lnTo>
                  <a:lnTo>
                    <a:pt x="1255" y="349"/>
                  </a:lnTo>
                  <a:lnTo>
                    <a:pt x="1258" y="347"/>
                  </a:lnTo>
                  <a:lnTo>
                    <a:pt x="1263" y="347"/>
                  </a:lnTo>
                  <a:lnTo>
                    <a:pt x="1268" y="350"/>
                  </a:lnTo>
                  <a:lnTo>
                    <a:pt x="1271" y="352"/>
                  </a:lnTo>
                  <a:lnTo>
                    <a:pt x="1274" y="351"/>
                  </a:lnTo>
                  <a:lnTo>
                    <a:pt x="1276" y="349"/>
                  </a:lnTo>
                  <a:lnTo>
                    <a:pt x="1278" y="346"/>
                  </a:lnTo>
                  <a:lnTo>
                    <a:pt x="1282" y="345"/>
                  </a:lnTo>
                  <a:lnTo>
                    <a:pt x="1285" y="345"/>
                  </a:lnTo>
                  <a:lnTo>
                    <a:pt x="1288" y="345"/>
                  </a:lnTo>
                  <a:lnTo>
                    <a:pt x="1292" y="346"/>
                  </a:lnTo>
                  <a:lnTo>
                    <a:pt x="1296" y="346"/>
                  </a:lnTo>
                  <a:lnTo>
                    <a:pt x="1299" y="347"/>
                  </a:lnTo>
                  <a:lnTo>
                    <a:pt x="1302" y="349"/>
                  </a:lnTo>
                  <a:lnTo>
                    <a:pt x="1304" y="352"/>
                  </a:lnTo>
                  <a:lnTo>
                    <a:pt x="1307" y="354"/>
                  </a:lnTo>
                  <a:lnTo>
                    <a:pt x="1310" y="355"/>
                  </a:lnTo>
                  <a:lnTo>
                    <a:pt x="1314" y="357"/>
                  </a:lnTo>
                  <a:lnTo>
                    <a:pt x="1315" y="360"/>
                  </a:lnTo>
                  <a:lnTo>
                    <a:pt x="1315" y="363"/>
                  </a:lnTo>
                  <a:lnTo>
                    <a:pt x="1314" y="366"/>
                  </a:lnTo>
                  <a:lnTo>
                    <a:pt x="1315" y="368"/>
                  </a:lnTo>
                  <a:lnTo>
                    <a:pt x="1320" y="370"/>
                  </a:lnTo>
                  <a:lnTo>
                    <a:pt x="1326" y="372"/>
                  </a:lnTo>
                  <a:close/>
                </a:path>
              </a:pathLst>
            </a:custGeom>
            <a:solidFill>
              <a:srgbClr val="DA9FC0">
                <a:alpha val="9600"/>
              </a:srgbClr>
            </a:solidFill>
            <a:ln>
              <a:noFill/>
            </a:ln>
          </p:spPr>
          <p:txBody>
            <a:bodyPr anchor="ctr"/>
            <a:lstStyle/>
            <a:p>
              <a:pPr algn="ctr">
                <a:buNone/>
              </a:pPr>
            </a:p>
          </p:txBody>
        </p:sp>
        <p:sp>
          <p:nvSpPr>
            <p:cNvPr id="7573" name="addition:spatial:62">
              <a:extLst>
                <a:ext uri="{FF2B5EF4-FFF2-40B4-BE49-F238E27FC236}">
                  <ns2:creationId id="{9DDC8B98-1520-4E2B-B4B0-7E08620FC47D}"/>
                </a:ext>
              </a:extLst>
            </p:cNvPr>
            <p:cNvSpPr>
              <a:spLocks noGrp="1"/>
            </p:cNvSpPr>
            <p:nvPr/>
          </p:nvSpPr>
          <p:spPr>
            <a:xfrm>
              <a:off x="5648325" y="1666875"/>
              <a:ext cx="1703756" cy="661431"/>
            </a:xfrm>
            <a:custGeom>
              <a:rect l="l" t="t" r="r" b="b"/>
              <a:pathLst>
                <a:path w="1285" h="391">
                  <a:moveTo>
                    <a:pt x="0" y="0"/>
                  </a:moveTo>
                  <a:moveTo>
                    <a:pt x="1281" y="364"/>
                  </a:moveTo>
                  <a:lnTo>
                    <a:pt x="1282" y="366"/>
                  </a:lnTo>
                  <a:lnTo>
                    <a:pt x="1284" y="369"/>
                  </a:lnTo>
                  <a:lnTo>
                    <a:pt x="1285" y="371"/>
                  </a:lnTo>
                  <a:lnTo>
                    <a:pt x="1283" y="374"/>
                  </a:lnTo>
                  <a:lnTo>
                    <a:pt x="1279" y="375"/>
                  </a:lnTo>
                  <a:lnTo>
                    <a:pt x="1274" y="375"/>
                  </a:lnTo>
                  <a:lnTo>
                    <a:pt x="1271" y="376"/>
                  </a:lnTo>
                  <a:lnTo>
                    <a:pt x="1270" y="378"/>
                  </a:lnTo>
                  <a:lnTo>
                    <a:pt x="1268" y="380"/>
                  </a:lnTo>
                  <a:lnTo>
                    <a:pt x="1267" y="382"/>
                  </a:lnTo>
                  <a:lnTo>
                    <a:pt x="1265" y="384"/>
                  </a:lnTo>
                  <a:lnTo>
                    <a:pt x="1263" y="386"/>
                  </a:lnTo>
                  <a:lnTo>
                    <a:pt x="1260" y="389"/>
                  </a:lnTo>
                  <a:lnTo>
                    <a:pt x="1257" y="391"/>
                  </a:lnTo>
                  <a:lnTo>
                    <a:pt x="1254" y="391"/>
                  </a:lnTo>
                  <a:lnTo>
                    <a:pt x="1250" y="390"/>
                  </a:lnTo>
                  <a:lnTo>
                    <a:pt x="1247" y="388"/>
                  </a:lnTo>
                  <a:lnTo>
                    <a:pt x="1244" y="387"/>
                  </a:lnTo>
                  <a:lnTo>
                    <a:pt x="1241" y="387"/>
                  </a:lnTo>
                  <a:lnTo>
                    <a:pt x="1238" y="388"/>
                  </a:lnTo>
                  <a:lnTo>
                    <a:pt x="1235" y="388"/>
                  </a:lnTo>
                  <a:lnTo>
                    <a:pt x="1233" y="386"/>
                  </a:lnTo>
                  <a:lnTo>
                    <a:pt x="1231" y="384"/>
                  </a:lnTo>
                  <a:lnTo>
                    <a:pt x="1230" y="382"/>
                  </a:lnTo>
                  <a:lnTo>
                    <a:pt x="1228" y="382"/>
                  </a:lnTo>
                  <a:lnTo>
                    <a:pt x="1224" y="382"/>
                  </a:lnTo>
                  <a:lnTo>
                    <a:pt x="1221" y="381"/>
                  </a:lnTo>
                  <a:lnTo>
                    <a:pt x="1219" y="380"/>
                  </a:lnTo>
                  <a:lnTo>
                    <a:pt x="1218" y="378"/>
                  </a:lnTo>
                  <a:lnTo>
                    <a:pt x="1216" y="376"/>
                  </a:lnTo>
                  <a:lnTo>
                    <a:pt x="1215" y="374"/>
                  </a:lnTo>
                  <a:lnTo>
                    <a:pt x="1216" y="371"/>
                  </a:lnTo>
                  <a:lnTo>
                    <a:pt x="1218" y="368"/>
                  </a:lnTo>
                  <a:lnTo>
                    <a:pt x="1222" y="366"/>
                  </a:lnTo>
                  <a:lnTo>
                    <a:pt x="1224" y="364"/>
                  </a:lnTo>
                  <a:lnTo>
                    <a:pt x="1223" y="362"/>
                  </a:lnTo>
                  <a:lnTo>
                    <a:pt x="1220" y="360"/>
                  </a:lnTo>
                  <a:lnTo>
                    <a:pt x="1218" y="357"/>
                  </a:lnTo>
                  <a:lnTo>
                    <a:pt x="1218" y="355"/>
                  </a:lnTo>
                  <a:lnTo>
                    <a:pt x="1220" y="353"/>
                  </a:lnTo>
                  <a:lnTo>
                    <a:pt x="1222" y="351"/>
                  </a:lnTo>
                  <a:lnTo>
                    <a:pt x="1223" y="349"/>
                  </a:lnTo>
                  <a:lnTo>
                    <a:pt x="1224" y="347"/>
                  </a:lnTo>
                  <a:lnTo>
                    <a:pt x="1225" y="345"/>
                  </a:lnTo>
                  <a:lnTo>
                    <a:pt x="1227" y="343"/>
                  </a:lnTo>
                  <a:lnTo>
                    <a:pt x="1230" y="343"/>
                  </a:lnTo>
                  <a:lnTo>
                    <a:pt x="1232" y="342"/>
                  </a:lnTo>
                  <a:lnTo>
                    <a:pt x="1234" y="342"/>
                  </a:lnTo>
                  <a:lnTo>
                    <a:pt x="1236" y="341"/>
                  </a:lnTo>
                  <a:lnTo>
                    <a:pt x="1239" y="341"/>
                  </a:lnTo>
                  <a:lnTo>
                    <a:pt x="1242" y="342"/>
                  </a:lnTo>
                  <a:lnTo>
                    <a:pt x="1244" y="343"/>
                  </a:lnTo>
                  <a:lnTo>
                    <a:pt x="1246" y="342"/>
                  </a:lnTo>
                  <a:lnTo>
                    <a:pt x="1249" y="340"/>
                  </a:lnTo>
                  <a:lnTo>
                    <a:pt x="1253" y="337"/>
                  </a:lnTo>
                  <a:lnTo>
                    <a:pt x="1257" y="336"/>
                  </a:lnTo>
                  <a:lnTo>
                    <a:pt x="1259" y="338"/>
                  </a:lnTo>
                  <a:lnTo>
                    <a:pt x="1261" y="341"/>
                  </a:lnTo>
                  <a:lnTo>
                    <a:pt x="1263" y="343"/>
                  </a:lnTo>
                  <a:lnTo>
                    <a:pt x="1265" y="345"/>
                  </a:lnTo>
                  <a:lnTo>
                    <a:pt x="1267" y="347"/>
                  </a:lnTo>
                  <a:lnTo>
                    <a:pt x="1269" y="348"/>
                  </a:lnTo>
                  <a:lnTo>
                    <a:pt x="1271" y="350"/>
                  </a:lnTo>
                  <a:lnTo>
                    <a:pt x="1272" y="352"/>
                  </a:lnTo>
                  <a:lnTo>
                    <a:pt x="1275" y="354"/>
                  </a:lnTo>
                  <a:lnTo>
                    <a:pt x="1278" y="355"/>
                  </a:lnTo>
                  <a:lnTo>
                    <a:pt x="1281" y="357"/>
                  </a:lnTo>
                  <a:lnTo>
                    <a:pt x="1281" y="359"/>
                  </a:lnTo>
                  <a:lnTo>
                    <a:pt x="1281" y="362"/>
                  </a:lnTo>
                  <a:close/>
                </a:path>
              </a:pathLst>
            </a:custGeom>
            <a:solidFill>
              <a:srgbClr val="DA9FC0">
                <a:alpha val="9600"/>
              </a:srgbClr>
            </a:solidFill>
            <a:ln>
              <a:noFill/>
            </a:ln>
          </p:spPr>
          <p:txBody>
            <a:bodyPr anchor="ctr"/>
            <a:lstStyle/>
            <a:p>
              <a:pPr algn="ctr">
                <a:buNone/>
              </a:pPr>
            </a:p>
          </p:txBody>
        </p:sp>
        <p:sp>
          <p:nvSpPr>
            <p:cNvPr id="7574" name="addition:spatial:63">
              <a:extLst>
                <a:ext uri="{FF2B5EF4-FFF2-40B4-BE49-F238E27FC236}">
                  <ns2:creationId id="{7865B26A-F6F1-4370-BE9C-C5435B8AF533}"/>
                </a:ext>
              </a:extLst>
            </p:cNvPr>
            <p:cNvSpPr>
              <a:spLocks noGrp="1"/>
            </p:cNvSpPr>
            <p:nvPr/>
          </p:nvSpPr>
          <p:spPr>
            <a:xfrm>
              <a:off x="5648325" y="1666875"/>
              <a:ext cx="1808500" cy="666506"/>
            </a:xfrm>
            <a:custGeom>
              <a:rect l="l" t="t" r="r" b="b"/>
              <a:pathLst>
                <a:path w="1364" h="394">
                  <a:moveTo>
                    <a:pt x="0" y="0"/>
                  </a:moveTo>
                  <a:moveTo>
                    <a:pt x="1359" y="360"/>
                  </a:moveTo>
                  <a:lnTo>
                    <a:pt x="1353" y="362"/>
                  </a:lnTo>
                  <a:lnTo>
                    <a:pt x="1347" y="365"/>
                  </a:lnTo>
                  <a:lnTo>
                    <a:pt x="1346" y="367"/>
                  </a:lnTo>
                  <a:lnTo>
                    <a:pt x="1346" y="370"/>
                  </a:lnTo>
                  <a:lnTo>
                    <a:pt x="1345" y="373"/>
                  </a:lnTo>
                  <a:lnTo>
                    <a:pt x="1343" y="375"/>
                  </a:lnTo>
                  <a:lnTo>
                    <a:pt x="1339" y="378"/>
                  </a:lnTo>
                  <a:lnTo>
                    <a:pt x="1337" y="380"/>
                  </a:lnTo>
                  <a:lnTo>
                    <a:pt x="1335" y="383"/>
                  </a:lnTo>
                  <a:lnTo>
                    <a:pt x="1332" y="386"/>
                  </a:lnTo>
                  <a:lnTo>
                    <a:pt x="1328" y="388"/>
                  </a:lnTo>
                  <a:lnTo>
                    <a:pt x="1324" y="388"/>
                  </a:lnTo>
                  <a:lnTo>
                    <a:pt x="1319" y="389"/>
                  </a:lnTo>
                  <a:lnTo>
                    <a:pt x="1316" y="391"/>
                  </a:lnTo>
                  <a:lnTo>
                    <a:pt x="1312" y="394"/>
                  </a:lnTo>
                  <a:lnTo>
                    <a:pt x="1308" y="394"/>
                  </a:lnTo>
                  <a:lnTo>
                    <a:pt x="1303" y="393"/>
                  </a:lnTo>
                  <a:lnTo>
                    <a:pt x="1299" y="389"/>
                  </a:lnTo>
                  <a:lnTo>
                    <a:pt x="1297" y="385"/>
                  </a:lnTo>
                  <a:lnTo>
                    <a:pt x="1294" y="385"/>
                  </a:lnTo>
                  <a:lnTo>
                    <a:pt x="1290" y="387"/>
                  </a:lnTo>
                  <a:lnTo>
                    <a:pt x="1285" y="389"/>
                  </a:lnTo>
                  <a:lnTo>
                    <a:pt x="1280" y="389"/>
                  </a:lnTo>
                  <a:lnTo>
                    <a:pt x="1277" y="388"/>
                  </a:lnTo>
                  <a:lnTo>
                    <a:pt x="1274" y="387"/>
                  </a:lnTo>
                  <a:lnTo>
                    <a:pt x="1270" y="385"/>
                  </a:lnTo>
                  <a:lnTo>
                    <a:pt x="1267" y="383"/>
                  </a:lnTo>
                  <a:lnTo>
                    <a:pt x="1266" y="380"/>
                  </a:lnTo>
                  <a:lnTo>
                    <a:pt x="1267" y="376"/>
                  </a:lnTo>
                  <a:lnTo>
                    <a:pt x="1268" y="372"/>
                  </a:lnTo>
                  <a:lnTo>
                    <a:pt x="1268" y="370"/>
                  </a:lnTo>
                  <a:lnTo>
                    <a:pt x="1264" y="368"/>
                  </a:lnTo>
                  <a:lnTo>
                    <a:pt x="1260" y="365"/>
                  </a:lnTo>
                  <a:lnTo>
                    <a:pt x="1259" y="363"/>
                  </a:lnTo>
                  <a:lnTo>
                    <a:pt x="1261" y="360"/>
                  </a:lnTo>
                  <a:lnTo>
                    <a:pt x="1263" y="357"/>
                  </a:lnTo>
                  <a:lnTo>
                    <a:pt x="1264" y="355"/>
                  </a:lnTo>
                  <a:lnTo>
                    <a:pt x="1261" y="351"/>
                  </a:lnTo>
                  <a:lnTo>
                    <a:pt x="1257" y="348"/>
                  </a:lnTo>
                  <a:lnTo>
                    <a:pt x="1255" y="344"/>
                  </a:lnTo>
                  <a:lnTo>
                    <a:pt x="1256" y="341"/>
                  </a:lnTo>
                  <a:lnTo>
                    <a:pt x="1260" y="339"/>
                  </a:lnTo>
                  <a:lnTo>
                    <a:pt x="1265" y="338"/>
                  </a:lnTo>
                  <a:lnTo>
                    <a:pt x="1268" y="337"/>
                  </a:lnTo>
                  <a:lnTo>
                    <a:pt x="1272" y="336"/>
                  </a:lnTo>
                  <a:lnTo>
                    <a:pt x="1277" y="336"/>
                  </a:lnTo>
                  <a:lnTo>
                    <a:pt x="1281" y="336"/>
                  </a:lnTo>
                  <a:lnTo>
                    <a:pt x="1284" y="335"/>
                  </a:lnTo>
                  <a:lnTo>
                    <a:pt x="1287" y="332"/>
                  </a:lnTo>
                  <a:lnTo>
                    <a:pt x="1289" y="328"/>
                  </a:lnTo>
                  <a:lnTo>
                    <a:pt x="1293" y="325"/>
                  </a:lnTo>
                  <a:lnTo>
                    <a:pt x="1299" y="324"/>
                  </a:lnTo>
                  <a:lnTo>
                    <a:pt x="1304" y="326"/>
                  </a:lnTo>
                  <a:lnTo>
                    <a:pt x="1308" y="328"/>
                  </a:lnTo>
                  <a:lnTo>
                    <a:pt x="1313" y="329"/>
                  </a:lnTo>
                  <a:lnTo>
                    <a:pt x="1318" y="329"/>
                  </a:lnTo>
                  <a:lnTo>
                    <a:pt x="1324" y="328"/>
                  </a:lnTo>
                  <a:lnTo>
                    <a:pt x="1328" y="330"/>
                  </a:lnTo>
                  <a:lnTo>
                    <a:pt x="1331" y="333"/>
                  </a:lnTo>
                  <a:lnTo>
                    <a:pt x="1334" y="336"/>
                  </a:lnTo>
                  <a:lnTo>
                    <a:pt x="1337" y="339"/>
                  </a:lnTo>
                  <a:lnTo>
                    <a:pt x="1340" y="340"/>
                  </a:lnTo>
                  <a:lnTo>
                    <a:pt x="1343" y="342"/>
                  </a:lnTo>
                  <a:lnTo>
                    <a:pt x="1345" y="345"/>
                  </a:lnTo>
                  <a:lnTo>
                    <a:pt x="1348" y="347"/>
                  </a:lnTo>
                  <a:lnTo>
                    <a:pt x="1352" y="349"/>
                  </a:lnTo>
                  <a:lnTo>
                    <a:pt x="1358" y="350"/>
                  </a:lnTo>
                  <a:lnTo>
                    <a:pt x="1363" y="353"/>
                  </a:lnTo>
                  <a:lnTo>
                    <a:pt x="1364" y="356"/>
                  </a:lnTo>
                  <a:close/>
                </a:path>
              </a:pathLst>
            </a:custGeom>
            <a:solidFill>
              <a:srgbClr val="DA9FC0">
                <a:alpha val="9600"/>
              </a:srgbClr>
            </a:solidFill>
            <a:ln>
              <a:noFill/>
            </a:ln>
          </p:spPr>
          <p:txBody>
            <a:bodyPr anchor="ctr"/>
            <a:lstStyle/>
            <a:p>
              <a:pPr algn="ctr">
                <a:buNone/>
              </a:pPr>
            </a:p>
          </p:txBody>
        </p:sp>
        <p:sp>
          <p:nvSpPr>
            <p:cNvPr id="7575" name="addition:spatial:64">
              <a:extLst>
                <a:ext uri="{FF2B5EF4-FFF2-40B4-BE49-F238E27FC236}">
                  <ns2:creationId id="{C7B914C8-8422-4C43-BDBA-99B4E7E1DF9D}"/>
                </a:ext>
              </a:extLst>
            </p:cNvPr>
            <p:cNvSpPr>
              <a:spLocks noGrp="1"/>
            </p:cNvSpPr>
            <p:nvPr/>
          </p:nvSpPr>
          <p:spPr>
            <a:xfrm>
              <a:off x="5648325" y="1666875"/>
              <a:ext cx="1823085" cy="678348"/>
            </a:xfrm>
            <a:custGeom>
              <a:rect l="l" t="t" r="r" b="b"/>
              <a:pathLst>
                <a:path w="1375" h="401">
                  <a:moveTo>
                    <a:pt x="0" y="0"/>
                  </a:moveTo>
                  <a:moveTo>
                    <a:pt x="1371" y="354"/>
                  </a:moveTo>
                  <a:lnTo>
                    <a:pt x="1362" y="358"/>
                  </a:lnTo>
                  <a:lnTo>
                    <a:pt x="1354" y="361"/>
                  </a:lnTo>
                  <a:lnTo>
                    <a:pt x="1351" y="364"/>
                  </a:lnTo>
                  <a:lnTo>
                    <a:pt x="1351" y="368"/>
                  </a:lnTo>
                  <a:lnTo>
                    <a:pt x="1352" y="373"/>
                  </a:lnTo>
                  <a:lnTo>
                    <a:pt x="1352" y="377"/>
                  </a:lnTo>
                  <a:lnTo>
                    <a:pt x="1350" y="381"/>
                  </a:lnTo>
                  <a:lnTo>
                    <a:pt x="1349" y="386"/>
                  </a:lnTo>
                  <a:lnTo>
                    <a:pt x="1347" y="391"/>
                  </a:lnTo>
                  <a:lnTo>
                    <a:pt x="1343" y="395"/>
                  </a:lnTo>
                  <a:lnTo>
                    <a:pt x="1337" y="396"/>
                  </a:lnTo>
                  <a:lnTo>
                    <a:pt x="1329" y="395"/>
                  </a:lnTo>
                  <a:lnTo>
                    <a:pt x="1322" y="393"/>
                  </a:lnTo>
                  <a:lnTo>
                    <a:pt x="1318" y="393"/>
                  </a:lnTo>
                  <a:lnTo>
                    <a:pt x="1314" y="397"/>
                  </a:lnTo>
                  <a:lnTo>
                    <a:pt x="1310" y="400"/>
                  </a:lnTo>
                  <a:lnTo>
                    <a:pt x="1305" y="401"/>
                  </a:lnTo>
                  <a:lnTo>
                    <a:pt x="1300" y="398"/>
                  </a:lnTo>
                  <a:lnTo>
                    <a:pt x="1296" y="395"/>
                  </a:lnTo>
                  <a:lnTo>
                    <a:pt x="1292" y="394"/>
                  </a:lnTo>
                  <a:lnTo>
                    <a:pt x="1286" y="396"/>
                  </a:lnTo>
                  <a:lnTo>
                    <a:pt x="1280" y="398"/>
                  </a:lnTo>
                  <a:lnTo>
                    <a:pt x="1273" y="398"/>
                  </a:lnTo>
                  <a:lnTo>
                    <a:pt x="1268" y="396"/>
                  </a:lnTo>
                  <a:lnTo>
                    <a:pt x="1263" y="393"/>
                  </a:lnTo>
                  <a:lnTo>
                    <a:pt x="1258" y="390"/>
                  </a:lnTo>
                  <a:lnTo>
                    <a:pt x="1254" y="387"/>
                  </a:lnTo>
                  <a:lnTo>
                    <a:pt x="1252" y="382"/>
                  </a:lnTo>
                  <a:lnTo>
                    <a:pt x="1254" y="376"/>
                  </a:lnTo>
                  <a:lnTo>
                    <a:pt x="1257" y="371"/>
                  </a:lnTo>
                  <a:lnTo>
                    <a:pt x="1256" y="367"/>
                  </a:lnTo>
                  <a:lnTo>
                    <a:pt x="1250" y="365"/>
                  </a:lnTo>
                  <a:lnTo>
                    <a:pt x="1240" y="362"/>
                  </a:lnTo>
                  <a:lnTo>
                    <a:pt x="1233" y="358"/>
                  </a:lnTo>
                  <a:lnTo>
                    <a:pt x="1230" y="354"/>
                  </a:lnTo>
                  <a:lnTo>
                    <a:pt x="1232" y="350"/>
                  </a:lnTo>
                  <a:lnTo>
                    <a:pt x="1235" y="346"/>
                  </a:lnTo>
                  <a:lnTo>
                    <a:pt x="1235" y="342"/>
                  </a:lnTo>
                  <a:lnTo>
                    <a:pt x="1235" y="337"/>
                  </a:lnTo>
                  <a:lnTo>
                    <a:pt x="1236" y="333"/>
                  </a:lnTo>
                  <a:lnTo>
                    <a:pt x="1240" y="330"/>
                  </a:lnTo>
                  <a:lnTo>
                    <a:pt x="1245" y="327"/>
                  </a:lnTo>
                  <a:lnTo>
                    <a:pt x="1250" y="325"/>
                  </a:lnTo>
                  <a:lnTo>
                    <a:pt x="1254" y="322"/>
                  </a:lnTo>
                  <a:lnTo>
                    <a:pt x="1258" y="319"/>
                  </a:lnTo>
                  <a:lnTo>
                    <a:pt x="1264" y="318"/>
                  </a:lnTo>
                  <a:lnTo>
                    <a:pt x="1271" y="318"/>
                  </a:lnTo>
                  <a:lnTo>
                    <a:pt x="1277" y="317"/>
                  </a:lnTo>
                  <a:lnTo>
                    <a:pt x="1281" y="314"/>
                  </a:lnTo>
                  <a:lnTo>
                    <a:pt x="1285" y="307"/>
                  </a:lnTo>
                  <a:lnTo>
                    <a:pt x="1291" y="301"/>
                  </a:lnTo>
                  <a:lnTo>
                    <a:pt x="1299" y="299"/>
                  </a:lnTo>
                  <a:lnTo>
                    <a:pt x="1306" y="302"/>
                  </a:lnTo>
                  <a:lnTo>
                    <a:pt x="1313" y="307"/>
                  </a:lnTo>
                  <a:lnTo>
                    <a:pt x="1319" y="311"/>
                  </a:lnTo>
                  <a:lnTo>
                    <a:pt x="1324" y="313"/>
                  </a:lnTo>
                  <a:lnTo>
                    <a:pt x="1330" y="314"/>
                  </a:lnTo>
                  <a:lnTo>
                    <a:pt x="1335" y="316"/>
                  </a:lnTo>
                  <a:lnTo>
                    <a:pt x="1340" y="319"/>
                  </a:lnTo>
                  <a:lnTo>
                    <a:pt x="1344" y="321"/>
                  </a:lnTo>
                  <a:lnTo>
                    <a:pt x="1350" y="322"/>
                  </a:lnTo>
                  <a:lnTo>
                    <a:pt x="1357" y="323"/>
                  </a:lnTo>
                  <a:lnTo>
                    <a:pt x="1362" y="325"/>
                  </a:lnTo>
                  <a:lnTo>
                    <a:pt x="1364" y="330"/>
                  </a:lnTo>
                  <a:lnTo>
                    <a:pt x="1363" y="334"/>
                  </a:lnTo>
                  <a:lnTo>
                    <a:pt x="1364" y="338"/>
                  </a:lnTo>
                  <a:lnTo>
                    <a:pt x="1369" y="341"/>
                  </a:lnTo>
                  <a:lnTo>
                    <a:pt x="1374" y="345"/>
                  </a:lnTo>
                  <a:lnTo>
                    <a:pt x="1375" y="349"/>
                  </a:lnTo>
                  <a:close/>
                </a:path>
              </a:pathLst>
            </a:custGeom>
            <a:solidFill>
              <a:srgbClr val="CC79A7">
                <a:alpha val="11100"/>
              </a:srgbClr>
            </a:solidFill>
            <a:ln>
              <a:noFill/>
            </a:ln>
          </p:spPr>
          <p:txBody>
            <a:bodyPr anchor="ctr"/>
            <a:lstStyle/>
            <a:p>
              <a:pPr algn="ctr">
                <a:buNone/>
              </a:pPr>
            </a:p>
          </p:txBody>
        </p:sp>
        <p:sp>
          <p:nvSpPr>
            <p:cNvPr id="7576" name="addition:spatial:65">
              <a:extLst>
                <a:ext uri="{FF2B5EF4-FFF2-40B4-BE49-F238E27FC236}">
                  <ns2:creationId id="{5761F253-FBFD-4BEB-A467-26735C42C818}"/>
                </a:ext>
              </a:extLst>
            </p:cNvPr>
            <p:cNvSpPr>
              <a:spLocks noGrp="1"/>
            </p:cNvSpPr>
            <p:nvPr/>
          </p:nvSpPr>
          <p:spPr>
            <a:xfrm>
              <a:off x="5648325" y="1666875"/>
              <a:ext cx="1736903" cy="619140"/>
            </a:xfrm>
            <a:custGeom>
              <a:rect l="l" t="t" r="r" b="b"/>
              <a:pathLst>
                <a:path w="1310" h="366">
                  <a:moveTo>
                    <a:pt x="0" y="0"/>
                  </a:moveTo>
                  <a:moveTo>
                    <a:pt x="1309" y="341"/>
                  </a:moveTo>
                  <a:lnTo>
                    <a:pt x="1310" y="344"/>
                  </a:lnTo>
                  <a:lnTo>
                    <a:pt x="1309" y="346"/>
                  </a:lnTo>
                  <a:lnTo>
                    <a:pt x="1309" y="348"/>
                  </a:lnTo>
                  <a:lnTo>
                    <a:pt x="1308" y="350"/>
                  </a:lnTo>
                  <a:lnTo>
                    <a:pt x="1306" y="352"/>
                  </a:lnTo>
                  <a:lnTo>
                    <a:pt x="1303" y="353"/>
                  </a:lnTo>
                  <a:lnTo>
                    <a:pt x="1298" y="353"/>
                  </a:lnTo>
                  <a:lnTo>
                    <a:pt x="1295" y="354"/>
                  </a:lnTo>
                  <a:lnTo>
                    <a:pt x="1293" y="355"/>
                  </a:lnTo>
                  <a:lnTo>
                    <a:pt x="1293" y="358"/>
                  </a:lnTo>
                  <a:lnTo>
                    <a:pt x="1293" y="362"/>
                  </a:lnTo>
                  <a:lnTo>
                    <a:pt x="1291" y="364"/>
                  </a:lnTo>
                  <a:lnTo>
                    <a:pt x="1288" y="365"/>
                  </a:lnTo>
                  <a:lnTo>
                    <a:pt x="1284" y="365"/>
                  </a:lnTo>
                  <a:lnTo>
                    <a:pt x="1281" y="365"/>
                  </a:lnTo>
                  <a:lnTo>
                    <a:pt x="1278" y="365"/>
                  </a:lnTo>
                  <a:lnTo>
                    <a:pt x="1275" y="366"/>
                  </a:lnTo>
                  <a:lnTo>
                    <a:pt x="1272" y="365"/>
                  </a:lnTo>
                  <a:lnTo>
                    <a:pt x="1269" y="364"/>
                  </a:lnTo>
                  <a:lnTo>
                    <a:pt x="1266" y="363"/>
                  </a:lnTo>
                  <a:lnTo>
                    <a:pt x="1264" y="363"/>
                  </a:lnTo>
                  <a:lnTo>
                    <a:pt x="1261" y="362"/>
                  </a:lnTo>
                  <a:lnTo>
                    <a:pt x="1259" y="361"/>
                  </a:lnTo>
                  <a:lnTo>
                    <a:pt x="1258" y="359"/>
                  </a:lnTo>
                  <a:lnTo>
                    <a:pt x="1257" y="357"/>
                  </a:lnTo>
                  <a:lnTo>
                    <a:pt x="1255" y="356"/>
                  </a:lnTo>
                  <a:lnTo>
                    <a:pt x="1252" y="356"/>
                  </a:lnTo>
                  <a:lnTo>
                    <a:pt x="1248" y="357"/>
                  </a:lnTo>
                  <a:lnTo>
                    <a:pt x="1244" y="356"/>
                  </a:lnTo>
                  <a:lnTo>
                    <a:pt x="1244" y="353"/>
                  </a:lnTo>
                  <a:lnTo>
                    <a:pt x="1245" y="350"/>
                  </a:lnTo>
                  <a:lnTo>
                    <a:pt x="1248" y="347"/>
                  </a:lnTo>
                  <a:lnTo>
                    <a:pt x="1249" y="345"/>
                  </a:lnTo>
                  <a:lnTo>
                    <a:pt x="1249" y="343"/>
                  </a:lnTo>
                  <a:lnTo>
                    <a:pt x="1250" y="341"/>
                  </a:lnTo>
                  <a:lnTo>
                    <a:pt x="1250" y="339"/>
                  </a:lnTo>
                  <a:lnTo>
                    <a:pt x="1251" y="338"/>
                  </a:lnTo>
                  <a:lnTo>
                    <a:pt x="1250" y="335"/>
                  </a:lnTo>
                  <a:lnTo>
                    <a:pt x="1249" y="333"/>
                  </a:lnTo>
                  <a:lnTo>
                    <a:pt x="1249" y="330"/>
                  </a:lnTo>
                  <a:lnTo>
                    <a:pt x="1250" y="328"/>
                  </a:lnTo>
                  <a:lnTo>
                    <a:pt x="1252" y="327"/>
                  </a:lnTo>
                  <a:lnTo>
                    <a:pt x="1255" y="326"/>
                  </a:lnTo>
                  <a:lnTo>
                    <a:pt x="1256" y="325"/>
                  </a:lnTo>
                  <a:lnTo>
                    <a:pt x="1256" y="322"/>
                  </a:lnTo>
                  <a:lnTo>
                    <a:pt x="1257" y="320"/>
                  </a:lnTo>
                  <a:lnTo>
                    <a:pt x="1260" y="319"/>
                  </a:lnTo>
                  <a:lnTo>
                    <a:pt x="1263" y="320"/>
                  </a:lnTo>
                  <a:lnTo>
                    <a:pt x="1266" y="321"/>
                  </a:lnTo>
                  <a:lnTo>
                    <a:pt x="1268" y="322"/>
                  </a:lnTo>
                  <a:lnTo>
                    <a:pt x="1270" y="321"/>
                  </a:lnTo>
                  <a:lnTo>
                    <a:pt x="1272" y="320"/>
                  </a:lnTo>
                  <a:lnTo>
                    <a:pt x="1274" y="319"/>
                  </a:lnTo>
                  <a:lnTo>
                    <a:pt x="1277" y="318"/>
                  </a:lnTo>
                  <a:lnTo>
                    <a:pt x="1280" y="318"/>
                  </a:lnTo>
                  <a:lnTo>
                    <a:pt x="1283" y="317"/>
                  </a:lnTo>
                  <a:lnTo>
                    <a:pt x="1286" y="317"/>
                  </a:lnTo>
                  <a:lnTo>
                    <a:pt x="1289" y="318"/>
                  </a:lnTo>
                  <a:lnTo>
                    <a:pt x="1291" y="321"/>
                  </a:lnTo>
                  <a:lnTo>
                    <a:pt x="1291" y="324"/>
                  </a:lnTo>
                  <a:lnTo>
                    <a:pt x="1292" y="326"/>
                  </a:lnTo>
                  <a:lnTo>
                    <a:pt x="1294" y="327"/>
                  </a:lnTo>
                  <a:lnTo>
                    <a:pt x="1298" y="328"/>
                  </a:lnTo>
                  <a:lnTo>
                    <a:pt x="1301" y="329"/>
                  </a:lnTo>
                  <a:lnTo>
                    <a:pt x="1302" y="331"/>
                  </a:lnTo>
                  <a:lnTo>
                    <a:pt x="1302" y="334"/>
                  </a:lnTo>
                  <a:lnTo>
                    <a:pt x="1302" y="336"/>
                  </a:lnTo>
                  <a:lnTo>
                    <a:pt x="1304" y="337"/>
                  </a:lnTo>
                  <a:lnTo>
                    <a:pt x="1307" y="339"/>
                  </a:lnTo>
                  <a:close/>
                </a:path>
              </a:pathLst>
            </a:custGeom>
            <a:solidFill>
              <a:srgbClr val="CC79A7">
                <a:alpha val="10800"/>
              </a:srgbClr>
            </a:solidFill>
            <a:ln>
              <a:noFill/>
            </a:ln>
          </p:spPr>
          <p:txBody>
            <a:bodyPr anchor="ctr"/>
            <a:lstStyle/>
            <a:p>
              <a:pPr algn="ctr">
                <a:buNone/>
              </a:pPr>
            </a:p>
          </p:txBody>
        </p:sp>
        <p:sp>
          <p:nvSpPr>
            <p:cNvPr id="7577" name="addition:spatial:66">
              <a:extLst>
                <a:ext uri="{FF2B5EF4-FFF2-40B4-BE49-F238E27FC236}">
                  <ns2:creationId id="{88CF5A87-62A8-43BD-B00D-6A937F4E2317}"/>
                </a:ext>
              </a:extLst>
            </p:cNvPr>
            <p:cNvSpPr>
              <a:spLocks noGrp="1"/>
            </p:cNvSpPr>
            <p:nvPr/>
          </p:nvSpPr>
          <p:spPr>
            <a:xfrm>
              <a:off x="5648325" y="1666875"/>
              <a:ext cx="1778005" cy="597149"/>
            </a:xfrm>
            <a:custGeom>
              <a:rect l="l" t="t" r="r" b="b"/>
              <a:pathLst>
                <a:path w="1341" h="353">
                  <a:moveTo>
                    <a:pt x="0" y="0"/>
                  </a:moveTo>
                  <a:moveTo>
                    <a:pt x="1339" y="334"/>
                  </a:moveTo>
                  <a:lnTo>
                    <a:pt x="1337" y="336"/>
                  </a:lnTo>
                  <a:lnTo>
                    <a:pt x="1336" y="337"/>
                  </a:lnTo>
                  <a:lnTo>
                    <a:pt x="1337" y="338"/>
                  </a:lnTo>
                  <a:lnTo>
                    <a:pt x="1339" y="341"/>
                  </a:lnTo>
                  <a:lnTo>
                    <a:pt x="1341" y="343"/>
                  </a:lnTo>
                  <a:lnTo>
                    <a:pt x="1341" y="345"/>
                  </a:lnTo>
                  <a:lnTo>
                    <a:pt x="1339" y="346"/>
                  </a:lnTo>
                  <a:lnTo>
                    <a:pt x="1337" y="347"/>
                  </a:lnTo>
                  <a:lnTo>
                    <a:pt x="1335" y="347"/>
                  </a:lnTo>
                  <a:lnTo>
                    <a:pt x="1333" y="348"/>
                  </a:lnTo>
                  <a:lnTo>
                    <a:pt x="1331" y="348"/>
                  </a:lnTo>
                  <a:lnTo>
                    <a:pt x="1329" y="348"/>
                  </a:lnTo>
                  <a:lnTo>
                    <a:pt x="1327" y="348"/>
                  </a:lnTo>
                  <a:lnTo>
                    <a:pt x="1326" y="349"/>
                  </a:lnTo>
                  <a:lnTo>
                    <a:pt x="1325" y="351"/>
                  </a:lnTo>
                  <a:lnTo>
                    <a:pt x="1323" y="352"/>
                  </a:lnTo>
                  <a:lnTo>
                    <a:pt x="1321" y="353"/>
                  </a:lnTo>
                  <a:lnTo>
                    <a:pt x="1319" y="352"/>
                  </a:lnTo>
                  <a:lnTo>
                    <a:pt x="1317" y="351"/>
                  </a:lnTo>
                  <a:lnTo>
                    <a:pt x="1314" y="351"/>
                  </a:lnTo>
                  <a:lnTo>
                    <a:pt x="1312" y="352"/>
                  </a:lnTo>
                  <a:lnTo>
                    <a:pt x="1309" y="352"/>
                  </a:lnTo>
                  <a:lnTo>
                    <a:pt x="1306" y="352"/>
                  </a:lnTo>
                  <a:lnTo>
                    <a:pt x="1304" y="350"/>
                  </a:lnTo>
                  <a:lnTo>
                    <a:pt x="1304" y="348"/>
                  </a:lnTo>
                  <a:lnTo>
                    <a:pt x="1303" y="346"/>
                  </a:lnTo>
                  <a:lnTo>
                    <a:pt x="1302" y="345"/>
                  </a:lnTo>
                  <a:lnTo>
                    <a:pt x="1300" y="344"/>
                  </a:lnTo>
                  <a:lnTo>
                    <a:pt x="1299" y="342"/>
                  </a:lnTo>
                  <a:lnTo>
                    <a:pt x="1297" y="341"/>
                  </a:lnTo>
                  <a:lnTo>
                    <a:pt x="1295" y="340"/>
                  </a:lnTo>
                  <a:lnTo>
                    <a:pt x="1292" y="339"/>
                  </a:lnTo>
                  <a:lnTo>
                    <a:pt x="1289" y="338"/>
                  </a:lnTo>
                  <a:lnTo>
                    <a:pt x="1288" y="336"/>
                  </a:lnTo>
                  <a:lnTo>
                    <a:pt x="1289" y="334"/>
                  </a:lnTo>
                  <a:lnTo>
                    <a:pt x="1292" y="333"/>
                  </a:lnTo>
                  <a:lnTo>
                    <a:pt x="1294" y="331"/>
                  </a:lnTo>
                  <a:lnTo>
                    <a:pt x="1295" y="330"/>
                  </a:lnTo>
                  <a:lnTo>
                    <a:pt x="1295" y="328"/>
                  </a:lnTo>
                  <a:lnTo>
                    <a:pt x="1295" y="326"/>
                  </a:lnTo>
                  <a:lnTo>
                    <a:pt x="1297" y="325"/>
                  </a:lnTo>
                  <a:lnTo>
                    <a:pt x="1299" y="324"/>
                  </a:lnTo>
                  <a:lnTo>
                    <a:pt x="1301" y="324"/>
                  </a:lnTo>
                  <a:lnTo>
                    <a:pt x="1303" y="323"/>
                  </a:lnTo>
                  <a:lnTo>
                    <a:pt x="1304" y="321"/>
                  </a:lnTo>
                  <a:lnTo>
                    <a:pt x="1305" y="319"/>
                  </a:lnTo>
                  <a:lnTo>
                    <a:pt x="1307" y="318"/>
                  </a:lnTo>
                  <a:lnTo>
                    <a:pt x="1310" y="317"/>
                  </a:lnTo>
                  <a:lnTo>
                    <a:pt x="1312" y="316"/>
                  </a:lnTo>
                  <a:lnTo>
                    <a:pt x="1314" y="315"/>
                  </a:lnTo>
                  <a:lnTo>
                    <a:pt x="1316" y="314"/>
                  </a:lnTo>
                  <a:lnTo>
                    <a:pt x="1319" y="315"/>
                  </a:lnTo>
                  <a:lnTo>
                    <a:pt x="1321" y="317"/>
                  </a:lnTo>
                  <a:lnTo>
                    <a:pt x="1322" y="319"/>
                  </a:lnTo>
                  <a:lnTo>
                    <a:pt x="1324" y="320"/>
                  </a:lnTo>
                  <a:lnTo>
                    <a:pt x="1326" y="320"/>
                  </a:lnTo>
                  <a:lnTo>
                    <a:pt x="1328" y="319"/>
                  </a:lnTo>
                  <a:lnTo>
                    <a:pt x="1331" y="318"/>
                  </a:lnTo>
                  <a:lnTo>
                    <a:pt x="1332" y="319"/>
                  </a:lnTo>
                  <a:lnTo>
                    <a:pt x="1334" y="320"/>
                  </a:lnTo>
                  <a:lnTo>
                    <a:pt x="1335" y="321"/>
                  </a:lnTo>
                  <a:lnTo>
                    <a:pt x="1337" y="322"/>
                  </a:lnTo>
                  <a:lnTo>
                    <a:pt x="1338" y="323"/>
                  </a:lnTo>
                  <a:lnTo>
                    <a:pt x="1339" y="325"/>
                  </a:lnTo>
                  <a:lnTo>
                    <a:pt x="1338" y="326"/>
                  </a:lnTo>
                  <a:lnTo>
                    <a:pt x="1338" y="328"/>
                  </a:lnTo>
                  <a:lnTo>
                    <a:pt x="1339" y="330"/>
                  </a:lnTo>
                  <a:lnTo>
                    <a:pt x="1340" y="331"/>
                  </a:lnTo>
                  <a:lnTo>
                    <a:pt x="1340" y="333"/>
                  </a:lnTo>
                  <a:close/>
                </a:path>
              </a:pathLst>
            </a:custGeom>
            <a:solidFill>
              <a:srgbClr val="CC79A7">
                <a:alpha val="10800"/>
              </a:srgbClr>
            </a:solidFill>
            <a:ln>
              <a:noFill/>
            </a:ln>
          </p:spPr>
          <p:txBody>
            <a:bodyPr anchor="ctr"/>
            <a:lstStyle/>
            <a:p>
              <a:pPr algn="ctr">
                <a:buNone/>
              </a:pPr>
            </a:p>
          </p:txBody>
        </p:sp>
        <p:sp>
          <p:nvSpPr>
            <p:cNvPr id="7578" name="addition:spatial:67">
              <a:extLst>
                <a:ext uri="{FF2B5EF4-FFF2-40B4-BE49-F238E27FC236}">
                  <ns2:creationId id="{72BCD400-E664-4FEB-BAF8-B669A27F95EE}"/>
                </a:ext>
              </a:extLst>
            </p:cNvPr>
            <p:cNvSpPr>
              <a:spLocks noGrp="1"/>
            </p:cNvSpPr>
            <p:nvPr/>
          </p:nvSpPr>
          <p:spPr>
            <a:xfrm>
              <a:off x="5648325" y="1666875"/>
              <a:ext cx="1821759" cy="659740"/>
            </a:xfrm>
            <a:custGeom>
              <a:rect l="l" t="t" r="r" b="b"/>
              <a:pathLst>
                <a:path w="1374" h="390">
                  <a:moveTo>
                    <a:pt x="0" y="0"/>
                  </a:moveTo>
                  <a:moveTo>
                    <a:pt x="1367" y="365"/>
                  </a:moveTo>
                  <a:lnTo>
                    <a:pt x="1366" y="367"/>
                  </a:lnTo>
                  <a:lnTo>
                    <a:pt x="1365" y="369"/>
                  </a:lnTo>
                  <a:lnTo>
                    <a:pt x="1364" y="371"/>
                  </a:lnTo>
                  <a:lnTo>
                    <a:pt x="1362" y="373"/>
                  </a:lnTo>
                  <a:lnTo>
                    <a:pt x="1362" y="375"/>
                  </a:lnTo>
                  <a:lnTo>
                    <a:pt x="1362" y="377"/>
                  </a:lnTo>
                  <a:lnTo>
                    <a:pt x="1362" y="380"/>
                  </a:lnTo>
                  <a:lnTo>
                    <a:pt x="1360" y="382"/>
                  </a:lnTo>
                  <a:lnTo>
                    <a:pt x="1357" y="382"/>
                  </a:lnTo>
                  <a:lnTo>
                    <a:pt x="1354" y="383"/>
                  </a:lnTo>
                  <a:lnTo>
                    <a:pt x="1352" y="385"/>
                  </a:lnTo>
                  <a:lnTo>
                    <a:pt x="1351" y="387"/>
                  </a:lnTo>
                  <a:lnTo>
                    <a:pt x="1349" y="390"/>
                  </a:lnTo>
                  <a:lnTo>
                    <a:pt x="1346" y="390"/>
                  </a:lnTo>
                  <a:lnTo>
                    <a:pt x="1343" y="388"/>
                  </a:lnTo>
                  <a:lnTo>
                    <a:pt x="1340" y="386"/>
                  </a:lnTo>
                  <a:lnTo>
                    <a:pt x="1337" y="385"/>
                  </a:lnTo>
                  <a:lnTo>
                    <a:pt x="1335" y="385"/>
                  </a:lnTo>
                  <a:lnTo>
                    <a:pt x="1333" y="386"/>
                  </a:lnTo>
                  <a:lnTo>
                    <a:pt x="1331" y="387"/>
                  </a:lnTo>
                  <a:lnTo>
                    <a:pt x="1328" y="387"/>
                  </a:lnTo>
                  <a:lnTo>
                    <a:pt x="1326" y="387"/>
                  </a:lnTo>
                  <a:lnTo>
                    <a:pt x="1322" y="388"/>
                  </a:lnTo>
                  <a:lnTo>
                    <a:pt x="1319" y="388"/>
                  </a:lnTo>
                  <a:lnTo>
                    <a:pt x="1316" y="386"/>
                  </a:lnTo>
                  <a:lnTo>
                    <a:pt x="1316" y="383"/>
                  </a:lnTo>
                  <a:lnTo>
                    <a:pt x="1316" y="380"/>
                  </a:lnTo>
                  <a:lnTo>
                    <a:pt x="1316" y="378"/>
                  </a:lnTo>
                  <a:lnTo>
                    <a:pt x="1314" y="376"/>
                  </a:lnTo>
                  <a:lnTo>
                    <a:pt x="1311" y="375"/>
                  </a:lnTo>
                  <a:lnTo>
                    <a:pt x="1308" y="374"/>
                  </a:lnTo>
                  <a:lnTo>
                    <a:pt x="1308" y="371"/>
                  </a:lnTo>
                  <a:lnTo>
                    <a:pt x="1309" y="369"/>
                  </a:lnTo>
                  <a:lnTo>
                    <a:pt x="1309" y="367"/>
                  </a:lnTo>
                  <a:lnTo>
                    <a:pt x="1308" y="365"/>
                  </a:lnTo>
                  <a:lnTo>
                    <a:pt x="1305" y="363"/>
                  </a:lnTo>
                  <a:lnTo>
                    <a:pt x="1303" y="361"/>
                  </a:lnTo>
                  <a:lnTo>
                    <a:pt x="1303" y="359"/>
                  </a:lnTo>
                  <a:lnTo>
                    <a:pt x="1303" y="356"/>
                  </a:lnTo>
                  <a:lnTo>
                    <a:pt x="1304" y="354"/>
                  </a:lnTo>
                  <a:lnTo>
                    <a:pt x="1305" y="352"/>
                  </a:lnTo>
                  <a:lnTo>
                    <a:pt x="1307" y="350"/>
                  </a:lnTo>
                  <a:lnTo>
                    <a:pt x="1310" y="350"/>
                  </a:lnTo>
                  <a:lnTo>
                    <a:pt x="1315" y="350"/>
                  </a:lnTo>
                  <a:lnTo>
                    <a:pt x="1318" y="351"/>
                  </a:lnTo>
                  <a:lnTo>
                    <a:pt x="1320" y="349"/>
                  </a:lnTo>
                  <a:lnTo>
                    <a:pt x="1321" y="346"/>
                  </a:lnTo>
                  <a:lnTo>
                    <a:pt x="1322" y="343"/>
                  </a:lnTo>
                  <a:lnTo>
                    <a:pt x="1324" y="341"/>
                  </a:lnTo>
                  <a:lnTo>
                    <a:pt x="1328" y="341"/>
                  </a:lnTo>
                  <a:lnTo>
                    <a:pt x="1331" y="341"/>
                  </a:lnTo>
                  <a:lnTo>
                    <a:pt x="1335" y="342"/>
                  </a:lnTo>
                  <a:lnTo>
                    <a:pt x="1338" y="341"/>
                  </a:lnTo>
                  <a:lnTo>
                    <a:pt x="1342" y="341"/>
                  </a:lnTo>
                  <a:lnTo>
                    <a:pt x="1345" y="342"/>
                  </a:lnTo>
                  <a:lnTo>
                    <a:pt x="1348" y="343"/>
                  </a:lnTo>
                  <a:lnTo>
                    <a:pt x="1351" y="345"/>
                  </a:lnTo>
                  <a:lnTo>
                    <a:pt x="1353" y="345"/>
                  </a:lnTo>
                  <a:lnTo>
                    <a:pt x="1356" y="346"/>
                  </a:lnTo>
                  <a:lnTo>
                    <a:pt x="1358" y="348"/>
                  </a:lnTo>
                  <a:lnTo>
                    <a:pt x="1359" y="350"/>
                  </a:lnTo>
                  <a:lnTo>
                    <a:pt x="1360" y="352"/>
                  </a:lnTo>
                  <a:lnTo>
                    <a:pt x="1362" y="353"/>
                  </a:lnTo>
                  <a:lnTo>
                    <a:pt x="1366" y="354"/>
                  </a:lnTo>
                  <a:lnTo>
                    <a:pt x="1371" y="354"/>
                  </a:lnTo>
                  <a:lnTo>
                    <a:pt x="1374" y="356"/>
                  </a:lnTo>
                  <a:lnTo>
                    <a:pt x="1374" y="358"/>
                  </a:lnTo>
                  <a:lnTo>
                    <a:pt x="1372" y="361"/>
                  </a:lnTo>
                  <a:lnTo>
                    <a:pt x="1369" y="363"/>
                  </a:lnTo>
                  <a:close/>
                </a:path>
              </a:pathLst>
            </a:custGeom>
            <a:solidFill>
              <a:srgbClr val="CC79A7">
                <a:alpha val="10800"/>
              </a:srgbClr>
            </a:solidFill>
            <a:ln>
              <a:noFill/>
            </a:ln>
          </p:spPr>
          <p:txBody>
            <a:bodyPr anchor="ctr"/>
            <a:lstStyle/>
            <a:p>
              <a:pPr algn="ctr">
                <a:buNone/>
              </a:pPr>
            </a:p>
          </p:txBody>
        </p:sp>
        <p:sp>
          <p:nvSpPr>
            <p:cNvPr id="7579" name="addition:spatial:68">
              <a:extLst>
                <a:ext uri="{FF2B5EF4-FFF2-40B4-BE49-F238E27FC236}">
                  <ns2:creationId id="{676DFCFA-5228-42F1-8A6F-A994696B359A}"/>
                </a:ext>
              </a:extLst>
            </p:cNvPr>
            <p:cNvSpPr>
              <a:spLocks noGrp="1"/>
            </p:cNvSpPr>
            <p:nvPr/>
          </p:nvSpPr>
          <p:spPr>
            <a:xfrm>
              <a:off x="5648325" y="1666875"/>
              <a:ext cx="1754139" cy="676656"/>
            </a:xfrm>
            <a:custGeom>
              <a:rect l="l" t="t" r="r" b="b"/>
              <a:pathLst>
                <a:path w="1323" h="400">
                  <a:moveTo>
                    <a:pt x="0" y="0"/>
                  </a:moveTo>
                  <a:moveTo>
                    <a:pt x="1317" y="379"/>
                  </a:moveTo>
                  <a:lnTo>
                    <a:pt x="1314" y="380"/>
                  </a:lnTo>
                  <a:lnTo>
                    <a:pt x="1314" y="382"/>
                  </a:lnTo>
                  <a:lnTo>
                    <a:pt x="1315" y="384"/>
                  </a:lnTo>
                  <a:lnTo>
                    <a:pt x="1317" y="386"/>
                  </a:lnTo>
                  <a:lnTo>
                    <a:pt x="1316" y="388"/>
                  </a:lnTo>
                  <a:lnTo>
                    <a:pt x="1314" y="389"/>
                  </a:lnTo>
                  <a:lnTo>
                    <a:pt x="1312" y="390"/>
                  </a:lnTo>
                  <a:lnTo>
                    <a:pt x="1311" y="392"/>
                  </a:lnTo>
                  <a:lnTo>
                    <a:pt x="1310" y="393"/>
                  </a:lnTo>
                  <a:lnTo>
                    <a:pt x="1309" y="395"/>
                  </a:lnTo>
                  <a:lnTo>
                    <a:pt x="1307" y="397"/>
                  </a:lnTo>
                  <a:lnTo>
                    <a:pt x="1304" y="397"/>
                  </a:lnTo>
                  <a:lnTo>
                    <a:pt x="1302" y="397"/>
                  </a:lnTo>
                  <a:lnTo>
                    <a:pt x="1300" y="398"/>
                  </a:lnTo>
                  <a:lnTo>
                    <a:pt x="1298" y="398"/>
                  </a:lnTo>
                  <a:lnTo>
                    <a:pt x="1296" y="398"/>
                  </a:lnTo>
                  <a:lnTo>
                    <a:pt x="1294" y="396"/>
                  </a:lnTo>
                  <a:lnTo>
                    <a:pt x="1292" y="395"/>
                  </a:lnTo>
                  <a:lnTo>
                    <a:pt x="1290" y="395"/>
                  </a:lnTo>
                  <a:lnTo>
                    <a:pt x="1288" y="397"/>
                  </a:lnTo>
                  <a:lnTo>
                    <a:pt x="1285" y="399"/>
                  </a:lnTo>
                  <a:lnTo>
                    <a:pt x="1281" y="400"/>
                  </a:lnTo>
                  <a:lnTo>
                    <a:pt x="1279" y="399"/>
                  </a:lnTo>
                  <a:lnTo>
                    <a:pt x="1277" y="397"/>
                  </a:lnTo>
                  <a:lnTo>
                    <a:pt x="1277" y="394"/>
                  </a:lnTo>
                  <a:lnTo>
                    <a:pt x="1275" y="393"/>
                  </a:lnTo>
                  <a:lnTo>
                    <a:pt x="1273" y="392"/>
                  </a:lnTo>
                  <a:lnTo>
                    <a:pt x="1272" y="390"/>
                  </a:lnTo>
                  <a:lnTo>
                    <a:pt x="1271" y="388"/>
                  </a:lnTo>
                  <a:lnTo>
                    <a:pt x="1270" y="387"/>
                  </a:lnTo>
                  <a:lnTo>
                    <a:pt x="1269" y="385"/>
                  </a:lnTo>
                  <a:lnTo>
                    <a:pt x="1267" y="384"/>
                  </a:lnTo>
                  <a:lnTo>
                    <a:pt x="1265" y="382"/>
                  </a:lnTo>
                  <a:lnTo>
                    <a:pt x="1264" y="380"/>
                  </a:lnTo>
                  <a:lnTo>
                    <a:pt x="1265" y="379"/>
                  </a:lnTo>
                  <a:lnTo>
                    <a:pt x="1265" y="377"/>
                  </a:lnTo>
                  <a:lnTo>
                    <a:pt x="1263" y="375"/>
                  </a:lnTo>
                  <a:lnTo>
                    <a:pt x="1261" y="373"/>
                  </a:lnTo>
                  <a:lnTo>
                    <a:pt x="1260" y="371"/>
                  </a:lnTo>
                  <a:lnTo>
                    <a:pt x="1261" y="369"/>
                  </a:lnTo>
                  <a:lnTo>
                    <a:pt x="1265" y="368"/>
                  </a:lnTo>
                  <a:lnTo>
                    <a:pt x="1269" y="368"/>
                  </a:lnTo>
                  <a:lnTo>
                    <a:pt x="1272" y="367"/>
                  </a:lnTo>
                  <a:lnTo>
                    <a:pt x="1273" y="366"/>
                  </a:lnTo>
                  <a:lnTo>
                    <a:pt x="1275" y="365"/>
                  </a:lnTo>
                  <a:lnTo>
                    <a:pt x="1276" y="363"/>
                  </a:lnTo>
                  <a:lnTo>
                    <a:pt x="1278" y="362"/>
                  </a:lnTo>
                  <a:lnTo>
                    <a:pt x="1280" y="361"/>
                  </a:lnTo>
                  <a:lnTo>
                    <a:pt x="1282" y="359"/>
                  </a:lnTo>
                  <a:lnTo>
                    <a:pt x="1285" y="357"/>
                  </a:lnTo>
                  <a:lnTo>
                    <a:pt x="1288" y="356"/>
                  </a:lnTo>
                  <a:lnTo>
                    <a:pt x="1291" y="357"/>
                  </a:lnTo>
                  <a:lnTo>
                    <a:pt x="1294" y="359"/>
                  </a:lnTo>
                  <a:lnTo>
                    <a:pt x="1297" y="360"/>
                  </a:lnTo>
                  <a:lnTo>
                    <a:pt x="1300" y="360"/>
                  </a:lnTo>
                  <a:lnTo>
                    <a:pt x="1303" y="359"/>
                  </a:lnTo>
                  <a:lnTo>
                    <a:pt x="1305" y="360"/>
                  </a:lnTo>
                  <a:lnTo>
                    <a:pt x="1307" y="361"/>
                  </a:lnTo>
                  <a:lnTo>
                    <a:pt x="1308" y="364"/>
                  </a:lnTo>
                  <a:lnTo>
                    <a:pt x="1309" y="365"/>
                  </a:lnTo>
                  <a:lnTo>
                    <a:pt x="1311" y="366"/>
                  </a:lnTo>
                  <a:lnTo>
                    <a:pt x="1314" y="366"/>
                  </a:lnTo>
                  <a:lnTo>
                    <a:pt x="1317" y="367"/>
                  </a:lnTo>
                  <a:lnTo>
                    <a:pt x="1319" y="368"/>
                  </a:lnTo>
                  <a:lnTo>
                    <a:pt x="1320" y="369"/>
                  </a:lnTo>
                  <a:lnTo>
                    <a:pt x="1322" y="371"/>
                  </a:lnTo>
                  <a:lnTo>
                    <a:pt x="1323" y="373"/>
                  </a:lnTo>
                  <a:lnTo>
                    <a:pt x="1323" y="375"/>
                  </a:lnTo>
                  <a:lnTo>
                    <a:pt x="1321" y="377"/>
                  </a:lnTo>
                  <a:close/>
                </a:path>
              </a:pathLst>
            </a:custGeom>
            <a:solidFill>
              <a:srgbClr val="CC79A7">
                <a:alpha val="10800"/>
              </a:srgbClr>
            </a:solidFill>
            <a:ln>
              <a:noFill/>
            </a:ln>
          </p:spPr>
          <p:txBody>
            <a:bodyPr anchor="ctr"/>
            <a:lstStyle/>
            <a:p>
              <a:pPr algn="ctr">
                <a:buNone/>
              </a:pPr>
            </a:p>
          </p:txBody>
        </p:sp>
        <p:sp>
          <p:nvSpPr>
            <p:cNvPr id="7580" name="addition:spatial:69">
              <a:extLst>
                <a:ext uri="{FF2B5EF4-FFF2-40B4-BE49-F238E27FC236}">
                  <ns2:creationId id="{29C94469-AC00-4B74-9165-7C1EE1AAD1FE}"/>
                </a:ext>
              </a:extLst>
            </p:cNvPr>
            <p:cNvSpPr>
              <a:spLocks noGrp="1"/>
            </p:cNvSpPr>
            <p:nvPr/>
          </p:nvSpPr>
          <p:spPr>
            <a:xfrm>
              <a:off x="5648325" y="1666875"/>
              <a:ext cx="892317" cy="979460"/>
            </a:xfrm>
            <a:custGeom>
              <a:rect l="l" t="t" r="r" b="b"/>
              <a:pathLst>
                <a:path w="673" h="579">
                  <a:moveTo>
                    <a:pt x="0" y="0"/>
                  </a:moveTo>
                  <a:moveTo>
                    <a:pt x="662" y="506"/>
                  </a:moveTo>
                  <a:lnTo>
                    <a:pt x="650" y="512"/>
                  </a:lnTo>
                  <a:lnTo>
                    <a:pt x="640" y="516"/>
                  </a:lnTo>
                  <a:lnTo>
                    <a:pt x="639" y="522"/>
                  </a:lnTo>
                  <a:lnTo>
                    <a:pt x="644" y="529"/>
                  </a:lnTo>
                  <a:lnTo>
                    <a:pt x="649" y="537"/>
                  </a:lnTo>
                  <a:lnTo>
                    <a:pt x="647" y="544"/>
                  </a:lnTo>
                  <a:lnTo>
                    <a:pt x="639" y="549"/>
                  </a:lnTo>
                  <a:lnTo>
                    <a:pt x="629" y="551"/>
                  </a:lnTo>
                  <a:lnTo>
                    <a:pt x="622" y="555"/>
                  </a:lnTo>
                  <a:lnTo>
                    <a:pt x="619" y="562"/>
                  </a:lnTo>
                  <a:lnTo>
                    <a:pt x="615" y="569"/>
                  </a:lnTo>
                  <a:lnTo>
                    <a:pt x="607" y="573"/>
                  </a:lnTo>
                  <a:lnTo>
                    <a:pt x="598" y="573"/>
                  </a:lnTo>
                  <a:lnTo>
                    <a:pt x="589" y="572"/>
                  </a:lnTo>
                  <a:lnTo>
                    <a:pt x="581" y="572"/>
                  </a:lnTo>
                  <a:lnTo>
                    <a:pt x="573" y="573"/>
                  </a:lnTo>
                  <a:lnTo>
                    <a:pt x="566" y="571"/>
                  </a:lnTo>
                  <a:lnTo>
                    <a:pt x="559" y="568"/>
                  </a:lnTo>
                  <a:lnTo>
                    <a:pt x="553" y="564"/>
                  </a:lnTo>
                  <a:lnTo>
                    <a:pt x="546" y="565"/>
                  </a:lnTo>
                  <a:lnTo>
                    <a:pt x="537" y="570"/>
                  </a:lnTo>
                  <a:lnTo>
                    <a:pt x="524" y="577"/>
                  </a:lnTo>
                  <a:lnTo>
                    <a:pt x="513" y="579"/>
                  </a:lnTo>
                  <a:lnTo>
                    <a:pt x="505" y="574"/>
                  </a:lnTo>
                  <a:lnTo>
                    <a:pt x="503" y="564"/>
                  </a:lnTo>
                  <a:lnTo>
                    <a:pt x="501" y="556"/>
                  </a:lnTo>
                  <a:lnTo>
                    <a:pt x="498" y="549"/>
                  </a:lnTo>
                  <a:lnTo>
                    <a:pt x="491" y="545"/>
                  </a:lnTo>
                  <a:lnTo>
                    <a:pt x="485" y="541"/>
                  </a:lnTo>
                  <a:lnTo>
                    <a:pt x="482" y="535"/>
                  </a:lnTo>
                  <a:lnTo>
                    <a:pt x="480" y="529"/>
                  </a:lnTo>
                  <a:lnTo>
                    <a:pt x="476" y="523"/>
                  </a:lnTo>
                  <a:lnTo>
                    <a:pt x="469" y="518"/>
                  </a:lnTo>
                  <a:lnTo>
                    <a:pt x="462" y="512"/>
                  </a:lnTo>
                  <a:lnTo>
                    <a:pt x="460" y="506"/>
                  </a:lnTo>
                  <a:lnTo>
                    <a:pt x="461" y="500"/>
                  </a:lnTo>
                  <a:lnTo>
                    <a:pt x="462" y="494"/>
                  </a:lnTo>
                  <a:lnTo>
                    <a:pt x="459" y="487"/>
                  </a:lnTo>
                  <a:lnTo>
                    <a:pt x="453" y="479"/>
                  </a:lnTo>
                  <a:lnTo>
                    <a:pt x="450" y="471"/>
                  </a:lnTo>
                  <a:lnTo>
                    <a:pt x="457" y="465"/>
                  </a:lnTo>
                  <a:lnTo>
                    <a:pt x="470" y="464"/>
                  </a:lnTo>
                  <a:lnTo>
                    <a:pt x="486" y="465"/>
                  </a:lnTo>
                  <a:lnTo>
                    <a:pt x="496" y="464"/>
                  </a:lnTo>
                  <a:lnTo>
                    <a:pt x="501" y="460"/>
                  </a:lnTo>
                  <a:lnTo>
                    <a:pt x="505" y="453"/>
                  </a:lnTo>
                  <a:lnTo>
                    <a:pt x="510" y="447"/>
                  </a:lnTo>
                  <a:lnTo>
                    <a:pt x="518" y="443"/>
                  </a:lnTo>
                  <a:lnTo>
                    <a:pt x="526" y="439"/>
                  </a:lnTo>
                  <a:lnTo>
                    <a:pt x="535" y="434"/>
                  </a:lnTo>
                  <a:lnTo>
                    <a:pt x="545" y="429"/>
                  </a:lnTo>
                  <a:lnTo>
                    <a:pt x="557" y="428"/>
                  </a:lnTo>
                  <a:lnTo>
                    <a:pt x="568" y="432"/>
                  </a:lnTo>
                  <a:lnTo>
                    <a:pt x="578" y="438"/>
                  </a:lnTo>
                  <a:lnTo>
                    <a:pt x="587" y="442"/>
                  </a:lnTo>
                  <a:lnTo>
                    <a:pt x="597" y="442"/>
                  </a:lnTo>
                  <a:lnTo>
                    <a:pt x="608" y="441"/>
                  </a:lnTo>
                  <a:lnTo>
                    <a:pt x="618" y="442"/>
                  </a:lnTo>
                  <a:lnTo>
                    <a:pt x="624" y="449"/>
                  </a:lnTo>
                  <a:lnTo>
                    <a:pt x="627" y="457"/>
                  </a:lnTo>
                  <a:lnTo>
                    <a:pt x="629" y="463"/>
                  </a:lnTo>
                  <a:lnTo>
                    <a:pt x="637" y="466"/>
                  </a:lnTo>
                  <a:lnTo>
                    <a:pt x="648" y="466"/>
                  </a:lnTo>
                  <a:lnTo>
                    <a:pt x="660" y="468"/>
                  </a:lnTo>
                  <a:lnTo>
                    <a:pt x="667" y="473"/>
                  </a:lnTo>
                  <a:lnTo>
                    <a:pt x="671" y="479"/>
                  </a:lnTo>
                  <a:lnTo>
                    <a:pt x="672" y="486"/>
                  </a:lnTo>
                  <a:lnTo>
                    <a:pt x="673" y="492"/>
                  </a:lnTo>
                  <a:lnTo>
                    <a:pt x="670" y="499"/>
                  </a:lnTo>
                  <a:close/>
                </a:path>
              </a:pathLst>
            </a:custGeom>
            <a:solidFill>
              <a:srgbClr val="A7CEE4">
                <a:alpha val="12900"/>
              </a:srgbClr>
            </a:solidFill>
            <a:ln>
              <a:noFill/>
            </a:ln>
          </p:spPr>
          <p:txBody>
            <a:bodyPr anchor="ctr"/>
            <a:lstStyle/>
            <a:p>
              <a:pPr algn="ctr">
                <a:buNone/>
              </a:pPr>
            </a:p>
          </p:txBody>
        </p:sp>
        <p:sp>
          <p:nvSpPr>
            <p:cNvPr id="7581" name="addition:spatial:70">
              <a:extLst>
                <a:ext uri="{FF2B5EF4-FFF2-40B4-BE49-F238E27FC236}">
                  <ns2:creationId id="{89147615-E212-488D-BA8D-AE573FC72543}"/>
                </a:ext>
              </a:extLst>
            </p:cNvPr>
            <p:cNvSpPr>
              <a:spLocks noGrp="1"/>
            </p:cNvSpPr>
            <p:nvPr/>
          </p:nvSpPr>
          <p:spPr>
            <a:xfrm>
              <a:off x="5648325" y="1666875"/>
              <a:ext cx="853867" cy="977768"/>
            </a:xfrm>
            <a:custGeom>
              <a:rect l="l" t="t" r="r" b="b"/>
              <a:pathLst>
                <a:path w="644" h="578">
                  <a:moveTo>
                    <a:pt x="0" y="0"/>
                  </a:moveTo>
                  <a:moveTo>
                    <a:pt x="633" y="511"/>
                  </a:moveTo>
                  <a:lnTo>
                    <a:pt x="640" y="516"/>
                  </a:lnTo>
                  <a:lnTo>
                    <a:pt x="644" y="522"/>
                  </a:lnTo>
                  <a:lnTo>
                    <a:pt x="643" y="528"/>
                  </a:lnTo>
                  <a:lnTo>
                    <a:pt x="638" y="532"/>
                  </a:lnTo>
                  <a:lnTo>
                    <a:pt x="633" y="536"/>
                  </a:lnTo>
                  <a:lnTo>
                    <a:pt x="631" y="541"/>
                  </a:lnTo>
                  <a:lnTo>
                    <a:pt x="633" y="548"/>
                  </a:lnTo>
                  <a:lnTo>
                    <a:pt x="631" y="554"/>
                  </a:lnTo>
                  <a:lnTo>
                    <a:pt x="625" y="557"/>
                  </a:lnTo>
                  <a:lnTo>
                    <a:pt x="614" y="556"/>
                  </a:lnTo>
                  <a:lnTo>
                    <a:pt x="603" y="554"/>
                  </a:lnTo>
                  <a:lnTo>
                    <a:pt x="596" y="555"/>
                  </a:lnTo>
                  <a:lnTo>
                    <a:pt x="591" y="558"/>
                  </a:lnTo>
                  <a:lnTo>
                    <a:pt x="586" y="564"/>
                  </a:lnTo>
                  <a:lnTo>
                    <a:pt x="580" y="568"/>
                  </a:lnTo>
                  <a:lnTo>
                    <a:pt x="572" y="571"/>
                  </a:lnTo>
                  <a:lnTo>
                    <a:pt x="564" y="574"/>
                  </a:lnTo>
                  <a:lnTo>
                    <a:pt x="554" y="577"/>
                  </a:lnTo>
                  <a:lnTo>
                    <a:pt x="544" y="578"/>
                  </a:lnTo>
                  <a:lnTo>
                    <a:pt x="535" y="576"/>
                  </a:lnTo>
                  <a:lnTo>
                    <a:pt x="528" y="569"/>
                  </a:lnTo>
                  <a:lnTo>
                    <a:pt x="523" y="561"/>
                  </a:lnTo>
                  <a:lnTo>
                    <a:pt x="517" y="557"/>
                  </a:lnTo>
                  <a:lnTo>
                    <a:pt x="509" y="556"/>
                  </a:lnTo>
                  <a:lnTo>
                    <a:pt x="498" y="556"/>
                  </a:lnTo>
                  <a:lnTo>
                    <a:pt x="489" y="555"/>
                  </a:lnTo>
                  <a:lnTo>
                    <a:pt x="485" y="550"/>
                  </a:lnTo>
                  <a:lnTo>
                    <a:pt x="483" y="544"/>
                  </a:lnTo>
                  <a:lnTo>
                    <a:pt x="481" y="539"/>
                  </a:lnTo>
                  <a:lnTo>
                    <a:pt x="474" y="536"/>
                  </a:lnTo>
                  <a:lnTo>
                    <a:pt x="466" y="532"/>
                  </a:lnTo>
                  <a:lnTo>
                    <a:pt x="459" y="528"/>
                  </a:lnTo>
                  <a:lnTo>
                    <a:pt x="457" y="523"/>
                  </a:lnTo>
                  <a:lnTo>
                    <a:pt x="458" y="517"/>
                  </a:lnTo>
                  <a:lnTo>
                    <a:pt x="459" y="511"/>
                  </a:lnTo>
                  <a:lnTo>
                    <a:pt x="461" y="505"/>
                  </a:lnTo>
                  <a:lnTo>
                    <a:pt x="466" y="500"/>
                  </a:lnTo>
                  <a:lnTo>
                    <a:pt x="475" y="496"/>
                  </a:lnTo>
                  <a:lnTo>
                    <a:pt x="487" y="493"/>
                  </a:lnTo>
                  <a:lnTo>
                    <a:pt x="495" y="490"/>
                  </a:lnTo>
                  <a:lnTo>
                    <a:pt x="496" y="485"/>
                  </a:lnTo>
                  <a:lnTo>
                    <a:pt x="493" y="478"/>
                  </a:lnTo>
                  <a:lnTo>
                    <a:pt x="490" y="469"/>
                  </a:lnTo>
                  <a:lnTo>
                    <a:pt x="494" y="463"/>
                  </a:lnTo>
                  <a:lnTo>
                    <a:pt x="503" y="460"/>
                  </a:lnTo>
                  <a:lnTo>
                    <a:pt x="512" y="459"/>
                  </a:lnTo>
                  <a:lnTo>
                    <a:pt x="521" y="458"/>
                  </a:lnTo>
                  <a:lnTo>
                    <a:pt x="527" y="455"/>
                  </a:lnTo>
                  <a:lnTo>
                    <a:pt x="534" y="452"/>
                  </a:lnTo>
                  <a:lnTo>
                    <a:pt x="542" y="452"/>
                  </a:lnTo>
                  <a:lnTo>
                    <a:pt x="549" y="453"/>
                  </a:lnTo>
                  <a:lnTo>
                    <a:pt x="556" y="455"/>
                  </a:lnTo>
                  <a:lnTo>
                    <a:pt x="562" y="455"/>
                  </a:lnTo>
                  <a:lnTo>
                    <a:pt x="569" y="454"/>
                  </a:lnTo>
                  <a:lnTo>
                    <a:pt x="575" y="455"/>
                  </a:lnTo>
                  <a:lnTo>
                    <a:pt x="580" y="459"/>
                  </a:lnTo>
                  <a:lnTo>
                    <a:pt x="584" y="462"/>
                  </a:lnTo>
                  <a:lnTo>
                    <a:pt x="590" y="463"/>
                  </a:lnTo>
                  <a:lnTo>
                    <a:pt x="600" y="461"/>
                  </a:lnTo>
                  <a:lnTo>
                    <a:pt x="611" y="458"/>
                  </a:lnTo>
                  <a:lnTo>
                    <a:pt x="621" y="460"/>
                  </a:lnTo>
                  <a:lnTo>
                    <a:pt x="624" y="466"/>
                  </a:lnTo>
                  <a:lnTo>
                    <a:pt x="621" y="474"/>
                  </a:lnTo>
                  <a:lnTo>
                    <a:pt x="618" y="482"/>
                  </a:lnTo>
                  <a:lnTo>
                    <a:pt x="618" y="488"/>
                  </a:lnTo>
                  <a:lnTo>
                    <a:pt x="621" y="492"/>
                  </a:lnTo>
                  <a:lnTo>
                    <a:pt x="625" y="497"/>
                  </a:lnTo>
                  <a:lnTo>
                    <a:pt x="627" y="501"/>
                  </a:lnTo>
                  <a:lnTo>
                    <a:pt x="629" y="506"/>
                  </a:lnTo>
                  <a:close/>
                </a:path>
              </a:pathLst>
            </a:custGeom>
            <a:solidFill>
              <a:srgbClr val="59A3CD">
                <a:alpha val="12900"/>
              </a:srgbClr>
            </a:solidFill>
            <a:ln>
              <a:noFill/>
            </a:ln>
          </p:spPr>
          <p:txBody>
            <a:bodyPr anchor="ctr"/>
            <a:lstStyle/>
            <a:p>
              <a:pPr algn="ctr">
                <a:buNone/>
              </a:pPr>
            </a:p>
          </p:txBody>
        </p:sp>
        <p:sp>
          <p:nvSpPr>
            <p:cNvPr id="7582" name="addition:spatial:71">
              <a:extLst>
                <a:ext uri="{FF2B5EF4-FFF2-40B4-BE49-F238E27FC236}">
                  <ns2:creationId id="{953EDF0E-B14F-477F-B120-97BA10C93EA2}"/>
                </a:ext>
              </a:extLst>
            </p:cNvPr>
            <p:cNvSpPr>
              <a:spLocks noGrp="1"/>
            </p:cNvSpPr>
            <p:nvPr/>
          </p:nvSpPr>
          <p:spPr>
            <a:xfrm>
              <a:off x="5648325" y="1666875"/>
              <a:ext cx="828675" cy="972693"/>
            </a:xfrm>
            <a:custGeom>
              <a:rect l="l" t="t" r="r" b="b"/>
              <a:pathLst>
                <a:path w="625" h="575">
                  <a:moveTo>
                    <a:pt x="0" y="0"/>
                  </a:moveTo>
                  <a:moveTo>
                    <a:pt x="622" y="516"/>
                  </a:moveTo>
                  <a:lnTo>
                    <a:pt x="622" y="521"/>
                  </a:lnTo>
                  <a:lnTo>
                    <a:pt x="622" y="525"/>
                  </a:lnTo>
                  <a:lnTo>
                    <a:pt x="624" y="530"/>
                  </a:lnTo>
                  <a:lnTo>
                    <a:pt x="625" y="535"/>
                  </a:lnTo>
                  <a:lnTo>
                    <a:pt x="622" y="540"/>
                  </a:lnTo>
                  <a:lnTo>
                    <a:pt x="617" y="543"/>
                  </a:lnTo>
                  <a:lnTo>
                    <a:pt x="613" y="546"/>
                  </a:lnTo>
                  <a:lnTo>
                    <a:pt x="610" y="550"/>
                  </a:lnTo>
                  <a:lnTo>
                    <a:pt x="607" y="555"/>
                  </a:lnTo>
                  <a:lnTo>
                    <a:pt x="601" y="557"/>
                  </a:lnTo>
                  <a:lnTo>
                    <a:pt x="593" y="556"/>
                  </a:lnTo>
                  <a:lnTo>
                    <a:pt x="584" y="555"/>
                  </a:lnTo>
                  <a:lnTo>
                    <a:pt x="577" y="555"/>
                  </a:lnTo>
                  <a:lnTo>
                    <a:pt x="573" y="559"/>
                  </a:lnTo>
                  <a:lnTo>
                    <a:pt x="569" y="567"/>
                  </a:lnTo>
                  <a:lnTo>
                    <a:pt x="563" y="573"/>
                  </a:lnTo>
                  <a:lnTo>
                    <a:pt x="555" y="575"/>
                  </a:lnTo>
                  <a:lnTo>
                    <a:pt x="546" y="574"/>
                  </a:lnTo>
                  <a:lnTo>
                    <a:pt x="538" y="571"/>
                  </a:lnTo>
                  <a:lnTo>
                    <a:pt x="530" y="568"/>
                  </a:lnTo>
                  <a:lnTo>
                    <a:pt x="523" y="566"/>
                  </a:lnTo>
                  <a:lnTo>
                    <a:pt x="517" y="562"/>
                  </a:lnTo>
                  <a:lnTo>
                    <a:pt x="512" y="558"/>
                  </a:lnTo>
                  <a:lnTo>
                    <a:pt x="508" y="554"/>
                  </a:lnTo>
                  <a:lnTo>
                    <a:pt x="501" y="552"/>
                  </a:lnTo>
                  <a:lnTo>
                    <a:pt x="493" y="552"/>
                  </a:lnTo>
                  <a:lnTo>
                    <a:pt x="485" y="551"/>
                  </a:lnTo>
                  <a:lnTo>
                    <a:pt x="480" y="547"/>
                  </a:lnTo>
                  <a:lnTo>
                    <a:pt x="479" y="542"/>
                  </a:lnTo>
                  <a:lnTo>
                    <a:pt x="479" y="537"/>
                  </a:lnTo>
                  <a:lnTo>
                    <a:pt x="476" y="533"/>
                  </a:lnTo>
                  <a:lnTo>
                    <a:pt x="468" y="530"/>
                  </a:lnTo>
                  <a:lnTo>
                    <a:pt x="461" y="526"/>
                  </a:lnTo>
                  <a:lnTo>
                    <a:pt x="459" y="521"/>
                  </a:lnTo>
                  <a:lnTo>
                    <a:pt x="465" y="516"/>
                  </a:lnTo>
                  <a:lnTo>
                    <a:pt x="473" y="511"/>
                  </a:lnTo>
                  <a:lnTo>
                    <a:pt x="480" y="507"/>
                  </a:lnTo>
                  <a:lnTo>
                    <a:pt x="484" y="504"/>
                  </a:lnTo>
                  <a:lnTo>
                    <a:pt x="488" y="500"/>
                  </a:lnTo>
                  <a:lnTo>
                    <a:pt x="491" y="496"/>
                  </a:lnTo>
                  <a:lnTo>
                    <a:pt x="495" y="493"/>
                  </a:lnTo>
                  <a:lnTo>
                    <a:pt x="496" y="488"/>
                  </a:lnTo>
                  <a:lnTo>
                    <a:pt x="496" y="481"/>
                  </a:lnTo>
                  <a:lnTo>
                    <a:pt x="496" y="474"/>
                  </a:lnTo>
                  <a:lnTo>
                    <a:pt x="500" y="469"/>
                  </a:lnTo>
                  <a:lnTo>
                    <a:pt x="508" y="468"/>
                  </a:lnTo>
                  <a:lnTo>
                    <a:pt x="518" y="470"/>
                  </a:lnTo>
                  <a:lnTo>
                    <a:pt x="526" y="471"/>
                  </a:lnTo>
                  <a:lnTo>
                    <a:pt x="531" y="470"/>
                  </a:lnTo>
                  <a:lnTo>
                    <a:pt x="536" y="466"/>
                  </a:lnTo>
                  <a:lnTo>
                    <a:pt x="541" y="463"/>
                  </a:lnTo>
                  <a:lnTo>
                    <a:pt x="547" y="464"/>
                  </a:lnTo>
                  <a:lnTo>
                    <a:pt x="553" y="467"/>
                  </a:lnTo>
                  <a:lnTo>
                    <a:pt x="558" y="470"/>
                  </a:lnTo>
                  <a:lnTo>
                    <a:pt x="563" y="471"/>
                  </a:lnTo>
                  <a:lnTo>
                    <a:pt x="568" y="470"/>
                  </a:lnTo>
                  <a:lnTo>
                    <a:pt x="574" y="469"/>
                  </a:lnTo>
                  <a:lnTo>
                    <a:pt x="580" y="470"/>
                  </a:lnTo>
                  <a:lnTo>
                    <a:pt x="586" y="472"/>
                  </a:lnTo>
                  <a:lnTo>
                    <a:pt x="593" y="473"/>
                  </a:lnTo>
                  <a:lnTo>
                    <a:pt x="601" y="474"/>
                  </a:lnTo>
                  <a:lnTo>
                    <a:pt x="607" y="477"/>
                  </a:lnTo>
                  <a:lnTo>
                    <a:pt x="608" y="483"/>
                  </a:lnTo>
                  <a:lnTo>
                    <a:pt x="605" y="490"/>
                  </a:lnTo>
                  <a:lnTo>
                    <a:pt x="600" y="497"/>
                  </a:lnTo>
                  <a:lnTo>
                    <a:pt x="600" y="501"/>
                  </a:lnTo>
                  <a:lnTo>
                    <a:pt x="606" y="504"/>
                  </a:lnTo>
                  <a:lnTo>
                    <a:pt x="614" y="507"/>
                  </a:lnTo>
                  <a:lnTo>
                    <a:pt x="620" y="511"/>
                  </a:lnTo>
                  <a:close/>
                </a:path>
              </a:pathLst>
            </a:custGeom>
            <a:solidFill>
              <a:srgbClr val="0675B4">
                <a:alpha val="10500"/>
              </a:srgbClr>
            </a:solidFill>
            <a:ln>
              <a:noFill/>
            </a:ln>
          </p:spPr>
          <p:txBody>
            <a:bodyPr anchor="ctr"/>
            <a:lstStyle/>
            <a:p>
              <a:pPr algn="ctr">
                <a:buNone/>
              </a:pPr>
            </a:p>
          </p:txBody>
        </p:sp>
        <p:sp>
          <p:nvSpPr>
            <p:cNvPr id="7583" name="addition:spatial:72">
              <a:extLst>
                <a:ext uri="{FF2B5EF4-FFF2-40B4-BE49-F238E27FC236}">
                  <ns2:creationId id="{3D6F8ECB-C6F9-4C28-9562-CF9E94C42F51}"/>
                </a:ext>
              </a:extLst>
            </p:cNvPr>
            <p:cNvSpPr>
              <a:spLocks noGrp="1"/>
            </p:cNvSpPr>
            <p:nvPr/>
          </p:nvSpPr>
          <p:spPr>
            <a:xfrm>
              <a:off x="5648325" y="1666875"/>
              <a:ext cx="731886" cy="884728"/>
            </a:xfrm>
            <a:custGeom>
              <a:rect l="l" t="t" r="r" b="b"/>
              <a:pathLst>
                <a:path w="552" h="523">
                  <a:moveTo>
                    <a:pt x="0" y="0"/>
                  </a:moveTo>
                  <a:moveTo>
                    <a:pt x="552" y="498"/>
                  </a:moveTo>
                  <a:lnTo>
                    <a:pt x="552" y="501"/>
                  </a:lnTo>
                  <a:lnTo>
                    <a:pt x="550" y="502"/>
                  </a:lnTo>
                  <a:lnTo>
                    <a:pt x="549" y="504"/>
                  </a:lnTo>
                  <a:lnTo>
                    <a:pt x="549" y="506"/>
                  </a:lnTo>
                  <a:lnTo>
                    <a:pt x="550" y="508"/>
                  </a:lnTo>
                  <a:lnTo>
                    <a:pt x="551" y="511"/>
                  </a:lnTo>
                  <a:lnTo>
                    <a:pt x="549" y="513"/>
                  </a:lnTo>
                  <a:lnTo>
                    <a:pt x="545" y="513"/>
                  </a:lnTo>
                  <a:lnTo>
                    <a:pt x="541" y="513"/>
                  </a:lnTo>
                  <a:lnTo>
                    <a:pt x="538" y="513"/>
                  </a:lnTo>
                  <a:lnTo>
                    <a:pt x="536" y="514"/>
                  </a:lnTo>
                  <a:lnTo>
                    <a:pt x="534" y="516"/>
                  </a:lnTo>
                  <a:lnTo>
                    <a:pt x="532" y="517"/>
                  </a:lnTo>
                  <a:lnTo>
                    <a:pt x="530" y="518"/>
                  </a:lnTo>
                  <a:lnTo>
                    <a:pt x="527" y="520"/>
                  </a:lnTo>
                  <a:lnTo>
                    <a:pt x="524" y="522"/>
                  </a:lnTo>
                  <a:lnTo>
                    <a:pt x="521" y="523"/>
                  </a:lnTo>
                  <a:lnTo>
                    <a:pt x="517" y="523"/>
                  </a:lnTo>
                  <a:lnTo>
                    <a:pt x="514" y="521"/>
                  </a:lnTo>
                  <a:lnTo>
                    <a:pt x="511" y="519"/>
                  </a:lnTo>
                  <a:lnTo>
                    <a:pt x="509" y="517"/>
                  </a:lnTo>
                  <a:lnTo>
                    <a:pt x="506" y="516"/>
                  </a:lnTo>
                  <a:lnTo>
                    <a:pt x="503" y="517"/>
                  </a:lnTo>
                  <a:lnTo>
                    <a:pt x="499" y="517"/>
                  </a:lnTo>
                  <a:lnTo>
                    <a:pt x="497" y="515"/>
                  </a:lnTo>
                  <a:lnTo>
                    <a:pt x="496" y="513"/>
                  </a:lnTo>
                  <a:lnTo>
                    <a:pt x="495" y="511"/>
                  </a:lnTo>
                  <a:lnTo>
                    <a:pt x="493" y="510"/>
                  </a:lnTo>
                  <a:lnTo>
                    <a:pt x="490" y="509"/>
                  </a:lnTo>
                  <a:lnTo>
                    <a:pt x="487" y="508"/>
                  </a:lnTo>
                  <a:lnTo>
                    <a:pt x="486" y="507"/>
                  </a:lnTo>
                  <a:lnTo>
                    <a:pt x="485" y="505"/>
                  </a:lnTo>
                  <a:lnTo>
                    <a:pt x="484" y="503"/>
                  </a:lnTo>
                  <a:lnTo>
                    <a:pt x="484" y="501"/>
                  </a:lnTo>
                  <a:lnTo>
                    <a:pt x="484" y="498"/>
                  </a:lnTo>
                  <a:lnTo>
                    <a:pt x="487" y="496"/>
                  </a:lnTo>
                  <a:lnTo>
                    <a:pt x="492" y="495"/>
                  </a:lnTo>
                  <a:lnTo>
                    <a:pt x="495" y="494"/>
                  </a:lnTo>
                  <a:lnTo>
                    <a:pt x="496" y="492"/>
                  </a:lnTo>
                  <a:lnTo>
                    <a:pt x="495" y="490"/>
                  </a:lnTo>
                  <a:lnTo>
                    <a:pt x="493" y="487"/>
                  </a:lnTo>
                  <a:lnTo>
                    <a:pt x="494" y="485"/>
                  </a:lnTo>
                  <a:lnTo>
                    <a:pt x="496" y="483"/>
                  </a:lnTo>
                  <a:lnTo>
                    <a:pt x="499" y="482"/>
                  </a:lnTo>
                  <a:lnTo>
                    <a:pt x="501" y="481"/>
                  </a:lnTo>
                  <a:lnTo>
                    <a:pt x="503" y="480"/>
                  </a:lnTo>
                  <a:lnTo>
                    <a:pt x="505" y="478"/>
                  </a:lnTo>
                  <a:lnTo>
                    <a:pt x="508" y="478"/>
                  </a:lnTo>
                  <a:lnTo>
                    <a:pt x="511" y="478"/>
                  </a:lnTo>
                  <a:lnTo>
                    <a:pt x="513" y="478"/>
                  </a:lnTo>
                  <a:lnTo>
                    <a:pt x="516" y="478"/>
                  </a:lnTo>
                  <a:lnTo>
                    <a:pt x="518" y="477"/>
                  </a:lnTo>
                  <a:lnTo>
                    <a:pt x="520" y="477"/>
                  </a:lnTo>
                  <a:lnTo>
                    <a:pt x="522" y="479"/>
                  </a:lnTo>
                  <a:lnTo>
                    <a:pt x="524" y="480"/>
                  </a:lnTo>
                  <a:lnTo>
                    <a:pt x="526" y="481"/>
                  </a:lnTo>
                  <a:lnTo>
                    <a:pt x="529" y="479"/>
                  </a:lnTo>
                  <a:lnTo>
                    <a:pt x="533" y="478"/>
                  </a:lnTo>
                  <a:lnTo>
                    <a:pt x="537" y="477"/>
                  </a:lnTo>
                  <a:lnTo>
                    <a:pt x="539" y="479"/>
                  </a:lnTo>
                  <a:lnTo>
                    <a:pt x="540" y="481"/>
                  </a:lnTo>
                  <a:lnTo>
                    <a:pt x="540" y="484"/>
                  </a:lnTo>
                  <a:lnTo>
                    <a:pt x="540" y="486"/>
                  </a:lnTo>
                  <a:lnTo>
                    <a:pt x="542" y="488"/>
                  </a:lnTo>
                  <a:lnTo>
                    <a:pt x="543" y="490"/>
                  </a:lnTo>
                  <a:lnTo>
                    <a:pt x="543" y="492"/>
                  </a:lnTo>
                  <a:lnTo>
                    <a:pt x="544" y="493"/>
                  </a:lnTo>
                  <a:lnTo>
                    <a:pt x="546" y="495"/>
                  </a:lnTo>
                  <a:lnTo>
                    <a:pt x="549" y="497"/>
                  </a:lnTo>
                  <a:close/>
                </a:path>
              </a:pathLst>
            </a:custGeom>
            <a:solidFill>
              <a:srgbClr val="59A3CD">
                <a:alpha val="9600"/>
              </a:srgbClr>
            </a:solidFill>
            <a:ln>
              <a:noFill/>
            </a:ln>
          </p:spPr>
          <p:txBody>
            <a:bodyPr anchor="ctr"/>
            <a:lstStyle/>
            <a:p>
              <a:pPr algn="ctr">
                <a:buNone/>
              </a:pPr>
            </a:p>
          </p:txBody>
        </p:sp>
        <p:sp>
          <p:nvSpPr>
            <p:cNvPr id="7584" name="addition:spatial:73">
              <a:extLst>
                <a:ext uri="{FF2B5EF4-FFF2-40B4-BE49-F238E27FC236}">
                  <ns2:creationId id="{26529071-E318-45BF-B4A6-C403F5281DB3}"/>
                </a:ext>
              </a:extLst>
            </p:cNvPr>
            <p:cNvSpPr>
              <a:spLocks noGrp="1"/>
            </p:cNvSpPr>
            <p:nvPr/>
          </p:nvSpPr>
          <p:spPr>
            <a:xfrm>
              <a:off x="5648325" y="1666875"/>
              <a:ext cx="765033" cy="855970"/>
            </a:xfrm>
            <a:custGeom>
              <a:rect l="l" t="t" r="r" b="b"/>
              <a:pathLst>
                <a:path w="577" h="506">
                  <a:moveTo>
                    <a:pt x="0" y="0"/>
                  </a:moveTo>
                  <a:moveTo>
                    <a:pt x="575" y="481"/>
                  </a:moveTo>
                  <a:lnTo>
                    <a:pt x="577" y="483"/>
                  </a:lnTo>
                  <a:lnTo>
                    <a:pt x="576" y="485"/>
                  </a:lnTo>
                  <a:lnTo>
                    <a:pt x="575" y="487"/>
                  </a:lnTo>
                  <a:lnTo>
                    <a:pt x="574" y="489"/>
                  </a:lnTo>
                  <a:lnTo>
                    <a:pt x="573" y="491"/>
                  </a:lnTo>
                  <a:lnTo>
                    <a:pt x="572" y="492"/>
                  </a:lnTo>
                  <a:lnTo>
                    <a:pt x="569" y="493"/>
                  </a:lnTo>
                  <a:lnTo>
                    <a:pt x="567" y="494"/>
                  </a:lnTo>
                  <a:lnTo>
                    <a:pt x="565" y="495"/>
                  </a:lnTo>
                  <a:lnTo>
                    <a:pt x="564" y="497"/>
                  </a:lnTo>
                  <a:lnTo>
                    <a:pt x="562" y="499"/>
                  </a:lnTo>
                  <a:lnTo>
                    <a:pt x="560" y="499"/>
                  </a:lnTo>
                  <a:lnTo>
                    <a:pt x="556" y="499"/>
                  </a:lnTo>
                  <a:lnTo>
                    <a:pt x="553" y="499"/>
                  </a:lnTo>
                  <a:lnTo>
                    <a:pt x="551" y="500"/>
                  </a:lnTo>
                  <a:lnTo>
                    <a:pt x="549" y="503"/>
                  </a:lnTo>
                  <a:lnTo>
                    <a:pt x="546" y="505"/>
                  </a:lnTo>
                  <a:lnTo>
                    <a:pt x="542" y="506"/>
                  </a:lnTo>
                  <a:lnTo>
                    <a:pt x="539" y="505"/>
                  </a:lnTo>
                  <a:lnTo>
                    <a:pt x="536" y="502"/>
                  </a:lnTo>
                  <a:lnTo>
                    <a:pt x="534" y="501"/>
                  </a:lnTo>
                  <a:lnTo>
                    <a:pt x="531" y="499"/>
                  </a:lnTo>
                  <a:lnTo>
                    <a:pt x="529" y="498"/>
                  </a:lnTo>
                  <a:lnTo>
                    <a:pt x="527" y="497"/>
                  </a:lnTo>
                  <a:lnTo>
                    <a:pt x="526" y="495"/>
                  </a:lnTo>
                  <a:lnTo>
                    <a:pt x="523" y="495"/>
                  </a:lnTo>
                  <a:lnTo>
                    <a:pt x="520" y="495"/>
                  </a:lnTo>
                  <a:lnTo>
                    <a:pt x="516" y="494"/>
                  </a:lnTo>
                  <a:lnTo>
                    <a:pt x="513" y="493"/>
                  </a:lnTo>
                  <a:lnTo>
                    <a:pt x="513" y="491"/>
                  </a:lnTo>
                  <a:lnTo>
                    <a:pt x="514" y="489"/>
                  </a:lnTo>
                  <a:lnTo>
                    <a:pt x="515" y="487"/>
                  </a:lnTo>
                  <a:lnTo>
                    <a:pt x="514" y="485"/>
                  </a:lnTo>
                  <a:lnTo>
                    <a:pt x="512" y="483"/>
                  </a:lnTo>
                  <a:lnTo>
                    <a:pt x="512" y="481"/>
                  </a:lnTo>
                  <a:lnTo>
                    <a:pt x="513" y="479"/>
                  </a:lnTo>
                  <a:lnTo>
                    <a:pt x="517" y="478"/>
                  </a:lnTo>
                  <a:lnTo>
                    <a:pt x="520" y="476"/>
                  </a:lnTo>
                  <a:lnTo>
                    <a:pt x="521" y="475"/>
                  </a:lnTo>
                  <a:lnTo>
                    <a:pt x="521" y="473"/>
                  </a:lnTo>
                  <a:lnTo>
                    <a:pt x="522" y="471"/>
                  </a:lnTo>
                  <a:lnTo>
                    <a:pt x="523" y="469"/>
                  </a:lnTo>
                  <a:lnTo>
                    <a:pt x="524" y="467"/>
                  </a:lnTo>
                  <a:lnTo>
                    <a:pt x="525" y="465"/>
                  </a:lnTo>
                  <a:lnTo>
                    <a:pt x="525" y="462"/>
                  </a:lnTo>
                  <a:lnTo>
                    <a:pt x="527" y="460"/>
                  </a:lnTo>
                  <a:lnTo>
                    <a:pt x="530" y="460"/>
                  </a:lnTo>
                  <a:lnTo>
                    <a:pt x="534" y="461"/>
                  </a:lnTo>
                  <a:lnTo>
                    <a:pt x="537" y="463"/>
                  </a:lnTo>
                  <a:lnTo>
                    <a:pt x="539" y="464"/>
                  </a:lnTo>
                  <a:lnTo>
                    <a:pt x="541" y="463"/>
                  </a:lnTo>
                  <a:lnTo>
                    <a:pt x="543" y="461"/>
                  </a:lnTo>
                  <a:lnTo>
                    <a:pt x="545" y="460"/>
                  </a:lnTo>
                  <a:lnTo>
                    <a:pt x="547" y="461"/>
                  </a:lnTo>
                  <a:lnTo>
                    <a:pt x="549" y="462"/>
                  </a:lnTo>
                  <a:lnTo>
                    <a:pt x="551" y="462"/>
                  </a:lnTo>
                  <a:lnTo>
                    <a:pt x="554" y="462"/>
                  </a:lnTo>
                  <a:lnTo>
                    <a:pt x="557" y="462"/>
                  </a:lnTo>
                  <a:lnTo>
                    <a:pt x="559" y="463"/>
                  </a:lnTo>
                  <a:lnTo>
                    <a:pt x="561" y="464"/>
                  </a:lnTo>
                  <a:lnTo>
                    <a:pt x="563" y="465"/>
                  </a:lnTo>
                  <a:lnTo>
                    <a:pt x="565" y="466"/>
                  </a:lnTo>
                  <a:lnTo>
                    <a:pt x="567" y="468"/>
                  </a:lnTo>
                  <a:lnTo>
                    <a:pt x="568" y="470"/>
                  </a:lnTo>
                  <a:lnTo>
                    <a:pt x="567" y="472"/>
                  </a:lnTo>
                  <a:lnTo>
                    <a:pt x="565" y="475"/>
                  </a:lnTo>
                  <a:lnTo>
                    <a:pt x="565" y="477"/>
                  </a:lnTo>
                  <a:lnTo>
                    <a:pt x="567" y="478"/>
                  </a:lnTo>
                  <a:lnTo>
                    <a:pt x="572" y="479"/>
                  </a:lnTo>
                  <a:close/>
                </a:path>
              </a:pathLst>
            </a:custGeom>
            <a:solidFill>
              <a:srgbClr val="59A3CD">
                <a:alpha val="9600"/>
              </a:srgbClr>
            </a:solidFill>
            <a:ln>
              <a:noFill/>
            </a:ln>
          </p:spPr>
          <p:txBody>
            <a:bodyPr anchor="ctr"/>
            <a:lstStyle/>
            <a:p>
              <a:pPr algn="ctr">
                <a:buNone/>
              </a:pPr>
            </a:p>
          </p:txBody>
        </p:sp>
        <p:sp>
          <p:nvSpPr>
            <p:cNvPr id="7585" name="addition:spatial:74">
              <a:extLst>
                <a:ext uri="{FF2B5EF4-FFF2-40B4-BE49-F238E27FC236}">
                  <ns2:creationId id="{2535E9CB-0182-4495-B06F-2429E0EECB3F}"/>
                </a:ext>
              </a:extLst>
            </p:cNvPr>
            <p:cNvSpPr>
              <a:spLocks noGrp="1"/>
            </p:cNvSpPr>
            <p:nvPr/>
          </p:nvSpPr>
          <p:spPr>
            <a:xfrm>
              <a:off x="5648325" y="1666875"/>
              <a:ext cx="807461" cy="862736"/>
            </a:xfrm>
            <a:custGeom>
              <a:rect l="l" t="t" r="r" b="b"/>
              <a:pathLst>
                <a:path w="609" h="510">
                  <a:moveTo>
                    <a:pt x="0" y="0"/>
                  </a:moveTo>
                  <a:moveTo>
                    <a:pt x="609" y="486"/>
                  </a:moveTo>
                  <a:lnTo>
                    <a:pt x="609" y="488"/>
                  </a:lnTo>
                  <a:lnTo>
                    <a:pt x="608" y="490"/>
                  </a:lnTo>
                  <a:lnTo>
                    <a:pt x="608" y="492"/>
                  </a:lnTo>
                  <a:lnTo>
                    <a:pt x="607" y="494"/>
                  </a:lnTo>
                  <a:lnTo>
                    <a:pt x="604" y="496"/>
                  </a:lnTo>
                  <a:lnTo>
                    <a:pt x="600" y="497"/>
                  </a:lnTo>
                  <a:lnTo>
                    <a:pt x="596" y="497"/>
                  </a:lnTo>
                  <a:lnTo>
                    <a:pt x="593" y="498"/>
                  </a:lnTo>
                  <a:lnTo>
                    <a:pt x="593" y="500"/>
                  </a:lnTo>
                  <a:lnTo>
                    <a:pt x="593" y="504"/>
                  </a:lnTo>
                  <a:lnTo>
                    <a:pt x="592" y="507"/>
                  </a:lnTo>
                  <a:lnTo>
                    <a:pt x="589" y="508"/>
                  </a:lnTo>
                  <a:lnTo>
                    <a:pt x="586" y="508"/>
                  </a:lnTo>
                  <a:lnTo>
                    <a:pt x="582" y="508"/>
                  </a:lnTo>
                  <a:lnTo>
                    <a:pt x="579" y="509"/>
                  </a:lnTo>
                  <a:lnTo>
                    <a:pt x="576" y="509"/>
                  </a:lnTo>
                  <a:lnTo>
                    <a:pt x="573" y="510"/>
                  </a:lnTo>
                  <a:lnTo>
                    <a:pt x="570" y="509"/>
                  </a:lnTo>
                  <a:lnTo>
                    <a:pt x="568" y="508"/>
                  </a:lnTo>
                  <a:lnTo>
                    <a:pt x="565" y="507"/>
                  </a:lnTo>
                  <a:lnTo>
                    <a:pt x="563" y="507"/>
                  </a:lnTo>
                  <a:lnTo>
                    <a:pt x="560" y="506"/>
                  </a:lnTo>
                  <a:lnTo>
                    <a:pt x="559" y="505"/>
                  </a:lnTo>
                  <a:lnTo>
                    <a:pt x="557" y="503"/>
                  </a:lnTo>
                  <a:lnTo>
                    <a:pt x="556" y="502"/>
                  </a:lnTo>
                  <a:lnTo>
                    <a:pt x="553" y="501"/>
                  </a:lnTo>
                  <a:lnTo>
                    <a:pt x="549" y="502"/>
                  </a:lnTo>
                  <a:lnTo>
                    <a:pt x="545" y="502"/>
                  </a:lnTo>
                  <a:lnTo>
                    <a:pt x="543" y="500"/>
                  </a:lnTo>
                  <a:lnTo>
                    <a:pt x="544" y="497"/>
                  </a:lnTo>
                  <a:lnTo>
                    <a:pt x="547" y="494"/>
                  </a:lnTo>
                  <a:lnTo>
                    <a:pt x="548" y="492"/>
                  </a:lnTo>
                  <a:lnTo>
                    <a:pt x="549" y="490"/>
                  </a:lnTo>
                  <a:lnTo>
                    <a:pt x="548" y="488"/>
                  </a:lnTo>
                  <a:lnTo>
                    <a:pt x="549" y="486"/>
                  </a:lnTo>
                  <a:lnTo>
                    <a:pt x="549" y="484"/>
                  </a:lnTo>
                  <a:lnTo>
                    <a:pt x="549" y="482"/>
                  </a:lnTo>
                  <a:lnTo>
                    <a:pt x="548" y="480"/>
                  </a:lnTo>
                  <a:lnTo>
                    <a:pt x="546" y="477"/>
                  </a:lnTo>
                  <a:lnTo>
                    <a:pt x="546" y="475"/>
                  </a:lnTo>
                  <a:lnTo>
                    <a:pt x="548" y="474"/>
                  </a:lnTo>
                  <a:lnTo>
                    <a:pt x="551" y="473"/>
                  </a:lnTo>
                  <a:lnTo>
                    <a:pt x="553" y="471"/>
                  </a:lnTo>
                  <a:lnTo>
                    <a:pt x="553" y="469"/>
                  </a:lnTo>
                  <a:lnTo>
                    <a:pt x="553" y="466"/>
                  </a:lnTo>
                  <a:lnTo>
                    <a:pt x="555" y="465"/>
                  </a:lnTo>
                  <a:lnTo>
                    <a:pt x="558" y="465"/>
                  </a:lnTo>
                  <a:lnTo>
                    <a:pt x="562" y="466"/>
                  </a:lnTo>
                  <a:lnTo>
                    <a:pt x="565" y="467"/>
                  </a:lnTo>
                  <a:lnTo>
                    <a:pt x="567" y="467"/>
                  </a:lnTo>
                  <a:lnTo>
                    <a:pt x="568" y="466"/>
                  </a:lnTo>
                  <a:lnTo>
                    <a:pt x="570" y="464"/>
                  </a:lnTo>
                  <a:lnTo>
                    <a:pt x="573" y="463"/>
                  </a:lnTo>
                  <a:lnTo>
                    <a:pt x="576" y="463"/>
                  </a:lnTo>
                  <a:lnTo>
                    <a:pt x="579" y="462"/>
                  </a:lnTo>
                  <a:lnTo>
                    <a:pt x="582" y="461"/>
                  </a:lnTo>
                  <a:lnTo>
                    <a:pt x="586" y="462"/>
                  </a:lnTo>
                  <a:lnTo>
                    <a:pt x="588" y="464"/>
                  </a:lnTo>
                  <a:lnTo>
                    <a:pt x="589" y="467"/>
                  </a:lnTo>
                  <a:lnTo>
                    <a:pt x="590" y="470"/>
                  </a:lnTo>
                  <a:lnTo>
                    <a:pt x="592" y="471"/>
                  </a:lnTo>
                  <a:lnTo>
                    <a:pt x="595" y="472"/>
                  </a:lnTo>
                  <a:lnTo>
                    <a:pt x="599" y="473"/>
                  </a:lnTo>
                  <a:lnTo>
                    <a:pt x="601" y="474"/>
                  </a:lnTo>
                  <a:lnTo>
                    <a:pt x="601" y="476"/>
                  </a:lnTo>
                  <a:lnTo>
                    <a:pt x="601" y="479"/>
                  </a:lnTo>
                  <a:lnTo>
                    <a:pt x="603" y="480"/>
                  </a:lnTo>
                  <a:lnTo>
                    <a:pt x="605" y="482"/>
                  </a:lnTo>
                  <a:lnTo>
                    <a:pt x="608" y="484"/>
                  </a:lnTo>
                  <a:close/>
                </a:path>
              </a:pathLst>
            </a:custGeom>
            <a:solidFill>
              <a:srgbClr val="59A3CD">
                <a:alpha val="9600"/>
              </a:srgbClr>
            </a:solidFill>
            <a:ln>
              <a:noFill/>
            </a:ln>
          </p:spPr>
          <p:txBody>
            <a:bodyPr anchor="ctr"/>
            <a:lstStyle/>
            <a:p>
              <a:pPr algn="ctr">
                <a:buNone/>
              </a:pPr>
            </a:p>
          </p:txBody>
        </p:sp>
        <p:sp>
          <p:nvSpPr>
            <p:cNvPr id="7586" name="addition:spatial:75">
              <a:extLst>
                <a:ext uri="{FF2B5EF4-FFF2-40B4-BE49-F238E27FC236}">
                  <ns2:creationId id="{B46CAA47-33B0-4F09-A0C7-5BC0BE9AA581}"/>
                </a:ext>
              </a:extLst>
            </p:cNvPr>
            <p:cNvSpPr>
              <a:spLocks noGrp="1"/>
            </p:cNvSpPr>
            <p:nvPr/>
          </p:nvSpPr>
          <p:spPr>
            <a:xfrm>
              <a:off x="5648325" y="1666875"/>
              <a:ext cx="840608" cy="896569"/>
            </a:xfrm>
            <a:custGeom>
              <a:rect l="l" t="t" r="r" b="b"/>
              <a:pathLst>
                <a:path w="634" h="530">
                  <a:moveTo>
                    <a:pt x="0" y="0"/>
                  </a:moveTo>
                  <a:moveTo>
                    <a:pt x="626" y="505"/>
                  </a:moveTo>
                  <a:lnTo>
                    <a:pt x="625" y="507"/>
                  </a:lnTo>
                  <a:lnTo>
                    <a:pt x="624" y="509"/>
                  </a:lnTo>
                  <a:lnTo>
                    <a:pt x="623" y="511"/>
                  </a:lnTo>
                  <a:lnTo>
                    <a:pt x="623" y="513"/>
                  </a:lnTo>
                  <a:lnTo>
                    <a:pt x="623" y="515"/>
                  </a:lnTo>
                  <a:lnTo>
                    <a:pt x="624" y="518"/>
                  </a:lnTo>
                  <a:lnTo>
                    <a:pt x="625" y="521"/>
                  </a:lnTo>
                  <a:lnTo>
                    <a:pt x="623" y="523"/>
                  </a:lnTo>
                  <a:lnTo>
                    <a:pt x="620" y="524"/>
                  </a:lnTo>
                  <a:lnTo>
                    <a:pt x="616" y="524"/>
                  </a:lnTo>
                  <a:lnTo>
                    <a:pt x="613" y="525"/>
                  </a:lnTo>
                  <a:lnTo>
                    <a:pt x="611" y="526"/>
                  </a:lnTo>
                  <a:lnTo>
                    <a:pt x="610" y="528"/>
                  </a:lnTo>
                  <a:lnTo>
                    <a:pt x="608" y="530"/>
                  </a:lnTo>
                  <a:lnTo>
                    <a:pt x="605" y="529"/>
                  </a:lnTo>
                  <a:lnTo>
                    <a:pt x="602" y="527"/>
                  </a:lnTo>
                  <a:lnTo>
                    <a:pt x="600" y="526"/>
                  </a:lnTo>
                  <a:lnTo>
                    <a:pt x="598" y="527"/>
                  </a:lnTo>
                  <a:lnTo>
                    <a:pt x="595" y="528"/>
                  </a:lnTo>
                  <a:lnTo>
                    <a:pt x="592" y="529"/>
                  </a:lnTo>
                  <a:lnTo>
                    <a:pt x="589" y="529"/>
                  </a:lnTo>
                  <a:lnTo>
                    <a:pt x="586" y="529"/>
                  </a:lnTo>
                  <a:lnTo>
                    <a:pt x="583" y="529"/>
                  </a:lnTo>
                  <a:lnTo>
                    <a:pt x="579" y="529"/>
                  </a:lnTo>
                  <a:lnTo>
                    <a:pt x="576" y="527"/>
                  </a:lnTo>
                  <a:lnTo>
                    <a:pt x="575" y="524"/>
                  </a:lnTo>
                  <a:lnTo>
                    <a:pt x="576" y="520"/>
                  </a:lnTo>
                  <a:lnTo>
                    <a:pt x="577" y="517"/>
                  </a:lnTo>
                  <a:lnTo>
                    <a:pt x="575" y="516"/>
                  </a:lnTo>
                  <a:lnTo>
                    <a:pt x="571" y="515"/>
                  </a:lnTo>
                  <a:lnTo>
                    <a:pt x="567" y="514"/>
                  </a:lnTo>
                  <a:lnTo>
                    <a:pt x="565" y="512"/>
                  </a:lnTo>
                  <a:lnTo>
                    <a:pt x="564" y="509"/>
                  </a:lnTo>
                  <a:lnTo>
                    <a:pt x="564" y="507"/>
                  </a:lnTo>
                  <a:lnTo>
                    <a:pt x="563" y="505"/>
                  </a:lnTo>
                  <a:lnTo>
                    <a:pt x="562" y="503"/>
                  </a:lnTo>
                  <a:lnTo>
                    <a:pt x="561" y="500"/>
                  </a:lnTo>
                  <a:lnTo>
                    <a:pt x="561" y="498"/>
                  </a:lnTo>
                  <a:lnTo>
                    <a:pt x="563" y="496"/>
                  </a:lnTo>
                  <a:lnTo>
                    <a:pt x="564" y="494"/>
                  </a:lnTo>
                  <a:lnTo>
                    <a:pt x="566" y="492"/>
                  </a:lnTo>
                  <a:lnTo>
                    <a:pt x="567" y="490"/>
                  </a:lnTo>
                  <a:lnTo>
                    <a:pt x="570" y="489"/>
                  </a:lnTo>
                  <a:lnTo>
                    <a:pt x="575" y="489"/>
                  </a:lnTo>
                  <a:lnTo>
                    <a:pt x="579" y="489"/>
                  </a:lnTo>
                  <a:lnTo>
                    <a:pt x="581" y="488"/>
                  </a:lnTo>
                  <a:lnTo>
                    <a:pt x="582" y="485"/>
                  </a:lnTo>
                  <a:lnTo>
                    <a:pt x="583" y="481"/>
                  </a:lnTo>
                  <a:lnTo>
                    <a:pt x="585" y="478"/>
                  </a:lnTo>
                  <a:lnTo>
                    <a:pt x="589" y="478"/>
                  </a:lnTo>
                  <a:lnTo>
                    <a:pt x="593" y="478"/>
                  </a:lnTo>
                  <a:lnTo>
                    <a:pt x="597" y="479"/>
                  </a:lnTo>
                  <a:lnTo>
                    <a:pt x="600" y="480"/>
                  </a:lnTo>
                  <a:lnTo>
                    <a:pt x="604" y="480"/>
                  </a:lnTo>
                  <a:lnTo>
                    <a:pt x="607" y="482"/>
                  </a:lnTo>
                  <a:lnTo>
                    <a:pt x="609" y="483"/>
                  </a:lnTo>
                  <a:lnTo>
                    <a:pt x="612" y="485"/>
                  </a:lnTo>
                  <a:lnTo>
                    <a:pt x="614" y="485"/>
                  </a:lnTo>
                  <a:lnTo>
                    <a:pt x="618" y="485"/>
                  </a:lnTo>
                  <a:lnTo>
                    <a:pt x="621" y="486"/>
                  </a:lnTo>
                  <a:lnTo>
                    <a:pt x="622" y="487"/>
                  </a:lnTo>
                  <a:lnTo>
                    <a:pt x="623" y="490"/>
                  </a:lnTo>
                  <a:lnTo>
                    <a:pt x="624" y="492"/>
                  </a:lnTo>
                  <a:lnTo>
                    <a:pt x="626" y="493"/>
                  </a:lnTo>
                  <a:lnTo>
                    <a:pt x="630" y="493"/>
                  </a:lnTo>
                  <a:lnTo>
                    <a:pt x="634" y="495"/>
                  </a:lnTo>
                  <a:lnTo>
                    <a:pt x="634" y="497"/>
                  </a:lnTo>
                  <a:lnTo>
                    <a:pt x="632" y="500"/>
                  </a:lnTo>
                  <a:lnTo>
                    <a:pt x="628" y="503"/>
                  </a:lnTo>
                  <a:close/>
                </a:path>
              </a:pathLst>
            </a:custGeom>
            <a:solidFill>
              <a:srgbClr val="59A3CD">
                <a:alpha val="9600"/>
              </a:srgbClr>
            </a:solidFill>
            <a:ln>
              <a:noFill/>
            </a:ln>
          </p:spPr>
          <p:txBody>
            <a:bodyPr anchor="ctr"/>
            <a:lstStyle/>
            <a:p>
              <a:pPr algn="ctr">
                <a:buNone/>
              </a:pPr>
            </a:p>
          </p:txBody>
        </p:sp>
        <p:sp>
          <p:nvSpPr>
            <p:cNvPr id="7587" name="addition:spatial:76">
              <a:extLst>
                <a:ext uri="{FF2B5EF4-FFF2-40B4-BE49-F238E27FC236}">
                  <ns2:creationId id="{2B1DD9E5-6E03-4F14-952E-9489438B5F0C}"/>
                </a:ext>
              </a:extLst>
            </p:cNvPr>
            <p:cNvSpPr>
              <a:spLocks noGrp="1"/>
            </p:cNvSpPr>
            <p:nvPr/>
          </p:nvSpPr>
          <p:spPr>
            <a:xfrm>
              <a:off x="5648325" y="1666875"/>
              <a:ext cx="822046" cy="933785"/>
            </a:xfrm>
            <a:custGeom>
              <a:rect l="l" t="t" r="r" b="b"/>
              <a:pathLst>
                <a:path w="620" h="552">
                  <a:moveTo>
                    <a:pt x="0" y="0"/>
                  </a:moveTo>
                  <a:moveTo>
                    <a:pt x="616" y="526"/>
                  </a:moveTo>
                  <a:lnTo>
                    <a:pt x="615" y="528"/>
                  </a:lnTo>
                  <a:lnTo>
                    <a:pt x="612" y="530"/>
                  </a:lnTo>
                  <a:lnTo>
                    <a:pt x="610" y="532"/>
                  </a:lnTo>
                  <a:lnTo>
                    <a:pt x="609" y="534"/>
                  </a:lnTo>
                  <a:lnTo>
                    <a:pt x="608" y="537"/>
                  </a:lnTo>
                  <a:lnTo>
                    <a:pt x="606" y="538"/>
                  </a:lnTo>
                  <a:lnTo>
                    <a:pt x="603" y="540"/>
                  </a:lnTo>
                  <a:lnTo>
                    <a:pt x="601" y="541"/>
                  </a:lnTo>
                  <a:lnTo>
                    <a:pt x="600" y="544"/>
                  </a:lnTo>
                  <a:lnTo>
                    <a:pt x="600" y="547"/>
                  </a:lnTo>
                  <a:lnTo>
                    <a:pt x="599" y="551"/>
                  </a:lnTo>
                  <a:lnTo>
                    <a:pt x="595" y="552"/>
                  </a:lnTo>
                  <a:lnTo>
                    <a:pt x="590" y="551"/>
                  </a:lnTo>
                  <a:lnTo>
                    <a:pt x="586" y="549"/>
                  </a:lnTo>
                  <a:lnTo>
                    <a:pt x="582" y="548"/>
                  </a:lnTo>
                  <a:lnTo>
                    <a:pt x="579" y="548"/>
                  </a:lnTo>
                  <a:lnTo>
                    <a:pt x="577" y="549"/>
                  </a:lnTo>
                  <a:lnTo>
                    <a:pt x="574" y="549"/>
                  </a:lnTo>
                  <a:lnTo>
                    <a:pt x="571" y="550"/>
                  </a:lnTo>
                  <a:lnTo>
                    <a:pt x="568" y="550"/>
                  </a:lnTo>
                  <a:lnTo>
                    <a:pt x="565" y="550"/>
                  </a:lnTo>
                  <a:lnTo>
                    <a:pt x="561" y="551"/>
                  </a:lnTo>
                  <a:lnTo>
                    <a:pt x="557" y="550"/>
                  </a:lnTo>
                  <a:lnTo>
                    <a:pt x="555" y="548"/>
                  </a:lnTo>
                  <a:lnTo>
                    <a:pt x="554" y="546"/>
                  </a:lnTo>
                  <a:lnTo>
                    <a:pt x="552" y="544"/>
                  </a:lnTo>
                  <a:lnTo>
                    <a:pt x="549" y="542"/>
                  </a:lnTo>
                  <a:lnTo>
                    <a:pt x="545" y="542"/>
                  </a:lnTo>
                  <a:lnTo>
                    <a:pt x="542" y="540"/>
                  </a:lnTo>
                  <a:lnTo>
                    <a:pt x="542" y="537"/>
                  </a:lnTo>
                  <a:lnTo>
                    <a:pt x="544" y="534"/>
                  </a:lnTo>
                  <a:lnTo>
                    <a:pt x="545" y="532"/>
                  </a:lnTo>
                  <a:lnTo>
                    <a:pt x="544" y="530"/>
                  </a:lnTo>
                  <a:lnTo>
                    <a:pt x="540" y="528"/>
                  </a:lnTo>
                  <a:lnTo>
                    <a:pt x="536" y="526"/>
                  </a:lnTo>
                  <a:lnTo>
                    <a:pt x="534" y="524"/>
                  </a:lnTo>
                  <a:lnTo>
                    <a:pt x="533" y="521"/>
                  </a:lnTo>
                  <a:lnTo>
                    <a:pt x="532" y="519"/>
                  </a:lnTo>
                  <a:lnTo>
                    <a:pt x="532" y="516"/>
                  </a:lnTo>
                  <a:lnTo>
                    <a:pt x="533" y="514"/>
                  </a:lnTo>
                  <a:lnTo>
                    <a:pt x="537" y="512"/>
                  </a:lnTo>
                  <a:lnTo>
                    <a:pt x="542" y="512"/>
                  </a:lnTo>
                  <a:lnTo>
                    <a:pt x="547" y="512"/>
                  </a:lnTo>
                  <a:lnTo>
                    <a:pt x="549" y="510"/>
                  </a:lnTo>
                  <a:lnTo>
                    <a:pt x="550" y="508"/>
                  </a:lnTo>
                  <a:lnTo>
                    <a:pt x="551" y="505"/>
                  </a:lnTo>
                  <a:lnTo>
                    <a:pt x="553" y="503"/>
                  </a:lnTo>
                  <a:lnTo>
                    <a:pt x="558" y="503"/>
                  </a:lnTo>
                  <a:lnTo>
                    <a:pt x="562" y="503"/>
                  </a:lnTo>
                  <a:lnTo>
                    <a:pt x="566" y="503"/>
                  </a:lnTo>
                  <a:lnTo>
                    <a:pt x="569" y="501"/>
                  </a:lnTo>
                  <a:lnTo>
                    <a:pt x="573" y="499"/>
                  </a:lnTo>
                  <a:lnTo>
                    <a:pt x="578" y="498"/>
                  </a:lnTo>
                  <a:lnTo>
                    <a:pt x="582" y="499"/>
                  </a:lnTo>
                  <a:lnTo>
                    <a:pt x="586" y="500"/>
                  </a:lnTo>
                  <a:lnTo>
                    <a:pt x="590" y="501"/>
                  </a:lnTo>
                  <a:lnTo>
                    <a:pt x="594" y="503"/>
                  </a:lnTo>
                  <a:lnTo>
                    <a:pt x="597" y="504"/>
                  </a:lnTo>
                  <a:lnTo>
                    <a:pt x="598" y="507"/>
                  </a:lnTo>
                  <a:lnTo>
                    <a:pt x="599" y="510"/>
                  </a:lnTo>
                  <a:lnTo>
                    <a:pt x="602" y="511"/>
                  </a:lnTo>
                  <a:lnTo>
                    <a:pt x="606" y="511"/>
                  </a:lnTo>
                  <a:lnTo>
                    <a:pt x="612" y="511"/>
                  </a:lnTo>
                  <a:lnTo>
                    <a:pt x="618" y="511"/>
                  </a:lnTo>
                  <a:lnTo>
                    <a:pt x="620" y="513"/>
                  </a:lnTo>
                  <a:lnTo>
                    <a:pt x="619" y="516"/>
                  </a:lnTo>
                  <a:lnTo>
                    <a:pt x="617" y="519"/>
                  </a:lnTo>
                  <a:lnTo>
                    <a:pt x="616" y="521"/>
                  </a:lnTo>
                  <a:lnTo>
                    <a:pt x="616" y="524"/>
                  </a:lnTo>
                  <a:close/>
                </a:path>
              </a:pathLst>
            </a:custGeom>
            <a:solidFill>
              <a:srgbClr val="59A3CD">
                <a:alpha val="9600"/>
              </a:srgbClr>
            </a:solidFill>
            <a:ln>
              <a:noFill/>
            </a:ln>
          </p:spPr>
          <p:txBody>
            <a:bodyPr anchor="ctr"/>
            <a:lstStyle/>
            <a:p>
              <a:pPr algn="ctr">
                <a:buNone/>
              </a:pPr>
            </a:p>
          </p:txBody>
        </p:sp>
        <p:sp>
          <p:nvSpPr>
            <p:cNvPr id="7588" name="addition:spatial:77">
              <a:extLst>
                <a:ext uri="{FF2B5EF4-FFF2-40B4-BE49-F238E27FC236}">
                  <ns2:creationId id="{B4021880-D64D-4559-9EE4-0D4F155F5B88}"/>
                </a:ext>
              </a:extLst>
            </p:cNvPr>
            <p:cNvSpPr>
              <a:spLocks noGrp="1"/>
            </p:cNvSpPr>
            <p:nvPr/>
          </p:nvSpPr>
          <p:spPr>
            <a:xfrm>
              <a:off x="5648325" y="1666875"/>
              <a:ext cx="758403" cy="937169"/>
            </a:xfrm>
            <a:custGeom>
              <a:rect l="l" t="t" r="r" b="b"/>
              <a:pathLst>
                <a:path w="572" h="554">
                  <a:moveTo>
                    <a:pt x="0" y="0"/>
                  </a:moveTo>
                  <a:moveTo>
                    <a:pt x="571" y="528"/>
                  </a:moveTo>
                  <a:lnTo>
                    <a:pt x="571" y="531"/>
                  </a:lnTo>
                  <a:lnTo>
                    <a:pt x="568" y="533"/>
                  </a:lnTo>
                  <a:lnTo>
                    <a:pt x="565" y="534"/>
                  </a:lnTo>
                  <a:lnTo>
                    <a:pt x="562" y="536"/>
                  </a:lnTo>
                  <a:lnTo>
                    <a:pt x="562" y="538"/>
                  </a:lnTo>
                  <a:lnTo>
                    <a:pt x="565" y="541"/>
                  </a:lnTo>
                  <a:lnTo>
                    <a:pt x="566" y="544"/>
                  </a:lnTo>
                  <a:lnTo>
                    <a:pt x="566" y="547"/>
                  </a:lnTo>
                  <a:lnTo>
                    <a:pt x="563" y="548"/>
                  </a:lnTo>
                  <a:lnTo>
                    <a:pt x="559" y="549"/>
                  </a:lnTo>
                  <a:lnTo>
                    <a:pt x="556" y="549"/>
                  </a:lnTo>
                  <a:lnTo>
                    <a:pt x="553" y="550"/>
                  </a:lnTo>
                  <a:lnTo>
                    <a:pt x="551" y="550"/>
                  </a:lnTo>
                  <a:lnTo>
                    <a:pt x="548" y="550"/>
                  </a:lnTo>
                  <a:lnTo>
                    <a:pt x="545" y="549"/>
                  </a:lnTo>
                  <a:lnTo>
                    <a:pt x="543" y="550"/>
                  </a:lnTo>
                  <a:lnTo>
                    <a:pt x="541" y="552"/>
                  </a:lnTo>
                  <a:lnTo>
                    <a:pt x="538" y="554"/>
                  </a:lnTo>
                  <a:lnTo>
                    <a:pt x="535" y="554"/>
                  </a:lnTo>
                  <a:lnTo>
                    <a:pt x="532" y="553"/>
                  </a:lnTo>
                  <a:lnTo>
                    <a:pt x="530" y="551"/>
                  </a:lnTo>
                  <a:lnTo>
                    <a:pt x="527" y="550"/>
                  </a:lnTo>
                  <a:lnTo>
                    <a:pt x="524" y="550"/>
                  </a:lnTo>
                  <a:lnTo>
                    <a:pt x="519" y="551"/>
                  </a:lnTo>
                  <a:lnTo>
                    <a:pt x="516" y="550"/>
                  </a:lnTo>
                  <a:lnTo>
                    <a:pt x="514" y="548"/>
                  </a:lnTo>
                  <a:lnTo>
                    <a:pt x="514" y="544"/>
                  </a:lnTo>
                  <a:lnTo>
                    <a:pt x="513" y="542"/>
                  </a:lnTo>
                  <a:lnTo>
                    <a:pt x="512" y="540"/>
                  </a:lnTo>
                  <a:lnTo>
                    <a:pt x="510" y="538"/>
                  </a:lnTo>
                  <a:lnTo>
                    <a:pt x="509" y="536"/>
                  </a:lnTo>
                  <a:lnTo>
                    <a:pt x="507" y="534"/>
                  </a:lnTo>
                  <a:lnTo>
                    <a:pt x="505" y="532"/>
                  </a:lnTo>
                  <a:lnTo>
                    <a:pt x="501" y="531"/>
                  </a:lnTo>
                  <a:lnTo>
                    <a:pt x="497" y="528"/>
                  </a:lnTo>
                  <a:lnTo>
                    <a:pt x="495" y="526"/>
                  </a:lnTo>
                  <a:lnTo>
                    <a:pt x="496" y="523"/>
                  </a:lnTo>
                  <a:lnTo>
                    <a:pt x="500" y="522"/>
                  </a:lnTo>
                  <a:lnTo>
                    <a:pt x="504" y="520"/>
                  </a:lnTo>
                  <a:lnTo>
                    <a:pt x="506" y="519"/>
                  </a:lnTo>
                  <a:lnTo>
                    <a:pt x="507" y="516"/>
                  </a:lnTo>
                  <a:lnTo>
                    <a:pt x="507" y="514"/>
                  </a:lnTo>
                  <a:lnTo>
                    <a:pt x="509" y="512"/>
                  </a:lnTo>
                  <a:lnTo>
                    <a:pt x="513" y="511"/>
                  </a:lnTo>
                  <a:lnTo>
                    <a:pt x="516" y="511"/>
                  </a:lnTo>
                  <a:lnTo>
                    <a:pt x="519" y="509"/>
                  </a:lnTo>
                  <a:lnTo>
                    <a:pt x="521" y="507"/>
                  </a:lnTo>
                  <a:lnTo>
                    <a:pt x="524" y="506"/>
                  </a:lnTo>
                  <a:lnTo>
                    <a:pt x="527" y="504"/>
                  </a:lnTo>
                  <a:lnTo>
                    <a:pt x="530" y="504"/>
                  </a:lnTo>
                  <a:lnTo>
                    <a:pt x="534" y="503"/>
                  </a:lnTo>
                  <a:lnTo>
                    <a:pt x="538" y="501"/>
                  </a:lnTo>
                  <a:lnTo>
                    <a:pt x="541" y="500"/>
                  </a:lnTo>
                  <a:lnTo>
                    <a:pt x="545" y="501"/>
                  </a:lnTo>
                  <a:lnTo>
                    <a:pt x="548" y="505"/>
                  </a:lnTo>
                  <a:lnTo>
                    <a:pt x="550" y="508"/>
                  </a:lnTo>
                  <a:lnTo>
                    <a:pt x="551" y="510"/>
                  </a:lnTo>
                  <a:lnTo>
                    <a:pt x="554" y="510"/>
                  </a:lnTo>
                  <a:lnTo>
                    <a:pt x="558" y="509"/>
                  </a:lnTo>
                  <a:lnTo>
                    <a:pt x="562" y="509"/>
                  </a:lnTo>
                  <a:lnTo>
                    <a:pt x="565" y="510"/>
                  </a:lnTo>
                  <a:lnTo>
                    <a:pt x="567" y="512"/>
                  </a:lnTo>
                  <a:lnTo>
                    <a:pt x="568" y="513"/>
                  </a:lnTo>
                  <a:lnTo>
                    <a:pt x="570" y="515"/>
                  </a:lnTo>
                  <a:lnTo>
                    <a:pt x="572" y="517"/>
                  </a:lnTo>
                  <a:lnTo>
                    <a:pt x="572" y="519"/>
                  </a:lnTo>
                  <a:lnTo>
                    <a:pt x="571" y="522"/>
                  </a:lnTo>
                  <a:lnTo>
                    <a:pt x="570" y="524"/>
                  </a:lnTo>
                  <a:lnTo>
                    <a:pt x="570" y="526"/>
                  </a:lnTo>
                  <a:close/>
                </a:path>
              </a:pathLst>
            </a:custGeom>
            <a:solidFill>
              <a:srgbClr val="59A3CD">
                <a:alpha val="9600"/>
              </a:srgbClr>
            </a:solidFill>
            <a:ln>
              <a:noFill/>
            </a:ln>
          </p:spPr>
          <p:txBody>
            <a:bodyPr anchor="ctr"/>
            <a:lstStyle/>
            <a:p>
              <a:pPr algn="ctr">
                <a:buNone/>
              </a:pPr>
            </a:p>
          </p:txBody>
        </p:sp>
        <p:sp>
          <p:nvSpPr>
            <p:cNvPr id="7589" name="addition:spatial:78">
              <a:extLst>
                <a:ext uri="{FF2B5EF4-FFF2-40B4-BE49-F238E27FC236}">
                  <ns2:creationId id="{69A57AC7-C95E-46DC-9989-4933887F86B9}"/>
                </a:ext>
              </a:extLst>
            </p:cNvPr>
            <p:cNvSpPr>
              <a:spLocks noGrp="1"/>
            </p:cNvSpPr>
            <p:nvPr/>
          </p:nvSpPr>
          <p:spPr>
            <a:xfrm>
              <a:off x="5648325" y="1666875"/>
              <a:ext cx="709346" cy="918561"/>
            </a:xfrm>
            <a:custGeom>
              <a:rect l="l" t="t" r="r" b="b"/>
              <a:pathLst>
                <a:path w="535" h="543">
                  <a:moveTo>
                    <a:pt x="0" y="0"/>
                  </a:moveTo>
                  <a:moveTo>
                    <a:pt x="530" y="519"/>
                  </a:moveTo>
                  <a:lnTo>
                    <a:pt x="532" y="521"/>
                  </a:lnTo>
                  <a:lnTo>
                    <a:pt x="533" y="523"/>
                  </a:lnTo>
                  <a:lnTo>
                    <a:pt x="532" y="525"/>
                  </a:lnTo>
                  <a:lnTo>
                    <a:pt x="530" y="526"/>
                  </a:lnTo>
                  <a:lnTo>
                    <a:pt x="529" y="528"/>
                  </a:lnTo>
                  <a:lnTo>
                    <a:pt x="529" y="530"/>
                  </a:lnTo>
                  <a:lnTo>
                    <a:pt x="530" y="532"/>
                  </a:lnTo>
                  <a:lnTo>
                    <a:pt x="529" y="535"/>
                  </a:lnTo>
                  <a:lnTo>
                    <a:pt x="528" y="536"/>
                  </a:lnTo>
                  <a:lnTo>
                    <a:pt x="525" y="537"/>
                  </a:lnTo>
                  <a:lnTo>
                    <a:pt x="523" y="537"/>
                  </a:lnTo>
                  <a:lnTo>
                    <a:pt x="521" y="538"/>
                  </a:lnTo>
                  <a:lnTo>
                    <a:pt x="519" y="538"/>
                  </a:lnTo>
                  <a:lnTo>
                    <a:pt x="516" y="538"/>
                  </a:lnTo>
                  <a:lnTo>
                    <a:pt x="514" y="537"/>
                  </a:lnTo>
                  <a:lnTo>
                    <a:pt x="512" y="536"/>
                  </a:lnTo>
                  <a:lnTo>
                    <a:pt x="511" y="538"/>
                  </a:lnTo>
                  <a:lnTo>
                    <a:pt x="508" y="540"/>
                  </a:lnTo>
                  <a:lnTo>
                    <a:pt x="505" y="543"/>
                  </a:lnTo>
                  <a:lnTo>
                    <a:pt x="503" y="543"/>
                  </a:lnTo>
                  <a:lnTo>
                    <a:pt x="500" y="541"/>
                  </a:lnTo>
                  <a:lnTo>
                    <a:pt x="498" y="539"/>
                  </a:lnTo>
                  <a:lnTo>
                    <a:pt x="496" y="538"/>
                  </a:lnTo>
                  <a:lnTo>
                    <a:pt x="494" y="537"/>
                  </a:lnTo>
                  <a:lnTo>
                    <a:pt x="491" y="536"/>
                  </a:lnTo>
                  <a:lnTo>
                    <a:pt x="489" y="534"/>
                  </a:lnTo>
                  <a:lnTo>
                    <a:pt x="488" y="532"/>
                  </a:lnTo>
                  <a:lnTo>
                    <a:pt x="487" y="531"/>
                  </a:lnTo>
                  <a:lnTo>
                    <a:pt x="485" y="529"/>
                  </a:lnTo>
                  <a:lnTo>
                    <a:pt x="483" y="528"/>
                  </a:lnTo>
                  <a:lnTo>
                    <a:pt x="481" y="527"/>
                  </a:lnTo>
                  <a:lnTo>
                    <a:pt x="481" y="525"/>
                  </a:lnTo>
                  <a:lnTo>
                    <a:pt x="481" y="523"/>
                  </a:lnTo>
                  <a:lnTo>
                    <a:pt x="479" y="521"/>
                  </a:lnTo>
                  <a:lnTo>
                    <a:pt x="476" y="519"/>
                  </a:lnTo>
                  <a:lnTo>
                    <a:pt x="473" y="517"/>
                  </a:lnTo>
                  <a:lnTo>
                    <a:pt x="473" y="515"/>
                  </a:lnTo>
                  <a:lnTo>
                    <a:pt x="475" y="513"/>
                  </a:lnTo>
                  <a:lnTo>
                    <a:pt x="479" y="512"/>
                  </a:lnTo>
                  <a:lnTo>
                    <a:pt x="483" y="511"/>
                  </a:lnTo>
                  <a:lnTo>
                    <a:pt x="485" y="510"/>
                  </a:lnTo>
                  <a:lnTo>
                    <a:pt x="486" y="508"/>
                  </a:lnTo>
                  <a:lnTo>
                    <a:pt x="487" y="507"/>
                  </a:lnTo>
                  <a:lnTo>
                    <a:pt x="489" y="505"/>
                  </a:lnTo>
                  <a:lnTo>
                    <a:pt x="491" y="504"/>
                  </a:lnTo>
                  <a:lnTo>
                    <a:pt x="492" y="502"/>
                  </a:lnTo>
                  <a:lnTo>
                    <a:pt x="494" y="500"/>
                  </a:lnTo>
                  <a:lnTo>
                    <a:pt x="496" y="498"/>
                  </a:lnTo>
                  <a:lnTo>
                    <a:pt x="499" y="498"/>
                  </a:lnTo>
                  <a:lnTo>
                    <a:pt x="503" y="498"/>
                  </a:lnTo>
                  <a:lnTo>
                    <a:pt x="506" y="499"/>
                  </a:lnTo>
                  <a:lnTo>
                    <a:pt x="508" y="499"/>
                  </a:lnTo>
                  <a:lnTo>
                    <a:pt x="511" y="498"/>
                  </a:lnTo>
                  <a:lnTo>
                    <a:pt x="514" y="497"/>
                  </a:lnTo>
                  <a:lnTo>
                    <a:pt x="516" y="498"/>
                  </a:lnTo>
                  <a:lnTo>
                    <a:pt x="518" y="501"/>
                  </a:lnTo>
                  <a:lnTo>
                    <a:pt x="519" y="503"/>
                  </a:lnTo>
                  <a:lnTo>
                    <a:pt x="520" y="504"/>
                  </a:lnTo>
                  <a:lnTo>
                    <a:pt x="523" y="504"/>
                  </a:lnTo>
                  <a:lnTo>
                    <a:pt x="526" y="503"/>
                  </a:lnTo>
                  <a:lnTo>
                    <a:pt x="528" y="504"/>
                  </a:lnTo>
                  <a:lnTo>
                    <a:pt x="530" y="505"/>
                  </a:lnTo>
                  <a:lnTo>
                    <a:pt x="532" y="506"/>
                  </a:lnTo>
                  <a:lnTo>
                    <a:pt x="534" y="507"/>
                  </a:lnTo>
                  <a:lnTo>
                    <a:pt x="535" y="509"/>
                  </a:lnTo>
                  <a:lnTo>
                    <a:pt x="535" y="511"/>
                  </a:lnTo>
                  <a:lnTo>
                    <a:pt x="533" y="514"/>
                  </a:lnTo>
                  <a:lnTo>
                    <a:pt x="530" y="516"/>
                  </a:lnTo>
                  <a:lnTo>
                    <a:pt x="529" y="518"/>
                  </a:lnTo>
                  <a:close/>
                </a:path>
              </a:pathLst>
            </a:custGeom>
            <a:solidFill>
              <a:srgbClr val="59A3CD">
                <a:alpha val="9600"/>
              </a:srgbClr>
            </a:solidFill>
            <a:ln>
              <a:noFill/>
            </a:ln>
          </p:spPr>
          <p:txBody>
            <a:bodyPr anchor="ctr"/>
            <a:lstStyle/>
            <a:p>
              <a:pPr algn="ctr">
                <a:buNone/>
              </a:pPr>
            </a:p>
          </p:txBody>
        </p:sp>
        <p:sp>
          <p:nvSpPr>
            <p:cNvPr id="7590" name="addition:spatial:79">
              <a:extLst>
                <a:ext uri="{FF2B5EF4-FFF2-40B4-BE49-F238E27FC236}">
                  <ns2:creationId id="{5F90D072-DE85-48FD-A454-0BB71C4FC8F4}"/>
                </a:ext>
              </a:extLst>
            </p:cNvPr>
            <p:cNvSpPr>
              <a:spLocks noGrp="1"/>
            </p:cNvSpPr>
            <p:nvPr/>
          </p:nvSpPr>
          <p:spPr>
            <a:xfrm>
              <a:off x="5648325" y="1666875"/>
              <a:ext cx="800832" cy="920252"/>
            </a:xfrm>
            <a:custGeom>
              <a:rect l="l" t="t" r="r" b="b"/>
              <a:pathLst>
                <a:path w="604" h="544">
                  <a:moveTo>
                    <a:pt x="0" y="0"/>
                  </a:moveTo>
                  <a:moveTo>
                    <a:pt x="602" y="516"/>
                  </a:moveTo>
                  <a:lnTo>
                    <a:pt x="599" y="518"/>
                  </a:lnTo>
                  <a:lnTo>
                    <a:pt x="595" y="520"/>
                  </a:lnTo>
                  <a:lnTo>
                    <a:pt x="593" y="522"/>
                  </a:lnTo>
                  <a:lnTo>
                    <a:pt x="593" y="525"/>
                  </a:lnTo>
                  <a:lnTo>
                    <a:pt x="593" y="528"/>
                  </a:lnTo>
                  <a:lnTo>
                    <a:pt x="592" y="530"/>
                  </a:lnTo>
                  <a:lnTo>
                    <a:pt x="588" y="531"/>
                  </a:lnTo>
                  <a:lnTo>
                    <a:pt x="583" y="532"/>
                  </a:lnTo>
                  <a:lnTo>
                    <a:pt x="580" y="533"/>
                  </a:lnTo>
                  <a:lnTo>
                    <a:pt x="579" y="536"/>
                  </a:lnTo>
                  <a:lnTo>
                    <a:pt x="578" y="540"/>
                  </a:lnTo>
                  <a:lnTo>
                    <a:pt x="576" y="543"/>
                  </a:lnTo>
                  <a:lnTo>
                    <a:pt x="572" y="544"/>
                  </a:lnTo>
                  <a:lnTo>
                    <a:pt x="567" y="543"/>
                  </a:lnTo>
                  <a:lnTo>
                    <a:pt x="563" y="542"/>
                  </a:lnTo>
                  <a:lnTo>
                    <a:pt x="559" y="542"/>
                  </a:lnTo>
                  <a:lnTo>
                    <a:pt x="556" y="541"/>
                  </a:lnTo>
                  <a:lnTo>
                    <a:pt x="553" y="540"/>
                  </a:lnTo>
                  <a:lnTo>
                    <a:pt x="551" y="539"/>
                  </a:lnTo>
                  <a:lnTo>
                    <a:pt x="548" y="538"/>
                  </a:lnTo>
                  <a:lnTo>
                    <a:pt x="545" y="540"/>
                  </a:lnTo>
                  <a:lnTo>
                    <a:pt x="540" y="542"/>
                  </a:lnTo>
                  <a:lnTo>
                    <a:pt x="536" y="543"/>
                  </a:lnTo>
                  <a:lnTo>
                    <a:pt x="533" y="541"/>
                  </a:lnTo>
                  <a:lnTo>
                    <a:pt x="531" y="538"/>
                  </a:lnTo>
                  <a:lnTo>
                    <a:pt x="531" y="535"/>
                  </a:lnTo>
                  <a:lnTo>
                    <a:pt x="529" y="533"/>
                  </a:lnTo>
                  <a:lnTo>
                    <a:pt x="526" y="532"/>
                  </a:lnTo>
                  <a:lnTo>
                    <a:pt x="522" y="530"/>
                  </a:lnTo>
                  <a:lnTo>
                    <a:pt x="521" y="528"/>
                  </a:lnTo>
                  <a:lnTo>
                    <a:pt x="522" y="525"/>
                  </a:lnTo>
                  <a:lnTo>
                    <a:pt x="523" y="522"/>
                  </a:lnTo>
                  <a:lnTo>
                    <a:pt x="523" y="520"/>
                  </a:lnTo>
                  <a:lnTo>
                    <a:pt x="521" y="518"/>
                  </a:lnTo>
                  <a:lnTo>
                    <a:pt x="520" y="516"/>
                  </a:lnTo>
                  <a:lnTo>
                    <a:pt x="519" y="514"/>
                  </a:lnTo>
                  <a:lnTo>
                    <a:pt x="519" y="511"/>
                  </a:lnTo>
                  <a:lnTo>
                    <a:pt x="517" y="509"/>
                  </a:lnTo>
                  <a:lnTo>
                    <a:pt x="514" y="505"/>
                  </a:lnTo>
                  <a:lnTo>
                    <a:pt x="512" y="502"/>
                  </a:lnTo>
                  <a:lnTo>
                    <a:pt x="513" y="499"/>
                  </a:lnTo>
                  <a:lnTo>
                    <a:pt x="519" y="499"/>
                  </a:lnTo>
                  <a:lnTo>
                    <a:pt x="525" y="499"/>
                  </a:lnTo>
                  <a:lnTo>
                    <a:pt x="529" y="499"/>
                  </a:lnTo>
                  <a:lnTo>
                    <a:pt x="531" y="497"/>
                  </a:lnTo>
                  <a:lnTo>
                    <a:pt x="532" y="495"/>
                  </a:lnTo>
                  <a:lnTo>
                    <a:pt x="534" y="493"/>
                  </a:lnTo>
                  <a:lnTo>
                    <a:pt x="537" y="491"/>
                  </a:lnTo>
                  <a:lnTo>
                    <a:pt x="541" y="491"/>
                  </a:lnTo>
                  <a:lnTo>
                    <a:pt x="545" y="490"/>
                  </a:lnTo>
                  <a:lnTo>
                    <a:pt x="548" y="489"/>
                  </a:lnTo>
                  <a:lnTo>
                    <a:pt x="552" y="487"/>
                  </a:lnTo>
                  <a:lnTo>
                    <a:pt x="557" y="487"/>
                  </a:lnTo>
                  <a:lnTo>
                    <a:pt x="561" y="488"/>
                  </a:lnTo>
                  <a:lnTo>
                    <a:pt x="565" y="489"/>
                  </a:lnTo>
                  <a:lnTo>
                    <a:pt x="570" y="489"/>
                  </a:lnTo>
                  <a:lnTo>
                    <a:pt x="575" y="489"/>
                  </a:lnTo>
                  <a:lnTo>
                    <a:pt x="579" y="490"/>
                  </a:lnTo>
                  <a:lnTo>
                    <a:pt x="582" y="493"/>
                  </a:lnTo>
                  <a:lnTo>
                    <a:pt x="582" y="497"/>
                  </a:lnTo>
                  <a:lnTo>
                    <a:pt x="582" y="500"/>
                  </a:lnTo>
                  <a:lnTo>
                    <a:pt x="585" y="501"/>
                  </a:lnTo>
                  <a:lnTo>
                    <a:pt x="590" y="501"/>
                  </a:lnTo>
                  <a:lnTo>
                    <a:pt x="596" y="502"/>
                  </a:lnTo>
                  <a:lnTo>
                    <a:pt x="601" y="503"/>
                  </a:lnTo>
                  <a:lnTo>
                    <a:pt x="603" y="505"/>
                  </a:lnTo>
                  <a:lnTo>
                    <a:pt x="603" y="508"/>
                  </a:lnTo>
                  <a:lnTo>
                    <a:pt x="604" y="511"/>
                  </a:lnTo>
                  <a:lnTo>
                    <a:pt x="604" y="513"/>
                  </a:lnTo>
                  <a:close/>
                </a:path>
              </a:pathLst>
            </a:custGeom>
            <a:solidFill>
              <a:srgbClr val="59A3CD">
                <a:alpha val="9600"/>
              </a:srgbClr>
            </a:solidFill>
            <a:ln>
              <a:noFill/>
            </a:ln>
          </p:spPr>
          <p:txBody>
            <a:bodyPr anchor="ctr"/>
            <a:lstStyle/>
            <a:p>
              <a:pPr algn="ctr">
                <a:buNone/>
              </a:pPr>
            </a:p>
          </p:txBody>
        </p:sp>
        <p:sp>
          <p:nvSpPr>
            <p:cNvPr id="7591" name="addition:spatial:80">
              <a:extLst>
                <a:ext uri="{FF2B5EF4-FFF2-40B4-BE49-F238E27FC236}">
                  <ns2:creationId id="{26A0085A-718F-4647-972D-28A2F3DB0B66}"/>
                </a:ext>
              </a:extLst>
            </p:cNvPr>
            <p:cNvSpPr>
              <a:spLocks noGrp="1"/>
            </p:cNvSpPr>
            <p:nvPr/>
          </p:nvSpPr>
          <p:spPr>
            <a:xfrm>
              <a:off x="5648325" y="1666875"/>
              <a:ext cx="828675" cy="935477"/>
            </a:xfrm>
            <a:custGeom>
              <a:rect l="l" t="t" r="r" b="b"/>
              <a:pathLst>
                <a:path w="625" h="553">
                  <a:moveTo>
                    <a:pt x="0" y="0"/>
                  </a:moveTo>
                  <a:moveTo>
                    <a:pt x="624" y="511"/>
                  </a:moveTo>
                  <a:lnTo>
                    <a:pt x="617" y="515"/>
                  </a:lnTo>
                  <a:lnTo>
                    <a:pt x="609" y="517"/>
                  </a:lnTo>
                  <a:lnTo>
                    <a:pt x="603" y="520"/>
                  </a:lnTo>
                  <a:lnTo>
                    <a:pt x="602" y="523"/>
                  </a:lnTo>
                  <a:lnTo>
                    <a:pt x="603" y="527"/>
                  </a:lnTo>
                  <a:lnTo>
                    <a:pt x="602" y="531"/>
                  </a:lnTo>
                  <a:lnTo>
                    <a:pt x="599" y="534"/>
                  </a:lnTo>
                  <a:lnTo>
                    <a:pt x="594" y="536"/>
                  </a:lnTo>
                  <a:lnTo>
                    <a:pt x="590" y="538"/>
                  </a:lnTo>
                  <a:lnTo>
                    <a:pt x="587" y="542"/>
                  </a:lnTo>
                  <a:lnTo>
                    <a:pt x="584" y="545"/>
                  </a:lnTo>
                  <a:lnTo>
                    <a:pt x="579" y="547"/>
                  </a:lnTo>
                  <a:lnTo>
                    <a:pt x="574" y="548"/>
                  </a:lnTo>
                  <a:lnTo>
                    <a:pt x="568" y="549"/>
                  </a:lnTo>
                  <a:lnTo>
                    <a:pt x="564" y="551"/>
                  </a:lnTo>
                  <a:lnTo>
                    <a:pt x="559" y="552"/>
                  </a:lnTo>
                  <a:lnTo>
                    <a:pt x="554" y="553"/>
                  </a:lnTo>
                  <a:lnTo>
                    <a:pt x="549" y="550"/>
                  </a:lnTo>
                  <a:lnTo>
                    <a:pt x="545" y="545"/>
                  </a:lnTo>
                  <a:lnTo>
                    <a:pt x="543" y="541"/>
                  </a:lnTo>
                  <a:lnTo>
                    <a:pt x="539" y="542"/>
                  </a:lnTo>
                  <a:lnTo>
                    <a:pt x="534" y="544"/>
                  </a:lnTo>
                  <a:lnTo>
                    <a:pt x="527" y="547"/>
                  </a:lnTo>
                  <a:lnTo>
                    <a:pt x="521" y="547"/>
                  </a:lnTo>
                  <a:lnTo>
                    <a:pt x="518" y="545"/>
                  </a:lnTo>
                  <a:lnTo>
                    <a:pt x="515" y="541"/>
                  </a:lnTo>
                  <a:lnTo>
                    <a:pt x="513" y="538"/>
                  </a:lnTo>
                  <a:lnTo>
                    <a:pt x="510" y="535"/>
                  </a:lnTo>
                  <a:lnTo>
                    <a:pt x="509" y="532"/>
                  </a:lnTo>
                  <a:lnTo>
                    <a:pt x="510" y="527"/>
                  </a:lnTo>
                  <a:lnTo>
                    <a:pt x="511" y="523"/>
                  </a:lnTo>
                  <a:lnTo>
                    <a:pt x="511" y="520"/>
                  </a:lnTo>
                  <a:lnTo>
                    <a:pt x="507" y="518"/>
                  </a:lnTo>
                  <a:lnTo>
                    <a:pt x="503" y="515"/>
                  </a:lnTo>
                  <a:lnTo>
                    <a:pt x="502" y="511"/>
                  </a:lnTo>
                  <a:lnTo>
                    <a:pt x="504" y="508"/>
                  </a:lnTo>
                  <a:lnTo>
                    <a:pt x="507" y="505"/>
                  </a:lnTo>
                  <a:lnTo>
                    <a:pt x="507" y="502"/>
                  </a:lnTo>
                  <a:lnTo>
                    <a:pt x="504" y="497"/>
                  </a:lnTo>
                  <a:lnTo>
                    <a:pt x="499" y="492"/>
                  </a:lnTo>
                  <a:lnTo>
                    <a:pt x="498" y="488"/>
                  </a:lnTo>
                  <a:lnTo>
                    <a:pt x="502" y="485"/>
                  </a:lnTo>
                  <a:lnTo>
                    <a:pt x="508" y="484"/>
                  </a:lnTo>
                  <a:lnTo>
                    <a:pt x="514" y="483"/>
                  </a:lnTo>
                  <a:lnTo>
                    <a:pt x="518" y="482"/>
                  </a:lnTo>
                  <a:lnTo>
                    <a:pt x="523" y="481"/>
                  </a:lnTo>
                  <a:lnTo>
                    <a:pt x="527" y="480"/>
                  </a:lnTo>
                  <a:lnTo>
                    <a:pt x="532" y="480"/>
                  </a:lnTo>
                  <a:lnTo>
                    <a:pt x="535" y="479"/>
                  </a:lnTo>
                  <a:lnTo>
                    <a:pt x="539" y="475"/>
                  </a:lnTo>
                  <a:lnTo>
                    <a:pt x="543" y="470"/>
                  </a:lnTo>
                  <a:lnTo>
                    <a:pt x="548" y="467"/>
                  </a:lnTo>
                  <a:lnTo>
                    <a:pt x="554" y="467"/>
                  </a:lnTo>
                  <a:lnTo>
                    <a:pt x="560" y="471"/>
                  </a:lnTo>
                  <a:lnTo>
                    <a:pt x="565" y="474"/>
                  </a:lnTo>
                  <a:lnTo>
                    <a:pt x="570" y="475"/>
                  </a:lnTo>
                  <a:lnTo>
                    <a:pt x="577" y="474"/>
                  </a:lnTo>
                  <a:lnTo>
                    <a:pt x="583" y="475"/>
                  </a:lnTo>
                  <a:lnTo>
                    <a:pt x="588" y="477"/>
                  </a:lnTo>
                  <a:lnTo>
                    <a:pt x="591" y="481"/>
                  </a:lnTo>
                  <a:lnTo>
                    <a:pt x="593" y="485"/>
                  </a:lnTo>
                  <a:lnTo>
                    <a:pt x="596" y="488"/>
                  </a:lnTo>
                  <a:lnTo>
                    <a:pt x="600" y="490"/>
                  </a:lnTo>
                  <a:lnTo>
                    <a:pt x="604" y="492"/>
                  </a:lnTo>
                  <a:lnTo>
                    <a:pt x="608" y="495"/>
                  </a:lnTo>
                  <a:lnTo>
                    <a:pt x="611" y="498"/>
                  </a:lnTo>
                  <a:lnTo>
                    <a:pt x="616" y="500"/>
                  </a:lnTo>
                  <a:lnTo>
                    <a:pt x="621" y="503"/>
                  </a:lnTo>
                  <a:lnTo>
                    <a:pt x="625" y="507"/>
                  </a:lnTo>
                  <a:close/>
                </a:path>
              </a:pathLst>
            </a:custGeom>
            <a:solidFill>
              <a:srgbClr val="0675B4">
                <a:alpha val="11100"/>
              </a:srgbClr>
            </a:solidFill>
            <a:ln>
              <a:noFill/>
            </a:ln>
          </p:spPr>
          <p:txBody>
            <a:bodyPr anchor="ctr"/>
            <a:lstStyle/>
            <a:p>
              <a:pPr algn="ctr">
                <a:buNone/>
              </a:pPr>
            </a:p>
          </p:txBody>
        </p:sp>
        <p:sp>
          <p:nvSpPr>
            <p:cNvPr id="7592" name="addition:spatial:81">
              <a:extLst>
                <a:ext uri="{FF2B5EF4-FFF2-40B4-BE49-F238E27FC236}">
                  <ns2:creationId id="{81C914B7-9119-4EF4-8C76-D2650EC703BF}"/>
                </a:ext>
              </a:extLst>
            </p:cNvPr>
            <p:cNvSpPr>
              <a:spLocks noGrp="1"/>
            </p:cNvSpPr>
            <p:nvPr/>
          </p:nvSpPr>
          <p:spPr>
            <a:xfrm>
              <a:off x="5648325" y="1666875"/>
              <a:ext cx="737189" cy="883036"/>
            </a:xfrm>
            <a:custGeom>
              <a:rect l="l" t="t" r="r" b="b"/>
              <a:pathLst>
                <a:path w="556" h="522">
                  <a:moveTo>
                    <a:pt x="0" y="0"/>
                  </a:moveTo>
                  <a:moveTo>
                    <a:pt x="556" y="500"/>
                  </a:moveTo>
                  <a:lnTo>
                    <a:pt x="555" y="502"/>
                  </a:lnTo>
                  <a:lnTo>
                    <a:pt x="554" y="504"/>
                  </a:lnTo>
                  <a:lnTo>
                    <a:pt x="553" y="505"/>
                  </a:lnTo>
                  <a:lnTo>
                    <a:pt x="554" y="507"/>
                  </a:lnTo>
                  <a:lnTo>
                    <a:pt x="555" y="509"/>
                  </a:lnTo>
                  <a:lnTo>
                    <a:pt x="555" y="511"/>
                  </a:lnTo>
                  <a:lnTo>
                    <a:pt x="554" y="513"/>
                  </a:lnTo>
                  <a:lnTo>
                    <a:pt x="553" y="514"/>
                  </a:lnTo>
                  <a:lnTo>
                    <a:pt x="551" y="515"/>
                  </a:lnTo>
                  <a:lnTo>
                    <a:pt x="550" y="517"/>
                  </a:lnTo>
                  <a:lnTo>
                    <a:pt x="547" y="517"/>
                  </a:lnTo>
                  <a:lnTo>
                    <a:pt x="545" y="516"/>
                  </a:lnTo>
                  <a:lnTo>
                    <a:pt x="542" y="515"/>
                  </a:lnTo>
                  <a:lnTo>
                    <a:pt x="540" y="515"/>
                  </a:lnTo>
                  <a:lnTo>
                    <a:pt x="539" y="517"/>
                  </a:lnTo>
                  <a:lnTo>
                    <a:pt x="537" y="520"/>
                  </a:lnTo>
                  <a:lnTo>
                    <a:pt x="535" y="522"/>
                  </a:lnTo>
                  <a:lnTo>
                    <a:pt x="532" y="522"/>
                  </a:lnTo>
                  <a:lnTo>
                    <a:pt x="530" y="521"/>
                  </a:lnTo>
                  <a:lnTo>
                    <a:pt x="527" y="520"/>
                  </a:lnTo>
                  <a:lnTo>
                    <a:pt x="525" y="519"/>
                  </a:lnTo>
                  <a:lnTo>
                    <a:pt x="522" y="519"/>
                  </a:lnTo>
                  <a:lnTo>
                    <a:pt x="520" y="518"/>
                  </a:lnTo>
                  <a:lnTo>
                    <a:pt x="518" y="517"/>
                  </a:lnTo>
                  <a:lnTo>
                    <a:pt x="516" y="515"/>
                  </a:lnTo>
                  <a:lnTo>
                    <a:pt x="514" y="514"/>
                  </a:lnTo>
                  <a:lnTo>
                    <a:pt x="512" y="513"/>
                  </a:lnTo>
                  <a:lnTo>
                    <a:pt x="510" y="511"/>
                  </a:lnTo>
                  <a:lnTo>
                    <a:pt x="509" y="510"/>
                  </a:lnTo>
                  <a:lnTo>
                    <a:pt x="509" y="508"/>
                  </a:lnTo>
                  <a:lnTo>
                    <a:pt x="508" y="506"/>
                  </a:lnTo>
                  <a:lnTo>
                    <a:pt x="506" y="505"/>
                  </a:lnTo>
                  <a:lnTo>
                    <a:pt x="503" y="504"/>
                  </a:lnTo>
                  <a:lnTo>
                    <a:pt x="499" y="502"/>
                  </a:lnTo>
                  <a:lnTo>
                    <a:pt x="499" y="500"/>
                  </a:lnTo>
                  <a:lnTo>
                    <a:pt x="500" y="498"/>
                  </a:lnTo>
                  <a:lnTo>
                    <a:pt x="504" y="497"/>
                  </a:lnTo>
                  <a:lnTo>
                    <a:pt x="507" y="495"/>
                  </a:lnTo>
                  <a:lnTo>
                    <a:pt x="509" y="494"/>
                  </a:lnTo>
                  <a:lnTo>
                    <a:pt x="509" y="492"/>
                  </a:lnTo>
                  <a:lnTo>
                    <a:pt x="510" y="491"/>
                  </a:lnTo>
                  <a:lnTo>
                    <a:pt x="512" y="490"/>
                  </a:lnTo>
                  <a:lnTo>
                    <a:pt x="514" y="488"/>
                  </a:lnTo>
                  <a:lnTo>
                    <a:pt x="515" y="486"/>
                  </a:lnTo>
                  <a:lnTo>
                    <a:pt x="516" y="484"/>
                  </a:lnTo>
                  <a:lnTo>
                    <a:pt x="517" y="482"/>
                  </a:lnTo>
                  <a:lnTo>
                    <a:pt x="520" y="482"/>
                  </a:lnTo>
                  <a:lnTo>
                    <a:pt x="523" y="482"/>
                  </a:lnTo>
                  <a:lnTo>
                    <a:pt x="526" y="482"/>
                  </a:lnTo>
                  <a:lnTo>
                    <a:pt x="528" y="481"/>
                  </a:lnTo>
                  <a:lnTo>
                    <a:pt x="530" y="479"/>
                  </a:lnTo>
                  <a:lnTo>
                    <a:pt x="532" y="478"/>
                  </a:lnTo>
                  <a:lnTo>
                    <a:pt x="535" y="479"/>
                  </a:lnTo>
                  <a:lnTo>
                    <a:pt x="537" y="482"/>
                  </a:lnTo>
                  <a:lnTo>
                    <a:pt x="538" y="484"/>
                  </a:lnTo>
                  <a:lnTo>
                    <a:pt x="540" y="485"/>
                  </a:lnTo>
                  <a:lnTo>
                    <a:pt x="542" y="484"/>
                  </a:lnTo>
                  <a:lnTo>
                    <a:pt x="544" y="484"/>
                  </a:lnTo>
                  <a:lnTo>
                    <a:pt x="547" y="484"/>
                  </a:lnTo>
                  <a:lnTo>
                    <a:pt x="549" y="484"/>
                  </a:lnTo>
                  <a:lnTo>
                    <a:pt x="551" y="485"/>
                  </a:lnTo>
                  <a:lnTo>
                    <a:pt x="553" y="486"/>
                  </a:lnTo>
                  <a:lnTo>
                    <a:pt x="555" y="487"/>
                  </a:lnTo>
                  <a:lnTo>
                    <a:pt x="555" y="489"/>
                  </a:lnTo>
                  <a:lnTo>
                    <a:pt x="554" y="492"/>
                  </a:lnTo>
                  <a:lnTo>
                    <a:pt x="552" y="494"/>
                  </a:lnTo>
                  <a:lnTo>
                    <a:pt x="552" y="496"/>
                  </a:lnTo>
                  <a:lnTo>
                    <a:pt x="553" y="497"/>
                  </a:lnTo>
                  <a:lnTo>
                    <a:pt x="555" y="498"/>
                  </a:lnTo>
                  <a:close/>
                </a:path>
              </a:pathLst>
            </a:custGeom>
            <a:solidFill>
              <a:srgbClr val="0072B2">
                <a:alpha val="10800"/>
              </a:srgbClr>
            </a:solidFill>
            <a:ln>
              <a:noFill/>
            </a:ln>
          </p:spPr>
          <p:txBody>
            <a:bodyPr anchor="ctr"/>
            <a:lstStyle/>
            <a:p>
              <a:pPr algn="ctr">
                <a:buNone/>
              </a:pPr>
            </a:p>
          </p:txBody>
        </p:sp>
        <p:sp>
          <p:nvSpPr>
            <p:cNvPr id="7593" name="addition:spatial:82">
              <a:extLst>
                <a:ext uri="{FF2B5EF4-FFF2-40B4-BE49-F238E27FC236}">
                  <ns2:creationId id="{52C56A88-6671-4203-A0BA-B2662B6CCC96}"/>
                </a:ext>
              </a:extLst>
            </p:cNvPr>
            <p:cNvSpPr>
              <a:spLocks noGrp="1"/>
            </p:cNvSpPr>
            <p:nvPr/>
          </p:nvSpPr>
          <p:spPr>
            <a:xfrm>
              <a:off x="5648325" y="1666875"/>
              <a:ext cx="788899" cy="864428"/>
            </a:xfrm>
            <a:custGeom>
              <a:rect l="l" t="t" r="r" b="b"/>
              <a:pathLst>
                <a:path w="595" h="511">
                  <a:moveTo>
                    <a:pt x="0" y="0"/>
                  </a:moveTo>
                  <a:moveTo>
                    <a:pt x="594" y="494"/>
                  </a:moveTo>
                  <a:lnTo>
                    <a:pt x="591" y="496"/>
                  </a:lnTo>
                  <a:lnTo>
                    <a:pt x="588" y="497"/>
                  </a:lnTo>
                  <a:lnTo>
                    <a:pt x="587" y="498"/>
                  </a:lnTo>
                  <a:lnTo>
                    <a:pt x="587" y="499"/>
                  </a:lnTo>
                  <a:lnTo>
                    <a:pt x="587" y="501"/>
                  </a:lnTo>
                  <a:lnTo>
                    <a:pt x="586" y="502"/>
                  </a:lnTo>
                  <a:lnTo>
                    <a:pt x="585" y="503"/>
                  </a:lnTo>
                  <a:lnTo>
                    <a:pt x="583" y="504"/>
                  </a:lnTo>
                  <a:lnTo>
                    <a:pt x="582" y="505"/>
                  </a:lnTo>
                  <a:lnTo>
                    <a:pt x="581" y="506"/>
                  </a:lnTo>
                  <a:lnTo>
                    <a:pt x="579" y="507"/>
                  </a:lnTo>
                  <a:lnTo>
                    <a:pt x="578" y="508"/>
                  </a:lnTo>
                  <a:lnTo>
                    <a:pt x="576" y="508"/>
                  </a:lnTo>
                  <a:lnTo>
                    <a:pt x="574" y="509"/>
                  </a:lnTo>
                  <a:lnTo>
                    <a:pt x="572" y="510"/>
                  </a:lnTo>
                  <a:lnTo>
                    <a:pt x="570" y="511"/>
                  </a:lnTo>
                  <a:lnTo>
                    <a:pt x="568" y="510"/>
                  </a:lnTo>
                  <a:lnTo>
                    <a:pt x="567" y="508"/>
                  </a:lnTo>
                  <a:lnTo>
                    <a:pt x="565" y="507"/>
                  </a:lnTo>
                  <a:lnTo>
                    <a:pt x="564" y="506"/>
                  </a:lnTo>
                  <a:lnTo>
                    <a:pt x="563" y="507"/>
                  </a:lnTo>
                  <a:lnTo>
                    <a:pt x="560" y="508"/>
                  </a:lnTo>
                  <a:lnTo>
                    <a:pt x="558" y="508"/>
                  </a:lnTo>
                  <a:lnTo>
                    <a:pt x="557" y="508"/>
                  </a:lnTo>
                  <a:lnTo>
                    <a:pt x="555" y="507"/>
                  </a:lnTo>
                  <a:lnTo>
                    <a:pt x="554" y="506"/>
                  </a:lnTo>
                  <a:lnTo>
                    <a:pt x="553" y="505"/>
                  </a:lnTo>
                  <a:lnTo>
                    <a:pt x="552" y="504"/>
                  </a:lnTo>
                  <a:lnTo>
                    <a:pt x="552" y="502"/>
                  </a:lnTo>
                  <a:lnTo>
                    <a:pt x="553" y="500"/>
                  </a:lnTo>
                  <a:lnTo>
                    <a:pt x="553" y="499"/>
                  </a:lnTo>
                  <a:lnTo>
                    <a:pt x="552" y="498"/>
                  </a:lnTo>
                  <a:lnTo>
                    <a:pt x="550" y="497"/>
                  </a:lnTo>
                  <a:lnTo>
                    <a:pt x="549" y="496"/>
                  </a:lnTo>
                  <a:lnTo>
                    <a:pt x="550" y="494"/>
                  </a:lnTo>
                  <a:lnTo>
                    <a:pt x="551" y="493"/>
                  </a:lnTo>
                  <a:lnTo>
                    <a:pt x="552" y="492"/>
                  </a:lnTo>
                  <a:lnTo>
                    <a:pt x="551" y="491"/>
                  </a:lnTo>
                  <a:lnTo>
                    <a:pt x="549" y="489"/>
                  </a:lnTo>
                  <a:lnTo>
                    <a:pt x="548" y="487"/>
                  </a:lnTo>
                  <a:lnTo>
                    <a:pt x="548" y="485"/>
                  </a:lnTo>
                  <a:lnTo>
                    <a:pt x="550" y="484"/>
                  </a:lnTo>
                  <a:lnTo>
                    <a:pt x="552" y="484"/>
                  </a:lnTo>
                  <a:lnTo>
                    <a:pt x="554" y="483"/>
                  </a:lnTo>
                  <a:lnTo>
                    <a:pt x="555" y="483"/>
                  </a:lnTo>
                  <a:lnTo>
                    <a:pt x="557" y="483"/>
                  </a:lnTo>
                  <a:lnTo>
                    <a:pt x="559" y="483"/>
                  </a:lnTo>
                  <a:lnTo>
                    <a:pt x="560" y="483"/>
                  </a:lnTo>
                  <a:lnTo>
                    <a:pt x="561" y="482"/>
                  </a:lnTo>
                  <a:lnTo>
                    <a:pt x="563" y="480"/>
                  </a:lnTo>
                  <a:lnTo>
                    <a:pt x="564" y="478"/>
                  </a:lnTo>
                  <a:lnTo>
                    <a:pt x="566" y="478"/>
                  </a:lnTo>
                  <a:lnTo>
                    <a:pt x="568" y="478"/>
                  </a:lnTo>
                  <a:lnTo>
                    <a:pt x="570" y="479"/>
                  </a:lnTo>
                  <a:lnTo>
                    <a:pt x="572" y="480"/>
                  </a:lnTo>
                  <a:lnTo>
                    <a:pt x="575" y="480"/>
                  </a:lnTo>
                  <a:lnTo>
                    <a:pt x="577" y="479"/>
                  </a:lnTo>
                  <a:lnTo>
                    <a:pt x="579" y="480"/>
                  </a:lnTo>
                  <a:lnTo>
                    <a:pt x="581" y="481"/>
                  </a:lnTo>
                  <a:lnTo>
                    <a:pt x="582" y="483"/>
                  </a:lnTo>
                  <a:lnTo>
                    <a:pt x="583" y="484"/>
                  </a:lnTo>
                  <a:lnTo>
                    <a:pt x="584" y="485"/>
                  </a:lnTo>
                  <a:lnTo>
                    <a:pt x="585" y="486"/>
                  </a:lnTo>
                  <a:lnTo>
                    <a:pt x="587" y="487"/>
                  </a:lnTo>
                  <a:lnTo>
                    <a:pt x="588" y="488"/>
                  </a:lnTo>
                  <a:lnTo>
                    <a:pt x="589" y="489"/>
                  </a:lnTo>
                  <a:lnTo>
                    <a:pt x="592" y="490"/>
                  </a:lnTo>
                  <a:lnTo>
                    <a:pt x="594" y="491"/>
                  </a:lnTo>
                  <a:lnTo>
                    <a:pt x="595" y="493"/>
                  </a:lnTo>
                  <a:close/>
                </a:path>
              </a:pathLst>
            </a:custGeom>
            <a:solidFill>
              <a:srgbClr val="0072B2">
                <a:alpha val="10800"/>
              </a:srgbClr>
            </a:solidFill>
            <a:ln>
              <a:noFill/>
            </a:ln>
          </p:spPr>
          <p:txBody>
            <a:bodyPr anchor="ctr"/>
            <a:lstStyle/>
            <a:p>
              <a:pPr algn="ctr">
                <a:buNone/>
              </a:pPr>
            </a:p>
          </p:txBody>
        </p:sp>
        <p:sp>
          <p:nvSpPr>
            <p:cNvPr id="7594" name="addition:spatial:83">
              <a:extLst>
                <a:ext uri="{FF2B5EF4-FFF2-40B4-BE49-F238E27FC236}">
                  <ns2:creationId id="{DD152F32-C3DE-49D9-B638-F9864275E1E8}"/>
                </a:ext>
              </a:extLst>
            </p:cNvPr>
            <p:cNvSpPr>
              <a:spLocks noGrp="1"/>
            </p:cNvSpPr>
            <p:nvPr/>
          </p:nvSpPr>
          <p:spPr>
            <a:xfrm>
              <a:off x="5648325" y="1666875"/>
              <a:ext cx="820720" cy="920252"/>
            </a:xfrm>
            <a:custGeom>
              <a:rect l="l" t="t" r="r" b="b"/>
              <a:pathLst>
                <a:path w="619" h="544">
                  <a:moveTo>
                    <a:pt x="0" y="0"/>
                  </a:moveTo>
                  <a:moveTo>
                    <a:pt x="617" y="521"/>
                  </a:moveTo>
                  <a:lnTo>
                    <a:pt x="619" y="523"/>
                  </a:lnTo>
                  <a:lnTo>
                    <a:pt x="618" y="525"/>
                  </a:lnTo>
                  <a:lnTo>
                    <a:pt x="615" y="526"/>
                  </a:lnTo>
                  <a:lnTo>
                    <a:pt x="612" y="527"/>
                  </a:lnTo>
                  <a:lnTo>
                    <a:pt x="611" y="529"/>
                  </a:lnTo>
                  <a:lnTo>
                    <a:pt x="611" y="531"/>
                  </a:lnTo>
                  <a:lnTo>
                    <a:pt x="610" y="532"/>
                  </a:lnTo>
                  <a:lnTo>
                    <a:pt x="608" y="533"/>
                  </a:lnTo>
                  <a:lnTo>
                    <a:pt x="605" y="534"/>
                  </a:lnTo>
                  <a:lnTo>
                    <a:pt x="603" y="535"/>
                  </a:lnTo>
                  <a:lnTo>
                    <a:pt x="601" y="536"/>
                  </a:lnTo>
                  <a:lnTo>
                    <a:pt x="599" y="537"/>
                  </a:lnTo>
                  <a:lnTo>
                    <a:pt x="597" y="538"/>
                  </a:lnTo>
                  <a:lnTo>
                    <a:pt x="594" y="539"/>
                  </a:lnTo>
                  <a:lnTo>
                    <a:pt x="591" y="540"/>
                  </a:lnTo>
                  <a:lnTo>
                    <a:pt x="589" y="541"/>
                  </a:lnTo>
                  <a:lnTo>
                    <a:pt x="586" y="543"/>
                  </a:lnTo>
                  <a:lnTo>
                    <a:pt x="583" y="544"/>
                  </a:lnTo>
                  <a:lnTo>
                    <a:pt x="580" y="543"/>
                  </a:lnTo>
                  <a:lnTo>
                    <a:pt x="577" y="540"/>
                  </a:lnTo>
                  <a:lnTo>
                    <a:pt x="576" y="537"/>
                  </a:lnTo>
                  <a:lnTo>
                    <a:pt x="574" y="536"/>
                  </a:lnTo>
                  <a:lnTo>
                    <a:pt x="572" y="536"/>
                  </a:lnTo>
                  <a:lnTo>
                    <a:pt x="569" y="536"/>
                  </a:lnTo>
                  <a:lnTo>
                    <a:pt x="566" y="536"/>
                  </a:lnTo>
                  <a:lnTo>
                    <a:pt x="564" y="535"/>
                  </a:lnTo>
                  <a:lnTo>
                    <a:pt x="562" y="534"/>
                  </a:lnTo>
                  <a:lnTo>
                    <a:pt x="560" y="533"/>
                  </a:lnTo>
                  <a:lnTo>
                    <a:pt x="558" y="531"/>
                  </a:lnTo>
                  <a:lnTo>
                    <a:pt x="557" y="530"/>
                  </a:lnTo>
                  <a:lnTo>
                    <a:pt x="557" y="528"/>
                  </a:lnTo>
                  <a:lnTo>
                    <a:pt x="558" y="526"/>
                  </a:lnTo>
                  <a:lnTo>
                    <a:pt x="559" y="524"/>
                  </a:lnTo>
                  <a:lnTo>
                    <a:pt x="558" y="522"/>
                  </a:lnTo>
                  <a:lnTo>
                    <a:pt x="557" y="521"/>
                  </a:lnTo>
                  <a:lnTo>
                    <a:pt x="558" y="519"/>
                  </a:lnTo>
                  <a:lnTo>
                    <a:pt x="560" y="517"/>
                  </a:lnTo>
                  <a:lnTo>
                    <a:pt x="564" y="516"/>
                  </a:lnTo>
                  <a:lnTo>
                    <a:pt x="566" y="515"/>
                  </a:lnTo>
                  <a:lnTo>
                    <a:pt x="566" y="513"/>
                  </a:lnTo>
                  <a:lnTo>
                    <a:pt x="564" y="511"/>
                  </a:lnTo>
                  <a:lnTo>
                    <a:pt x="563" y="508"/>
                  </a:lnTo>
                  <a:lnTo>
                    <a:pt x="564" y="506"/>
                  </a:lnTo>
                  <a:lnTo>
                    <a:pt x="566" y="505"/>
                  </a:lnTo>
                  <a:lnTo>
                    <a:pt x="568" y="504"/>
                  </a:lnTo>
                  <a:lnTo>
                    <a:pt x="570" y="503"/>
                  </a:lnTo>
                  <a:lnTo>
                    <a:pt x="573" y="502"/>
                  </a:lnTo>
                  <a:lnTo>
                    <a:pt x="575" y="503"/>
                  </a:lnTo>
                  <a:lnTo>
                    <a:pt x="578" y="504"/>
                  </a:lnTo>
                  <a:lnTo>
                    <a:pt x="580" y="504"/>
                  </a:lnTo>
                  <a:lnTo>
                    <a:pt x="582" y="503"/>
                  </a:lnTo>
                  <a:lnTo>
                    <a:pt x="583" y="502"/>
                  </a:lnTo>
                  <a:lnTo>
                    <a:pt x="585" y="500"/>
                  </a:lnTo>
                  <a:lnTo>
                    <a:pt x="588" y="500"/>
                  </a:lnTo>
                  <a:lnTo>
                    <a:pt x="590" y="501"/>
                  </a:lnTo>
                  <a:lnTo>
                    <a:pt x="592" y="503"/>
                  </a:lnTo>
                  <a:lnTo>
                    <a:pt x="594" y="503"/>
                  </a:lnTo>
                  <a:lnTo>
                    <a:pt x="597" y="503"/>
                  </a:lnTo>
                  <a:lnTo>
                    <a:pt x="600" y="502"/>
                  </a:lnTo>
                  <a:lnTo>
                    <a:pt x="603" y="503"/>
                  </a:lnTo>
                  <a:lnTo>
                    <a:pt x="604" y="505"/>
                  </a:lnTo>
                  <a:lnTo>
                    <a:pt x="605" y="507"/>
                  </a:lnTo>
                  <a:lnTo>
                    <a:pt x="605" y="509"/>
                  </a:lnTo>
                  <a:lnTo>
                    <a:pt x="606" y="511"/>
                  </a:lnTo>
                  <a:lnTo>
                    <a:pt x="607" y="513"/>
                  </a:lnTo>
                  <a:lnTo>
                    <a:pt x="607" y="514"/>
                  </a:lnTo>
                  <a:lnTo>
                    <a:pt x="608" y="516"/>
                  </a:lnTo>
                  <a:lnTo>
                    <a:pt x="610" y="517"/>
                  </a:lnTo>
                  <a:lnTo>
                    <a:pt x="613" y="519"/>
                  </a:lnTo>
                  <a:close/>
                </a:path>
              </a:pathLst>
            </a:custGeom>
            <a:solidFill>
              <a:srgbClr val="0072B2">
                <a:alpha val="10800"/>
              </a:srgbClr>
            </a:solidFill>
            <a:ln>
              <a:noFill/>
            </a:ln>
          </p:spPr>
          <p:txBody>
            <a:bodyPr anchor="ctr"/>
            <a:lstStyle/>
            <a:p>
              <a:pPr algn="ctr">
                <a:buNone/>
              </a:pPr>
            </a:p>
          </p:txBody>
        </p:sp>
        <p:sp>
          <p:nvSpPr>
            <p:cNvPr id="7595" name="addition:spatial:84">
              <a:extLst>
                <a:ext uri="{FF2B5EF4-FFF2-40B4-BE49-F238E27FC236}">
                  <ns2:creationId id="{94CE2A62-2AB4-4236-B516-E293F62CF023}"/>
                </a:ext>
              </a:extLst>
            </p:cNvPr>
            <p:cNvSpPr>
              <a:spLocks noGrp="1"/>
            </p:cNvSpPr>
            <p:nvPr/>
          </p:nvSpPr>
          <p:spPr>
            <a:xfrm>
              <a:off x="5648325" y="1666875"/>
              <a:ext cx="754426" cy="930402"/>
            </a:xfrm>
            <a:custGeom>
              <a:rect l="l" t="t" r="r" b="b"/>
              <a:pathLst>
                <a:path w="569" h="550">
                  <a:moveTo>
                    <a:pt x="0" y="0"/>
                  </a:moveTo>
                  <a:moveTo>
                    <a:pt x="567" y="532"/>
                  </a:moveTo>
                  <a:lnTo>
                    <a:pt x="567" y="533"/>
                  </a:lnTo>
                  <a:lnTo>
                    <a:pt x="567" y="535"/>
                  </a:lnTo>
                  <a:lnTo>
                    <a:pt x="567" y="536"/>
                  </a:lnTo>
                  <a:lnTo>
                    <a:pt x="566" y="538"/>
                  </a:lnTo>
                  <a:lnTo>
                    <a:pt x="565" y="539"/>
                  </a:lnTo>
                  <a:lnTo>
                    <a:pt x="565" y="540"/>
                  </a:lnTo>
                  <a:lnTo>
                    <a:pt x="566" y="543"/>
                  </a:lnTo>
                  <a:lnTo>
                    <a:pt x="567" y="545"/>
                  </a:lnTo>
                  <a:lnTo>
                    <a:pt x="566" y="546"/>
                  </a:lnTo>
                  <a:lnTo>
                    <a:pt x="563" y="546"/>
                  </a:lnTo>
                  <a:lnTo>
                    <a:pt x="560" y="546"/>
                  </a:lnTo>
                  <a:lnTo>
                    <a:pt x="557" y="545"/>
                  </a:lnTo>
                  <a:lnTo>
                    <a:pt x="555" y="545"/>
                  </a:lnTo>
                  <a:lnTo>
                    <a:pt x="554" y="546"/>
                  </a:lnTo>
                  <a:lnTo>
                    <a:pt x="553" y="547"/>
                  </a:lnTo>
                  <a:lnTo>
                    <a:pt x="551" y="548"/>
                  </a:lnTo>
                  <a:lnTo>
                    <a:pt x="549" y="548"/>
                  </a:lnTo>
                  <a:lnTo>
                    <a:pt x="547" y="549"/>
                  </a:lnTo>
                  <a:lnTo>
                    <a:pt x="545" y="550"/>
                  </a:lnTo>
                  <a:lnTo>
                    <a:pt x="542" y="550"/>
                  </a:lnTo>
                  <a:lnTo>
                    <a:pt x="540" y="549"/>
                  </a:lnTo>
                  <a:lnTo>
                    <a:pt x="538" y="548"/>
                  </a:lnTo>
                  <a:lnTo>
                    <a:pt x="537" y="546"/>
                  </a:lnTo>
                  <a:lnTo>
                    <a:pt x="534" y="546"/>
                  </a:lnTo>
                  <a:lnTo>
                    <a:pt x="532" y="546"/>
                  </a:lnTo>
                  <a:lnTo>
                    <a:pt x="529" y="545"/>
                  </a:lnTo>
                  <a:lnTo>
                    <a:pt x="528" y="543"/>
                  </a:lnTo>
                  <a:lnTo>
                    <a:pt x="528" y="541"/>
                  </a:lnTo>
                  <a:lnTo>
                    <a:pt x="529" y="539"/>
                  </a:lnTo>
                  <a:lnTo>
                    <a:pt x="528" y="538"/>
                  </a:lnTo>
                  <a:lnTo>
                    <a:pt x="525" y="537"/>
                  </a:lnTo>
                  <a:lnTo>
                    <a:pt x="522" y="536"/>
                  </a:lnTo>
                  <a:lnTo>
                    <a:pt x="519" y="535"/>
                  </a:lnTo>
                  <a:lnTo>
                    <a:pt x="518" y="534"/>
                  </a:lnTo>
                  <a:lnTo>
                    <a:pt x="518" y="532"/>
                  </a:lnTo>
                  <a:lnTo>
                    <a:pt x="518" y="530"/>
                  </a:lnTo>
                  <a:lnTo>
                    <a:pt x="518" y="529"/>
                  </a:lnTo>
                  <a:lnTo>
                    <a:pt x="520" y="527"/>
                  </a:lnTo>
                  <a:lnTo>
                    <a:pt x="523" y="526"/>
                  </a:lnTo>
                  <a:lnTo>
                    <a:pt x="526" y="526"/>
                  </a:lnTo>
                  <a:lnTo>
                    <a:pt x="527" y="525"/>
                  </a:lnTo>
                  <a:lnTo>
                    <a:pt x="527" y="523"/>
                  </a:lnTo>
                  <a:lnTo>
                    <a:pt x="527" y="521"/>
                  </a:lnTo>
                  <a:lnTo>
                    <a:pt x="528" y="519"/>
                  </a:lnTo>
                  <a:lnTo>
                    <a:pt x="531" y="519"/>
                  </a:lnTo>
                  <a:lnTo>
                    <a:pt x="534" y="519"/>
                  </a:lnTo>
                  <a:lnTo>
                    <a:pt x="536" y="518"/>
                  </a:lnTo>
                  <a:lnTo>
                    <a:pt x="538" y="517"/>
                  </a:lnTo>
                  <a:lnTo>
                    <a:pt x="540" y="515"/>
                  </a:lnTo>
                  <a:lnTo>
                    <a:pt x="542" y="514"/>
                  </a:lnTo>
                  <a:lnTo>
                    <a:pt x="544" y="513"/>
                  </a:lnTo>
                  <a:lnTo>
                    <a:pt x="547" y="514"/>
                  </a:lnTo>
                  <a:lnTo>
                    <a:pt x="549" y="515"/>
                  </a:lnTo>
                  <a:lnTo>
                    <a:pt x="552" y="515"/>
                  </a:lnTo>
                  <a:lnTo>
                    <a:pt x="553" y="516"/>
                  </a:lnTo>
                  <a:lnTo>
                    <a:pt x="555" y="517"/>
                  </a:lnTo>
                  <a:lnTo>
                    <a:pt x="556" y="519"/>
                  </a:lnTo>
                  <a:lnTo>
                    <a:pt x="557" y="520"/>
                  </a:lnTo>
                  <a:lnTo>
                    <a:pt x="560" y="519"/>
                  </a:lnTo>
                  <a:lnTo>
                    <a:pt x="563" y="518"/>
                  </a:lnTo>
                  <a:lnTo>
                    <a:pt x="566" y="518"/>
                  </a:lnTo>
                  <a:lnTo>
                    <a:pt x="568" y="519"/>
                  </a:lnTo>
                  <a:lnTo>
                    <a:pt x="568" y="521"/>
                  </a:lnTo>
                  <a:lnTo>
                    <a:pt x="567" y="523"/>
                  </a:lnTo>
                  <a:lnTo>
                    <a:pt x="567" y="525"/>
                  </a:lnTo>
                  <a:lnTo>
                    <a:pt x="568" y="526"/>
                  </a:lnTo>
                  <a:lnTo>
                    <a:pt x="569" y="527"/>
                  </a:lnTo>
                  <a:lnTo>
                    <a:pt x="569" y="529"/>
                  </a:lnTo>
                  <a:lnTo>
                    <a:pt x="568" y="530"/>
                  </a:lnTo>
                  <a:close/>
                </a:path>
              </a:pathLst>
            </a:custGeom>
            <a:solidFill>
              <a:srgbClr val="0072B2">
                <a:alpha val="10800"/>
              </a:srgbClr>
            </a:solidFill>
            <a:ln>
              <a:noFill/>
            </a:ln>
          </p:spPr>
          <p:txBody>
            <a:bodyPr anchor="ctr"/>
            <a:lstStyle/>
            <a:p>
              <a:pPr algn="ctr">
                <a:buNone/>
              </a:pPr>
            </a:p>
          </p:txBody>
        </p:sp>
        <p:sp>
          <p:nvSpPr>
            <p:cNvPr id="7596" name="addition:spatial:85">
              <a:extLst>
                <a:ext uri="{FF2B5EF4-FFF2-40B4-BE49-F238E27FC236}">
                  <ns2:creationId id="{B6A815A4-9667-4F16-9DDD-B5E5F9BD8202}"/>
                </a:ext>
              </a:extLst>
            </p:cNvPr>
            <p:cNvSpPr>
              <a:spLocks noGrp="1"/>
            </p:cNvSpPr>
            <p:nvPr/>
          </p:nvSpPr>
          <p:spPr>
            <a:xfrm>
              <a:off x="5648325" y="1666875"/>
              <a:ext cx="1569842" cy="950702"/>
            </a:xfrm>
            <a:custGeom>
              <a:rect l="l" t="t" r="r" b="b"/>
              <a:pathLst>
                <a:path w="1184" h="562">
                  <a:moveTo>
                    <a:pt x="0" y="0"/>
                  </a:moveTo>
                  <a:moveTo>
                    <a:pt x="1181" y="505"/>
                  </a:moveTo>
                  <a:lnTo>
                    <a:pt x="1176" y="510"/>
                  </a:lnTo>
                  <a:lnTo>
                    <a:pt x="1172" y="516"/>
                  </a:lnTo>
                  <a:lnTo>
                    <a:pt x="1168" y="521"/>
                  </a:lnTo>
                  <a:lnTo>
                    <a:pt x="1159" y="525"/>
                  </a:lnTo>
                  <a:lnTo>
                    <a:pt x="1148" y="527"/>
                  </a:lnTo>
                  <a:lnTo>
                    <a:pt x="1139" y="530"/>
                  </a:lnTo>
                  <a:lnTo>
                    <a:pt x="1136" y="534"/>
                  </a:lnTo>
                  <a:lnTo>
                    <a:pt x="1139" y="542"/>
                  </a:lnTo>
                  <a:lnTo>
                    <a:pt x="1141" y="552"/>
                  </a:lnTo>
                  <a:lnTo>
                    <a:pt x="1138" y="558"/>
                  </a:lnTo>
                  <a:lnTo>
                    <a:pt x="1128" y="561"/>
                  </a:lnTo>
                  <a:lnTo>
                    <a:pt x="1116" y="560"/>
                  </a:lnTo>
                  <a:lnTo>
                    <a:pt x="1105" y="559"/>
                  </a:lnTo>
                  <a:lnTo>
                    <a:pt x="1097" y="560"/>
                  </a:lnTo>
                  <a:lnTo>
                    <a:pt x="1089" y="562"/>
                  </a:lnTo>
                  <a:lnTo>
                    <a:pt x="1082" y="562"/>
                  </a:lnTo>
                  <a:lnTo>
                    <a:pt x="1074" y="561"/>
                  </a:lnTo>
                  <a:lnTo>
                    <a:pt x="1067" y="559"/>
                  </a:lnTo>
                  <a:lnTo>
                    <a:pt x="1060" y="559"/>
                  </a:lnTo>
                  <a:lnTo>
                    <a:pt x="1053" y="560"/>
                  </a:lnTo>
                  <a:lnTo>
                    <a:pt x="1046" y="560"/>
                  </a:lnTo>
                  <a:lnTo>
                    <a:pt x="1039" y="558"/>
                  </a:lnTo>
                  <a:lnTo>
                    <a:pt x="1035" y="554"/>
                  </a:lnTo>
                  <a:lnTo>
                    <a:pt x="1029" y="552"/>
                  </a:lnTo>
                  <a:lnTo>
                    <a:pt x="1019" y="552"/>
                  </a:lnTo>
                  <a:lnTo>
                    <a:pt x="1007" y="553"/>
                  </a:lnTo>
                  <a:lnTo>
                    <a:pt x="997" y="551"/>
                  </a:lnTo>
                  <a:lnTo>
                    <a:pt x="994" y="545"/>
                  </a:lnTo>
                  <a:lnTo>
                    <a:pt x="998" y="536"/>
                  </a:lnTo>
                  <a:lnTo>
                    <a:pt x="1003" y="528"/>
                  </a:lnTo>
                  <a:lnTo>
                    <a:pt x="1005" y="523"/>
                  </a:lnTo>
                  <a:lnTo>
                    <a:pt x="1002" y="519"/>
                  </a:lnTo>
                  <a:lnTo>
                    <a:pt x="996" y="514"/>
                  </a:lnTo>
                  <a:lnTo>
                    <a:pt x="992" y="510"/>
                  </a:lnTo>
                  <a:lnTo>
                    <a:pt x="989" y="505"/>
                  </a:lnTo>
                  <a:lnTo>
                    <a:pt x="984" y="500"/>
                  </a:lnTo>
                  <a:lnTo>
                    <a:pt x="978" y="494"/>
                  </a:lnTo>
                  <a:lnTo>
                    <a:pt x="973" y="488"/>
                  </a:lnTo>
                  <a:lnTo>
                    <a:pt x="975" y="482"/>
                  </a:lnTo>
                  <a:lnTo>
                    <a:pt x="983" y="478"/>
                  </a:lnTo>
                  <a:lnTo>
                    <a:pt x="991" y="476"/>
                  </a:lnTo>
                  <a:lnTo>
                    <a:pt x="996" y="472"/>
                  </a:lnTo>
                  <a:lnTo>
                    <a:pt x="998" y="466"/>
                  </a:lnTo>
                  <a:lnTo>
                    <a:pt x="999" y="460"/>
                  </a:lnTo>
                  <a:lnTo>
                    <a:pt x="1005" y="457"/>
                  </a:lnTo>
                  <a:lnTo>
                    <a:pt x="1016" y="457"/>
                  </a:lnTo>
                  <a:lnTo>
                    <a:pt x="1027" y="459"/>
                  </a:lnTo>
                  <a:lnTo>
                    <a:pt x="1036" y="460"/>
                  </a:lnTo>
                  <a:lnTo>
                    <a:pt x="1042" y="456"/>
                  </a:lnTo>
                  <a:lnTo>
                    <a:pt x="1048" y="450"/>
                  </a:lnTo>
                  <a:lnTo>
                    <a:pt x="1056" y="445"/>
                  </a:lnTo>
                  <a:lnTo>
                    <a:pt x="1065" y="443"/>
                  </a:lnTo>
                  <a:lnTo>
                    <a:pt x="1076" y="441"/>
                  </a:lnTo>
                  <a:lnTo>
                    <a:pt x="1086" y="441"/>
                  </a:lnTo>
                  <a:lnTo>
                    <a:pt x="1097" y="441"/>
                  </a:lnTo>
                  <a:lnTo>
                    <a:pt x="1107" y="444"/>
                  </a:lnTo>
                  <a:lnTo>
                    <a:pt x="1114" y="450"/>
                  </a:lnTo>
                  <a:lnTo>
                    <a:pt x="1118" y="458"/>
                  </a:lnTo>
                  <a:lnTo>
                    <a:pt x="1123" y="464"/>
                  </a:lnTo>
                  <a:lnTo>
                    <a:pt x="1131" y="466"/>
                  </a:lnTo>
                  <a:lnTo>
                    <a:pt x="1143" y="465"/>
                  </a:lnTo>
                  <a:lnTo>
                    <a:pt x="1155" y="466"/>
                  </a:lnTo>
                  <a:lnTo>
                    <a:pt x="1162" y="469"/>
                  </a:lnTo>
                  <a:lnTo>
                    <a:pt x="1165" y="475"/>
                  </a:lnTo>
                  <a:lnTo>
                    <a:pt x="1166" y="480"/>
                  </a:lnTo>
                  <a:lnTo>
                    <a:pt x="1170" y="485"/>
                  </a:lnTo>
                  <a:lnTo>
                    <a:pt x="1177" y="489"/>
                  </a:lnTo>
                  <a:lnTo>
                    <a:pt x="1183" y="494"/>
                  </a:lnTo>
                  <a:lnTo>
                    <a:pt x="1184" y="499"/>
                  </a:lnTo>
                  <a:close/>
                </a:path>
              </a:pathLst>
            </a:custGeom>
            <a:solidFill>
              <a:srgbClr val="F5DAC5">
                <a:alpha val="12900"/>
              </a:srgbClr>
            </a:solidFill>
            <a:ln>
              <a:noFill/>
            </a:ln>
          </p:spPr>
          <p:txBody>
            <a:bodyPr anchor="ctr"/>
            <a:lstStyle/>
            <a:p>
              <a:pPr algn="ctr">
                <a:buNone/>
              </a:pPr>
            </a:p>
          </p:txBody>
        </p:sp>
        <p:sp>
          <p:nvSpPr>
            <p:cNvPr id="7597" name="addition:spatial:86">
              <a:extLst>
                <a:ext uri="{FF2B5EF4-FFF2-40B4-BE49-F238E27FC236}">
                  <ns2:creationId id="{0B92CFB0-9AE3-44A9-A79B-8187E653BCFF}"/>
                </a:ext>
              </a:extLst>
            </p:cNvPr>
            <p:cNvSpPr>
              <a:spLocks noGrp="1"/>
            </p:cNvSpPr>
            <p:nvPr/>
          </p:nvSpPr>
          <p:spPr>
            <a:xfrm>
              <a:off x="5648325" y="1666875"/>
              <a:ext cx="1543324" cy="952393"/>
            </a:xfrm>
            <a:custGeom>
              <a:rect l="l" t="t" r="r" b="b"/>
              <a:pathLst>
                <a:path w="1164" h="563">
                  <a:moveTo>
                    <a:pt x="0" y="0"/>
                  </a:moveTo>
                  <a:moveTo>
                    <a:pt x="1141" y="510"/>
                  </a:moveTo>
                  <a:lnTo>
                    <a:pt x="1140" y="514"/>
                  </a:lnTo>
                  <a:lnTo>
                    <a:pt x="1140" y="518"/>
                  </a:lnTo>
                  <a:lnTo>
                    <a:pt x="1139" y="523"/>
                  </a:lnTo>
                  <a:lnTo>
                    <a:pt x="1136" y="527"/>
                  </a:lnTo>
                  <a:lnTo>
                    <a:pt x="1132" y="531"/>
                  </a:lnTo>
                  <a:lnTo>
                    <a:pt x="1131" y="535"/>
                  </a:lnTo>
                  <a:lnTo>
                    <a:pt x="1130" y="540"/>
                  </a:lnTo>
                  <a:lnTo>
                    <a:pt x="1126" y="545"/>
                  </a:lnTo>
                  <a:lnTo>
                    <a:pt x="1120" y="548"/>
                  </a:lnTo>
                  <a:lnTo>
                    <a:pt x="1113" y="549"/>
                  </a:lnTo>
                  <a:lnTo>
                    <a:pt x="1107" y="552"/>
                  </a:lnTo>
                  <a:lnTo>
                    <a:pt x="1103" y="556"/>
                  </a:lnTo>
                  <a:lnTo>
                    <a:pt x="1099" y="561"/>
                  </a:lnTo>
                  <a:lnTo>
                    <a:pt x="1092" y="563"/>
                  </a:lnTo>
                  <a:lnTo>
                    <a:pt x="1084" y="560"/>
                  </a:lnTo>
                  <a:lnTo>
                    <a:pt x="1076" y="555"/>
                  </a:lnTo>
                  <a:lnTo>
                    <a:pt x="1071" y="551"/>
                  </a:lnTo>
                  <a:lnTo>
                    <a:pt x="1066" y="551"/>
                  </a:lnTo>
                  <a:lnTo>
                    <a:pt x="1060" y="555"/>
                  </a:lnTo>
                  <a:lnTo>
                    <a:pt x="1053" y="558"/>
                  </a:lnTo>
                  <a:lnTo>
                    <a:pt x="1046" y="560"/>
                  </a:lnTo>
                  <a:lnTo>
                    <a:pt x="1039" y="559"/>
                  </a:lnTo>
                  <a:lnTo>
                    <a:pt x="1032" y="558"/>
                  </a:lnTo>
                  <a:lnTo>
                    <a:pt x="1024" y="556"/>
                  </a:lnTo>
                  <a:lnTo>
                    <a:pt x="1018" y="553"/>
                  </a:lnTo>
                  <a:lnTo>
                    <a:pt x="1015" y="548"/>
                  </a:lnTo>
                  <a:lnTo>
                    <a:pt x="1015" y="542"/>
                  </a:lnTo>
                  <a:lnTo>
                    <a:pt x="1014" y="537"/>
                  </a:lnTo>
                  <a:lnTo>
                    <a:pt x="1010" y="533"/>
                  </a:lnTo>
                  <a:lnTo>
                    <a:pt x="1002" y="531"/>
                  </a:lnTo>
                  <a:lnTo>
                    <a:pt x="995" y="528"/>
                  </a:lnTo>
                  <a:lnTo>
                    <a:pt x="992" y="523"/>
                  </a:lnTo>
                  <a:lnTo>
                    <a:pt x="994" y="518"/>
                  </a:lnTo>
                  <a:lnTo>
                    <a:pt x="996" y="514"/>
                  </a:lnTo>
                  <a:lnTo>
                    <a:pt x="994" y="510"/>
                  </a:lnTo>
                  <a:lnTo>
                    <a:pt x="987" y="506"/>
                  </a:lnTo>
                  <a:lnTo>
                    <a:pt x="979" y="500"/>
                  </a:lnTo>
                  <a:lnTo>
                    <a:pt x="976" y="495"/>
                  </a:lnTo>
                  <a:lnTo>
                    <a:pt x="978" y="490"/>
                  </a:lnTo>
                  <a:lnTo>
                    <a:pt x="983" y="487"/>
                  </a:lnTo>
                  <a:lnTo>
                    <a:pt x="989" y="483"/>
                  </a:lnTo>
                  <a:lnTo>
                    <a:pt x="994" y="480"/>
                  </a:lnTo>
                  <a:lnTo>
                    <a:pt x="1002" y="478"/>
                  </a:lnTo>
                  <a:lnTo>
                    <a:pt x="1011" y="478"/>
                  </a:lnTo>
                  <a:lnTo>
                    <a:pt x="1020" y="478"/>
                  </a:lnTo>
                  <a:lnTo>
                    <a:pt x="1025" y="475"/>
                  </a:lnTo>
                  <a:lnTo>
                    <a:pt x="1027" y="470"/>
                  </a:lnTo>
                  <a:lnTo>
                    <a:pt x="1030" y="462"/>
                  </a:lnTo>
                  <a:lnTo>
                    <a:pt x="1036" y="457"/>
                  </a:lnTo>
                  <a:lnTo>
                    <a:pt x="1045" y="456"/>
                  </a:lnTo>
                  <a:lnTo>
                    <a:pt x="1055" y="458"/>
                  </a:lnTo>
                  <a:lnTo>
                    <a:pt x="1064" y="460"/>
                  </a:lnTo>
                  <a:lnTo>
                    <a:pt x="1072" y="460"/>
                  </a:lnTo>
                  <a:lnTo>
                    <a:pt x="1081" y="458"/>
                  </a:lnTo>
                  <a:lnTo>
                    <a:pt x="1090" y="458"/>
                  </a:lnTo>
                  <a:lnTo>
                    <a:pt x="1098" y="461"/>
                  </a:lnTo>
                  <a:lnTo>
                    <a:pt x="1104" y="465"/>
                  </a:lnTo>
                  <a:lnTo>
                    <a:pt x="1110" y="469"/>
                  </a:lnTo>
                  <a:lnTo>
                    <a:pt x="1116" y="471"/>
                  </a:lnTo>
                  <a:lnTo>
                    <a:pt x="1122" y="473"/>
                  </a:lnTo>
                  <a:lnTo>
                    <a:pt x="1127" y="477"/>
                  </a:lnTo>
                  <a:lnTo>
                    <a:pt x="1130" y="480"/>
                  </a:lnTo>
                  <a:lnTo>
                    <a:pt x="1134" y="483"/>
                  </a:lnTo>
                  <a:lnTo>
                    <a:pt x="1143" y="485"/>
                  </a:lnTo>
                  <a:lnTo>
                    <a:pt x="1154" y="486"/>
                  </a:lnTo>
                  <a:lnTo>
                    <a:pt x="1163" y="489"/>
                  </a:lnTo>
                  <a:lnTo>
                    <a:pt x="1164" y="494"/>
                  </a:lnTo>
                  <a:lnTo>
                    <a:pt x="1157" y="500"/>
                  </a:lnTo>
                  <a:lnTo>
                    <a:pt x="1147" y="506"/>
                  </a:lnTo>
                  <a:close/>
                </a:path>
              </a:pathLst>
            </a:custGeom>
            <a:solidFill>
              <a:srgbClr val="ECB78D">
                <a:alpha val="12900"/>
              </a:srgbClr>
            </a:solidFill>
            <a:ln>
              <a:noFill/>
            </a:ln>
          </p:spPr>
          <p:txBody>
            <a:bodyPr anchor="ctr"/>
            <a:lstStyle/>
            <a:p>
              <a:pPr algn="ctr">
                <a:buNone/>
              </a:pPr>
            </a:p>
          </p:txBody>
        </p:sp>
        <p:sp>
          <p:nvSpPr>
            <p:cNvPr id="7598" name="addition:spatial:87">
              <a:extLst>
                <a:ext uri="{FF2B5EF4-FFF2-40B4-BE49-F238E27FC236}">
                  <ns2:creationId id="{81A9CAAE-A640-4154-BE7F-63D009A58DCD}"/>
                </a:ext>
              </a:extLst>
            </p:cNvPr>
            <p:cNvSpPr>
              <a:spLocks noGrp="1"/>
            </p:cNvSpPr>
            <p:nvPr/>
          </p:nvSpPr>
          <p:spPr>
            <a:xfrm>
              <a:off x="5648325" y="1666875"/>
              <a:ext cx="1520784" cy="952393"/>
            </a:xfrm>
            <a:custGeom>
              <a:rect l="l" t="t" r="r" b="b"/>
              <a:pathLst>
                <a:path w="1147" h="563">
                  <a:moveTo>
                    <a:pt x="0" y="0"/>
                  </a:moveTo>
                  <a:moveTo>
                    <a:pt x="1132" y="515"/>
                  </a:moveTo>
                  <a:lnTo>
                    <a:pt x="1129" y="519"/>
                  </a:lnTo>
                  <a:lnTo>
                    <a:pt x="1130" y="523"/>
                  </a:lnTo>
                  <a:lnTo>
                    <a:pt x="1131" y="527"/>
                  </a:lnTo>
                  <a:lnTo>
                    <a:pt x="1127" y="530"/>
                  </a:lnTo>
                  <a:lnTo>
                    <a:pt x="1120" y="533"/>
                  </a:lnTo>
                  <a:lnTo>
                    <a:pt x="1115" y="535"/>
                  </a:lnTo>
                  <a:lnTo>
                    <a:pt x="1111" y="539"/>
                  </a:lnTo>
                  <a:lnTo>
                    <a:pt x="1109" y="543"/>
                  </a:lnTo>
                  <a:lnTo>
                    <a:pt x="1105" y="546"/>
                  </a:lnTo>
                  <a:lnTo>
                    <a:pt x="1101" y="549"/>
                  </a:lnTo>
                  <a:lnTo>
                    <a:pt x="1095" y="552"/>
                  </a:lnTo>
                  <a:lnTo>
                    <a:pt x="1091" y="556"/>
                  </a:lnTo>
                  <a:lnTo>
                    <a:pt x="1087" y="560"/>
                  </a:lnTo>
                  <a:lnTo>
                    <a:pt x="1081" y="563"/>
                  </a:lnTo>
                  <a:lnTo>
                    <a:pt x="1073" y="562"/>
                  </a:lnTo>
                  <a:lnTo>
                    <a:pt x="1066" y="558"/>
                  </a:lnTo>
                  <a:lnTo>
                    <a:pt x="1060" y="552"/>
                  </a:lnTo>
                  <a:lnTo>
                    <a:pt x="1055" y="550"/>
                  </a:lnTo>
                  <a:lnTo>
                    <a:pt x="1050" y="552"/>
                  </a:lnTo>
                  <a:lnTo>
                    <a:pt x="1045" y="555"/>
                  </a:lnTo>
                  <a:lnTo>
                    <a:pt x="1038" y="557"/>
                  </a:lnTo>
                  <a:lnTo>
                    <a:pt x="1033" y="556"/>
                  </a:lnTo>
                  <a:lnTo>
                    <a:pt x="1028" y="554"/>
                  </a:lnTo>
                  <a:lnTo>
                    <a:pt x="1023" y="553"/>
                  </a:lnTo>
                  <a:lnTo>
                    <a:pt x="1017" y="551"/>
                  </a:lnTo>
                  <a:lnTo>
                    <a:pt x="1012" y="549"/>
                  </a:lnTo>
                  <a:lnTo>
                    <a:pt x="1009" y="545"/>
                  </a:lnTo>
                  <a:lnTo>
                    <a:pt x="1009" y="541"/>
                  </a:lnTo>
                  <a:lnTo>
                    <a:pt x="1007" y="537"/>
                  </a:lnTo>
                  <a:lnTo>
                    <a:pt x="1004" y="534"/>
                  </a:lnTo>
                  <a:lnTo>
                    <a:pt x="999" y="531"/>
                  </a:lnTo>
                  <a:lnTo>
                    <a:pt x="997" y="527"/>
                  </a:lnTo>
                  <a:lnTo>
                    <a:pt x="999" y="522"/>
                  </a:lnTo>
                  <a:lnTo>
                    <a:pt x="1004" y="518"/>
                  </a:lnTo>
                  <a:lnTo>
                    <a:pt x="1006" y="515"/>
                  </a:lnTo>
                  <a:lnTo>
                    <a:pt x="1002" y="512"/>
                  </a:lnTo>
                  <a:lnTo>
                    <a:pt x="993" y="507"/>
                  </a:lnTo>
                  <a:lnTo>
                    <a:pt x="986" y="502"/>
                  </a:lnTo>
                  <a:lnTo>
                    <a:pt x="985" y="497"/>
                  </a:lnTo>
                  <a:lnTo>
                    <a:pt x="988" y="494"/>
                  </a:lnTo>
                  <a:lnTo>
                    <a:pt x="994" y="491"/>
                  </a:lnTo>
                  <a:lnTo>
                    <a:pt x="998" y="488"/>
                  </a:lnTo>
                  <a:lnTo>
                    <a:pt x="1003" y="486"/>
                  </a:lnTo>
                  <a:lnTo>
                    <a:pt x="1009" y="485"/>
                  </a:lnTo>
                  <a:lnTo>
                    <a:pt x="1016" y="484"/>
                  </a:lnTo>
                  <a:lnTo>
                    <a:pt x="1022" y="484"/>
                  </a:lnTo>
                  <a:lnTo>
                    <a:pt x="1026" y="481"/>
                  </a:lnTo>
                  <a:lnTo>
                    <a:pt x="1029" y="477"/>
                  </a:lnTo>
                  <a:lnTo>
                    <a:pt x="1033" y="472"/>
                  </a:lnTo>
                  <a:lnTo>
                    <a:pt x="1039" y="470"/>
                  </a:lnTo>
                  <a:lnTo>
                    <a:pt x="1047" y="471"/>
                  </a:lnTo>
                  <a:lnTo>
                    <a:pt x="1054" y="473"/>
                  </a:lnTo>
                  <a:lnTo>
                    <a:pt x="1061" y="473"/>
                  </a:lnTo>
                  <a:lnTo>
                    <a:pt x="1068" y="471"/>
                  </a:lnTo>
                  <a:lnTo>
                    <a:pt x="1077" y="468"/>
                  </a:lnTo>
                  <a:lnTo>
                    <a:pt x="1085" y="468"/>
                  </a:lnTo>
                  <a:lnTo>
                    <a:pt x="1092" y="472"/>
                  </a:lnTo>
                  <a:lnTo>
                    <a:pt x="1096" y="477"/>
                  </a:lnTo>
                  <a:lnTo>
                    <a:pt x="1100" y="481"/>
                  </a:lnTo>
                  <a:lnTo>
                    <a:pt x="1104" y="484"/>
                  </a:lnTo>
                  <a:lnTo>
                    <a:pt x="1109" y="487"/>
                  </a:lnTo>
                  <a:lnTo>
                    <a:pt x="1113" y="490"/>
                  </a:lnTo>
                  <a:lnTo>
                    <a:pt x="1117" y="492"/>
                  </a:lnTo>
                  <a:lnTo>
                    <a:pt x="1123" y="494"/>
                  </a:lnTo>
                  <a:lnTo>
                    <a:pt x="1132" y="496"/>
                  </a:lnTo>
                  <a:lnTo>
                    <a:pt x="1141" y="498"/>
                  </a:lnTo>
                  <a:lnTo>
                    <a:pt x="1147" y="501"/>
                  </a:lnTo>
                  <a:lnTo>
                    <a:pt x="1145" y="506"/>
                  </a:lnTo>
                  <a:lnTo>
                    <a:pt x="1139" y="511"/>
                  </a:lnTo>
                  <a:close/>
                </a:path>
              </a:pathLst>
            </a:custGeom>
            <a:solidFill>
              <a:srgbClr val="E18B48">
                <a:alpha val="10500"/>
              </a:srgbClr>
            </a:solidFill>
            <a:ln>
              <a:noFill/>
            </a:ln>
          </p:spPr>
          <p:txBody>
            <a:bodyPr anchor="ctr"/>
            <a:lstStyle/>
            <a:p>
              <a:pPr algn="ctr">
                <a:buNone/>
              </a:pPr>
            </a:p>
          </p:txBody>
        </p:sp>
        <p:sp>
          <p:nvSpPr>
            <p:cNvPr id="7599" name="addition:spatial:88">
              <a:extLst>
                <a:ext uri="{FF2B5EF4-FFF2-40B4-BE49-F238E27FC236}">
                  <ns2:creationId id="{92A85871-9A5F-41BD-85C9-5AB31C51701E}"/>
                </a:ext>
              </a:extLst>
            </p:cNvPr>
            <p:cNvSpPr>
              <a:spLocks noGrp="1"/>
            </p:cNvSpPr>
            <p:nvPr/>
          </p:nvSpPr>
          <p:spPr>
            <a:xfrm>
              <a:off x="5648325" y="1666875"/>
              <a:ext cx="1414714" cy="877961"/>
            </a:xfrm>
            <a:custGeom>
              <a:rect l="l" t="t" r="r" b="b"/>
              <a:pathLst>
                <a:path w="1067" h="519">
                  <a:moveTo>
                    <a:pt x="0" y="0"/>
                  </a:moveTo>
                  <a:moveTo>
                    <a:pt x="1065" y="499"/>
                  </a:moveTo>
                  <a:lnTo>
                    <a:pt x="1066" y="501"/>
                  </a:lnTo>
                  <a:lnTo>
                    <a:pt x="1067" y="503"/>
                  </a:lnTo>
                  <a:lnTo>
                    <a:pt x="1065" y="505"/>
                  </a:lnTo>
                  <a:lnTo>
                    <a:pt x="1061" y="506"/>
                  </a:lnTo>
                  <a:lnTo>
                    <a:pt x="1057" y="506"/>
                  </a:lnTo>
                  <a:lnTo>
                    <a:pt x="1055" y="507"/>
                  </a:lnTo>
                  <a:lnTo>
                    <a:pt x="1054" y="509"/>
                  </a:lnTo>
                  <a:lnTo>
                    <a:pt x="1053" y="511"/>
                  </a:lnTo>
                  <a:lnTo>
                    <a:pt x="1052" y="512"/>
                  </a:lnTo>
                  <a:lnTo>
                    <a:pt x="1050" y="514"/>
                  </a:lnTo>
                  <a:lnTo>
                    <a:pt x="1049" y="515"/>
                  </a:lnTo>
                  <a:lnTo>
                    <a:pt x="1047" y="517"/>
                  </a:lnTo>
                  <a:lnTo>
                    <a:pt x="1045" y="519"/>
                  </a:lnTo>
                  <a:lnTo>
                    <a:pt x="1042" y="519"/>
                  </a:lnTo>
                  <a:lnTo>
                    <a:pt x="1038" y="518"/>
                  </a:lnTo>
                  <a:lnTo>
                    <a:pt x="1035" y="516"/>
                  </a:lnTo>
                  <a:lnTo>
                    <a:pt x="1033" y="515"/>
                  </a:lnTo>
                  <a:lnTo>
                    <a:pt x="1030" y="516"/>
                  </a:lnTo>
                  <a:lnTo>
                    <a:pt x="1028" y="517"/>
                  </a:lnTo>
                  <a:lnTo>
                    <a:pt x="1026" y="517"/>
                  </a:lnTo>
                  <a:lnTo>
                    <a:pt x="1024" y="517"/>
                  </a:lnTo>
                  <a:lnTo>
                    <a:pt x="1022" y="515"/>
                  </a:lnTo>
                  <a:lnTo>
                    <a:pt x="1020" y="515"/>
                  </a:lnTo>
                  <a:lnTo>
                    <a:pt x="1018" y="514"/>
                  </a:lnTo>
                  <a:lnTo>
                    <a:pt x="1015" y="514"/>
                  </a:lnTo>
                  <a:lnTo>
                    <a:pt x="1013" y="514"/>
                  </a:lnTo>
                  <a:lnTo>
                    <a:pt x="1011" y="512"/>
                  </a:lnTo>
                  <a:lnTo>
                    <a:pt x="1010" y="511"/>
                  </a:lnTo>
                  <a:lnTo>
                    <a:pt x="1009" y="509"/>
                  </a:lnTo>
                  <a:lnTo>
                    <a:pt x="1007" y="508"/>
                  </a:lnTo>
                  <a:lnTo>
                    <a:pt x="1007" y="506"/>
                  </a:lnTo>
                  <a:lnTo>
                    <a:pt x="1008" y="504"/>
                  </a:lnTo>
                  <a:lnTo>
                    <a:pt x="1011" y="502"/>
                  </a:lnTo>
                  <a:lnTo>
                    <a:pt x="1012" y="501"/>
                  </a:lnTo>
                  <a:lnTo>
                    <a:pt x="1011" y="499"/>
                  </a:lnTo>
                  <a:lnTo>
                    <a:pt x="1007" y="498"/>
                  </a:lnTo>
                  <a:lnTo>
                    <a:pt x="1004" y="496"/>
                  </a:lnTo>
                  <a:lnTo>
                    <a:pt x="1002" y="494"/>
                  </a:lnTo>
                  <a:lnTo>
                    <a:pt x="1003" y="492"/>
                  </a:lnTo>
                  <a:lnTo>
                    <a:pt x="1005" y="491"/>
                  </a:lnTo>
                  <a:lnTo>
                    <a:pt x="1007" y="490"/>
                  </a:lnTo>
                  <a:lnTo>
                    <a:pt x="1008" y="488"/>
                  </a:lnTo>
                  <a:lnTo>
                    <a:pt x="1010" y="487"/>
                  </a:lnTo>
                  <a:lnTo>
                    <a:pt x="1012" y="486"/>
                  </a:lnTo>
                  <a:lnTo>
                    <a:pt x="1014" y="486"/>
                  </a:lnTo>
                  <a:lnTo>
                    <a:pt x="1016" y="485"/>
                  </a:lnTo>
                  <a:lnTo>
                    <a:pt x="1018" y="484"/>
                  </a:lnTo>
                  <a:lnTo>
                    <a:pt x="1020" y="483"/>
                  </a:lnTo>
                  <a:lnTo>
                    <a:pt x="1022" y="482"/>
                  </a:lnTo>
                  <a:lnTo>
                    <a:pt x="1025" y="483"/>
                  </a:lnTo>
                  <a:lnTo>
                    <a:pt x="1028" y="483"/>
                  </a:lnTo>
                  <a:lnTo>
                    <a:pt x="1030" y="483"/>
                  </a:lnTo>
                  <a:lnTo>
                    <a:pt x="1033" y="481"/>
                  </a:lnTo>
                  <a:lnTo>
                    <a:pt x="1036" y="479"/>
                  </a:lnTo>
                  <a:lnTo>
                    <a:pt x="1040" y="478"/>
                  </a:lnTo>
                  <a:lnTo>
                    <a:pt x="1043" y="480"/>
                  </a:lnTo>
                  <a:lnTo>
                    <a:pt x="1045" y="482"/>
                  </a:lnTo>
                  <a:lnTo>
                    <a:pt x="1047" y="484"/>
                  </a:lnTo>
                  <a:lnTo>
                    <a:pt x="1049" y="485"/>
                  </a:lnTo>
                  <a:lnTo>
                    <a:pt x="1051" y="486"/>
                  </a:lnTo>
                  <a:lnTo>
                    <a:pt x="1053" y="488"/>
                  </a:lnTo>
                  <a:lnTo>
                    <a:pt x="1055" y="489"/>
                  </a:lnTo>
                  <a:lnTo>
                    <a:pt x="1057" y="490"/>
                  </a:lnTo>
                  <a:lnTo>
                    <a:pt x="1060" y="490"/>
                  </a:lnTo>
                  <a:lnTo>
                    <a:pt x="1064" y="491"/>
                  </a:lnTo>
                  <a:lnTo>
                    <a:pt x="1067" y="492"/>
                  </a:lnTo>
                  <a:lnTo>
                    <a:pt x="1067" y="494"/>
                  </a:lnTo>
                  <a:lnTo>
                    <a:pt x="1066" y="496"/>
                  </a:lnTo>
                  <a:lnTo>
                    <a:pt x="1064" y="498"/>
                  </a:lnTo>
                  <a:close/>
                </a:path>
              </a:pathLst>
            </a:custGeom>
            <a:solidFill>
              <a:srgbClr val="ECB78D">
                <a:alpha val="9600"/>
              </a:srgbClr>
            </a:solidFill>
            <a:ln>
              <a:noFill/>
            </a:ln>
          </p:spPr>
          <p:txBody>
            <a:bodyPr anchor="ctr"/>
            <a:lstStyle/>
            <a:p>
              <a:pPr algn="ctr">
                <a:buNone/>
              </a:pPr>
            </a:p>
          </p:txBody>
        </p:sp>
        <p:sp>
          <p:nvSpPr>
            <p:cNvPr id="7600" name="addition:spatial:89">
              <a:extLst>
                <a:ext uri="{FF2B5EF4-FFF2-40B4-BE49-F238E27FC236}">
                  <ns2:creationId id="{39041C5C-E7AC-4B0B-9213-7C300A7E656E}"/>
                </a:ext>
              </a:extLst>
            </p:cNvPr>
            <p:cNvSpPr>
              <a:spLocks noGrp="1"/>
            </p:cNvSpPr>
            <p:nvPr/>
          </p:nvSpPr>
          <p:spPr>
            <a:xfrm>
              <a:off x="5648325" y="1666875"/>
              <a:ext cx="1445209" cy="852587"/>
            </a:xfrm>
            <a:custGeom>
              <a:rect l="l" t="t" r="r" b="b"/>
              <a:pathLst>
                <a:path w="1090" h="504">
                  <a:moveTo>
                    <a:pt x="0" y="0"/>
                  </a:moveTo>
                  <a:moveTo>
                    <a:pt x="1089" y="485"/>
                  </a:moveTo>
                  <a:lnTo>
                    <a:pt x="1088" y="486"/>
                  </a:lnTo>
                  <a:lnTo>
                    <a:pt x="1085" y="488"/>
                  </a:lnTo>
                  <a:lnTo>
                    <a:pt x="1082" y="489"/>
                  </a:lnTo>
                  <a:lnTo>
                    <a:pt x="1081" y="490"/>
                  </a:lnTo>
                  <a:lnTo>
                    <a:pt x="1081" y="492"/>
                  </a:lnTo>
                  <a:lnTo>
                    <a:pt x="1081" y="494"/>
                  </a:lnTo>
                  <a:lnTo>
                    <a:pt x="1080" y="496"/>
                  </a:lnTo>
                  <a:lnTo>
                    <a:pt x="1078" y="497"/>
                  </a:lnTo>
                  <a:lnTo>
                    <a:pt x="1074" y="497"/>
                  </a:lnTo>
                  <a:lnTo>
                    <a:pt x="1072" y="498"/>
                  </a:lnTo>
                  <a:lnTo>
                    <a:pt x="1070" y="499"/>
                  </a:lnTo>
                  <a:lnTo>
                    <a:pt x="1069" y="501"/>
                  </a:lnTo>
                  <a:lnTo>
                    <a:pt x="1068" y="503"/>
                  </a:lnTo>
                  <a:lnTo>
                    <a:pt x="1065" y="504"/>
                  </a:lnTo>
                  <a:lnTo>
                    <a:pt x="1062" y="503"/>
                  </a:lnTo>
                  <a:lnTo>
                    <a:pt x="1059" y="502"/>
                  </a:lnTo>
                  <a:lnTo>
                    <a:pt x="1057" y="502"/>
                  </a:lnTo>
                  <a:lnTo>
                    <a:pt x="1054" y="501"/>
                  </a:lnTo>
                  <a:lnTo>
                    <a:pt x="1053" y="501"/>
                  </a:lnTo>
                  <a:lnTo>
                    <a:pt x="1051" y="500"/>
                  </a:lnTo>
                  <a:lnTo>
                    <a:pt x="1049" y="499"/>
                  </a:lnTo>
                  <a:lnTo>
                    <a:pt x="1047" y="500"/>
                  </a:lnTo>
                  <a:lnTo>
                    <a:pt x="1044" y="501"/>
                  </a:lnTo>
                  <a:lnTo>
                    <a:pt x="1040" y="502"/>
                  </a:lnTo>
                  <a:lnTo>
                    <a:pt x="1038" y="501"/>
                  </a:lnTo>
                  <a:lnTo>
                    <a:pt x="1037" y="499"/>
                  </a:lnTo>
                  <a:lnTo>
                    <a:pt x="1038" y="496"/>
                  </a:lnTo>
                  <a:lnTo>
                    <a:pt x="1037" y="495"/>
                  </a:lnTo>
                  <a:lnTo>
                    <a:pt x="1036" y="494"/>
                  </a:lnTo>
                  <a:lnTo>
                    <a:pt x="1034" y="493"/>
                  </a:lnTo>
                  <a:lnTo>
                    <a:pt x="1033" y="491"/>
                  </a:lnTo>
                  <a:lnTo>
                    <a:pt x="1033" y="489"/>
                  </a:lnTo>
                  <a:lnTo>
                    <a:pt x="1034" y="488"/>
                  </a:lnTo>
                  <a:lnTo>
                    <a:pt x="1034" y="486"/>
                  </a:lnTo>
                  <a:lnTo>
                    <a:pt x="1033" y="485"/>
                  </a:lnTo>
                  <a:lnTo>
                    <a:pt x="1032" y="483"/>
                  </a:lnTo>
                  <a:lnTo>
                    <a:pt x="1032" y="482"/>
                  </a:lnTo>
                  <a:lnTo>
                    <a:pt x="1032" y="480"/>
                  </a:lnTo>
                  <a:lnTo>
                    <a:pt x="1032" y="479"/>
                  </a:lnTo>
                  <a:lnTo>
                    <a:pt x="1030" y="476"/>
                  </a:lnTo>
                  <a:lnTo>
                    <a:pt x="1029" y="474"/>
                  </a:lnTo>
                  <a:lnTo>
                    <a:pt x="1030" y="473"/>
                  </a:lnTo>
                  <a:lnTo>
                    <a:pt x="1033" y="472"/>
                  </a:lnTo>
                  <a:lnTo>
                    <a:pt x="1037" y="473"/>
                  </a:lnTo>
                  <a:lnTo>
                    <a:pt x="1041" y="473"/>
                  </a:lnTo>
                  <a:lnTo>
                    <a:pt x="1042" y="472"/>
                  </a:lnTo>
                  <a:lnTo>
                    <a:pt x="1043" y="471"/>
                  </a:lnTo>
                  <a:lnTo>
                    <a:pt x="1045" y="469"/>
                  </a:lnTo>
                  <a:lnTo>
                    <a:pt x="1047" y="468"/>
                  </a:lnTo>
                  <a:lnTo>
                    <a:pt x="1049" y="468"/>
                  </a:lnTo>
                  <a:lnTo>
                    <a:pt x="1051" y="467"/>
                  </a:lnTo>
                  <a:lnTo>
                    <a:pt x="1054" y="467"/>
                  </a:lnTo>
                  <a:lnTo>
                    <a:pt x="1057" y="466"/>
                  </a:lnTo>
                  <a:lnTo>
                    <a:pt x="1060" y="466"/>
                  </a:lnTo>
                  <a:lnTo>
                    <a:pt x="1063" y="467"/>
                  </a:lnTo>
                  <a:lnTo>
                    <a:pt x="1065" y="468"/>
                  </a:lnTo>
                  <a:lnTo>
                    <a:pt x="1068" y="468"/>
                  </a:lnTo>
                  <a:lnTo>
                    <a:pt x="1071" y="468"/>
                  </a:lnTo>
                  <a:lnTo>
                    <a:pt x="1074" y="469"/>
                  </a:lnTo>
                  <a:lnTo>
                    <a:pt x="1076" y="471"/>
                  </a:lnTo>
                  <a:lnTo>
                    <a:pt x="1076" y="473"/>
                  </a:lnTo>
                  <a:lnTo>
                    <a:pt x="1076" y="475"/>
                  </a:lnTo>
                  <a:lnTo>
                    <a:pt x="1078" y="476"/>
                  </a:lnTo>
                  <a:lnTo>
                    <a:pt x="1081" y="477"/>
                  </a:lnTo>
                  <a:lnTo>
                    <a:pt x="1085" y="477"/>
                  </a:lnTo>
                  <a:lnTo>
                    <a:pt x="1088" y="478"/>
                  </a:lnTo>
                  <a:lnTo>
                    <a:pt x="1090" y="480"/>
                  </a:lnTo>
                  <a:lnTo>
                    <a:pt x="1090" y="481"/>
                  </a:lnTo>
                  <a:lnTo>
                    <a:pt x="1090" y="483"/>
                  </a:lnTo>
                  <a:close/>
                </a:path>
              </a:pathLst>
            </a:custGeom>
            <a:solidFill>
              <a:srgbClr val="ECB78D">
                <a:alpha val="9600"/>
              </a:srgbClr>
            </a:solidFill>
            <a:ln>
              <a:noFill/>
            </a:ln>
          </p:spPr>
          <p:txBody>
            <a:bodyPr anchor="ctr"/>
            <a:lstStyle/>
            <a:p>
              <a:pPr algn="ctr">
                <a:buNone/>
              </a:pPr>
            </a:p>
          </p:txBody>
        </p:sp>
        <p:sp>
          <p:nvSpPr>
            <p:cNvPr id="7601" name="addition:spatial:90">
              <a:extLst>
                <a:ext uri="{FF2B5EF4-FFF2-40B4-BE49-F238E27FC236}">
                  <ns2:creationId id="{C4BB8E9A-12C3-421C-8EF2-8E1D0A2E544D}"/>
                </a:ext>
              </a:extLst>
            </p:cNvPr>
            <p:cNvSpPr>
              <a:spLocks noGrp="1"/>
            </p:cNvSpPr>
            <p:nvPr/>
          </p:nvSpPr>
          <p:spPr>
            <a:xfrm>
              <a:off x="5648325" y="1666875"/>
              <a:ext cx="1479682" cy="861045"/>
            </a:xfrm>
            <a:custGeom>
              <a:rect l="l" t="t" r="r" b="b"/>
              <a:pathLst>
                <a:path w="1116" h="509">
                  <a:moveTo>
                    <a:pt x="0" y="0"/>
                  </a:moveTo>
                  <a:moveTo>
                    <a:pt x="1109" y="489"/>
                  </a:moveTo>
                  <a:lnTo>
                    <a:pt x="1108" y="490"/>
                  </a:lnTo>
                  <a:lnTo>
                    <a:pt x="1109" y="492"/>
                  </a:lnTo>
                  <a:lnTo>
                    <a:pt x="1110" y="494"/>
                  </a:lnTo>
                  <a:lnTo>
                    <a:pt x="1110" y="495"/>
                  </a:lnTo>
                  <a:lnTo>
                    <a:pt x="1110" y="497"/>
                  </a:lnTo>
                  <a:lnTo>
                    <a:pt x="1110" y="499"/>
                  </a:lnTo>
                  <a:lnTo>
                    <a:pt x="1110" y="501"/>
                  </a:lnTo>
                  <a:lnTo>
                    <a:pt x="1110" y="503"/>
                  </a:lnTo>
                  <a:lnTo>
                    <a:pt x="1107" y="504"/>
                  </a:lnTo>
                  <a:lnTo>
                    <a:pt x="1104" y="504"/>
                  </a:lnTo>
                  <a:lnTo>
                    <a:pt x="1101" y="504"/>
                  </a:lnTo>
                  <a:lnTo>
                    <a:pt x="1098" y="504"/>
                  </a:lnTo>
                  <a:lnTo>
                    <a:pt x="1097" y="505"/>
                  </a:lnTo>
                  <a:lnTo>
                    <a:pt x="1096" y="507"/>
                  </a:lnTo>
                  <a:lnTo>
                    <a:pt x="1094" y="508"/>
                  </a:lnTo>
                  <a:lnTo>
                    <a:pt x="1092" y="507"/>
                  </a:lnTo>
                  <a:lnTo>
                    <a:pt x="1089" y="507"/>
                  </a:lnTo>
                  <a:lnTo>
                    <a:pt x="1087" y="506"/>
                  </a:lnTo>
                  <a:lnTo>
                    <a:pt x="1085" y="507"/>
                  </a:lnTo>
                  <a:lnTo>
                    <a:pt x="1082" y="508"/>
                  </a:lnTo>
                  <a:lnTo>
                    <a:pt x="1079" y="509"/>
                  </a:lnTo>
                  <a:lnTo>
                    <a:pt x="1076" y="508"/>
                  </a:lnTo>
                  <a:lnTo>
                    <a:pt x="1073" y="507"/>
                  </a:lnTo>
                  <a:lnTo>
                    <a:pt x="1071" y="506"/>
                  </a:lnTo>
                  <a:lnTo>
                    <a:pt x="1068" y="505"/>
                  </a:lnTo>
                  <a:lnTo>
                    <a:pt x="1067" y="503"/>
                  </a:lnTo>
                  <a:lnTo>
                    <a:pt x="1066" y="501"/>
                  </a:lnTo>
                  <a:lnTo>
                    <a:pt x="1067" y="498"/>
                  </a:lnTo>
                  <a:lnTo>
                    <a:pt x="1066" y="497"/>
                  </a:lnTo>
                  <a:lnTo>
                    <a:pt x="1064" y="496"/>
                  </a:lnTo>
                  <a:lnTo>
                    <a:pt x="1059" y="495"/>
                  </a:lnTo>
                  <a:lnTo>
                    <a:pt x="1055" y="494"/>
                  </a:lnTo>
                  <a:lnTo>
                    <a:pt x="1053" y="493"/>
                  </a:lnTo>
                  <a:lnTo>
                    <a:pt x="1053" y="491"/>
                  </a:lnTo>
                  <a:lnTo>
                    <a:pt x="1054" y="489"/>
                  </a:lnTo>
                  <a:lnTo>
                    <a:pt x="1055" y="487"/>
                  </a:lnTo>
                  <a:lnTo>
                    <a:pt x="1054" y="485"/>
                  </a:lnTo>
                  <a:lnTo>
                    <a:pt x="1055" y="483"/>
                  </a:lnTo>
                  <a:lnTo>
                    <a:pt x="1056" y="482"/>
                  </a:lnTo>
                  <a:lnTo>
                    <a:pt x="1059" y="481"/>
                  </a:lnTo>
                  <a:lnTo>
                    <a:pt x="1061" y="479"/>
                  </a:lnTo>
                  <a:lnTo>
                    <a:pt x="1062" y="478"/>
                  </a:lnTo>
                  <a:lnTo>
                    <a:pt x="1064" y="477"/>
                  </a:lnTo>
                  <a:lnTo>
                    <a:pt x="1066" y="476"/>
                  </a:lnTo>
                  <a:lnTo>
                    <a:pt x="1069" y="475"/>
                  </a:lnTo>
                  <a:lnTo>
                    <a:pt x="1072" y="475"/>
                  </a:lnTo>
                  <a:lnTo>
                    <a:pt x="1074" y="473"/>
                  </a:lnTo>
                  <a:lnTo>
                    <a:pt x="1075" y="471"/>
                  </a:lnTo>
                  <a:lnTo>
                    <a:pt x="1077" y="468"/>
                  </a:lnTo>
                  <a:lnTo>
                    <a:pt x="1080" y="466"/>
                  </a:lnTo>
                  <a:lnTo>
                    <a:pt x="1083" y="467"/>
                  </a:lnTo>
                  <a:lnTo>
                    <a:pt x="1087" y="469"/>
                  </a:lnTo>
                  <a:lnTo>
                    <a:pt x="1089" y="471"/>
                  </a:lnTo>
                  <a:lnTo>
                    <a:pt x="1092" y="471"/>
                  </a:lnTo>
                  <a:lnTo>
                    <a:pt x="1094" y="472"/>
                  </a:lnTo>
                  <a:lnTo>
                    <a:pt x="1097" y="472"/>
                  </a:lnTo>
                  <a:lnTo>
                    <a:pt x="1099" y="473"/>
                  </a:lnTo>
                  <a:lnTo>
                    <a:pt x="1101" y="473"/>
                  </a:lnTo>
                  <a:lnTo>
                    <a:pt x="1103" y="473"/>
                  </a:lnTo>
                  <a:lnTo>
                    <a:pt x="1106" y="473"/>
                  </a:lnTo>
                  <a:lnTo>
                    <a:pt x="1109" y="474"/>
                  </a:lnTo>
                  <a:lnTo>
                    <a:pt x="1110" y="475"/>
                  </a:lnTo>
                  <a:lnTo>
                    <a:pt x="1110" y="477"/>
                  </a:lnTo>
                  <a:lnTo>
                    <a:pt x="1110" y="479"/>
                  </a:lnTo>
                  <a:lnTo>
                    <a:pt x="1112" y="480"/>
                  </a:lnTo>
                  <a:lnTo>
                    <a:pt x="1114" y="482"/>
                  </a:lnTo>
                  <a:lnTo>
                    <a:pt x="1116" y="483"/>
                  </a:lnTo>
                  <a:lnTo>
                    <a:pt x="1115" y="485"/>
                  </a:lnTo>
                  <a:lnTo>
                    <a:pt x="1112" y="487"/>
                  </a:lnTo>
                  <a:close/>
                </a:path>
              </a:pathLst>
            </a:custGeom>
            <a:solidFill>
              <a:srgbClr val="ECB78D">
                <a:alpha val="9600"/>
              </a:srgbClr>
            </a:solidFill>
            <a:ln>
              <a:noFill/>
            </a:ln>
          </p:spPr>
          <p:txBody>
            <a:bodyPr anchor="ctr"/>
            <a:lstStyle/>
            <a:p>
              <a:pPr algn="ctr">
                <a:buNone/>
              </a:pPr>
            </a:p>
          </p:txBody>
        </p:sp>
        <p:sp>
          <p:nvSpPr>
            <p:cNvPr id="7602" name="addition:spatial:91">
              <a:extLst>
                <a:ext uri="{FF2B5EF4-FFF2-40B4-BE49-F238E27FC236}">
                  <ns2:creationId id="{857D6A58-A98C-418F-9DF4-A88B4E3F4538}"/>
                </a:ext>
              </a:extLst>
            </p:cNvPr>
            <p:cNvSpPr>
              <a:spLocks noGrp="1"/>
            </p:cNvSpPr>
            <p:nvPr/>
          </p:nvSpPr>
          <p:spPr>
            <a:xfrm>
              <a:off x="5648325" y="1666875"/>
              <a:ext cx="1514155" cy="891494"/>
            </a:xfrm>
            <a:custGeom>
              <a:rect l="l" t="t" r="r" b="b"/>
              <a:pathLst>
                <a:path w="1142" h="527">
                  <a:moveTo>
                    <a:pt x="0" y="0"/>
                  </a:moveTo>
                  <a:moveTo>
                    <a:pt x="1134" y="505"/>
                  </a:moveTo>
                  <a:lnTo>
                    <a:pt x="1136" y="507"/>
                  </a:lnTo>
                  <a:lnTo>
                    <a:pt x="1137" y="509"/>
                  </a:lnTo>
                  <a:lnTo>
                    <a:pt x="1136" y="510"/>
                  </a:lnTo>
                  <a:lnTo>
                    <a:pt x="1134" y="512"/>
                  </a:lnTo>
                  <a:lnTo>
                    <a:pt x="1133" y="514"/>
                  </a:lnTo>
                  <a:lnTo>
                    <a:pt x="1132" y="515"/>
                  </a:lnTo>
                  <a:lnTo>
                    <a:pt x="1132" y="518"/>
                  </a:lnTo>
                  <a:lnTo>
                    <a:pt x="1131" y="519"/>
                  </a:lnTo>
                  <a:lnTo>
                    <a:pt x="1129" y="521"/>
                  </a:lnTo>
                  <a:lnTo>
                    <a:pt x="1127" y="522"/>
                  </a:lnTo>
                  <a:lnTo>
                    <a:pt x="1126" y="523"/>
                  </a:lnTo>
                  <a:lnTo>
                    <a:pt x="1124" y="525"/>
                  </a:lnTo>
                  <a:lnTo>
                    <a:pt x="1121" y="525"/>
                  </a:lnTo>
                  <a:lnTo>
                    <a:pt x="1118" y="524"/>
                  </a:lnTo>
                  <a:lnTo>
                    <a:pt x="1115" y="522"/>
                  </a:lnTo>
                  <a:lnTo>
                    <a:pt x="1113" y="521"/>
                  </a:lnTo>
                  <a:lnTo>
                    <a:pt x="1111" y="522"/>
                  </a:lnTo>
                  <a:lnTo>
                    <a:pt x="1109" y="525"/>
                  </a:lnTo>
                  <a:lnTo>
                    <a:pt x="1106" y="527"/>
                  </a:lnTo>
                  <a:lnTo>
                    <a:pt x="1103" y="527"/>
                  </a:lnTo>
                  <a:lnTo>
                    <a:pt x="1100" y="527"/>
                  </a:lnTo>
                  <a:lnTo>
                    <a:pt x="1098" y="525"/>
                  </a:lnTo>
                  <a:lnTo>
                    <a:pt x="1095" y="524"/>
                  </a:lnTo>
                  <a:lnTo>
                    <a:pt x="1093" y="523"/>
                  </a:lnTo>
                  <a:lnTo>
                    <a:pt x="1090" y="522"/>
                  </a:lnTo>
                  <a:lnTo>
                    <a:pt x="1089" y="520"/>
                  </a:lnTo>
                  <a:lnTo>
                    <a:pt x="1088" y="518"/>
                  </a:lnTo>
                  <a:lnTo>
                    <a:pt x="1086" y="516"/>
                  </a:lnTo>
                  <a:lnTo>
                    <a:pt x="1083" y="515"/>
                  </a:lnTo>
                  <a:lnTo>
                    <a:pt x="1080" y="514"/>
                  </a:lnTo>
                  <a:lnTo>
                    <a:pt x="1079" y="512"/>
                  </a:lnTo>
                  <a:lnTo>
                    <a:pt x="1079" y="510"/>
                  </a:lnTo>
                  <a:lnTo>
                    <a:pt x="1080" y="508"/>
                  </a:lnTo>
                  <a:lnTo>
                    <a:pt x="1078" y="507"/>
                  </a:lnTo>
                  <a:lnTo>
                    <a:pt x="1075" y="505"/>
                  </a:lnTo>
                  <a:lnTo>
                    <a:pt x="1071" y="503"/>
                  </a:lnTo>
                  <a:lnTo>
                    <a:pt x="1070" y="501"/>
                  </a:lnTo>
                  <a:lnTo>
                    <a:pt x="1071" y="499"/>
                  </a:lnTo>
                  <a:lnTo>
                    <a:pt x="1075" y="497"/>
                  </a:lnTo>
                  <a:lnTo>
                    <a:pt x="1078" y="496"/>
                  </a:lnTo>
                  <a:lnTo>
                    <a:pt x="1081" y="495"/>
                  </a:lnTo>
                  <a:lnTo>
                    <a:pt x="1083" y="494"/>
                  </a:lnTo>
                  <a:lnTo>
                    <a:pt x="1085" y="493"/>
                  </a:lnTo>
                  <a:lnTo>
                    <a:pt x="1088" y="492"/>
                  </a:lnTo>
                  <a:lnTo>
                    <a:pt x="1089" y="490"/>
                  </a:lnTo>
                  <a:lnTo>
                    <a:pt x="1091" y="488"/>
                  </a:lnTo>
                  <a:lnTo>
                    <a:pt x="1092" y="486"/>
                  </a:lnTo>
                  <a:lnTo>
                    <a:pt x="1094" y="484"/>
                  </a:lnTo>
                  <a:lnTo>
                    <a:pt x="1098" y="483"/>
                  </a:lnTo>
                  <a:lnTo>
                    <a:pt x="1102" y="484"/>
                  </a:lnTo>
                  <a:lnTo>
                    <a:pt x="1105" y="485"/>
                  </a:lnTo>
                  <a:lnTo>
                    <a:pt x="1108" y="485"/>
                  </a:lnTo>
                  <a:lnTo>
                    <a:pt x="1112" y="483"/>
                  </a:lnTo>
                  <a:lnTo>
                    <a:pt x="1115" y="483"/>
                  </a:lnTo>
                  <a:lnTo>
                    <a:pt x="1118" y="484"/>
                  </a:lnTo>
                  <a:lnTo>
                    <a:pt x="1120" y="486"/>
                  </a:lnTo>
                  <a:lnTo>
                    <a:pt x="1122" y="488"/>
                  </a:lnTo>
                  <a:lnTo>
                    <a:pt x="1124" y="489"/>
                  </a:lnTo>
                  <a:lnTo>
                    <a:pt x="1126" y="490"/>
                  </a:lnTo>
                  <a:lnTo>
                    <a:pt x="1129" y="490"/>
                  </a:lnTo>
                  <a:lnTo>
                    <a:pt x="1131" y="491"/>
                  </a:lnTo>
                  <a:lnTo>
                    <a:pt x="1133" y="491"/>
                  </a:lnTo>
                  <a:lnTo>
                    <a:pt x="1136" y="492"/>
                  </a:lnTo>
                  <a:lnTo>
                    <a:pt x="1139" y="493"/>
                  </a:lnTo>
                  <a:lnTo>
                    <a:pt x="1142" y="494"/>
                  </a:lnTo>
                  <a:lnTo>
                    <a:pt x="1142" y="497"/>
                  </a:lnTo>
                  <a:lnTo>
                    <a:pt x="1139" y="499"/>
                  </a:lnTo>
                  <a:lnTo>
                    <a:pt x="1135" y="502"/>
                  </a:lnTo>
                  <a:lnTo>
                    <a:pt x="1134" y="503"/>
                  </a:lnTo>
                  <a:close/>
                </a:path>
              </a:pathLst>
            </a:custGeom>
            <a:solidFill>
              <a:srgbClr val="ECB78D">
                <a:alpha val="9600"/>
              </a:srgbClr>
            </a:solidFill>
            <a:ln>
              <a:noFill/>
            </a:ln>
          </p:spPr>
          <p:txBody>
            <a:bodyPr anchor="ctr"/>
            <a:lstStyle/>
            <a:p>
              <a:pPr algn="ctr">
                <a:buNone/>
              </a:pPr>
            </a:p>
          </p:txBody>
        </p:sp>
        <p:sp>
          <p:nvSpPr>
            <p:cNvPr id="7603" name="addition:spatial:92">
              <a:extLst>
                <a:ext uri="{FF2B5EF4-FFF2-40B4-BE49-F238E27FC236}">
                  <ns2:creationId id="{DFB579C5-825C-4F1F-B989-B4999A870361}"/>
                </a:ext>
              </a:extLst>
            </p:cNvPr>
            <p:cNvSpPr>
              <a:spLocks noGrp="1"/>
            </p:cNvSpPr>
            <p:nvPr/>
          </p:nvSpPr>
          <p:spPr>
            <a:xfrm>
              <a:off x="5648325" y="1666875"/>
              <a:ext cx="1491615" cy="925327"/>
            </a:xfrm>
            <a:custGeom>
              <a:rect l="l" t="t" r="r" b="b"/>
              <a:pathLst>
                <a:path w="1125" h="547">
                  <a:moveTo>
                    <a:pt x="0" y="0"/>
                  </a:moveTo>
                  <a:moveTo>
                    <a:pt x="1119" y="523"/>
                  </a:moveTo>
                  <a:lnTo>
                    <a:pt x="1121" y="524"/>
                  </a:lnTo>
                  <a:lnTo>
                    <a:pt x="1124" y="527"/>
                  </a:lnTo>
                  <a:lnTo>
                    <a:pt x="1125" y="529"/>
                  </a:lnTo>
                  <a:lnTo>
                    <a:pt x="1123" y="530"/>
                  </a:lnTo>
                  <a:lnTo>
                    <a:pt x="1120" y="532"/>
                  </a:lnTo>
                  <a:lnTo>
                    <a:pt x="1119" y="533"/>
                  </a:lnTo>
                  <a:lnTo>
                    <a:pt x="1119" y="535"/>
                  </a:lnTo>
                  <a:lnTo>
                    <a:pt x="1119" y="538"/>
                  </a:lnTo>
                  <a:lnTo>
                    <a:pt x="1118" y="540"/>
                  </a:lnTo>
                  <a:lnTo>
                    <a:pt x="1115" y="540"/>
                  </a:lnTo>
                  <a:lnTo>
                    <a:pt x="1110" y="540"/>
                  </a:lnTo>
                  <a:lnTo>
                    <a:pt x="1106" y="539"/>
                  </a:lnTo>
                  <a:lnTo>
                    <a:pt x="1103" y="539"/>
                  </a:lnTo>
                  <a:lnTo>
                    <a:pt x="1101" y="540"/>
                  </a:lnTo>
                  <a:lnTo>
                    <a:pt x="1098" y="542"/>
                  </a:lnTo>
                  <a:lnTo>
                    <a:pt x="1096" y="542"/>
                  </a:lnTo>
                  <a:lnTo>
                    <a:pt x="1092" y="543"/>
                  </a:lnTo>
                  <a:lnTo>
                    <a:pt x="1089" y="545"/>
                  </a:lnTo>
                  <a:lnTo>
                    <a:pt x="1085" y="546"/>
                  </a:lnTo>
                  <a:lnTo>
                    <a:pt x="1080" y="547"/>
                  </a:lnTo>
                  <a:lnTo>
                    <a:pt x="1076" y="545"/>
                  </a:lnTo>
                  <a:lnTo>
                    <a:pt x="1074" y="543"/>
                  </a:lnTo>
                  <a:lnTo>
                    <a:pt x="1072" y="540"/>
                  </a:lnTo>
                  <a:lnTo>
                    <a:pt x="1069" y="538"/>
                  </a:lnTo>
                  <a:lnTo>
                    <a:pt x="1065" y="538"/>
                  </a:lnTo>
                  <a:lnTo>
                    <a:pt x="1061" y="538"/>
                  </a:lnTo>
                  <a:lnTo>
                    <a:pt x="1058" y="537"/>
                  </a:lnTo>
                  <a:lnTo>
                    <a:pt x="1056" y="535"/>
                  </a:lnTo>
                  <a:lnTo>
                    <a:pt x="1056" y="533"/>
                  </a:lnTo>
                  <a:lnTo>
                    <a:pt x="1054" y="531"/>
                  </a:lnTo>
                  <a:lnTo>
                    <a:pt x="1051" y="530"/>
                  </a:lnTo>
                  <a:lnTo>
                    <a:pt x="1047" y="528"/>
                  </a:lnTo>
                  <a:lnTo>
                    <a:pt x="1045" y="527"/>
                  </a:lnTo>
                  <a:lnTo>
                    <a:pt x="1045" y="525"/>
                  </a:lnTo>
                  <a:lnTo>
                    <a:pt x="1044" y="523"/>
                  </a:lnTo>
                  <a:lnTo>
                    <a:pt x="1044" y="521"/>
                  </a:lnTo>
                  <a:lnTo>
                    <a:pt x="1044" y="518"/>
                  </a:lnTo>
                  <a:lnTo>
                    <a:pt x="1047" y="517"/>
                  </a:lnTo>
                  <a:lnTo>
                    <a:pt x="1052" y="515"/>
                  </a:lnTo>
                  <a:lnTo>
                    <a:pt x="1058" y="515"/>
                  </a:lnTo>
                  <a:lnTo>
                    <a:pt x="1061" y="514"/>
                  </a:lnTo>
                  <a:lnTo>
                    <a:pt x="1062" y="512"/>
                  </a:lnTo>
                  <a:lnTo>
                    <a:pt x="1061" y="509"/>
                  </a:lnTo>
                  <a:lnTo>
                    <a:pt x="1061" y="506"/>
                  </a:lnTo>
                  <a:lnTo>
                    <a:pt x="1064" y="505"/>
                  </a:lnTo>
                  <a:lnTo>
                    <a:pt x="1067" y="504"/>
                  </a:lnTo>
                  <a:lnTo>
                    <a:pt x="1071" y="503"/>
                  </a:lnTo>
                  <a:lnTo>
                    <a:pt x="1075" y="502"/>
                  </a:lnTo>
                  <a:lnTo>
                    <a:pt x="1078" y="501"/>
                  </a:lnTo>
                  <a:lnTo>
                    <a:pt x="1082" y="501"/>
                  </a:lnTo>
                  <a:lnTo>
                    <a:pt x="1086" y="501"/>
                  </a:lnTo>
                  <a:lnTo>
                    <a:pt x="1089" y="502"/>
                  </a:lnTo>
                  <a:lnTo>
                    <a:pt x="1092" y="502"/>
                  </a:lnTo>
                  <a:lnTo>
                    <a:pt x="1095" y="502"/>
                  </a:lnTo>
                  <a:lnTo>
                    <a:pt x="1098" y="502"/>
                  </a:lnTo>
                  <a:lnTo>
                    <a:pt x="1101" y="503"/>
                  </a:lnTo>
                  <a:lnTo>
                    <a:pt x="1102" y="505"/>
                  </a:lnTo>
                  <a:lnTo>
                    <a:pt x="1104" y="507"/>
                  </a:lnTo>
                  <a:lnTo>
                    <a:pt x="1107" y="507"/>
                  </a:lnTo>
                  <a:lnTo>
                    <a:pt x="1112" y="506"/>
                  </a:lnTo>
                  <a:lnTo>
                    <a:pt x="1117" y="505"/>
                  </a:lnTo>
                  <a:lnTo>
                    <a:pt x="1120" y="506"/>
                  </a:lnTo>
                  <a:lnTo>
                    <a:pt x="1121" y="508"/>
                  </a:lnTo>
                  <a:lnTo>
                    <a:pt x="1120" y="511"/>
                  </a:lnTo>
                  <a:lnTo>
                    <a:pt x="1119" y="514"/>
                  </a:lnTo>
                  <a:lnTo>
                    <a:pt x="1119" y="515"/>
                  </a:lnTo>
                  <a:lnTo>
                    <a:pt x="1119" y="517"/>
                  </a:lnTo>
                  <a:lnTo>
                    <a:pt x="1119" y="519"/>
                  </a:lnTo>
                  <a:lnTo>
                    <a:pt x="1118" y="521"/>
                  </a:lnTo>
                  <a:close/>
                </a:path>
              </a:pathLst>
            </a:custGeom>
            <a:solidFill>
              <a:srgbClr val="ECB78D">
                <a:alpha val="9600"/>
              </a:srgbClr>
            </a:solidFill>
            <a:ln>
              <a:noFill/>
            </a:ln>
          </p:spPr>
          <p:txBody>
            <a:bodyPr anchor="ctr"/>
            <a:lstStyle/>
            <a:p>
              <a:pPr algn="ctr">
                <a:buNone/>
              </a:pPr>
            </a:p>
          </p:txBody>
        </p:sp>
        <p:sp>
          <p:nvSpPr>
            <p:cNvPr id="7604" name="addition:spatial:93">
              <a:extLst>
                <a:ext uri="{FF2B5EF4-FFF2-40B4-BE49-F238E27FC236}">
                  <ns2:creationId id="{EA4D248D-6703-434A-B9A5-A17688D41D16}"/>
                </a:ext>
              </a:extLst>
            </p:cNvPr>
            <p:cNvSpPr>
              <a:spLocks noGrp="1"/>
            </p:cNvSpPr>
            <p:nvPr/>
          </p:nvSpPr>
          <p:spPr>
            <a:xfrm>
              <a:off x="5648325" y="1666875"/>
              <a:ext cx="1445209" cy="923635"/>
            </a:xfrm>
            <a:custGeom>
              <a:rect l="l" t="t" r="r" b="b"/>
              <a:pathLst>
                <a:path w="1090" h="546">
                  <a:moveTo>
                    <a:pt x="0" y="0"/>
                  </a:moveTo>
                  <a:moveTo>
                    <a:pt x="1088" y="525"/>
                  </a:moveTo>
                  <a:lnTo>
                    <a:pt x="1090" y="527"/>
                  </a:lnTo>
                  <a:lnTo>
                    <a:pt x="1090" y="529"/>
                  </a:lnTo>
                  <a:lnTo>
                    <a:pt x="1089" y="531"/>
                  </a:lnTo>
                  <a:lnTo>
                    <a:pt x="1087" y="532"/>
                  </a:lnTo>
                  <a:lnTo>
                    <a:pt x="1085" y="534"/>
                  </a:lnTo>
                  <a:lnTo>
                    <a:pt x="1083" y="535"/>
                  </a:lnTo>
                  <a:lnTo>
                    <a:pt x="1079" y="536"/>
                  </a:lnTo>
                  <a:lnTo>
                    <a:pt x="1075" y="536"/>
                  </a:lnTo>
                  <a:lnTo>
                    <a:pt x="1072" y="537"/>
                  </a:lnTo>
                  <a:lnTo>
                    <a:pt x="1071" y="539"/>
                  </a:lnTo>
                  <a:lnTo>
                    <a:pt x="1071" y="542"/>
                  </a:lnTo>
                  <a:lnTo>
                    <a:pt x="1069" y="545"/>
                  </a:lnTo>
                  <a:lnTo>
                    <a:pt x="1066" y="546"/>
                  </a:lnTo>
                  <a:lnTo>
                    <a:pt x="1062" y="546"/>
                  </a:lnTo>
                  <a:lnTo>
                    <a:pt x="1058" y="545"/>
                  </a:lnTo>
                  <a:lnTo>
                    <a:pt x="1055" y="545"/>
                  </a:lnTo>
                  <a:lnTo>
                    <a:pt x="1052" y="546"/>
                  </a:lnTo>
                  <a:lnTo>
                    <a:pt x="1048" y="546"/>
                  </a:lnTo>
                  <a:lnTo>
                    <a:pt x="1045" y="546"/>
                  </a:lnTo>
                  <a:lnTo>
                    <a:pt x="1042" y="545"/>
                  </a:lnTo>
                  <a:lnTo>
                    <a:pt x="1039" y="543"/>
                  </a:lnTo>
                  <a:lnTo>
                    <a:pt x="1037" y="543"/>
                  </a:lnTo>
                  <a:lnTo>
                    <a:pt x="1034" y="542"/>
                  </a:lnTo>
                  <a:lnTo>
                    <a:pt x="1032" y="541"/>
                  </a:lnTo>
                  <a:lnTo>
                    <a:pt x="1031" y="539"/>
                  </a:lnTo>
                  <a:lnTo>
                    <a:pt x="1029" y="538"/>
                  </a:lnTo>
                  <a:lnTo>
                    <a:pt x="1027" y="537"/>
                  </a:lnTo>
                  <a:lnTo>
                    <a:pt x="1022" y="537"/>
                  </a:lnTo>
                  <a:lnTo>
                    <a:pt x="1018" y="537"/>
                  </a:lnTo>
                  <a:lnTo>
                    <a:pt x="1016" y="535"/>
                  </a:lnTo>
                  <a:lnTo>
                    <a:pt x="1017" y="533"/>
                  </a:lnTo>
                  <a:lnTo>
                    <a:pt x="1020" y="530"/>
                  </a:lnTo>
                  <a:lnTo>
                    <a:pt x="1023" y="528"/>
                  </a:lnTo>
                  <a:lnTo>
                    <a:pt x="1023" y="526"/>
                  </a:lnTo>
                  <a:lnTo>
                    <a:pt x="1023" y="525"/>
                  </a:lnTo>
                  <a:lnTo>
                    <a:pt x="1023" y="523"/>
                  </a:lnTo>
                  <a:lnTo>
                    <a:pt x="1024" y="521"/>
                  </a:lnTo>
                  <a:lnTo>
                    <a:pt x="1024" y="519"/>
                  </a:lnTo>
                  <a:lnTo>
                    <a:pt x="1024" y="518"/>
                  </a:lnTo>
                  <a:lnTo>
                    <a:pt x="1024" y="515"/>
                  </a:lnTo>
                  <a:lnTo>
                    <a:pt x="1024" y="513"/>
                  </a:lnTo>
                  <a:lnTo>
                    <a:pt x="1026" y="512"/>
                  </a:lnTo>
                  <a:lnTo>
                    <a:pt x="1029" y="511"/>
                  </a:lnTo>
                  <a:lnTo>
                    <a:pt x="1031" y="510"/>
                  </a:lnTo>
                  <a:lnTo>
                    <a:pt x="1032" y="508"/>
                  </a:lnTo>
                  <a:lnTo>
                    <a:pt x="1033" y="506"/>
                  </a:lnTo>
                  <a:lnTo>
                    <a:pt x="1035" y="504"/>
                  </a:lnTo>
                  <a:lnTo>
                    <a:pt x="1038" y="504"/>
                  </a:lnTo>
                  <a:lnTo>
                    <a:pt x="1042" y="506"/>
                  </a:lnTo>
                  <a:lnTo>
                    <a:pt x="1045" y="507"/>
                  </a:lnTo>
                  <a:lnTo>
                    <a:pt x="1047" y="508"/>
                  </a:lnTo>
                  <a:lnTo>
                    <a:pt x="1049" y="507"/>
                  </a:lnTo>
                  <a:lnTo>
                    <a:pt x="1051" y="505"/>
                  </a:lnTo>
                  <a:lnTo>
                    <a:pt x="1054" y="504"/>
                  </a:lnTo>
                  <a:lnTo>
                    <a:pt x="1057" y="504"/>
                  </a:lnTo>
                  <a:lnTo>
                    <a:pt x="1060" y="503"/>
                  </a:lnTo>
                  <a:lnTo>
                    <a:pt x="1063" y="503"/>
                  </a:lnTo>
                  <a:lnTo>
                    <a:pt x="1067" y="504"/>
                  </a:lnTo>
                  <a:lnTo>
                    <a:pt x="1069" y="506"/>
                  </a:lnTo>
                  <a:lnTo>
                    <a:pt x="1070" y="508"/>
                  </a:lnTo>
                  <a:lnTo>
                    <a:pt x="1070" y="511"/>
                  </a:lnTo>
                  <a:lnTo>
                    <a:pt x="1072" y="513"/>
                  </a:lnTo>
                  <a:lnTo>
                    <a:pt x="1075" y="513"/>
                  </a:lnTo>
                  <a:lnTo>
                    <a:pt x="1079" y="514"/>
                  </a:lnTo>
                  <a:lnTo>
                    <a:pt x="1081" y="515"/>
                  </a:lnTo>
                  <a:lnTo>
                    <a:pt x="1082" y="517"/>
                  </a:lnTo>
                  <a:lnTo>
                    <a:pt x="1081" y="520"/>
                  </a:lnTo>
                  <a:lnTo>
                    <a:pt x="1082" y="521"/>
                  </a:lnTo>
                  <a:lnTo>
                    <a:pt x="1084" y="523"/>
                  </a:lnTo>
                  <a:close/>
                </a:path>
              </a:pathLst>
            </a:custGeom>
            <a:solidFill>
              <a:srgbClr val="ECB78D">
                <a:alpha val="9600"/>
              </a:srgbClr>
            </a:solidFill>
            <a:ln>
              <a:noFill/>
            </a:ln>
          </p:spPr>
          <p:txBody>
            <a:bodyPr anchor="ctr"/>
            <a:lstStyle/>
            <a:p>
              <a:pPr algn="ctr">
                <a:buNone/>
              </a:pPr>
            </a:p>
          </p:txBody>
        </p:sp>
        <p:sp>
          <p:nvSpPr>
            <p:cNvPr id="7605" name="addition:spatial:94">
              <a:extLst>
                <a:ext uri="{FF2B5EF4-FFF2-40B4-BE49-F238E27FC236}">
                  <ns2:creationId id="{536F2F18-CE5B-4461-A74B-5BCADD187430}"/>
                </a:ext>
              </a:extLst>
            </p:cNvPr>
            <p:cNvSpPr>
              <a:spLocks noGrp="1"/>
            </p:cNvSpPr>
            <p:nvPr/>
          </p:nvSpPr>
          <p:spPr>
            <a:xfrm>
              <a:off x="5648325" y="1666875"/>
              <a:ext cx="1393500" cy="910102"/>
            </a:xfrm>
            <a:custGeom>
              <a:rect l="l" t="t" r="r" b="b"/>
              <a:pathLst>
                <a:path w="1051" h="538">
                  <a:moveTo>
                    <a:pt x="0" y="0"/>
                  </a:moveTo>
                  <a:moveTo>
                    <a:pt x="1046" y="517"/>
                  </a:moveTo>
                  <a:lnTo>
                    <a:pt x="1049" y="519"/>
                  </a:lnTo>
                  <a:lnTo>
                    <a:pt x="1051" y="521"/>
                  </a:lnTo>
                  <a:lnTo>
                    <a:pt x="1050" y="522"/>
                  </a:lnTo>
                  <a:lnTo>
                    <a:pt x="1048" y="523"/>
                  </a:lnTo>
                  <a:lnTo>
                    <a:pt x="1046" y="525"/>
                  </a:lnTo>
                  <a:lnTo>
                    <a:pt x="1046" y="526"/>
                  </a:lnTo>
                  <a:lnTo>
                    <a:pt x="1046" y="528"/>
                  </a:lnTo>
                  <a:lnTo>
                    <a:pt x="1045" y="529"/>
                  </a:lnTo>
                  <a:lnTo>
                    <a:pt x="1043" y="530"/>
                  </a:lnTo>
                  <a:lnTo>
                    <a:pt x="1041" y="531"/>
                  </a:lnTo>
                  <a:lnTo>
                    <a:pt x="1038" y="531"/>
                  </a:lnTo>
                  <a:lnTo>
                    <a:pt x="1037" y="532"/>
                  </a:lnTo>
                  <a:lnTo>
                    <a:pt x="1035" y="532"/>
                  </a:lnTo>
                  <a:lnTo>
                    <a:pt x="1032" y="532"/>
                  </a:lnTo>
                  <a:lnTo>
                    <a:pt x="1030" y="532"/>
                  </a:lnTo>
                  <a:lnTo>
                    <a:pt x="1028" y="533"/>
                  </a:lnTo>
                  <a:lnTo>
                    <a:pt x="1026" y="535"/>
                  </a:lnTo>
                  <a:lnTo>
                    <a:pt x="1023" y="537"/>
                  </a:lnTo>
                  <a:lnTo>
                    <a:pt x="1020" y="538"/>
                  </a:lnTo>
                  <a:lnTo>
                    <a:pt x="1017" y="537"/>
                  </a:lnTo>
                  <a:lnTo>
                    <a:pt x="1015" y="535"/>
                  </a:lnTo>
                  <a:lnTo>
                    <a:pt x="1013" y="533"/>
                  </a:lnTo>
                  <a:lnTo>
                    <a:pt x="1011" y="531"/>
                  </a:lnTo>
                  <a:lnTo>
                    <a:pt x="1009" y="531"/>
                  </a:lnTo>
                  <a:lnTo>
                    <a:pt x="1006" y="530"/>
                  </a:lnTo>
                  <a:lnTo>
                    <a:pt x="1004" y="529"/>
                  </a:lnTo>
                  <a:lnTo>
                    <a:pt x="1003" y="528"/>
                  </a:lnTo>
                  <a:lnTo>
                    <a:pt x="1001" y="527"/>
                  </a:lnTo>
                  <a:lnTo>
                    <a:pt x="999" y="526"/>
                  </a:lnTo>
                  <a:lnTo>
                    <a:pt x="996" y="525"/>
                  </a:lnTo>
                  <a:lnTo>
                    <a:pt x="995" y="524"/>
                  </a:lnTo>
                  <a:lnTo>
                    <a:pt x="995" y="522"/>
                  </a:lnTo>
                  <a:lnTo>
                    <a:pt x="995" y="520"/>
                  </a:lnTo>
                  <a:lnTo>
                    <a:pt x="994" y="519"/>
                  </a:lnTo>
                  <a:lnTo>
                    <a:pt x="993" y="517"/>
                  </a:lnTo>
                  <a:lnTo>
                    <a:pt x="992" y="515"/>
                  </a:lnTo>
                  <a:lnTo>
                    <a:pt x="993" y="514"/>
                  </a:lnTo>
                  <a:lnTo>
                    <a:pt x="997" y="512"/>
                  </a:lnTo>
                  <a:lnTo>
                    <a:pt x="1001" y="512"/>
                  </a:lnTo>
                  <a:lnTo>
                    <a:pt x="1004" y="511"/>
                  </a:lnTo>
                  <a:lnTo>
                    <a:pt x="1004" y="509"/>
                  </a:lnTo>
                  <a:lnTo>
                    <a:pt x="1004" y="507"/>
                  </a:lnTo>
                  <a:lnTo>
                    <a:pt x="1004" y="505"/>
                  </a:lnTo>
                  <a:lnTo>
                    <a:pt x="1005" y="504"/>
                  </a:lnTo>
                  <a:lnTo>
                    <a:pt x="1007" y="502"/>
                  </a:lnTo>
                  <a:lnTo>
                    <a:pt x="1009" y="501"/>
                  </a:lnTo>
                  <a:lnTo>
                    <a:pt x="1011" y="500"/>
                  </a:lnTo>
                  <a:lnTo>
                    <a:pt x="1013" y="499"/>
                  </a:lnTo>
                  <a:lnTo>
                    <a:pt x="1016" y="499"/>
                  </a:lnTo>
                  <a:lnTo>
                    <a:pt x="1019" y="500"/>
                  </a:lnTo>
                  <a:lnTo>
                    <a:pt x="1022" y="501"/>
                  </a:lnTo>
                  <a:lnTo>
                    <a:pt x="1023" y="501"/>
                  </a:lnTo>
                  <a:lnTo>
                    <a:pt x="1025" y="500"/>
                  </a:lnTo>
                  <a:lnTo>
                    <a:pt x="1028" y="499"/>
                  </a:lnTo>
                  <a:lnTo>
                    <a:pt x="1030" y="500"/>
                  </a:lnTo>
                  <a:lnTo>
                    <a:pt x="1031" y="501"/>
                  </a:lnTo>
                  <a:lnTo>
                    <a:pt x="1032" y="503"/>
                  </a:lnTo>
                  <a:lnTo>
                    <a:pt x="1034" y="503"/>
                  </a:lnTo>
                  <a:lnTo>
                    <a:pt x="1037" y="502"/>
                  </a:lnTo>
                  <a:lnTo>
                    <a:pt x="1040" y="502"/>
                  </a:lnTo>
                  <a:lnTo>
                    <a:pt x="1042" y="503"/>
                  </a:lnTo>
                  <a:lnTo>
                    <a:pt x="1043" y="504"/>
                  </a:lnTo>
                  <a:lnTo>
                    <a:pt x="1044" y="506"/>
                  </a:lnTo>
                  <a:lnTo>
                    <a:pt x="1045" y="507"/>
                  </a:lnTo>
                  <a:lnTo>
                    <a:pt x="1045" y="509"/>
                  </a:lnTo>
                  <a:lnTo>
                    <a:pt x="1045" y="511"/>
                  </a:lnTo>
                  <a:lnTo>
                    <a:pt x="1043" y="513"/>
                  </a:lnTo>
                  <a:lnTo>
                    <a:pt x="1042" y="514"/>
                  </a:lnTo>
                  <a:lnTo>
                    <a:pt x="1043" y="516"/>
                  </a:lnTo>
                  <a:close/>
                </a:path>
              </a:pathLst>
            </a:custGeom>
            <a:solidFill>
              <a:srgbClr val="ECB78D">
                <a:alpha val="9600"/>
              </a:srgbClr>
            </a:solidFill>
            <a:ln>
              <a:noFill/>
            </a:ln>
          </p:spPr>
          <p:txBody>
            <a:bodyPr anchor="ctr"/>
            <a:lstStyle/>
            <a:p>
              <a:pPr algn="ctr">
                <a:buNone/>
              </a:pPr>
            </a:p>
          </p:txBody>
        </p:sp>
        <p:sp>
          <p:nvSpPr>
            <p:cNvPr id="7606" name="addition:spatial:95">
              <a:extLst>
                <a:ext uri="{FF2B5EF4-FFF2-40B4-BE49-F238E27FC236}">
                  <ns2:creationId id="{9B429DC4-6C6C-4486-9884-ED09A24136BF}"/>
                </a:ext>
              </a:extLst>
            </p:cNvPr>
            <p:cNvSpPr>
              <a:spLocks noGrp="1"/>
            </p:cNvSpPr>
            <p:nvPr/>
          </p:nvSpPr>
          <p:spPr>
            <a:xfrm>
              <a:off x="5648325" y="1666875"/>
              <a:ext cx="1470401" cy="911794"/>
            </a:xfrm>
            <a:custGeom>
              <a:rect l="l" t="t" r="r" b="b"/>
              <a:pathLst>
                <a:path w="1109" h="539">
                  <a:moveTo>
                    <a:pt x="0" y="0"/>
                  </a:moveTo>
                  <a:moveTo>
                    <a:pt x="1102" y="514"/>
                  </a:moveTo>
                  <a:lnTo>
                    <a:pt x="1100" y="516"/>
                  </a:lnTo>
                  <a:lnTo>
                    <a:pt x="1100" y="518"/>
                  </a:lnTo>
                  <a:lnTo>
                    <a:pt x="1103" y="520"/>
                  </a:lnTo>
                  <a:lnTo>
                    <a:pt x="1106" y="522"/>
                  </a:lnTo>
                  <a:lnTo>
                    <a:pt x="1107" y="525"/>
                  </a:lnTo>
                  <a:lnTo>
                    <a:pt x="1105" y="527"/>
                  </a:lnTo>
                  <a:lnTo>
                    <a:pt x="1101" y="528"/>
                  </a:lnTo>
                  <a:lnTo>
                    <a:pt x="1097" y="529"/>
                  </a:lnTo>
                  <a:lnTo>
                    <a:pt x="1095" y="530"/>
                  </a:lnTo>
                  <a:lnTo>
                    <a:pt x="1095" y="532"/>
                  </a:lnTo>
                  <a:lnTo>
                    <a:pt x="1093" y="534"/>
                  </a:lnTo>
                  <a:lnTo>
                    <a:pt x="1090" y="535"/>
                  </a:lnTo>
                  <a:lnTo>
                    <a:pt x="1086" y="534"/>
                  </a:lnTo>
                  <a:lnTo>
                    <a:pt x="1082" y="534"/>
                  </a:lnTo>
                  <a:lnTo>
                    <a:pt x="1080" y="534"/>
                  </a:lnTo>
                  <a:lnTo>
                    <a:pt x="1077" y="535"/>
                  </a:lnTo>
                  <a:lnTo>
                    <a:pt x="1074" y="535"/>
                  </a:lnTo>
                  <a:lnTo>
                    <a:pt x="1071" y="535"/>
                  </a:lnTo>
                  <a:lnTo>
                    <a:pt x="1068" y="536"/>
                  </a:lnTo>
                  <a:lnTo>
                    <a:pt x="1064" y="537"/>
                  </a:lnTo>
                  <a:lnTo>
                    <a:pt x="1059" y="538"/>
                  </a:lnTo>
                  <a:lnTo>
                    <a:pt x="1054" y="539"/>
                  </a:lnTo>
                  <a:lnTo>
                    <a:pt x="1050" y="537"/>
                  </a:lnTo>
                  <a:lnTo>
                    <a:pt x="1049" y="534"/>
                  </a:lnTo>
                  <a:lnTo>
                    <a:pt x="1048" y="531"/>
                  </a:lnTo>
                  <a:lnTo>
                    <a:pt x="1047" y="528"/>
                  </a:lnTo>
                  <a:lnTo>
                    <a:pt x="1044" y="527"/>
                  </a:lnTo>
                  <a:lnTo>
                    <a:pt x="1040" y="527"/>
                  </a:lnTo>
                  <a:lnTo>
                    <a:pt x="1036" y="525"/>
                  </a:lnTo>
                  <a:lnTo>
                    <a:pt x="1034" y="524"/>
                  </a:lnTo>
                  <a:lnTo>
                    <a:pt x="1033" y="522"/>
                  </a:lnTo>
                  <a:lnTo>
                    <a:pt x="1031" y="520"/>
                  </a:lnTo>
                  <a:lnTo>
                    <a:pt x="1028" y="518"/>
                  </a:lnTo>
                  <a:lnTo>
                    <a:pt x="1026" y="516"/>
                  </a:lnTo>
                  <a:lnTo>
                    <a:pt x="1025" y="514"/>
                  </a:lnTo>
                  <a:lnTo>
                    <a:pt x="1026" y="512"/>
                  </a:lnTo>
                  <a:lnTo>
                    <a:pt x="1027" y="510"/>
                  </a:lnTo>
                  <a:lnTo>
                    <a:pt x="1027" y="508"/>
                  </a:lnTo>
                  <a:lnTo>
                    <a:pt x="1026" y="505"/>
                  </a:lnTo>
                  <a:lnTo>
                    <a:pt x="1029" y="503"/>
                  </a:lnTo>
                  <a:lnTo>
                    <a:pt x="1033" y="502"/>
                  </a:lnTo>
                  <a:lnTo>
                    <a:pt x="1040" y="502"/>
                  </a:lnTo>
                  <a:lnTo>
                    <a:pt x="1044" y="502"/>
                  </a:lnTo>
                  <a:lnTo>
                    <a:pt x="1046" y="500"/>
                  </a:lnTo>
                  <a:lnTo>
                    <a:pt x="1046" y="498"/>
                  </a:lnTo>
                  <a:lnTo>
                    <a:pt x="1047" y="494"/>
                  </a:lnTo>
                  <a:lnTo>
                    <a:pt x="1050" y="492"/>
                  </a:lnTo>
                  <a:lnTo>
                    <a:pt x="1054" y="491"/>
                  </a:lnTo>
                  <a:lnTo>
                    <a:pt x="1058" y="491"/>
                  </a:lnTo>
                  <a:lnTo>
                    <a:pt x="1062" y="490"/>
                  </a:lnTo>
                  <a:lnTo>
                    <a:pt x="1066" y="490"/>
                  </a:lnTo>
                  <a:lnTo>
                    <a:pt x="1071" y="490"/>
                  </a:lnTo>
                  <a:lnTo>
                    <a:pt x="1074" y="492"/>
                  </a:lnTo>
                  <a:lnTo>
                    <a:pt x="1078" y="494"/>
                  </a:lnTo>
                  <a:lnTo>
                    <a:pt x="1081" y="494"/>
                  </a:lnTo>
                  <a:lnTo>
                    <a:pt x="1084" y="493"/>
                  </a:lnTo>
                  <a:lnTo>
                    <a:pt x="1088" y="493"/>
                  </a:lnTo>
                  <a:lnTo>
                    <a:pt x="1091" y="494"/>
                  </a:lnTo>
                  <a:lnTo>
                    <a:pt x="1093" y="496"/>
                  </a:lnTo>
                  <a:lnTo>
                    <a:pt x="1094" y="498"/>
                  </a:lnTo>
                  <a:lnTo>
                    <a:pt x="1096" y="499"/>
                  </a:lnTo>
                  <a:lnTo>
                    <a:pt x="1100" y="499"/>
                  </a:lnTo>
                  <a:lnTo>
                    <a:pt x="1105" y="499"/>
                  </a:lnTo>
                  <a:lnTo>
                    <a:pt x="1109" y="501"/>
                  </a:lnTo>
                  <a:lnTo>
                    <a:pt x="1109" y="503"/>
                  </a:lnTo>
                  <a:lnTo>
                    <a:pt x="1108" y="506"/>
                  </a:lnTo>
                  <a:lnTo>
                    <a:pt x="1106" y="508"/>
                  </a:lnTo>
                  <a:lnTo>
                    <a:pt x="1105" y="510"/>
                  </a:lnTo>
                  <a:lnTo>
                    <a:pt x="1104" y="512"/>
                  </a:lnTo>
                  <a:close/>
                </a:path>
              </a:pathLst>
            </a:custGeom>
            <a:solidFill>
              <a:srgbClr val="ECB78D">
                <a:alpha val="9600"/>
              </a:srgbClr>
            </a:solidFill>
            <a:ln>
              <a:noFill/>
            </a:ln>
          </p:spPr>
          <p:txBody>
            <a:bodyPr anchor="ctr"/>
            <a:lstStyle/>
            <a:p>
              <a:pPr algn="ctr">
                <a:buNone/>
              </a:pPr>
            </a:p>
          </p:txBody>
        </p:sp>
        <p:sp>
          <p:nvSpPr>
            <p:cNvPr id="7607" name="addition:spatial:96">
              <a:extLst>
                <a:ext uri="{FF2B5EF4-FFF2-40B4-BE49-F238E27FC236}">
                  <ns2:creationId id="{6544998E-E363-42AA-9F60-C74F61081F86}"/>
                </a:ext>
              </a:extLst>
            </p:cNvPr>
            <p:cNvSpPr>
              <a:spLocks noGrp="1"/>
            </p:cNvSpPr>
            <p:nvPr/>
          </p:nvSpPr>
          <p:spPr>
            <a:xfrm>
              <a:off x="5648325" y="1666875"/>
              <a:ext cx="1494267" cy="928710"/>
            </a:xfrm>
            <a:custGeom>
              <a:rect l="l" t="t" r="r" b="b"/>
              <a:pathLst>
                <a:path w="1127" h="549">
                  <a:moveTo>
                    <a:pt x="0" y="0"/>
                  </a:moveTo>
                  <a:moveTo>
                    <a:pt x="1127" y="510"/>
                  </a:moveTo>
                  <a:lnTo>
                    <a:pt x="1126" y="513"/>
                  </a:lnTo>
                  <a:lnTo>
                    <a:pt x="1124" y="516"/>
                  </a:lnTo>
                  <a:lnTo>
                    <a:pt x="1124" y="519"/>
                  </a:lnTo>
                  <a:lnTo>
                    <a:pt x="1124" y="522"/>
                  </a:lnTo>
                  <a:lnTo>
                    <a:pt x="1122" y="525"/>
                  </a:lnTo>
                  <a:lnTo>
                    <a:pt x="1118" y="527"/>
                  </a:lnTo>
                  <a:lnTo>
                    <a:pt x="1114" y="529"/>
                  </a:lnTo>
                  <a:lnTo>
                    <a:pt x="1111" y="531"/>
                  </a:lnTo>
                  <a:lnTo>
                    <a:pt x="1108" y="533"/>
                  </a:lnTo>
                  <a:lnTo>
                    <a:pt x="1105" y="535"/>
                  </a:lnTo>
                  <a:lnTo>
                    <a:pt x="1100" y="536"/>
                  </a:lnTo>
                  <a:lnTo>
                    <a:pt x="1094" y="536"/>
                  </a:lnTo>
                  <a:lnTo>
                    <a:pt x="1089" y="536"/>
                  </a:lnTo>
                  <a:lnTo>
                    <a:pt x="1085" y="539"/>
                  </a:lnTo>
                  <a:lnTo>
                    <a:pt x="1082" y="543"/>
                  </a:lnTo>
                  <a:lnTo>
                    <a:pt x="1077" y="547"/>
                  </a:lnTo>
                  <a:lnTo>
                    <a:pt x="1071" y="549"/>
                  </a:lnTo>
                  <a:lnTo>
                    <a:pt x="1064" y="547"/>
                  </a:lnTo>
                  <a:lnTo>
                    <a:pt x="1059" y="544"/>
                  </a:lnTo>
                  <a:lnTo>
                    <a:pt x="1054" y="541"/>
                  </a:lnTo>
                  <a:lnTo>
                    <a:pt x="1049" y="540"/>
                  </a:lnTo>
                  <a:lnTo>
                    <a:pt x="1045" y="538"/>
                  </a:lnTo>
                  <a:lnTo>
                    <a:pt x="1041" y="536"/>
                  </a:lnTo>
                  <a:lnTo>
                    <a:pt x="1038" y="534"/>
                  </a:lnTo>
                  <a:lnTo>
                    <a:pt x="1034" y="533"/>
                  </a:lnTo>
                  <a:lnTo>
                    <a:pt x="1028" y="533"/>
                  </a:lnTo>
                  <a:lnTo>
                    <a:pt x="1022" y="533"/>
                  </a:lnTo>
                  <a:lnTo>
                    <a:pt x="1018" y="531"/>
                  </a:lnTo>
                  <a:lnTo>
                    <a:pt x="1017" y="528"/>
                  </a:lnTo>
                  <a:lnTo>
                    <a:pt x="1017" y="524"/>
                  </a:lnTo>
                  <a:lnTo>
                    <a:pt x="1017" y="521"/>
                  </a:lnTo>
                  <a:lnTo>
                    <a:pt x="1013" y="519"/>
                  </a:lnTo>
                  <a:lnTo>
                    <a:pt x="1009" y="516"/>
                  </a:lnTo>
                  <a:lnTo>
                    <a:pt x="1008" y="513"/>
                  </a:lnTo>
                  <a:lnTo>
                    <a:pt x="1011" y="510"/>
                  </a:lnTo>
                  <a:lnTo>
                    <a:pt x="1018" y="507"/>
                  </a:lnTo>
                  <a:lnTo>
                    <a:pt x="1024" y="505"/>
                  </a:lnTo>
                  <a:lnTo>
                    <a:pt x="1026" y="502"/>
                  </a:lnTo>
                  <a:lnTo>
                    <a:pt x="1027" y="500"/>
                  </a:lnTo>
                  <a:lnTo>
                    <a:pt x="1027" y="497"/>
                  </a:lnTo>
                  <a:lnTo>
                    <a:pt x="1028" y="494"/>
                  </a:lnTo>
                  <a:lnTo>
                    <a:pt x="1029" y="491"/>
                  </a:lnTo>
                  <a:lnTo>
                    <a:pt x="1030" y="487"/>
                  </a:lnTo>
                  <a:lnTo>
                    <a:pt x="1030" y="483"/>
                  </a:lnTo>
                  <a:lnTo>
                    <a:pt x="1033" y="480"/>
                  </a:lnTo>
                  <a:lnTo>
                    <a:pt x="1039" y="479"/>
                  </a:lnTo>
                  <a:lnTo>
                    <a:pt x="1046" y="481"/>
                  </a:lnTo>
                  <a:lnTo>
                    <a:pt x="1051" y="482"/>
                  </a:lnTo>
                  <a:lnTo>
                    <a:pt x="1055" y="482"/>
                  </a:lnTo>
                  <a:lnTo>
                    <a:pt x="1058" y="480"/>
                  </a:lnTo>
                  <a:lnTo>
                    <a:pt x="1061" y="477"/>
                  </a:lnTo>
                  <a:lnTo>
                    <a:pt x="1065" y="477"/>
                  </a:lnTo>
                  <a:lnTo>
                    <a:pt x="1069" y="478"/>
                  </a:lnTo>
                  <a:lnTo>
                    <a:pt x="1073" y="480"/>
                  </a:lnTo>
                  <a:lnTo>
                    <a:pt x="1077" y="481"/>
                  </a:lnTo>
                  <a:lnTo>
                    <a:pt x="1081" y="480"/>
                  </a:lnTo>
                  <a:lnTo>
                    <a:pt x="1086" y="479"/>
                  </a:lnTo>
                  <a:lnTo>
                    <a:pt x="1091" y="479"/>
                  </a:lnTo>
                  <a:lnTo>
                    <a:pt x="1095" y="481"/>
                  </a:lnTo>
                  <a:lnTo>
                    <a:pt x="1100" y="482"/>
                  </a:lnTo>
                  <a:lnTo>
                    <a:pt x="1104" y="484"/>
                  </a:lnTo>
                  <a:lnTo>
                    <a:pt x="1108" y="486"/>
                  </a:lnTo>
                  <a:lnTo>
                    <a:pt x="1110" y="490"/>
                  </a:lnTo>
                  <a:lnTo>
                    <a:pt x="1108" y="494"/>
                  </a:lnTo>
                  <a:lnTo>
                    <a:pt x="1105" y="498"/>
                  </a:lnTo>
                  <a:lnTo>
                    <a:pt x="1105" y="501"/>
                  </a:lnTo>
                  <a:lnTo>
                    <a:pt x="1110" y="503"/>
                  </a:lnTo>
                  <a:lnTo>
                    <a:pt x="1118" y="504"/>
                  </a:lnTo>
                  <a:lnTo>
                    <a:pt x="1125" y="507"/>
                  </a:lnTo>
                  <a:close/>
                </a:path>
              </a:pathLst>
            </a:custGeom>
            <a:solidFill>
              <a:srgbClr val="E18B48">
                <a:alpha val="11100"/>
              </a:srgbClr>
            </a:solidFill>
            <a:ln>
              <a:noFill/>
            </a:ln>
          </p:spPr>
          <p:txBody>
            <a:bodyPr anchor="ctr"/>
            <a:lstStyle/>
            <a:p>
              <a:pPr algn="ctr">
                <a:buNone/>
              </a:pPr>
            </a:p>
          </p:txBody>
        </p:sp>
        <p:sp>
          <p:nvSpPr>
            <p:cNvPr id="7608" name="addition:spatial:97">
              <a:extLst>
                <a:ext uri="{FF2B5EF4-FFF2-40B4-BE49-F238E27FC236}">
                  <ns2:creationId id="{72F648AB-0DD8-473A-80D9-744257CE3366}"/>
                </a:ext>
              </a:extLst>
            </p:cNvPr>
            <p:cNvSpPr>
              <a:spLocks noGrp="1"/>
            </p:cNvSpPr>
            <p:nvPr/>
          </p:nvSpPr>
          <p:spPr>
            <a:xfrm>
              <a:off x="5648325" y="1666875"/>
              <a:ext cx="1423995" cy="879653"/>
            </a:xfrm>
            <a:custGeom>
              <a:rect l="l" t="t" r="r" b="b"/>
              <a:pathLst>
                <a:path w="1074" h="520">
                  <a:moveTo>
                    <a:pt x="0" y="0"/>
                  </a:moveTo>
                  <a:moveTo>
                    <a:pt x="1073" y="501"/>
                  </a:moveTo>
                  <a:lnTo>
                    <a:pt x="1074" y="503"/>
                  </a:lnTo>
                  <a:lnTo>
                    <a:pt x="1074" y="504"/>
                  </a:lnTo>
                  <a:lnTo>
                    <a:pt x="1073" y="506"/>
                  </a:lnTo>
                  <a:lnTo>
                    <a:pt x="1071" y="507"/>
                  </a:lnTo>
                  <a:lnTo>
                    <a:pt x="1069" y="508"/>
                  </a:lnTo>
                  <a:lnTo>
                    <a:pt x="1068" y="509"/>
                  </a:lnTo>
                  <a:lnTo>
                    <a:pt x="1068" y="511"/>
                  </a:lnTo>
                  <a:lnTo>
                    <a:pt x="1066" y="512"/>
                  </a:lnTo>
                  <a:lnTo>
                    <a:pt x="1063" y="512"/>
                  </a:lnTo>
                  <a:lnTo>
                    <a:pt x="1060" y="512"/>
                  </a:lnTo>
                  <a:lnTo>
                    <a:pt x="1058" y="513"/>
                  </a:lnTo>
                  <a:lnTo>
                    <a:pt x="1057" y="514"/>
                  </a:lnTo>
                  <a:lnTo>
                    <a:pt x="1056" y="517"/>
                  </a:lnTo>
                  <a:lnTo>
                    <a:pt x="1054" y="519"/>
                  </a:lnTo>
                  <a:lnTo>
                    <a:pt x="1051" y="520"/>
                  </a:lnTo>
                  <a:lnTo>
                    <a:pt x="1048" y="519"/>
                  </a:lnTo>
                  <a:lnTo>
                    <a:pt x="1046" y="519"/>
                  </a:lnTo>
                  <a:lnTo>
                    <a:pt x="1043" y="518"/>
                  </a:lnTo>
                  <a:lnTo>
                    <a:pt x="1041" y="517"/>
                  </a:lnTo>
                  <a:lnTo>
                    <a:pt x="1039" y="516"/>
                  </a:lnTo>
                  <a:lnTo>
                    <a:pt x="1037" y="515"/>
                  </a:lnTo>
                  <a:lnTo>
                    <a:pt x="1036" y="514"/>
                  </a:lnTo>
                  <a:lnTo>
                    <a:pt x="1034" y="514"/>
                  </a:lnTo>
                  <a:lnTo>
                    <a:pt x="1031" y="514"/>
                  </a:lnTo>
                  <a:lnTo>
                    <a:pt x="1028" y="515"/>
                  </a:lnTo>
                  <a:lnTo>
                    <a:pt x="1026" y="514"/>
                  </a:lnTo>
                  <a:lnTo>
                    <a:pt x="1026" y="512"/>
                  </a:lnTo>
                  <a:lnTo>
                    <a:pt x="1026" y="511"/>
                  </a:lnTo>
                  <a:lnTo>
                    <a:pt x="1025" y="509"/>
                  </a:lnTo>
                  <a:lnTo>
                    <a:pt x="1023" y="508"/>
                  </a:lnTo>
                  <a:lnTo>
                    <a:pt x="1021" y="507"/>
                  </a:lnTo>
                  <a:lnTo>
                    <a:pt x="1020" y="506"/>
                  </a:lnTo>
                  <a:lnTo>
                    <a:pt x="1021" y="504"/>
                  </a:lnTo>
                  <a:lnTo>
                    <a:pt x="1023" y="502"/>
                  </a:lnTo>
                  <a:lnTo>
                    <a:pt x="1025" y="501"/>
                  </a:lnTo>
                  <a:lnTo>
                    <a:pt x="1025" y="500"/>
                  </a:lnTo>
                  <a:lnTo>
                    <a:pt x="1026" y="498"/>
                  </a:lnTo>
                  <a:lnTo>
                    <a:pt x="1026" y="497"/>
                  </a:lnTo>
                  <a:lnTo>
                    <a:pt x="1027" y="496"/>
                  </a:lnTo>
                  <a:lnTo>
                    <a:pt x="1027" y="494"/>
                  </a:lnTo>
                  <a:lnTo>
                    <a:pt x="1026" y="492"/>
                  </a:lnTo>
                  <a:lnTo>
                    <a:pt x="1025" y="490"/>
                  </a:lnTo>
                  <a:lnTo>
                    <a:pt x="1025" y="488"/>
                  </a:lnTo>
                  <a:lnTo>
                    <a:pt x="1028" y="487"/>
                  </a:lnTo>
                  <a:lnTo>
                    <a:pt x="1031" y="488"/>
                  </a:lnTo>
                  <a:lnTo>
                    <a:pt x="1034" y="488"/>
                  </a:lnTo>
                  <a:lnTo>
                    <a:pt x="1035" y="488"/>
                  </a:lnTo>
                  <a:lnTo>
                    <a:pt x="1037" y="486"/>
                  </a:lnTo>
                  <a:lnTo>
                    <a:pt x="1038" y="485"/>
                  </a:lnTo>
                  <a:lnTo>
                    <a:pt x="1040" y="485"/>
                  </a:lnTo>
                  <a:lnTo>
                    <a:pt x="1042" y="485"/>
                  </a:lnTo>
                  <a:lnTo>
                    <a:pt x="1043" y="486"/>
                  </a:lnTo>
                  <a:lnTo>
                    <a:pt x="1045" y="485"/>
                  </a:lnTo>
                  <a:lnTo>
                    <a:pt x="1047" y="485"/>
                  </a:lnTo>
                  <a:lnTo>
                    <a:pt x="1050" y="484"/>
                  </a:lnTo>
                  <a:lnTo>
                    <a:pt x="1052" y="485"/>
                  </a:lnTo>
                  <a:lnTo>
                    <a:pt x="1054" y="485"/>
                  </a:lnTo>
                  <a:lnTo>
                    <a:pt x="1056" y="485"/>
                  </a:lnTo>
                  <a:lnTo>
                    <a:pt x="1059" y="485"/>
                  </a:lnTo>
                  <a:lnTo>
                    <a:pt x="1062" y="486"/>
                  </a:lnTo>
                  <a:lnTo>
                    <a:pt x="1063" y="488"/>
                  </a:lnTo>
                  <a:lnTo>
                    <a:pt x="1063" y="490"/>
                  </a:lnTo>
                  <a:lnTo>
                    <a:pt x="1062" y="493"/>
                  </a:lnTo>
                  <a:lnTo>
                    <a:pt x="1062" y="494"/>
                  </a:lnTo>
                  <a:lnTo>
                    <a:pt x="1065" y="495"/>
                  </a:lnTo>
                  <a:lnTo>
                    <a:pt x="1068" y="495"/>
                  </a:lnTo>
                  <a:lnTo>
                    <a:pt x="1071" y="496"/>
                  </a:lnTo>
                  <a:lnTo>
                    <a:pt x="1072" y="498"/>
                  </a:lnTo>
                  <a:lnTo>
                    <a:pt x="1073" y="499"/>
                  </a:lnTo>
                  <a:close/>
                </a:path>
              </a:pathLst>
            </a:custGeom>
            <a:solidFill>
              <a:srgbClr val="DE8036">
                <a:alpha val="10800"/>
              </a:srgbClr>
            </a:solidFill>
            <a:ln>
              <a:noFill/>
            </a:ln>
          </p:spPr>
          <p:txBody>
            <a:bodyPr anchor="ctr"/>
            <a:lstStyle/>
            <a:p>
              <a:pPr algn="ctr">
                <a:buNone/>
              </a:pPr>
            </a:p>
          </p:txBody>
        </p:sp>
        <p:sp>
          <p:nvSpPr>
            <p:cNvPr id="7609" name="addition:spatial:98">
              <a:extLst>
                <a:ext uri="{FF2B5EF4-FFF2-40B4-BE49-F238E27FC236}">
                  <ns2:creationId id="{868118D0-11B8-4F5A-BB3F-BB68F59703FA}"/>
                </a:ext>
              </a:extLst>
            </p:cNvPr>
            <p:cNvSpPr>
              <a:spLocks noGrp="1"/>
            </p:cNvSpPr>
            <p:nvPr/>
          </p:nvSpPr>
          <p:spPr>
            <a:xfrm>
              <a:off x="5648325" y="1666875"/>
              <a:ext cx="1463772" cy="864428"/>
            </a:xfrm>
            <a:custGeom>
              <a:rect l="l" t="t" r="r" b="b"/>
              <a:pathLst>
                <a:path w="1104" h="511">
                  <a:moveTo>
                    <a:pt x="0" y="0"/>
                  </a:moveTo>
                  <a:moveTo>
                    <a:pt x="1103" y="496"/>
                  </a:moveTo>
                  <a:lnTo>
                    <a:pt x="1102" y="497"/>
                  </a:lnTo>
                  <a:lnTo>
                    <a:pt x="1102" y="498"/>
                  </a:lnTo>
                  <a:lnTo>
                    <a:pt x="1103" y="499"/>
                  </a:lnTo>
                  <a:lnTo>
                    <a:pt x="1102" y="501"/>
                  </a:lnTo>
                  <a:lnTo>
                    <a:pt x="1101" y="502"/>
                  </a:lnTo>
                  <a:lnTo>
                    <a:pt x="1099" y="502"/>
                  </a:lnTo>
                  <a:lnTo>
                    <a:pt x="1097" y="503"/>
                  </a:lnTo>
                  <a:lnTo>
                    <a:pt x="1096" y="504"/>
                  </a:lnTo>
                  <a:lnTo>
                    <a:pt x="1094" y="504"/>
                  </a:lnTo>
                  <a:lnTo>
                    <a:pt x="1093" y="505"/>
                  </a:lnTo>
                  <a:lnTo>
                    <a:pt x="1091" y="506"/>
                  </a:lnTo>
                  <a:lnTo>
                    <a:pt x="1090" y="506"/>
                  </a:lnTo>
                  <a:lnTo>
                    <a:pt x="1089" y="508"/>
                  </a:lnTo>
                  <a:lnTo>
                    <a:pt x="1087" y="510"/>
                  </a:lnTo>
                  <a:lnTo>
                    <a:pt x="1085" y="511"/>
                  </a:lnTo>
                  <a:lnTo>
                    <a:pt x="1083" y="510"/>
                  </a:lnTo>
                  <a:lnTo>
                    <a:pt x="1081" y="509"/>
                  </a:lnTo>
                  <a:lnTo>
                    <a:pt x="1079" y="508"/>
                  </a:lnTo>
                  <a:lnTo>
                    <a:pt x="1077" y="507"/>
                  </a:lnTo>
                  <a:lnTo>
                    <a:pt x="1076" y="507"/>
                  </a:lnTo>
                  <a:lnTo>
                    <a:pt x="1074" y="507"/>
                  </a:lnTo>
                  <a:lnTo>
                    <a:pt x="1072" y="507"/>
                  </a:lnTo>
                  <a:lnTo>
                    <a:pt x="1071" y="507"/>
                  </a:lnTo>
                  <a:lnTo>
                    <a:pt x="1070" y="506"/>
                  </a:lnTo>
                  <a:lnTo>
                    <a:pt x="1068" y="506"/>
                  </a:lnTo>
                  <a:lnTo>
                    <a:pt x="1066" y="505"/>
                  </a:lnTo>
                  <a:lnTo>
                    <a:pt x="1065" y="505"/>
                  </a:lnTo>
                  <a:lnTo>
                    <a:pt x="1064" y="504"/>
                  </a:lnTo>
                  <a:lnTo>
                    <a:pt x="1064" y="502"/>
                  </a:lnTo>
                  <a:lnTo>
                    <a:pt x="1063" y="502"/>
                  </a:lnTo>
                  <a:lnTo>
                    <a:pt x="1062" y="501"/>
                  </a:lnTo>
                  <a:lnTo>
                    <a:pt x="1061" y="500"/>
                  </a:lnTo>
                  <a:lnTo>
                    <a:pt x="1061" y="498"/>
                  </a:lnTo>
                  <a:lnTo>
                    <a:pt x="1063" y="497"/>
                  </a:lnTo>
                  <a:lnTo>
                    <a:pt x="1066" y="496"/>
                  </a:lnTo>
                  <a:lnTo>
                    <a:pt x="1067" y="495"/>
                  </a:lnTo>
                  <a:lnTo>
                    <a:pt x="1066" y="494"/>
                  </a:lnTo>
                  <a:lnTo>
                    <a:pt x="1065" y="493"/>
                  </a:lnTo>
                  <a:lnTo>
                    <a:pt x="1064" y="491"/>
                  </a:lnTo>
                  <a:lnTo>
                    <a:pt x="1063" y="490"/>
                  </a:lnTo>
                  <a:lnTo>
                    <a:pt x="1064" y="489"/>
                  </a:lnTo>
                  <a:lnTo>
                    <a:pt x="1065" y="488"/>
                  </a:lnTo>
                  <a:lnTo>
                    <a:pt x="1066" y="487"/>
                  </a:lnTo>
                  <a:lnTo>
                    <a:pt x="1067" y="486"/>
                  </a:lnTo>
                  <a:lnTo>
                    <a:pt x="1069" y="486"/>
                  </a:lnTo>
                  <a:lnTo>
                    <a:pt x="1071" y="486"/>
                  </a:lnTo>
                  <a:lnTo>
                    <a:pt x="1072" y="486"/>
                  </a:lnTo>
                  <a:lnTo>
                    <a:pt x="1073" y="485"/>
                  </a:lnTo>
                  <a:lnTo>
                    <a:pt x="1074" y="484"/>
                  </a:lnTo>
                  <a:lnTo>
                    <a:pt x="1076" y="483"/>
                  </a:lnTo>
                  <a:lnTo>
                    <a:pt x="1077" y="483"/>
                  </a:lnTo>
                  <a:lnTo>
                    <a:pt x="1079" y="484"/>
                  </a:lnTo>
                  <a:lnTo>
                    <a:pt x="1080" y="485"/>
                  </a:lnTo>
                  <a:lnTo>
                    <a:pt x="1082" y="484"/>
                  </a:lnTo>
                  <a:lnTo>
                    <a:pt x="1084" y="483"/>
                  </a:lnTo>
                  <a:lnTo>
                    <a:pt x="1086" y="482"/>
                  </a:lnTo>
                  <a:lnTo>
                    <a:pt x="1089" y="483"/>
                  </a:lnTo>
                  <a:lnTo>
                    <a:pt x="1090" y="483"/>
                  </a:lnTo>
                  <a:lnTo>
                    <a:pt x="1092" y="485"/>
                  </a:lnTo>
                  <a:lnTo>
                    <a:pt x="1093" y="486"/>
                  </a:lnTo>
                  <a:lnTo>
                    <a:pt x="1094" y="487"/>
                  </a:lnTo>
                  <a:lnTo>
                    <a:pt x="1095" y="488"/>
                  </a:lnTo>
                  <a:lnTo>
                    <a:pt x="1095" y="489"/>
                  </a:lnTo>
                  <a:lnTo>
                    <a:pt x="1095" y="490"/>
                  </a:lnTo>
                  <a:lnTo>
                    <a:pt x="1097" y="491"/>
                  </a:lnTo>
                  <a:lnTo>
                    <a:pt x="1100" y="492"/>
                  </a:lnTo>
                  <a:lnTo>
                    <a:pt x="1103" y="492"/>
                  </a:lnTo>
                  <a:lnTo>
                    <a:pt x="1104" y="493"/>
                  </a:lnTo>
                  <a:lnTo>
                    <a:pt x="1104" y="495"/>
                  </a:lnTo>
                  <a:close/>
                </a:path>
              </a:pathLst>
            </a:custGeom>
            <a:solidFill>
              <a:srgbClr val="DE8036">
                <a:alpha val="10800"/>
              </a:srgbClr>
            </a:solidFill>
            <a:ln>
              <a:noFill/>
            </a:ln>
          </p:spPr>
          <p:txBody>
            <a:bodyPr anchor="ctr"/>
            <a:lstStyle/>
            <a:p>
              <a:pPr algn="ctr">
                <a:buNone/>
              </a:pPr>
            </a:p>
          </p:txBody>
        </p:sp>
        <p:sp>
          <p:nvSpPr>
            <p:cNvPr id="7610" name="addition:spatial:99">
              <a:extLst>
                <a:ext uri="{FF2B5EF4-FFF2-40B4-BE49-F238E27FC236}">
                  <ns2:creationId id="{705EFBFF-E600-4B9D-9F46-36DCD5E7BF87}"/>
                </a:ext>
              </a:extLst>
            </p:cNvPr>
            <p:cNvSpPr>
              <a:spLocks noGrp="1"/>
            </p:cNvSpPr>
            <p:nvPr/>
          </p:nvSpPr>
          <p:spPr>
            <a:xfrm>
              <a:off x="5648325" y="1666875"/>
              <a:ext cx="1494267" cy="905027"/>
            </a:xfrm>
            <a:custGeom>
              <a:rect l="l" t="t" r="r" b="b"/>
              <a:pathLst>
                <a:path w="1127" h="535">
                  <a:moveTo>
                    <a:pt x="0" y="0"/>
                  </a:moveTo>
                  <a:moveTo>
                    <a:pt x="1126" y="518"/>
                  </a:moveTo>
                  <a:lnTo>
                    <a:pt x="1123" y="520"/>
                  </a:lnTo>
                  <a:lnTo>
                    <a:pt x="1120" y="521"/>
                  </a:lnTo>
                  <a:lnTo>
                    <a:pt x="1118" y="522"/>
                  </a:lnTo>
                  <a:lnTo>
                    <a:pt x="1118" y="523"/>
                  </a:lnTo>
                  <a:lnTo>
                    <a:pt x="1119" y="525"/>
                  </a:lnTo>
                  <a:lnTo>
                    <a:pt x="1119" y="527"/>
                  </a:lnTo>
                  <a:lnTo>
                    <a:pt x="1118" y="528"/>
                  </a:lnTo>
                  <a:lnTo>
                    <a:pt x="1115" y="529"/>
                  </a:lnTo>
                  <a:lnTo>
                    <a:pt x="1112" y="530"/>
                  </a:lnTo>
                  <a:lnTo>
                    <a:pt x="1111" y="531"/>
                  </a:lnTo>
                  <a:lnTo>
                    <a:pt x="1110" y="533"/>
                  </a:lnTo>
                  <a:lnTo>
                    <a:pt x="1108" y="534"/>
                  </a:lnTo>
                  <a:lnTo>
                    <a:pt x="1106" y="535"/>
                  </a:lnTo>
                  <a:lnTo>
                    <a:pt x="1103" y="535"/>
                  </a:lnTo>
                  <a:lnTo>
                    <a:pt x="1101" y="535"/>
                  </a:lnTo>
                  <a:lnTo>
                    <a:pt x="1099" y="534"/>
                  </a:lnTo>
                  <a:lnTo>
                    <a:pt x="1097" y="534"/>
                  </a:lnTo>
                  <a:lnTo>
                    <a:pt x="1095" y="534"/>
                  </a:lnTo>
                  <a:lnTo>
                    <a:pt x="1093" y="532"/>
                  </a:lnTo>
                  <a:lnTo>
                    <a:pt x="1092" y="532"/>
                  </a:lnTo>
                  <a:lnTo>
                    <a:pt x="1090" y="532"/>
                  </a:lnTo>
                  <a:lnTo>
                    <a:pt x="1087" y="533"/>
                  </a:lnTo>
                  <a:lnTo>
                    <a:pt x="1084" y="535"/>
                  </a:lnTo>
                  <a:lnTo>
                    <a:pt x="1081" y="534"/>
                  </a:lnTo>
                  <a:lnTo>
                    <a:pt x="1080" y="533"/>
                  </a:lnTo>
                  <a:lnTo>
                    <a:pt x="1080" y="531"/>
                  </a:lnTo>
                  <a:lnTo>
                    <a:pt x="1079" y="529"/>
                  </a:lnTo>
                  <a:lnTo>
                    <a:pt x="1078" y="528"/>
                  </a:lnTo>
                  <a:lnTo>
                    <a:pt x="1077" y="526"/>
                  </a:lnTo>
                  <a:lnTo>
                    <a:pt x="1075" y="525"/>
                  </a:lnTo>
                  <a:lnTo>
                    <a:pt x="1075" y="524"/>
                  </a:lnTo>
                  <a:lnTo>
                    <a:pt x="1075" y="522"/>
                  </a:lnTo>
                  <a:lnTo>
                    <a:pt x="1074" y="521"/>
                  </a:lnTo>
                  <a:lnTo>
                    <a:pt x="1073" y="520"/>
                  </a:lnTo>
                  <a:lnTo>
                    <a:pt x="1071" y="518"/>
                  </a:lnTo>
                  <a:lnTo>
                    <a:pt x="1071" y="517"/>
                  </a:lnTo>
                  <a:lnTo>
                    <a:pt x="1072" y="515"/>
                  </a:lnTo>
                  <a:lnTo>
                    <a:pt x="1072" y="514"/>
                  </a:lnTo>
                  <a:lnTo>
                    <a:pt x="1070" y="512"/>
                  </a:lnTo>
                  <a:lnTo>
                    <a:pt x="1069" y="510"/>
                  </a:lnTo>
                  <a:lnTo>
                    <a:pt x="1069" y="508"/>
                  </a:lnTo>
                  <a:lnTo>
                    <a:pt x="1071" y="507"/>
                  </a:lnTo>
                  <a:lnTo>
                    <a:pt x="1075" y="507"/>
                  </a:lnTo>
                  <a:lnTo>
                    <a:pt x="1079" y="507"/>
                  </a:lnTo>
                  <a:lnTo>
                    <a:pt x="1081" y="507"/>
                  </a:lnTo>
                  <a:lnTo>
                    <a:pt x="1082" y="506"/>
                  </a:lnTo>
                  <a:lnTo>
                    <a:pt x="1083" y="505"/>
                  </a:lnTo>
                  <a:lnTo>
                    <a:pt x="1085" y="503"/>
                  </a:lnTo>
                  <a:lnTo>
                    <a:pt x="1087" y="503"/>
                  </a:lnTo>
                  <a:lnTo>
                    <a:pt x="1089" y="502"/>
                  </a:lnTo>
                  <a:lnTo>
                    <a:pt x="1092" y="500"/>
                  </a:lnTo>
                  <a:lnTo>
                    <a:pt x="1094" y="500"/>
                  </a:lnTo>
                  <a:lnTo>
                    <a:pt x="1097" y="500"/>
                  </a:lnTo>
                  <a:lnTo>
                    <a:pt x="1100" y="501"/>
                  </a:lnTo>
                  <a:lnTo>
                    <a:pt x="1102" y="502"/>
                  </a:lnTo>
                  <a:lnTo>
                    <a:pt x="1105" y="503"/>
                  </a:lnTo>
                  <a:lnTo>
                    <a:pt x="1108" y="503"/>
                  </a:lnTo>
                  <a:lnTo>
                    <a:pt x="1111" y="503"/>
                  </a:lnTo>
                  <a:lnTo>
                    <a:pt x="1113" y="504"/>
                  </a:lnTo>
                  <a:lnTo>
                    <a:pt x="1114" y="506"/>
                  </a:lnTo>
                  <a:lnTo>
                    <a:pt x="1114" y="508"/>
                  </a:lnTo>
                  <a:lnTo>
                    <a:pt x="1115" y="509"/>
                  </a:lnTo>
                  <a:lnTo>
                    <a:pt x="1118" y="509"/>
                  </a:lnTo>
                  <a:lnTo>
                    <a:pt x="1121" y="510"/>
                  </a:lnTo>
                  <a:lnTo>
                    <a:pt x="1124" y="510"/>
                  </a:lnTo>
                  <a:lnTo>
                    <a:pt x="1126" y="512"/>
                  </a:lnTo>
                  <a:lnTo>
                    <a:pt x="1126" y="513"/>
                  </a:lnTo>
                  <a:lnTo>
                    <a:pt x="1127" y="515"/>
                  </a:lnTo>
                  <a:lnTo>
                    <a:pt x="1127" y="516"/>
                  </a:lnTo>
                  <a:close/>
                </a:path>
              </a:pathLst>
            </a:custGeom>
            <a:solidFill>
              <a:srgbClr val="DE8036">
                <a:alpha val="10800"/>
              </a:srgbClr>
            </a:solidFill>
            <a:ln>
              <a:noFill/>
            </a:ln>
          </p:spPr>
          <p:txBody>
            <a:bodyPr anchor="ctr"/>
            <a:lstStyle/>
            <a:p>
              <a:pPr algn="ctr">
                <a:buNone/>
              </a:pPr>
            </a:p>
          </p:txBody>
        </p:sp>
        <p:sp>
          <p:nvSpPr>
            <p:cNvPr id="7611" name="addition:spatial:100">
              <a:extLst>
                <a:ext uri="{FF2B5EF4-FFF2-40B4-BE49-F238E27FC236}">
                  <ns2:creationId id="{EC96EF09-18D0-4556-868C-76F6EDBC784E}"/>
                </a:ext>
              </a:extLst>
            </p:cNvPr>
            <p:cNvSpPr>
              <a:spLocks noGrp="1"/>
            </p:cNvSpPr>
            <p:nvPr/>
          </p:nvSpPr>
          <p:spPr>
            <a:xfrm>
              <a:off x="5648325" y="1666875"/>
              <a:ext cx="1435928" cy="916869"/>
            </a:xfrm>
            <a:custGeom>
              <a:rect l="l" t="t" r="r" b="b"/>
              <a:pathLst>
                <a:path w="1083" h="542">
                  <a:moveTo>
                    <a:pt x="0" y="0"/>
                  </a:moveTo>
                  <a:moveTo>
                    <a:pt x="1080" y="528"/>
                  </a:moveTo>
                  <a:lnTo>
                    <a:pt x="1079" y="529"/>
                  </a:lnTo>
                  <a:lnTo>
                    <a:pt x="1079" y="530"/>
                  </a:lnTo>
                  <a:lnTo>
                    <a:pt x="1078" y="531"/>
                  </a:lnTo>
                  <a:lnTo>
                    <a:pt x="1078" y="532"/>
                  </a:lnTo>
                  <a:lnTo>
                    <a:pt x="1077" y="533"/>
                  </a:lnTo>
                  <a:lnTo>
                    <a:pt x="1077" y="535"/>
                  </a:lnTo>
                  <a:lnTo>
                    <a:pt x="1078" y="537"/>
                  </a:lnTo>
                  <a:lnTo>
                    <a:pt x="1079" y="539"/>
                  </a:lnTo>
                  <a:lnTo>
                    <a:pt x="1078" y="540"/>
                  </a:lnTo>
                  <a:lnTo>
                    <a:pt x="1075" y="540"/>
                  </a:lnTo>
                  <a:lnTo>
                    <a:pt x="1072" y="539"/>
                  </a:lnTo>
                  <a:lnTo>
                    <a:pt x="1069" y="539"/>
                  </a:lnTo>
                  <a:lnTo>
                    <a:pt x="1068" y="539"/>
                  </a:lnTo>
                  <a:lnTo>
                    <a:pt x="1067" y="540"/>
                  </a:lnTo>
                  <a:lnTo>
                    <a:pt x="1065" y="541"/>
                  </a:lnTo>
                  <a:lnTo>
                    <a:pt x="1064" y="541"/>
                  </a:lnTo>
                  <a:lnTo>
                    <a:pt x="1062" y="541"/>
                  </a:lnTo>
                  <a:lnTo>
                    <a:pt x="1060" y="541"/>
                  </a:lnTo>
                  <a:lnTo>
                    <a:pt x="1058" y="542"/>
                  </a:lnTo>
                  <a:lnTo>
                    <a:pt x="1056" y="542"/>
                  </a:lnTo>
                  <a:lnTo>
                    <a:pt x="1054" y="542"/>
                  </a:lnTo>
                  <a:lnTo>
                    <a:pt x="1052" y="541"/>
                  </a:lnTo>
                  <a:lnTo>
                    <a:pt x="1050" y="540"/>
                  </a:lnTo>
                  <a:lnTo>
                    <a:pt x="1048" y="540"/>
                  </a:lnTo>
                  <a:lnTo>
                    <a:pt x="1046" y="540"/>
                  </a:lnTo>
                  <a:lnTo>
                    <a:pt x="1043" y="539"/>
                  </a:lnTo>
                  <a:lnTo>
                    <a:pt x="1043" y="537"/>
                  </a:lnTo>
                  <a:lnTo>
                    <a:pt x="1043" y="535"/>
                  </a:lnTo>
                  <a:lnTo>
                    <a:pt x="1044" y="534"/>
                  </a:lnTo>
                  <a:lnTo>
                    <a:pt x="1043" y="533"/>
                  </a:lnTo>
                  <a:lnTo>
                    <a:pt x="1041" y="532"/>
                  </a:lnTo>
                  <a:lnTo>
                    <a:pt x="1037" y="531"/>
                  </a:lnTo>
                  <a:lnTo>
                    <a:pt x="1035" y="530"/>
                  </a:lnTo>
                  <a:lnTo>
                    <a:pt x="1034" y="529"/>
                  </a:lnTo>
                  <a:lnTo>
                    <a:pt x="1033" y="528"/>
                  </a:lnTo>
                  <a:lnTo>
                    <a:pt x="1033" y="526"/>
                  </a:lnTo>
                  <a:lnTo>
                    <a:pt x="1033" y="525"/>
                  </a:lnTo>
                  <a:lnTo>
                    <a:pt x="1034" y="524"/>
                  </a:lnTo>
                  <a:lnTo>
                    <a:pt x="1036" y="523"/>
                  </a:lnTo>
                  <a:lnTo>
                    <a:pt x="1039" y="522"/>
                  </a:lnTo>
                  <a:lnTo>
                    <a:pt x="1040" y="521"/>
                  </a:lnTo>
                  <a:lnTo>
                    <a:pt x="1041" y="520"/>
                  </a:lnTo>
                  <a:lnTo>
                    <a:pt x="1041" y="518"/>
                  </a:lnTo>
                  <a:lnTo>
                    <a:pt x="1042" y="517"/>
                  </a:lnTo>
                  <a:lnTo>
                    <a:pt x="1045" y="517"/>
                  </a:lnTo>
                  <a:lnTo>
                    <a:pt x="1048" y="517"/>
                  </a:lnTo>
                  <a:lnTo>
                    <a:pt x="1050" y="517"/>
                  </a:lnTo>
                  <a:lnTo>
                    <a:pt x="1051" y="515"/>
                  </a:lnTo>
                  <a:lnTo>
                    <a:pt x="1053" y="513"/>
                  </a:lnTo>
                  <a:lnTo>
                    <a:pt x="1055" y="512"/>
                  </a:lnTo>
                  <a:lnTo>
                    <a:pt x="1057" y="511"/>
                  </a:lnTo>
                  <a:lnTo>
                    <a:pt x="1060" y="512"/>
                  </a:lnTo>
                  <a:lnTo>
                    <a:pt x="1062" y="513"/>
                  </a:lnTo>
                  <a:lnTo>
                    <a:pt x="1065" y="514"/>
                  </a:lnTo>
                  <a:lnTo>
                    <a:pt x="1067" y="514"/>
                  </a:lnTo>
                  <a:lnTo>
                    <a:pt x="1068" y="515"/>
                  </a:lnTo>
                  <a:lnTo>
                    <a:pt x="1069" y="516"/>
                  </a:lnTo>
                  <a:lnTo>
                    <a:pt x="1071" y="517"/>
                  </a:lnTo>
                  <a:lnTo>
                    <a:pt x="1073" y="517"/>
                  </a:lnTo>
                  <a:lnTo>
                    <a:pt x="1076" y="517"/>
                  </a:lnTo>
                  <a:lnTo>
                    <a:pt x="1079" y="516"/>
                  </a:lnTo>
                  <a:lnTo>
                    <a:pt x="1080" y="517"/>
                  </a:lnTo>
                  <a:lnTo>
                    <a:pt x="1080" y="519"/>
                  </a:lnTo>
                  <a:lnTo>
                    <a:pt x="1080" y="520"/>
                  </a:lnTo>
                  <a:lnTo>
                    <a:pt x="1080" y="522"/>
                  </a:lnTo>
                  <a:lnTo>
                    <a:pt x="1081" y="523"/>
                  </a:lnTo>
                  <a:lnTo>
                    <a:pt x="1083" y="524"/>
                  </a:lnTo>
                  <a:lnTo>
                    <a:pt x="1083" y="525"/>
                  </a:lnTo>
                  <a:lnTo>
                    <a:pt x="1082" y="526"/>
                  </a:lnTo>
                  <a:close/>
                </a:path>
              </a:pathLst>
            </a:custGeom>
            <a:solidFill>
              <a:srgbClr val="DE8036">
                <a:alpha val="10800"/>
              </a:srgbClr>
            </a:solidFill>
            <a:ln>
              <a:noFill/>
            </a:ln>
          </p:spPr>
          <p:txBody>
            <a:bodyPr anchor="ctr"/>
            <a:lstStyle/>
            <a:p>
              <a:pPr algn="ctr">
                <a:buNone/>
              </a:pPr>
            </a:p>
          </p:txBody>
        </p:sp>
        <p:sp>
          <p:nvSpPr>
            <p:cNvPr id="7612" name="addition:spatial:101">
              <a:extLst>
                <a:ext uri="{FF2B5EF4-FFF2-40B4-BE49-F238E27FC236}">
                  <ns2:creationId id="{1DD75F3C-744A-46E1-BAE2-B050669EEDCD}"/>
                </a:ext>
              </a:extLst>
            </p:cNvPr>
            <p:cNvSpPr>
              <a:spLocks noGrp="1"/>
            </p:cNvSpPr>
            <p:nvPr/>
          </p:nvSpPr>
          <p:spPr>
            <a:xfrm>
              <a:off x="5648325" y="1666875"/>
              <a:ext cx="1412062" cy="1434511"/>
            </a:xfrm>
            <a:custGeom>
              <a:rect l="l" t="t" r="r" b="b"/>
              <a:pathLst>
                <a:path w="1065" h="848">
                  <a:moveTo>
                    <a:pt x="0" y="0"/>
                  </a:moveTo>
                  <a:moveTo>
                    <a:pt x="203" y="266"/>
                  </a:moveTo>
                  <a:lnTo>
                    <a:pt x="1065" y="266"/>
                  </a:lnTo>
                  <a:lnTo>
                    <a:pt x="1065" y="848"/>
                  </a:lnTo>
                  <a:lnTo>
                    <a:pt x="203" y="762"/>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7613" name="addition:spatial:102">
              <a:extLst>
                <a:ext uri="{FF2B5EF4-FFF2-40B4-BE49-F238E27FC236}">
                  <ns2:creationId id="{D6BFE459-8587-4BC0-BF93-38CF5AA21A0B}"/>
                </a:ext>
              </a:extLst>
            </p:cNvPr>
            <p:cNvSpPr>
              <a:spLocks noGrp="1"/>
            </p:cNvSpPr>
            <p:nvPr/>
          </p:nvSpPr>
          <p:spPr>
            <a:xfrm>
              <a:off x="5648325" y="1666875"/>
              <a:ext cx="1539347" cy="1341471"/>
            </a:xfrm>
            <a:custGeom>
              <a:rect l="l" t="t" r="r" b="b"/>
              <a:pathLst>
                <a:path w="1161" h="793">
                  <a:moveTo>
                    <a:pt x="0" y="0"/>
                  </a:moveTo>
                  <a:moveTo>
                    <a:pt x="299" y="211"/>
                  </a:moveTo>
                  <a:lnTo>
                    <a:pt x="1161" y="211"/>
                  </a:lnTo>
                  <a:lnTo>
                    <a:pt x="1161" y="793"/>
                  </a:lnTo>
                  <a:lnTo>
                    <a:pt x="299" y="707"/>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7614" name="addition:spatial:103">
              <a:extLst>
                <a:ext uri="{FF2B5EF4-FFF2-40B4-BE49-F238E27FC236}">
                  <ns2:creationId id="{BCFA4C7A-3ABB-43A6-84DA-C3D42739CC35}"/>
                </a:ext>
              </a:extLst>
            </p:cNvPr>
            <p:cNvSpPr>
              <a:spLocks noGrp="1"/>
            </p:cNvSpPr>
            <p:nvPr/>
          </p:nvSpPr>
          <p:spPr>
            <a:xfrm>
              <a:off x="5648325" y="1666875"/>
              <a:ext cx="1667957" cy="1246739"/>
            </a:xfrm>
            <a:custGeom>
              <a:rect l="l" t="t" r="r" b="b"/>
              <a:pathLst>
                <a:path w="1258" h="737">
                  <a:moveTo>
                    <a:pt x="0" y="0"/>
                  </a:moveTo>
                  <a:moveTo>
                    <a:pt x="396" y="155"/>
                  </a:moveTo>
                  <a:lnTo>
                    <a:pt x="1258" y="155"/>
                  </a:lnTo>
                  <a:lnTo>
                    <a:pt x="1258" y="737"/>
                  </a:lnTo>
                  <a:lnTo>
                    <a:pt x="396" y="651"/>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7615" name="addition:spatial:104">
              <a:extLst>
                <a:ext uri="{FF2B5EF4-FFF2-40B4-BE49-F238E27FC236}">
                  <ns2:creationId id="{6F39E000-800B-4762-8BBA-BF722845928A}"/>
                </a:ext>
              </a:extLst>
            </p:cNvPr>
            <p:cNvSpPr>
              <a:spLocks noGrp="1"/>
            </p:cNvSpPr>
            <p:nvPr/>
          </p:nvSpPr>
          <p:spPr>
            <a:xfrm>
              <a:off x="5648325" y="1666875"/>
              <a:ext cx="1795242" cy="1153698"/>
            </a:xfrm>
            <a:custGeom>
              <a:rect l="l" t="t" r="r" b="b"/>
              <a:pathLst>
                <a:path w="1354" h="682">
                  <a:moveTo>
                    <a:pt x="0" y="0"/>
                  </a:moveTo>
                  <a:moveTo>
                    <a:pt x="492" y="100"/>
                  </a:moveTo>
                  <a:lnTo>
                    <a:pt x="1354" y="100"/>
                  </a:lnTo>
                  <a:lnTo>
                    <a:pt x="1354" y="682"/>
                  </a:lnTo>
                  <a:lnTo>
                    <a:pt x="492" y="596"/>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7616" name="addition:spatial:105">
              <a:extLst>
                <a:ext uri="{FF2B5EF4-FFF2-40B4-BE49-F238E27FC236}">
                  <ns2:creationId id="{AB32BD32-CC8A-4D45-878F-BA7E0B004F90}"/>
                </a:ext>
              </a:extLst>
            </p:cNvPr>
            <p:cNvSpPr>
              <a:spLocks noGrp="1"/>
            </p:cNvSpPr>
            <p:nvPr/>
          </p:nvSpPr>
          <p:spPr>
            <a:xfrm>
              <a:off x="5648325" y="1666875"/>
              <a:ext cx="701391" cy="1256889"/>
            </a:xfrm>
            <a:custGeom>
              <a:rect l="l" t="t" r="r" b="b"/>
              <a:pathLst>
                <a:path w="529" h="743">
                  <a:moveTo>
                    <a:pt x="0" y="0"/>
                  </a:moveTo>
                  <a:moveTo>
                    <a:pt x="529" y="580"/>
                  </a:moveTo>
                  <a:lnTo>
                    <a:pt x="518" y="596"/>
                  </a:lnTo>
                  <a:lnTo>
                    <a:pt x="493" y="608"/>
                  </a:lnTo>
                  <a:lnTo>
                    <a:pt x="467" y="617"/>
                  </a:lnTo>
                  <a:lnTo>
                    <a:pt x="451" y="626"/>
                  </a:lnTo>
                  <a:lnTo>
                    <a:pt x="449" y="639"/>
                  </a:lnTo>
                  <a:lnTo>
                    <a:pt x="452" y="655"/>
                  </a:lnTo>
                  <a:lnTo>
                    <a:pt x="450" y="672"/>
                  </a:lnTo>
                  <a:lnTo>
                    <a:pt x="441" y="685"/>
                  </a:lnTo>
                  <a:lnTo>
                    <a:pt x="431" y="697"/>
                  </a:lnTo>
                  <a:lnTo>
                    <a:pt x="421" y="711"/>
                  </a:lnTo>
                  <a:lnTo>
                    <a:pt x="410" y="725"/>
                  </a:lnTo>
                  <a:lnTo>
                    <a:pt x="395" y="733"/>
                  </a:lnTo>
                  <a:lnTo>
                    <a:pt x="376" y="732"/>
                  </a:lnTo>
                  <a:lnTo>
                    <a:pt x="358" y="728"/>
                  </a:lnTo>
                  <a:lnTo>
                    <a:pt x="343" y="727"/>
                  </a:lnTo>
                  <a:lnTo>
                    <a:pt x="330" y="734"/>
                  </a:lnTo>
                  <a:lnTo>
                    <a:pt x="317" y="743"/>
                  </a:lnTo>
                  <a:lnTo>
                    <a:pt x="303" y="743"/>
                  </a:lnTo>
                  <a:lnTo>
                    <a:pt x="290" y="732"/>
                  </a:lnTo>
                  <a:lnTo>
                    <a:pt x="281" y="716"/>
                  </a:lnTo>
                  <a:lnTo>
                    <a:pt x="273" y="706"/>
                  </a:lnTo>
                  <a:lnTo>
                    <a:pt x="260" y="709"/>
                  </a:lnTo>
                  <a:lnTo>
                    <a:pt x="241" y="718"/>
                  </a:lnTo>
                  <a:lnTo>
                    <a:pt x="222" y="723"/>
                  </a:lnTo>
                  <a:lnTo>
                    <a:pt x="206" y="719"/>
                  </a:lnTo>
                  <a:lnTo>
                    <a:pt x="196" y="707"/>
                  </a:lnTo>
                  <a:lnTo>
                    <a:pt x="189" y="694"/>
                  </a:lnTo>
                  <a:lnTo>
                    <a:pt x="182" y="680"/>
                  </a:lnTo>
                  <a:lnTo>
                    <a:pt x="178" y="665"/>
                  </a:lnTo>
                  <a:lnTo>
                    <a:pt x="181" y="647"/>
                  </a:lnTo>
                  <a:lnTo>
                    <a:pt x="189" y="629"/>
                  </a:lnTo>
                  <a:lnTo>
                    <a:pt x="193" y="615"/>
                  </a:lnTo>
                  <a:lnTo>
                    <a:pt x="185" y="604"/>
                  </a:lnTo>
                  <a:lnTo>
                    <a:pt x="166" y="594"/>
                  </a:lnTo>
                  <a:lnTo>
                    <a:pt x="149" y="580"/>
                  </a:lnTo>
                  <a:lnTo>
                    <a:pt x="143" y="565"/>
                  </a:lnTo>
                  <a:lnTo>
                    <a:pt x="151" y="551"/>
                  </a:lnTo>
                  <a:lnTo>
                    <a:pt x="160" y="539"/>
                  </a:lnTo>
                  <a:lnTo>
                    <a:pt x="162" y="526"/>
                  </a:lnTo>
                  <a:lnTo>
                    <a:pt x="157" y="509"/>
                  </a:lnTo>
                  <a:lnTo>
                    <a:pt x="153" y="491"/>
                  </a:lnTo>
                  <a:lnTo>
                    <a:pt x="158" y="477"/>
                  </a:lnTo>
                  <a:lnTo>
                    <a:pt x="172" y="469"/>
                  </a:lnTo>
                  <a:lnTo>
                    <a:pt x="190" y="466"/>
                  </a:lnTo>
                  <a:lnTo>
                    <a:pt x="204" y="461"/>
                  </a:lnTo>
                  <a:lnTo>
                    <a:pt x="217" y="456"/>
                  </a:lnTo>
                  <a:lnTo>
                    <a:pt x="231" y="452"/>
                  </a:lnTo>
                  <a:lnTo>
                    <a:pt x="246" y="452"/>
                  </a:lnTo>
                  <a:lnTo>
                    <a:pt x="260" y="451"/>
                  </a:lnTo>
                  <a:lnTo>
                    <a:pt x="272" y="441"/>
                  </a:lnTo>
                  <a:lnTo>
                    <a:pt x="284" y="422"/>
                  </a:lnTo>
                  <a:lnTo>
                    <a:pt x="300" y="402"/>
                  </a:lnTo>
                  <a:lnTo>
                    <a:pt x="320" y="392"/>
                  </a:lnTo>
                  <a:lnTo>
                    <a:pt x="339" y="400"/>
                  </a:lnTo>
                  <a:lnTo>
                    <a:pt x="355" y="419"/>
                  </a:lnTo>
                  <a:lnTo>
                    <a:pt x="369" y="435"/>
                  </a:lnTo>
                  <a:lnTo>
                    <a:pt x="383" y="443"/>
                  </a:lnTo>
                  <a:lnTo>
                    <a:pt x="401" y="446"/>
                  </a:lnTo>
                  <a:lnTo>
                    <a:pt x="418" y="450"/>
                  </a:lnTo>
                  <a:lnTo>
                    <a:pt x="431" y="460"/>
                  </a:lnTo>
                  <a:lnTo>
                    <a:pt x="440" y="473"/>
                  </a:lnTo>
                  <a:lnTo>
                    <a:pt x="450" y="484"/>
                  </a:lnTo>
                  <a:lnTo>
                    <a:pt x="464" y="491"/>
                  </a:lnTo>
                  <a:lnTo>
                    <a:pt x="479" y="500"/>
                  </a:lnTo>
                  <a:lnTo>
                    <a:pt x="488" y="511"/>
                  </a:lnTo>
                  <a:lnTo>
                    <a:pt x="492" y="525"/>
                  </a:lnTo>
                  <a:lnTo>
                    <a:pt x="497" y="538"/>
                  </a:lnTo>
                  <a:lnTo>
                    <a:pt x="508" y="551"/>
                  </a:lnTo>
                  <a:lnTo>
                    <a:pt x="522" y="564"/>
                  </a:lnTo>
                  <a:close/>
                </a:path>
              </a:pathLst>
            </a:custGeom>
            <a:solidFill>
              <a:srgbClr val="A7CEE4">
                <a:alpha val="43000"/>
              </a:srgbClr>
            </a:solidFill>
            <a:ln>
              <a:noFill/>
            </a:ln>
          </p:spPr>
          <p:txBody>
            <a:bodyPr anchor="ctr"/>
            <a:lstStyle/>
            <a:p>
              <a:pPr algn="ctr">
                <a:buNone/>
              </a:pPr>
            </a:p>
          </p:txBody>
        </p:sp>
        <p:sp>
          <p:nvSpPr>
            <p:cNvPr id="7617" name="addition:spatial:106">
              <a:extLst>
                <a:ext uri="{FF2B5EF4-FFF2-40B4-BE49-F238E27FC236}">
                  <ns2:creationId id="{9FF8699C-C7BE-4552-9CBF-3F05BB5C312A}"/>
                </a:ext>
              </a:extLst>
            </p:cNvPr>
            <p:cNvSpPr>
              <a:spLocks noGrp="1"/>
            </p:cNvSpPr>
            <p:nvPr/>
          </p:nvSpPr>
          <p:spPr>
            <a:xfrm>
              <a:off x="5648325" y="1666875"/>
              <a:ext cx="649681" cy="1238280"/>
            </a:xfrm>
            <a:custGeom>
              <a:rect l="l" t="t" r="r" b="b"/>
              <a:pathLst>
                <a:path w="490" h="732">
                  <a:moveTo>
                    <a:pt x="0" y="0"/>
                  </a:moveTo>
                  <a:moveTo>
                    <a:pt x="464" y="585"/>
                  </a:moveTo>
                  <a:lnTo>
                    <a:pt x="458" y="597"/>
                  </a:lnTo>
                  <a:lnTo>
                    <a:pt x="452" y="608"/>
                  </a:lnTo>
                  <a:lnTo>
                    <a:pt x="444" y="618"/>
                  </a:lnTo>
                  <a:lnTo>
                    <a:pt x="434" y="628"/>
                  </a:lnTo>
                  <a:lnTo>
                    <a:pt x="428" y="638"/>
                  </a:lnTo>
                  <a:lnTo>
                    <a:pt x="427" y="651"/>
                  </a:lnTo>
                  <a:lnTo>
                    <a:pt x="426" y="666"/>
                  </a:lnTo>
                  <a:lnTo>
                    <a:pt x="420" y="679"/>
                  </a:lnTo>
                  <a:lnTo>
                    <a:pt x="406" y="685"/>
                  </a:lnTo>
                  <a:lnTo>
                    <a:pt x="391" y="688"/>
                  </a:lnTo>
                  <a:lnTo>
                    <a:pt x="379" y="694"/>
                  </a:lnTo>
                  <a:lnTo>
                    <a:pt x="372" y="707"/>
                  </a:lnTo>
                  <a:lnTo>
                    <a:pt x="365" y="723"/>
                  </a:lnTo>
                  <a:lnTo>
                    <a:pt x="353" y="732"/>
                  </a:lnTo>
                  <a:lnTo>
                    <a:pt x="338" y="729"/>
                  </a:lnTo>
                  <a:lnTo>
                    <a:pt x="323" y="717"/>
                  </a:lnTo>
                  <a:lnTo>
                    <a:pt x="311" y="705"/>
                  </a:lnTo>
                  <a:lnTo>
                    <a:pt x="301" y="701"/>
                  </a:lnTo>
                  <a:lnTo>
                    <a:pt x="291" y="703"/>
                  </a:lnTo>
                  <a:lnTo>
                    <a:pt x="281" y="705"/>
                  </a:lnTo>
                  <a:lnTo>
                    <a:pt x="270" y="705"/>
                  </a:lnTo>
                  <a:lnTo>
                    <a:pt x="259" y="706"/>
                  </a:lnTo>
                  <a:lnTo>
                    <a:pt x="245" y="708"/>
                  </a:lnTo>
                  <a:lnTo>
                    <a:pt x="228" y="711"/>
                  </a:lnTo>
                  <a:lnTo>
                    <a:pt x="214" y="707"/>
                  </a:lnTo>
                  <a:lnTo>
                    <a:pt x="207" y="695"/>
                  </a:lnTo>
                  <a:lnTo>
                    <a:pt x="209" y="677"/>
                  </a:lnTo>
                  <a:lnTo>
                    <a:pt x="212" y="660"/>
                  </a:lnTo>
                  <a:lnTo>
                    <a:pt x="208" y="648"/>
                  </a:lnTo>
                  <a:lnTo>
                    <a:pt x="197" y="641"/>
                  </a:lnTo>
                  <a:lnTo>
                    <a:pt x="184" y="633"/>
                  </a:lnTo>
                  <a:lnTo>
                    <a:pt x="179" y="621"/>
                  </a:lnTo>
                  <a:lnTo>
                    <a:pt x="182" y="608"/>
                  </a:lnTo>
                  <a:lnTo>
                    <a:pt x="188" y="596"/>
                  </a:lnTo>
                  <a:lnTo>
                    <a:pt x="187" y="585"/>
                  </a:lnTo>
                  <a:lnTo>
                    <a:pt x="179" y="574"/>
                  </a:lnTo>
                  <a:lnTo>
                    <a:pt x="169" y="561"/>
                  </a:lnTo>
                  <a:lnTo>
                    <a:pt x="163" y="547"/>
                  </a:lnTo>
                  <a:lnTo>
                    <a:pt x="164" y="534"/>
                  </a:lnTo>
                  <a:lnTo>
                    <a:pt x="165" y="522"/>
                  </a:lnTo>
                  <a:lnTo>
                    <a:pt x="167" y="508"/>
                  </a:lnTo>
                  <a:lnTo>
                    <a:pt x="172" y="496"/>
                  </a:lnTo>
                  <a:lnTo>
                    <a:pt x="184" y="489"/>
                  </a:lnTo>
                  <a:lnTo>
                    <a:pt x="203" y="490"/>
                  </a:lnTo>
                  <a:lnTo>
                    <a:pt x="223" y="495"/>
                  </a:lnTo>
                  <a:lnTo>
                    <a:pt x="236" y="495"/>
                  </a:lnTo>
                  <a:lnTo>
                    <a:pt x="241" y="484"/>
                  </a:lnTo>
                  <a:lnTo>
                    <a:pt x="245" y="466"/>
                  </a:lnTo>
                  <a:lnTo>
                    <a:pt x="253" y="450"/>
                  </a:lnTo>
                  <a:lnTo>
                    <a:pt x="267" y="444"/>
                  </a:lnTo>
                  <a:lnTo>
                    <a:pt x="283" y="446"/>
                  </a:lnTo>
                  <a:lnTo>
                    <a:pt x="298" y="448"/>
                  </a:lnTo>
                  <a:lnTo>
                    <a:pt x="313" y="446"/>
                  </a:lnTo>
                  <a:lnTo>
                    <a:pt x="329" y="444"/>
                  </a:lnTo>
                  <a:lnTo>
                    <a:pt x="345" y="445"/>
                  </a:lnTo>
                  <a:lnTo>
                    <a:pt x="360" y="452"/>
                  </a:lnTo>
                  <a:lnTo>
                    <a:pt x="372" y="462"/>
                  </a:lnTo>
                  <a:lnTo>
                    <a:pt x="385" y="469"/>
                  </a:lnTo>
                  <a:lnTo>
                    <a:pt x="399" y="473"/>
                  </a:lnTo>
                  <a:lnTo>
                    <a:pt x="411" y="480"/>
                  </a:lnTo>
                  <a:lnTo>
                    <a:pt x="418" y="493"/>
                  </a:lnTo>
                  <a:lnTo>
                    <a:pt x="420" y="507"/>
                  </a:lnTo>
                  <a:lnTo>
                    <a:pt x="423" y="518"/>
                  </a:lnTo>
                  <a:lnTo>
                    <a:pt x="436" y="523"/>
                  </a:lnTo>
                  <a:lnTo>
                    <a:pt x="458" y="526"/>
                  </a:lnTo>
                  <a:lnTo>
                    <a:pt x="480" y="531"/>
                  </a:lnTo>
                  <a:lnTo>
                    <a:pt x="490" y="542"/>
                  </a:lnTo>
                  <a:lnTo>
                    <a:pt x="486" y="558"/>
                  </a:lnTo>
                  <a:lnTo>
                    <a:pt x="475" y="572"/>
                  </a:lnTo>
                  <a:close/>
                </a:path>
              </a:pathLst>
            </a:custGeom>
            <a:solidFill>
              <a:srgbClr val="59A3CD">
                <a:alpha val="43000"/>
              </a:srgbClr>
            </a:solidFill>
            <a:ln>
              <a:noFill/>
            </a:ln>
          </p:spPr>
          <p:txBody>
            <a:bodyPr anchor="ctr"/>
            <a:lstStyle/>
            <a:p>
              <a:pPr algn="ctr">
                <a:buNone/>
              </a:pPr>
            </a:p>
          </p:txBody>
        </p:sp>
        <p:sp>
          <p:nvSpPr>
            <p:cNvPr id="7618" name="addition:spatial:107">
              <a:extLst>
                <a:ext uri="{FF2B5EF4-FFF2-40B4-BE49-F238E27FC236}">
                  <ns2:creationId id="{E1DDB591-E371-44E0-B60D-CDB4DBED3F78}"/>
                </a:ext>
              </a:extLst>
            </p:cNvPr>
            <p:cNvSpPr>
              <a:spLocks noGrp="1"/>
            </p:cNvSpPr>
            <p:nvPr/>
          </p:nvSpPr>
          <p:spPr>
            <a:xfrm>
              <a:off x="5648325" y="1666875"/>
              <a:ext cx="617860" cy="1216289"/>
            </a:xfrm>
            <a:custGeom>
              <a:rect l="l" t="t" r="r" b="b"/>
              <a:pathLst>
                <a:path w="466" h="719">
                  <a:moveTo>
                    <a:pt x="0" y="0"/>
                  </a:moveTo>
                  <a:moveTo>
                    <a:pt x="455" y="590"/>
                  </a:moveTo>
                  <a:lnTo>
                    <a:pt x="437" y="600"/>
                  </a:lnTo>
                  <a:lnTo>
                    <a:pt x="423" y="609"/>
                  </a:lnTo>
                  <a:lnTo>
                    <a:pt x="418" y="618"/>
                  </a:lnTo>
                  <a:lnTo>
                    <a:pt x="418" y="628"/>
                  </a:lnTo>
                  <a:lnTo>
                    <a:pt x="415" y="639"/>
                  </a:lnTo>
                  <a:lnTo>
                    <a:pt x="408" y="648"/>
                  </a:lnTo>
                  <a:lnTo>
                    <a:pt x="400" y="655"/>
                  </a:lnTo>
                  <a:lnTo>
                    <a:pt x="393" y="664"/>
                  </a:lnTo>
                  <a:lnTo>
                    <a:pt x="388" y="676"/>
                  </a:lnTo>
                  <a:lnTo>
                    <a:pt x="381" y="686"/>
                  </a:lnTo>
                  <a:lnTo>
                    <a:pt x="370" y="693"/>
                  </a:lnTo>
                  <a:lnTo>
                    <a:pt x="357" y="695"/>
                  </a:lnTo>
                  <a:lnTo>
                    <a:pt x="345" y="699"/>
                  </a:lnTo>
                  <a:lnTo>
                    <a:pt x="336" y="706"/>
                  </a:lnTo>
                  <a:lnTo>
                    <a:pt x="326" y="716"/>
                  </a:lnTo>
                  <a:lnTo>
                    <a:pt x="315" y="719"/>
                  </a:lnTo>
                  <a:lnTo>
                    <a:pt x="302" y="712"/>
                  </a:lnTo>
                  <a:lnTo>
                    <a:pt x="292" y="698"/>
                  </a:lnTo>
                  <a:lnTo>
                    <a:pt x="285" y="686"/>
                  </a:lnTo>
                  <a:lnTo>
                    <a:pt x="277" y="683"/>
                  </a:lnTo>
                  <a:lnTo>
                    <a:pt x="267" y="689"/>
                  </a:lnTo>
                  <a:lnTo>
                    <a:pt x="254" y="696"/>
                  </a:lnTo>
                  <a:lnTo>
                    <a:pt x="242" y="698"/>
                  </a:lnTo>
                  <a:lnTo>
                    <a:pt x="232" y="695"/>
                  </a:lnTo>
                  <a:lnTo>
                    <a:pt x="223" y="689"/>
                  </a:lnTo>
                  <a:lnTo>
                    <a:pt x="214" y="683"/>
                  </a:lnTo>
                  <a:lnTo>
                    <a:pt x="206" y="675"/>
                  </a:lnTo>
                  <a:lnTo>
                    <a:pt x="203" y="664"/>
                  </a:lnTo>
                  <a:lnTo>
                    <a:pt x="205" y="650"/>
                  </a:lnTo>
                  <a:lnTo>
                    <a:pt x="209" y="637"/>
                  </a:lnTo>
                  <a:lnTo>
                    <a:pt x="208" y="627"/>
                  </a:lnTo>
                  <a:lnTo>
                    <a:pt x="199" y="619"/>
                  </a:lnTo>
                  <a:lnTo>
                    <a:pt x="189" y="611"/>
                  </a:lnTo>
                  <a:lnTo>
                    <a:pt x="185" y="601"/>
                  </a:lnTo>
                  <a:lnTo>
                    <a:pt x="190" y="590"/>
                  </a:lnTo>
                  <a:lnTo>
                    <a:pt x="197" y="581"/>
                  </a:lnTo>
                  <a:lnTo>
                    <a:pt x="198" y="571"/>
                  </a:lnTo>
                  <a:lnTo>
                    <a:pt x="191" y="560"/>
                  </a:lnTo>
                  <a:lnTo>
                    <a:pt x="180" y="546"/>
                  </a:lnTo>
                  <a:lnTo>
                    <a:pt x="175" y="532"/>
                  </a:lnTo>
                  <a:lnTo>
                    <a:pt x="179" y="522"/>
                  </a:lnTo>
                  <a:lnTo>
                    <a:pt x="189" y="515"/>
                  </a:lnTo>
                  <a:lnTo>
                    <a:pt x="199" y="509"/>
                  </a:lnTo>
                  <a:lnTo>
                    <a:pt x="209" y="504"/>
                  </a:lnTo>
                  <a:lnTo>
                    <a:pt x="220" y="501"/>
                  </a:lnTo>
                  <a:lnTo>
                    <a:pt x="232" y="501"/>
                  </a:lnTo>
                  <a:lnTo>
                    <a:pt x="244" y="503"/>
                  </a:lnTo>
                  <a:lnTo>
                    <a:pt x="253" y="500"/>
                  </a:lnTo>
                  <a:lnTo>
                    <a:pt x="259" y="490"/>
                  </a:lnTo>
                  <a:lnTo>
                    <a:pt x="266" y="474"/>
                  </a:lnTo>
                  <a:lnTo>
                    <a:pt x="277" y="461"/>
                  </a:lnTo>
                  <a:lnTo>
                    <a:pt x="290" y="459"/>
                  </a:lnTo>
                  <a:lnTo>
                    <a:pt x="303" y="466"/>
                  </a:lnTo>
                  <a:lnTo>
                    <a:pt x="316" y="474"/>
                  </a:lnTo>
                  <a:lnTo>
                    <a:pt x="328" y="477"/>
                  </a:lnTo>
                  <a:lnTo>
                    <a:pt x="343" y="475"/>
                  </a:lnTo>
                  <a:lnTo>
                    <a:pt x="357" y="475"/>
                  </a:lnTo>
                  <a:lnTo>
                    <a:pt x="369" y="481"/>
                  </a:lnTo>
                  <a:lnTo>
                    <a:pt x="378" y="492"/>
                  </a:lnTo>
                  <a:lnTo>
                    <a:pt x="384" y="504"/>
                  </a:lnTo>
                  <a:lnTo>
                    <a:pt x="392" y="512"/>
                  </a:lnTo>
                  <a:lnTo>
                    <a:pt x="401" y="518"/>
                  </a:lnTo>
                  <a:lnTo>
                    <a:pt x="409" y="526"/>
                  </a:lnTo>
                  <a:lnTo>
                    <a:pt x="414" y="535"/>
                  </a:lnTo>
                  <a:lnTo>
                    <a:pt x="420" y="543"/>
                  </a:lnTo>
                  <a:lnTo>
                    <a:pt x="431" y="550"/>
                  </a:lnTo>
                  <a:lnTo>
                    <a:pt x="448" y="556"/>
                  </a:lnTo>
                  <a:lnTo>
                    <a:pt x="463" y="565"/>
                  </a:lnTo>
                  <a:lnTo>
                    <a:pt x="466" y="577"/>
                  </a:lnTo>
                  <a:close/>
                </a:path>
              </a:pathLst>
            </a:custGeom>
            <a:solidFill>
              <a:srgbClr val="0675B4">
                <a:alpha val="35000"/>
              </a:srgbClr>
            </a:solidFill>
            <a:ln>
              <a:noFill/>
            </a:ln>
          </p:spPr>
          <p:txBody>
            <a:bodyPr anchor="ctr"/>
            <a:lstStyle/>
            <a:p>
              <a:pPr algn="ctr">
                <a:buNone/>
              </a:pPr>
            </a:p>
          </p:txBody>
        </p:sp>
        <p:sp>
          <p:nvSpPr>
            <p:cNvPr id="7619" name="addition:spatial:108">
              <a:extLst>
                <a:ext uri="{FF2B5EF4-FFF2-40B4-BE49-F238E27FC236}">
                  <ns2:creationId id="{0F4300F1-66A8-4151-ADE2-D4697BB75621}"/>
                </a:ext>
              </a:extLst>
            </p:cNvPr>
            <p:cNvSpPr>
              <a:spLocks noGrp="1"/>
            </p:cNvSpPr>
            <p:nvPr/>
          </p:nvSpPr>
          <p:spPr>
            <a:xfrm>
              <a:off x="5648325" y="1666875"/>
              <a:ext cx="413675" cy="1033592"/>
            </a:xfrm>
            <a:custGeom>
              <a:rect l="l" t="t" r="r" b="b"/>
              <a:pathLst>
                <a:path w="312" h="611">
                  <a:moveTo>
                    <a:pt x="0" y="0"/>
                  </a:moveTo>
                  <a:moveTo>
                    <a:pt x="309" y="556"/>
                  </a:moveTo>
                  <a:lnTo>
                    <a:pt x="308" y="561"/>
                  </a:lnTo>
                  <a:lnTo>
                    <a:pt x="305" y="565"/>
                  </a:lnTo>
                  <a:lnTo>
                    <a:pt x="301" y="569"/>
                  </a:lnTo>
                  <a:lnTo>
                    <a:pt x="298" y="572"/>
                  </a:lnTo>
                  <a:lnTo>
                    <a:pt x="296" y="576"/>
                  </a:lnTo>
                  <a:lnTo>
                    <a:pt x="295" y="581"/>
                  </a:lnTo>
                  <a:lnTo>
                    <a:pt x="292" y="585"/>
                  </a:lnTo>
                  <a:lnTo>
                    <a:pt x="287" y="588"/>
                  </a:lnTo>
                  <a:lnTo>
                    <a:pt x="281" y="589"/>
                  </a:lnTo>
                  <a:lnTo>
                    <a:pt x="277" y="591"/>
                  </a:lnTo>
                  <a:lnTo>
                    <a:pt x="275" y="597"/>
                  </a:lnTo>
                  <a:lnTo>
                    <a:pt x="274" y="604"/>
                  </a:lnTo>
                  <a:lnTo>
                    <a:pt x="271" y="610"/>
                  </a:lnTo>
                  <a:lnTo>
                    <a:pt x="265" y="611"/>
                  </a:lnTo>
                  <a:lnTo>
                    <a:pt x="258" y="608"/>
                  </a:lnTo>
                  <a:lnTo>
                    <a:pt x="253" y="604"/>
                  </a:lnTo>
                  <a:lnTo>
                    <a:pt x="248" y="602"/>
                  </a:lnTo>
                  <a:lnTo>
                    <a:pt x="244" y="601"/>
                  </a:lnTo>
                  <a:lnTo>
                    <a:pt x="240" y="600"/>
                  </a:lnTo>
                  <a:lnTo>
                    <a:pt x="237" y="599"/>
                  </a:lnTo>
                  <a:lnTo>
                    <a:pt x="233" y="598"/>
                  </a:lnTo>
                  <a:lnTo>
                    <a:pt x="229" y="599"/>
                  </a:lnTo>
                  <a:lnTo>
                    <a:pt x="223" y="601"/>
                  </a:lnTo>
                  <a:lnTo>
                    <a:pt x="218" y="602"/>
                  </a:lnTo>
                  <a:lnTo>
                    <a:pt x="214" y="599"/>
                  </a:lnTo>
                  <a:lnTo>
                    <a:pt x="213" y="594"/>
                  </a:lnTo>
                  <a:lnTo>
                    <a:pt x="213" y="588"/>
                  </a:lnTo>
                  <a:lnTo>
                    <a:pt x="211" y="584"/>
                  </a:lnTo>
                  <a:lnTo>
                    <a:pt x="207" y="582"/>
                  </a:lnTo>
                  <a:lnTo>
                    <a:pt x="202" y="579"/>
                  </a:lnTo>
                  <a:lnTo>
                    <a:pt x="200" y="575"/>
                  </a:lnTo>
                  <a:lnTo>
                    <a:pt x="202" y="570"/>
                  </a:lnTo>
                  <a:lnTo>
                    <a:pt x="206" y="564"/>
                  </a:lnTo>
                  <a:lnTo>
                    <a:pt x="208" y="560"/>
                  </a:lnTo>
                  <a:lnTo>
                    <a:pt x="207" y="556"/>
                  </a:lnTo>
                  <a:lnTo>
                    <a:pt x="204" y="552"/>
                  </a:lnTo>
                  <a:lnTo>
                    <a:pt x="202" y="548"/>
                  </a:lnTo>
                  <a:lnTo>
                    <a:pt x="201" y="543"/>
                  </a:lnTo>
                  <a:lnTo>
                    <a:pt x="200" y="539"/>
                  </a:lnTo>
                  <a:lnTo>
                    <a:pt x="198" y="533"/>
                  </a:lnTo>
                  <a:lnTo>
                    <a:pt x="197" y="527"/>
                  </a:lnTo>
                  <a:lnTo>
                    <a:pt x="199" y="523"/>
                  </a:lnTo>
                  <a:lnTo>
                    <a:pt x="205" y="522"/>
                  </a:lnTo>
                  <a:lnTo>
                    <a:pt x="213" y="523"/>
                  </a:lnTo>
                  <a:lnTo>
                    <a:pt x="218" y="523"/>
                  </a:lnTo>
                  <a:lnTo>
                    <a:pt x="221" y="521"/>
                  </a:lnTo>
                  <a:lnTo>
                    <a:pt x="223" y="516"/>
                  </a:lnTo>
                  <a:lnTo>
                    <a:pt x="225" y="511"/>
                  </a:lnTo>
                  <a:lnTo>
                    <a:pt x="229" y="509"/>
                  </a:lnTo>
                  <a:lnTo>
                    <a:pt x="234" y="510"/>
                  </a:lnTo>
                  <a:lnTo>
                    <a:pt x="239" y="510"/>
                  </a:lnTo>
                  <a:lnTo>
                    <a:pt x="244" y="509"/>
                  </a:lnTo>
                  <a:lnTo>
                    <a:pt x="249" y="506"/>
                  </a:lnTo>
                  <a:lnTo>
                    <a:pt x="254" y="505"/>
                  </a:lnTo>
                  <a:lnTo>
                    <a:pt x="260" y="505"/>
                  </a:lnTo>
                  <a:lnTo>
                    <a:pt x="265" y="507"/>
                  </a:lnTo>
                  <a:lnTo>
                    <a:pt x="271" y="509"/>
                  </a:lnTo>
                  <a:lnTo>
                    <a:pt x="276" y="510"/>
                  </a:lnTo>
                  <a:lnTo>
                    <a:pt x="281" y="513"/>
                  </a:lnTo>
                  <a:lnTo>
                    <a:pt x="284" y="518"/>
                  </a:lnTo>
                  <a:lnTo>
                    <a:pt x="284" y="525"/>
                  </a:lnTo>
                  <a:lnTo>
                    <a:pt x="285" y="530"/>
                  </a:lnTo>
                  <a:lnTo>
                    <a:pt x="288" y="533"/>
                  </a:lnTo>
                  <a:lnTo>
                    <a:pt x="295" y="534"/>
                  </a:lnTo>
                  <a:lnTo>
                    <a:pt x="304" y="534"/>
                  </a:lnTo>
                  <a:lnTo>
                    <a:pt x="310" y="537"/>
                  </a:lnTo>
                  <a:lnTo>
                    <a:pt x="312" y="542"/>
                  </a:lnTo>
                  <a:lnTo>
                    <a:pt x="311" y="547"/>
                  </a:lnTo>
                  <a:lnTo>
                    <a:pt x="309" y="552"/>
                  </a:lnTo>
                  <a:close/>
                </a:path>
              </a:pathLst>
            </a:custGeom>
            <a:solidFill>
              <a:srgbClr val="59A3CD">
                <a:alpha val="32000"/>
              </a:srgbClr>
            </a:solidFill>
            <a:ln>
              <a:noFill/>
            </a:ln>
          </p:spPr>
          <p:txBody>
            <a:bodyPr anchor="ctr"/>
            <a:lstStyle/>
            <a:p>
              <a:pPr algn="ctr">
                <a:buNone/>
              </a:pPr>
            </a:p>
          </p:txBody>
        </p:sp>
        <p:sp>
          <p:nvSpPr>
            <p:cNvPr id="7620" name="addition:spatial:109">
              <a:extLst>
                <a:ext uri="{FF2B5EF4-FFF2-40B4-BE49-F238E27FC236}">
                  <ns2:creationId id="{F91077AE-96BD-4B6E-B241-54B2503E8F0C}"/>
                </a:ext>
              </a:extLst>
            </p:cNvPr>
            <p:cNvSpPr>
              <a:spLocks noGrp="1"/>
            </p:cNvSpPr>
            <p:nvPr/>
          </p:nvSpPr>
          <p:spPr>
            <a:xfrm>
              <a:off x="5648325" y="1666875"/>
              <a:ext cx="462732" cy="962543"/>
            </a:xfrm>
            <a:custGeom>
              <a:rect l="l" t="t" r="r" b="b"/>
              <a:pathLst>
                <a:path w="349" h="569">
                  <a:moveTo>
                    <a:pt x="0" y="0"/>
                  </a:moveTo>
                  <a:moveTo>
                    <a:pt x="345" y="517"/>
                  </a:moveTo>
                  <a:lnTo>
                    <a:pt x="348" y="521"/>
                  </a:lnTo>
                  <a:lnTo>
                    <a:pt x="349" y="526"/>
                  </a:lnTo>
                  <a:lnTo>
                    <a:pt x="348" y="530"/>
                  </a:lnTo>
                  <a:lnTo>
                    <a:pt x="346" y="534"/>
                  </a:lnTo>
                  <a:lnTo>
                    <a:pt x="344" y="539"/>
                  </a:lnTo>
                  <a:lnTo>
                    <a:pt x="343" y="543"/>
                  </a:lnTo>
                  <a:lnTo>
                    <a:pt x="339" y="546"/>
                  </a:lnTo>
                  <a:lnTo>
                    <a:pt x="333" y="547"/>
                  </a:lnTo>
                  <a:lnTo>
                    <a:pt x="326" y="546"/>
                  </a:lnTo>
                  <a:lnTo>
                    <a:pt x="321" y="547"/>
                  </a:lnTo>
                  <a:lnTo>
                    <a:pt x="319" y="550"/>
                  </a:lnTo>
                  <a:lnTo>
                    <a:pt x="318" y="557"/>
                  </a:lnTo>
                  <a:lnTo>
                    <a:pt x="316" y="564"/>
                  </a:lnTo>
                  <a:lnTo>
                    <a:pt x="311" y="568"/>
                  </a:lnTo>
                  <a:lnTo>
                    <a:pt x="305" y="569"/>
                  </a:lnTo>
                  <a:lnTo>
                    <a:pt x="299" y="567"/>
                  </a:lnTo>
                  <a:lnTo>
                    <a:pt x="294" y="567"/>
                  </a:lnTo>
                  <a:lnTo>
                    <a:pt x="288" y="566"/>
                  </a:lnTo>
                  <a:lnTo>
                    <a:pt x="283" y="565"/>
                  </a:lnTo>
                  <a:lnTo>
                    <a:pt x="279" y="562"/>
                  </a:lnTo>
                  <a:lnTo>
                    <a:pt x="275" y="559"/>
                  </a:lnTo>
                  <a:lnTo>
                    <a:pt x="271" y="557"/>
                  </a:lnTo>
                  <a:lnTo>
                    <a:pt x="266" y="557"/>
                  </a:lnTo>
                  <a:lnTo>
                    <a:pt x="261" y="557"/>
                  </a:lnTo>
                  <a:lnTo>
                    <a:pt x="257" y="554"/>
                  </a:lnTo>
                  <a:lnTo>
                    <a:pt x="256" y="550"/>
                  </a:lnTo>
                  <a:lnTo>
                    <a:pt x="255" y="545"/>
                  </a:lnTo>
                  <a:lnTo>
                    <a:pt x="252" y="543"/>
                  </a:lnTo>
                  <a:lnTo>
                    <a:pt x="246" y="542"/>
                  </a:lnTo>
                  <a:lnTo>
                    <a:pt x="240" y="540"/>
                  </a:lnTo>
                  <a:lnTo>
                    <a:pt x="236" y="537"/>
                  </a:lnTo>
                  <a:lnTo>
                    <a:pt x="237" y="531"/>
                  </a:lnTo>
                  <a:lnTo>
                    <a:pt x="241" y="526"/>
                  </a:lnTo>
                  <a:lnTo>
                    <a:pt x="246" y="521"/>
                  </a:lnTo>
                  <a:lnTo>
                    <a:pt x="248" y="517"/>
                  </a:lnTo>
                  <a:lnTo>
                    <a:pt x="250" y="513"/>
                  </a:lnTo>
                  <a:lnTo>
                    <a:pt x="251" y="509"/>
                  </a:lnTo>
                  <a:lnTo>
                    <a:pt x="253" y="506"/>
                  </a:lnTo>
                  <a:lnTo>
                    <a:pt x="254" y="502"/>
                  </a:lnTo>
                  <a:lnTo>
                    <a:pt x="252" y="497"/>
                  </a:lnTo>
                  <a:lnTo>
                    <a:pt x="251" y="491"/>
                  </a:lnTo>
                  <a:lnTo>
                    <a:pt x="251" y="485"/>
                  </a:lnTo>
                  <a:lnTo>
                    <a:pt x="255" y="482"/>
                  </a:lnTo>
                  <a:lnTo>
                    <a:pt x="260" y="481"/>
                  </a:lnTo>
                  <a:lnTo>
                    <a:pt x="265" y="481"/>
                  </a:lnTo>
                  <a:lnTo>
                    <a:pt x="268" y="478"/>
                  </a:lnTo>
                  <a:lnTo>
                    <a:pt x="270" y="473"/>
                  </a:lnTo>
                  <a:lnTo>
                    <a:pt x="273" y="470"/>
                  </a:lnTo>
                  <a:lnTo>
                    <a:pt x="277" y="469"/>
                  </a:lnTo>
                  <a:lnTo>
                    <a:pt x="282" y="472"/>
                  </a:lnTo>
                  <a:lnTo>
                    <a:pt x="286" y="475"/>
                  </a:lnTo>
                  <a:lnTo>
                    <a:pt x="289" y="476"/>
                  </a:lnTo>
                  <a:lnTo>
                    <a:pt x="293" y="474"/>
                  </a:lnTo>
                  <a:lnTo>
                    <a:pt x="296" y="472"/>
                  </a:lnTo>
                  <a:lnTo>
                    <a:pt x="301" y="471"/>
                  </a:lnTo>
                  <a:lnTo>
                    <a:pt x="305" y="471"/>
                  </a:lnTo>
                  <a:lnTo>
                    <a:pt x="310" y="471"/>
                  </a:lnTo>
                  <a:lnTo>
                    <a:pt x="316" y="470"/>
                  </a:lnTo>
                  <a:lnTo>
                    <a:pt x="321" y="470"/>
                  </a:lnTo>
                  <a:lnTo>
                    <a:pt x="325" y="475"/>
                  </a:lnTo>
                  <a:lnTo>
                    <a:pt x="325" y="482"/>
                  </a:lnTo>
                  <a:lnTo>
                    <a:pt x="324" y="489"/>
                  </a:lnTo>
                  <a:lnTo>
                    <a:pt x="324" y="493"/>
                  </a:lnTo>
                  <a:lnTo>
                    <a:pt x="329" y="495"/>
                  </a:lnTo>
                  <a:lnTo>
                    <a:pt x="335" y="497"/>
                  </a:lnTo>
                  <a:lnTo>
                    <a:pt x="339" y="500"/>
                  </a:lnTo>
                  <a:lnTo>
                    <a:pt x="341" y="504"/>
                  </a:lnTo>
                  <a:lnTo>
                    <a:pt x="341" y="509"/>
                  </a:lnTo>
                  <a:lnTo>
                    <a:pt x="342" y="513"/>
                  </a:lnTo>
                  <a:close/>
                </a:path>
              </a:pathLst>
            </a:custGeom>
            <a:solidFill>
              <a:srgbClr val="59A3CD">
                <a:alpha val="32000"/>
              </a:srgbClr>
            </a:solidFill>
            <a:ln>
              <a:noFill/>
            </a:ln>
          </p:spPr>
          <p:txBody>
            <a:bodyPr anchor="ctr"/>
            <a:lstStyle/>
            <a:p>
              <a:pPr algn="ctr">
                <a:buNone/>
              </a:pPr>
            </a:p>
          </p:txBody>
        </p:sp>
        <p:sp>
          <p:nvSpPr>
            <p:cNvPr id="7621" name="addition:spatial:110">
              <a:extLst>
                <a:ext uri="{FF2B5EF4-FFF2-40B4-BE49-F238E27FC236}">
                  <ns2:creationId id="{F850C276-91B2-4E47-82A3-F957D52AF869}"/>
                </a:ext>
              </a:extLst>
            </p:cNvPr>
            <p:cNvSpPr>
              <a:spLocks noGrp="1"/>
            </p:cNvSpPr>
            <p:nvPr/>
          </p:nvSpPr>
          <p:spPr>
            <a:xfrm>
              <a:off x="5648325" y="1666875"/>
              <a:ext cx="542285" cy="992993"/>
            </a:xfrm>
            <a:custGeom>
              <a:rect l="l" t="t" r="r" b="b"/>
              <a:pathLst>
                <a:path w="409" h="587">
                  <a:moveTo>
                    <a:pt x="0" y="0"/>
                  </a:moveTo>
                  <a:moveTo>
                    <a:pt x="404" y="528"/>
                  </a:moveTo>
                  <a:lnTo>
                    <a:pt x="399" y="532"/>
                  </a:lnTo>
                  <a:lnTo>
                    <a:pt x="397" y="537"/>
                  </a:lnTo>
                  <a:lnTo>
                    <a:pt x="396" y="541"/>
                  </a:lnTo>
                  <a:lnTo>
                    <a:pt x="395" y="546"/>
                  </a:lnTo>
                  <a:lnTo>
                    <a:pt x="392" y="550"/>
                  </a:lnTo>
                  <a:lnTo>
                    <a:pt x="388" y="553"/>
                  </a:lnTo>
                  <a:lnTo>
                    <a:pt x="384" y="556"/>
                  </a:lnTo>
                  <a:lnTo>
                    <a:pt x="381" y="560"/>
                  </a:lnTo>
                  <a:lnTo>
                    <a:pt x="379" y="564"/>
                  </a:lnTo>
                  <a:lnTo>
                    <a:pt x="375" y="568"/>
                  </a:lnTo>
                  <a:lnTo>
                    <a:pt x="370" y="570"/>
                  </a:lnTo>
                  <a:lnTo>
                    <a:pt x="366" y="573"/>
                  </a:lnTo>
                  <a:lnTo>
                    <a:pt x="362" y="577"/>
                  </a:lnTo>
                  <a:lnTo>
                    <a:pt x="359" y="583"/>
                  </a:lnTo>
                  <a:lnTo>
                    <a:pt x="354" y="587"/>
                  </a:lnTo>
                  <a:lnTo>
                    <a:pt x="348" y="587"/>
                  </a:lnTo>
                  <a:lnTo>
                    <a:pt x="343" y="581"/>
                  </a:lnTo>
                  <a:lnTo>
                    <a:pt x="338" y="574"/>
                  </a:lnTo>
                  <a:lnTo>
                    <a:pt x="335" y="570"/>
                  </a:lnTo>
                  <a:lnTo>
                    <a:pt x="331" y="571"/>
                  </a:lnTo>
                  <a:lnTo>
                    <a:pt x="327" y="573"/>
                  </a:lnTo>
                  <a:lnTo>
                    <a:pt x="322" y="574"/>
                  </a:lnTo>
                  <a:lnTo>
                    <a:pt x="318" y="574"/>
                  </a:lnTo>
                  <a:lnTo>
                    <a:pt x="315" y="572"/>
                  </a:lnTo>
                  <a:lnTo>
                    <a:pt x="311" y="570"/>
                  </a:lnTo>
                  <a:lnTo>
                    <a:pt x="306" y="568"/>
                  </a:lnTo>
                  <a:lnTo>
                    <a:pt x="303" y="565"/>
                  </a:lnTo>
                  <a:lnTo>
                    <a:pt x="302" y="560"/>
                  </a:lnTo>
                  <a:lnTo>
                    <a:pt x="303" y="554"/>
                  </a:lnTo>
                  <a:lnTo>
                    <a:pt x="303" y="550"/>
                  </a:lnTo>
                  <a:lnTo>
                    <a:pt x="300" y="546"/>
                  </a:lnTo>
                  <a:lnTo>
                    <a:pt x="297" y="542"/>
                  </a:lnTo>
                  <a:lnTo>
                    <a:pt x="295" y="538"/>
                  </a:lnTo>
                  <a:lnTo>
                    <a:pt x="298" y="532"/>
                  </a:lnTo>
                  <a:lnTo>
                    <a:pt x="302" y="528"/>
                  </a:lnTo>
                  <a:lnTo>
                    <a:pt x="305" y="524"/>
                  </a:lnTo>
                  <a:lnTo>
                    <a:pt x="304" y="520"/>
                  </a:lnTo>
                  <a:lnTo>
                    <a:pt x="299" y="515"/>
                  </a:lnTo>
                  <a:lnTo>
                    <a:pt x="295" y="508"/>
                  </a:lnTo>
                  <a:lnTo>
                    <a:pt x="294" y="503"/>
                  </a:lnTo>
                  <a:lnTo>
                    <a:pt x="296" y="498"/>
                  </a:lnTo>
                  <a:lnTo>
                    <a:pt x="299" y="494"/>
                  </a:lnTo>
                  <a:lnTo>
                    <a:pt x="302" y="491"/>
                  </a:lnTo>
                  <a:lnTo>
                    <a:pt x="306" y="488"/>
                  </a:lnTo>
                  <a:lnTo>
                    <a:pt x="311" y="487"/>
                  </a:lnTo>
                  <a:lnTo>
                    <a:pt x="316" y="488"/>
                  </a:lnTo>
                  <a:lnTo>
                    <a:pt x="321" y="489"/>
                  </a:lnTo>
                  <a:lnTo>
                    <a:pt x="324" y="487"/>
                  </a:lnTo>
                  <a:lnTo>
                    <a:pt x="326" y="482"/>
                  </a:lnTo>
                  <a:lnTo>
                    <a:pt x="329" y="476"/>
                  </a:lnTo>
                  <a:lnTo>
                    <a:pt x="333" y="474"/>
                  </a:lnTo>
                  <a:lnTo>
                    <a:pt x="338" y="475"/>
                  </a:lnTo>
                  <a:lnTo>
                    <a:pt x="343" y="478"/>
                  </a:lnTo>
                  <a:lnTo>
                    <a:pt x="348" y="478"/>
                  </a:lnTo>
                  <a:lnTo>
                    <a:pt x="353" y="476"/>
                  </a:lnTo>
                  <a:lnTo>
                    <a:pt x="359" y="474"/>
                  </a:lnTo>
                  <a:lnTo>
                    <a:pt x="365" y="475"/>
                  </a:lnTo>
                  <a:lnTo>
                    <a:pt x="370" y="478"/>
                  </a:lnTo>
                  <a:lnTo>
                    <a:pt x="373" y="484"/>
                  </a:lnTo>
                  <a:lnTo>
                    <a:pt x="376" y="489"/>
                  </a:lnTo>
                  <a:lnTo>
                    <a:pt x="379" y="492"/>
                  </a:lnTo>
                  <a:lnTo>
                    <a:pt x="382" y="496"/>
                  </a:lnTo>
                  <a:lnTo>
                    <a:pt x="384" y="501"/>
                  </a:lnTo>
                  <a:lnTo>
                    <a:pt x="385" y="505"/>
                  </a:lnTo>
                  <a:lnTo>
                    <a:pt x="389" y="508"/>
                  </a:lnTo>
                  <a:lnTo>
                    <a:pt x="396" y="510"/>
                  </a:lnTo>
                  <a:lnTo>
                    <a:pt x="404" y="513"/>
                  </a:lnTo>
                  <a:lnTo>
                    <a:pt x="409" y="517"/>
                  </a:lnTo>
                  <a:lnTo>
                    <a:pt x="409" y="523"/>
                  </a:lnTo>
                  <a:close/>
                </a:path>
              </a:pathLst>
            </a:custGeom>
            <a:solidFill>
              <a:srgbClr val="59A3CD">
                <a:alpha val="32000"/>
              </a:srgbClr>
            </a:solidFill>
            <a:ln>
              <a:noFill/>
            </a:ln>
          </p:spPr>
          <p:txBody>
            <a:bodyPr anchor="ctr"/>
            <a:lstStyle/>
            <a:p>
              <a:pPr algn="ctr">
                <a:buNone/>
              </a:pPr>
            </a:p>
          </p:txBody>
        </p:sp>
        <p:sp>
          <p:nvSpPr>
            <p:cNvPr id="7622" name="addition:spatial:111">
              <a:extLst>
                <a:ext uri="{FF2B5EF4-FFF2-40B4-BE49-F238E27FC236}">
                  <ns2:creationId id="{41DFA4BD-21B8-4CF8-9BCA-9D3174BA5E74}"/>
                </a:ext>
              </a:extLst>
            </p:cNvPr>
            <p:cNvSpPr>
              <a:spLocks noGrp="1"/>
            </p:cNvSpPr>
            <p:nvPr/>
          </p:nvSpPr>
          <p:spPr>
            <a:xfrm>
              <a:off x="5648325" y="1666875"/>
              <a:ext cx="587365" cy="1069116"/>
            </a:xfrm>
            <a:custGeom>
              <a:rect l="l" t="t" r="r" b="b"/>
              <a:pathLst>
                <a:path w="443" h="632">
                  <a:moveTo>
                    <a:pt x="0" y="0"/>
                  </a:moveTo>
                  <a:moveTo>
                    <a:pt x="435" y="571"/>
                  </a:moveTo>
                  <a:lnTo>
                    <a:pt x="436" y="576"/>
                  </a:lnTo>
                  <a:lnTo>
                    <a:pt x="435" y="581"/>
                  </a:lnTo>
                  <a:lnTo>
                    <a:pt x="435" y="586"/>
                  </a:lnTo>
                  <a:lnTo>
                    <a:pt x="437" y="591"/>
                  </a:lnTo>
                  <a:lnTo>
                    <a:pt x="441" y="598"/>
                  </a:lnTo>
                  <a:lnTo>
                    <a:pt x="443" y="605"/>
                  </a:lnTo>
                  <a:lnTo>
                    <a:pt x="440" y="610"/>
                  </a:lnTo>
                  <a:lnTo>
                    <a:pt x="432" y="611"/>
                  </a:lnTo>
                  <a:lnTo>
                    <a:pt x="424" y="609"/>
                  </a:lnTo>
                  <a:lnTo>
                    <a:pt x="418" y="609"/>
                  </a:lnTo>
                  <a:lnTo>
                    <a:pt x="415" y="612"/>
                  </a:lnTo>
                  <a:lnTo>
                    <a:pt x="413" y="616"/>
                  </a:lnTo>
                  <a:lnTo>
                    <a:pt x="410" y="620"/>
                  </a:lnTo>
                  <a:lnTo>
                    <a:pt x="406" y="623"/>
                  </a:lnTo>
                  <a:lnTo>
                    <a:pt x="401" y="625"/>
                  </a:lnTo>
                  <a:lnTo>
                    <a:pt x="396" y="628"/>
                  </a:lnTo>
                  <a:lnTo>
                    <a:pt x="391" y="631"/>
                  </a:lnTo>
                  <a:lnTo>
                    <a:pt x="385" y="632"/>
                  </a:lnTo>
                  <a:lnTo>
                    <a:pt x="379" y="630"/>
                  </a:lnTo>
                  <a:lnTo>
                    <a:pt x="374" y="626"/>
                  </a:lnTo>
                  <a:lnTo>
                    <a:pt x="368" y="624"/>
                  </a:lnTo>
                  <a:lnTo>
                    <a:pt x="362" y="624"/>
                  </a:lnTo>
                  <a:lnTo>
                    <a:pt x="356" y="624"/>
                  </a:lnTo>
                  <a:lnTo>
                    <a:pt x="350" y="621"/>
                  </a:lnTo>
                  <a:lnTo>
                    <a:pt x="347" y="615"/>
                  </a:lnTo>
                  <a:lnTo>
                    <a:pt x="347" y="608"/>
                  </a:lnTo>
                  <a:lnTo>
                    <a:pt x="346" y="602"/>
                  </a:lnTo>
                  <a:lnTo>
                    <a:pt x="342" y="599"/>
                  </a:lnTo>
                  <a:lnTo>
                    <a:pt x="335" y="598"/>
                  </a:lnTo>
                  <a:lnTo>
                    <a:pt x="328" y="596"/>
                  </a:lnTo>
                  <a:lnTo>
                    <a:pt x="323" y="593"/>
                  </a:lnTo>
                  <a:lnTo>
                    <a:pt x="320" y="588"/>
                  </a:lnTo>
                  <a:lnTo>
                    <a:pt x="319" y="582"/>
                  </a:lnTo>
                  <a:lnTo>
                    <a:pt x="319" y="577"/>
                  </a:lnTo>
                  <a:lnTo>
                    <a:pt x="319" y="571"/>
                  </a:lnTo>
                  <a:lnTo>
                    <a:pt x="323" y="566"/>
                  </a:lnTo>
                  <a:lnTo>
                    <a:pt x="330" y="562"/>
                  </a:lnTo>
                  <a:lnTo>
                    <a:pt x="336" y="558"/>
                  </a:lnTo>
                  <a:lnTo>
                    <a:pt x="338" y="554"/>
                  </a:lnTo>
                  <a:lnTo>
                    <a:pt x="337" y="549"/>
                  </a:lnTo>
                  <a:lnTo>
                    <a:pt x="336" y="542"/>
                  </a:lnTo>
                  <a:lnTo>
                    <a:pt x="339" y="537"/>
                  </a:lnTo>
                  <a:lnTo>
                    <a:pt x="345" y="535"/>
                  </a:lnTo>
                  <a:lnTo>
                    <a:pt x="351" y="533"/>
                  </a:lnTo>
                  <a:lnTo>
                    <a:pt x="355" y="530"/>
                  </a:lnTo>
                  <a:lnTo>
                    <a:pt x="357" y="525"/>
                  </a:lnTo>
                  <a:lnTo>
                    <a:pt x="360" y="518"/>
                  </a:lnTo>
                  <a:lnTo>
                    <a:pt x="364" y="513"/>
                  </a:lnTo>
                  <a:lnTo>
                    <a:pt x="370" y="513"/>
                  </a:lnTo>
                  <a:lnTo>
                    <a:pt x="376" y="514"/>
                  </a:lnTo>
                  <a:lnTo>
                    <a:pt x="381" y="515"/>
                  </a:lnTo>
                  <a:lnTo>
                    <a:pt x="386" y="517"/>
                  </a:lnTo>
                  <a:lnTo>
                    <a:pt x="390" y="519"/>
                  </a:lnTo>
                  <a:lnTo>
                    <a:pt x="394" y="522"/>
                  </a:lnTo>
                  <a:lnTo>
                    <a:pt x="397" y="526"/>
                  </a:lnTo>
                  <a:lnTo>
                    <a:pt x="400" y="526"/>
                  </a:lnTo>
                  <a:lnTo>
                    <a:pt x="406" y="523"/>
                  </a:lnTo>
                  <a:lnTo>
                    <a:pt x="413" y="519"/>
                  </a:lnTo>
                  <a:lnTo>
                    <a:pt x="419" y="518"/>
                  </a:lnTo>
                  <a:lnTo>
                    <a:pt x="423" y="521"/>
                  </a:lnTo>
                  <a:lnTo>
                    <a:pt x="423" y="528"/>
                  </a:lnTo>
                  <a:lnTo>
                    <a:pt x="424" y="535"/>
                  </a:lnTo>
                  <a:lnTo>
                    <a:pt x="425" y="539"/>
                  </a:lnTo>
                  <a:lnTo>
                    <a:pt x="429" y="543"/>
                  </a:lnTo>
                  <a:lnTo>
                    <a:pt x="432" y="547"/>
                  </a:lnTo>
                  <a:lnTo>
                    <a:pt x="433" y="552"/>
                  </a:lnTo>
                  <a:lnTo>
                    <a:pt x="432" y="557"/>
                  </a:lnTo>
                  <a:lnTo>
                    <a:pt x="431" y="562"/>
                  </a:lnTo>
                  <a:lnTo>
                    <a:pt x="433" y="567"/>
                  </a:lnTo>
                  <a:close/>
                </a:path>
              </a:pathLst>
            </a:custGeom>
            <a:solidFill>
              <a:srgbClr val="59A3CD">
                <a:alpha val="32000"/>
              </a:srgbClr>
            </a:solidFill>
            <a:ln>
              <a:noFill/>
            </a:ln>
          </p:spPr>
          <p:txBody>
            <a:bodyPr anchor="ctr"/>
            <a:lstStyle/>
            <a:p>
              <a:pPr algn="ctr">
                <a:buNone/>
              </a:pPr>
            </a:p>
          </p:txBody>
        </p:sp>
        <p:sp>
          <p:nvSpPr>
            <p:cNvPr id="7623" name="addition:spatial:112">
              <a:extLst>
                <a:ext uri="{FF2B5EF4-FFF2-40B4-BE49-F238E27FC236}">
                  <ns2:creationId id="{FF3D91C0-B2E2-4706-B5BA-CE3970E9BE20}"/>
                </a:ext>
              </a:extLst>
            </p:cNvPr>
            <p:cNvSpPr>
              <a:spLocks noGrp="1"/>
            </p:cNvSpPr>
            <p:nvPr/>
          </p:nvSpPr>
          <p:spPr>
            <a:xfrm>
              <a:off x="5648325" y="1666875"/>
              <a:ext cx="563499" cy="1145240"/>
            </a:xfrm>
            <a:custGeom>
              <a:rect l="l" t="t" r="r" b="b"/>
              <a:pathLst>
                <a:path w="425" h="677">
                  <a:moveTo>
                    <a:pt x="0" y="0"/>
                  </a:moveTo>
                  <a:moveTo>
                    <a:pt x="422" y="619"/>
                  </a:moveTo>
                  <a:lnTo>
                    <a:pt x="417" y="624"/>
                  </a:lnTo>
                  <a:lnTo>
                    <a:pt x="409" y="628"/>
                  </a:lnTo>
                  <a:lnTo>
                    <a:pt x="401" y="632"/>
                  </a:lnTo>
                  <a:lnTo>
                    <a:pt x="398" y="635"/>
                  </a:lnTo>
                  <a:lnTo>
                    <a:pt x="399" y="641"/>
                  </a:lnTo>
                  <a:lnTo>
                    <a:pt x="402" y="648"/>
                  </a:lnTo>
                  <a:lnTo>
                    <a:pt x="403" y="656"/>
                  </a:lnTo>
                  <a:lnTo>
                    <a:pt x="399" y="660"/>
                  </a:lnTo>
                  <a:lnTo>
                    <a:pt x="391" y="662"/>
                  </a:lnTo>
                  <a:lnTo>
                    <a:pt x="384" y="663"/>
                  </a:lnTo>
                  <a:lnTo>
                    <a:pt x="380" y="667"/>
                  </a:lnTo>
                  <a:lnTo>
                    <a:pt x="376" y="672"/>
                  </a:lnTo>
                  <a:lnTo>
                    <a:pt x="372" y="676"/>
                  </a:lnTo>
                  <a:lnTo>
                    <a:pt x="365" y="677"/>
                  </a:lnTo>
                  <a:lnTo>
                    <a:pt x="359" y="675"/>
                  </a:lnTo>
                  <a:lnTo>
                    <a:pt x="353" y="674"/>
                  </a:lnTo>
                  <a:lnTo>
                    <a:pt x="348" y="673"/>
                  </a:lnTo>
                  <a:lnTo>
                    <a:pt x="343" y="673"/>
                  </a:lnTo>
                  <a:lnTo>
                    <a:pt x="339" y="671"/>
                  </a:lnTo>
                  <a:lnTo>
                    <a:pt x="335" y="668"/>
                  </a:lnTo>
                  <a:lnTo>
                    <a:pt x="331" y="667"/>
                  </a:lnTo>
                  <a:lnTo>
                    <a:pt x="325" y="669"/>
                  </a:lnTo>
                  <a:lnTo>
                    <a:pt x="316" y="673"/>
                  </a:lnTo>
                  <a:lnTo>
                    <a:pt x="307" y="675"/>
                  </a:lnTo>
                  <a:lnTo>
                    <a:pt x="301" y="672"/>
                  </a:lnTo>
                  <a:lnTo>
                    <a:pt x="300" y="665"/>
                  </a:lnTo>
                  <a:lnTo>
                    <a:pt x="301" y="657"/>
                  </a:lnTo>
                  <a:lnTo>
                    <a:pt x="301" y="650"/>
                  </a:lnTo>
                  <a:lnTo>
                    <a:pt x="299" y="646"/>
                  </a:lnTo>
                  <a:lnTo>
                    <a:pt x="295" y="642"/>
                  </a:lnTo>
                  <a:lnTo>
                    <a:pt x="291" y="638"/>
                  </a:lnTo>
                  <a:lnTo>
                    <a:pt x="290" y="633"/>
                  </a:lnTo>
                  <a:lnTo>
                    <a:pt x="289" y="628"/>
                  </a:lnTo>
                  <a:lnTo>
                    <a:pt x="285" y="624"/>
                  </a:lnTo>
                  <a:lnTo>
                    <a:pt x="280" y="619"/>
                  </a:lnTo>
                  <a:lnTo>
                    <a:pt x="278" y="614"/>
                  </a:lnTo>
                  <a:lnTo>
                    <a:pt x="278" y="609"/>
                  </a:lnTo>
                  <a:lnTo>
                    <a:pt x="281" y="604"/>
                  </a:lnTo>
                  <a:lnTo>
                    <a:pt x="282" y="599"/>
                  </a:lnTo>
                  <a:lnTo>
                    <a:pt x="280" y="593"/>
                  </a:lnTo>
                  <a:lnTo>
                    <a:pt x="278" y="586"/>
                  </a:lnTo>
                  <a:lnTo>
                    <a:pt x="280" y="581"/>
                  </a:lnTo>
                  <a:lnTo>
                    <a:pt x="288" y="579"/>
                  </a:lnTo>
                  <a:lnTo>
                    <a:pt x="298" y="580"/>
                  </a:lnTo>
                  <a:lnTo>
                    <a:pt x="306" y="581"/>
                  </a:lnTo>
                  <a:lnTo>
                    <a:pt x="311" y="580"/>
                  </a:lnTo>
                  <a:lnTo>
                    <a:pt x="314" y="575"/>
                  </a:lnTo>
                  <a:lnTo>
                    <a:pt x="317" y="569"/>
                  </a:lnTo>
                  <a:lnTo>
                    <a:pt x="322" y="564"/>
                  </a:lnTo>
                  <a:lnTo>
                    <a:pt x="328" y="561"/>
                  </a:lnTo>
                  <a:lnTo>
                    <a:pt x="335" y="559"/>
                  </a:lnTo>
                  <a:lnTo>
                    <a:pt x="342" y="556"/>
                  </a:lnTo>
                  <a:lnTo>
                    <a:pt x="350" y="555"/>
                  </a:lnTo>
                  <a:lnTo>
                    <a:pt x="357" y="557"/>
                  </a:lnTo>
                  <a:lnTo>
                    <a:pt x="364" y="563"/>
                  </a:lnTo>
                  <a:lnTo>
                    <a:pt x="369" y="568"/>
                  </a:lnTo>
                  <a:lnTo>
                    <a:pt x="375" y="571"/>
                  </a:lnTo>
                  <a:lnTo>
                    <a:pt x="382" y="570"/>
                  </a:lnTo>
                  <a:lnTo>
                    <a:pt x="390" y="570"/>
                  </a:lnTo>
                  <a:lnTo>
                    <a:pt x="395" y="574"/>
                  </a:lnTo>
                  <a:lnTo>
                    <a:pt x="397" y="580"/>
                  </a:lnTo>
                  <a:lnTo>
                    <a:pt x="398" y="586"/>
                  </a:lnTo>
                  <a:lnTo>
                    <a:pt x="402" y="589"/>
                  </a:lnTo>
                  <a:lnTo>
                    <a:pt x="408" y="591"/>
                  </a:lnTo>
                  <a:lnTo>
                    <a:pt x="417" y="593"/>
                  </a:lnTo>
                  <a:lnTo>
                    <a:pt x="423" y="597"/>
                  </a:lnTo>
                  <a:lnTo>
                    <a:pt x="425" y="602"/>
                  </a:lnTo>
                  <a:lnTo>
                    <a:pt x="425" y="608"/>
                  </a:lnTo>
                  <a:lnTo>
                    <a:pt x="424" y="613"/>
                  </a:lnTo>
                  <a:close/>
                </a:path>
              </a:pathLst>
            </a:custGeom>
            <a:solidFill>
              <a:srgbClr val="59A3CD">
                <a:alpha val="32000"/>
              </a:srgbClr>
            </a:solidFill>
            <a:ln>
              <a:noFill/>
            </a:ln>
          </p:spPr>
          <p:txBody>
            <a:bodyPr anchor="ctr"/>
            <a:lstStyle/>
            <a:p>
              <a:pPr algn="ctr">
                <a:buNone/>
              </a:pPr>
            </a:p>
          </p:txBody>
        </p:sp>
        <p:sp>
          <p:nvSpPr>
            <p:cNvPr id="7624" name="addition:spatial:113">
              <a:extLst>
                <a:ext uri="{FF2B5EF4-FFF2-40B4-BE49-F238E27FC236}">
                  <ns2:creationId id="{AAA2CA26-9B0A-43BC-B6A2-389E03D1EDC6}"/>
                </a:ext>
              </a:extLst>
            </p:cNvPr>
            <p:cNvSpPr>
              <a:spLocks noGrp="1"/>
            </p:cNvSpPr>
            <p:nvPr/>
          </p:nvSpPr>
          <p:spPr>
            <a:xfrm>
              <a:off x="5648325" y="1666875"/>
              <a:ext cx="465384" cy="1155390"/>
            </a:xfrm>
            <a:custGeom>
              <a:rect l="l" t="t" r="r" b="b"/>
              <a:pathLst>
                <a:path w="351" h="683">
                  <a:moveTo>
                    <a:pt x="0" y="0"/>
                  </a:moveTo>
                  <a:moveTo>
                    <a:pt x="351" y="624"/>
                  </a:moveTo>
                  <a:lnTo>
                    <a:pt x="350" y="630"/>
                  </a:lnTo>
                  <a:lnTo>
                    <a:pt x="345" y="635"/>
                  </a:lnTo>
                  <a:lnTo>
                    <a:pt x="339" y="639"/>
                  </a:lnTo>
                  <a:lnTo>
                    <a:pt x="334" y="643"/>
                  </a:lnTo>
                  <a:lnTo>
                    <a:pt x="331" y="647"/>
                  </a:lnTo>
                  <a:lnTo>
                    <a:pt x="328" y="651"/>
                  </a:lnTo>
                  <a:lnTo>
                    <a:pt x="323" y="654"/>
                  </a:lnTo>
                  <a:lnTo>
                    <a:pt x="320" y="657"/>
                  </a:lnTo>
                  <a:lnTo>
                    <a:pt x="318" y="663"/>
                  </a:lnTo>
                  <a:lnTo>
                    <a:pt x="317" y="670"/>
                  </a:lnTo>
                  <a:lnTo>
                    <a:pt x="316" y="679"/>
                  </a:lnTo>
                  <a:lnTo>
                    <a:pt x="311" y="683"/>
                  </a:lnTo>
                  <a:lnTo>
                    <a:pt x="304" y="683"/>
                  </a:lnTo>
                  <a:lnTo>
                    <a:pt x="296" y="678"/>
                  </a:lnTo>
                  <a:lnTo>
                    <a:pt x="290" y="675"/>
                  </a:lnTo>
                  <a:lnTo>
                    <a:pt x="285" y="675"/>
                  </a:lnTo>
                  <a:lnTo>
                    <a:pt x="281" y="677"/>
                  </a:lnTo>
                  <a:lnTo>
                    <a:pt x="277" y="679"/>
                  </a:lnTo>
                  <a:lnTo>
                    <a:pt x="272" y="678"/>
                  </a:lnTo>
                  <a:lnTo>
                    <a:pt x="268" y="676"/>
                  </a:lnTo>
                  <a:lnTo>
                    <a:pt x="264" y="674"/>
                  </a:lnTo>
                  <a:lnTo>
                    <a:pt x="260" y="674"/>
                  </a:lnTo>
                  <a:lnTo>
                    <a:pt x="255" y="674"/>
                  </a:lnTo>
                  <a:lnTo>
                    <a:pt x="250" y="672"/>
                  </a:lnTo>
                  <a:lnTo>
                    <a:pt x="247" y="669"/>
                  </a:lnTo>
                  <a:lnTo>
                    <a:pt x="244" y="665"/>
                  </a:lnTo>
                  <a:lnTo>
                    <a:pt x="239" y="663"/>
                  </a:lnTo>
                  <a:lnTo>
                    <a:pt x="233" y="661"/>
                  </a:lnTo>
                  <a:lnTo>
                    <a:pt x="229" y="657"/>
                  </a:lnTo>
                  <a:lnTo>
                    <a:pt x="230" y="651"/>
                  </a:lnTo>
                  <a:lnTo>
                    <a:pt x="234" y="643"/>
                  </a:lnTo>
                  <a:lnTo>
                    <a:pt x="239" y="637"/>
                  </a:lnTo>
                  <a:lnTo>
                    <a:pt x="240" y="632"/>
                  </a:lnTo>
                  <a:lnTo>
                    <a:pt x="235" y="629"/>
                  </a:lnTo>
                  <a:lnTo>
                    <a:pt x="229" y="624"/>
                  </a:lnTo>
                  <a:lnTo>
                    <a:pt x="224" y="619"/>
                  </a:lnTo>
                  <a:lnTo>
                    <a:pt x="223" y="614"/>
                  </a:lnTo>
                  <a:lnTo>
                    <a:pt x="223" y="609"/>
                  </a:lnTo>
                  <a:lnTo>
                    <a:pt x="223" y="603"/>
                  </a:lnTo>
                  <a:lnTo>
                    <a:pt x="223" y="598"/>
                  </a:lnTo>
                  <a:lnTo>
                    <a:pt x="226" y="593"/>
                  </a:lnTo>
                  <a:lnTo>
                    <a:pt x="231" y="591"/>
                  </a:lnTo>
                  <a:lnTo>
                    <a:pt x="237" y="589"/>
                  </a:lnTo>
                  <a:lnTo>
                    <a:pt x="241" y="587"/>
                  </a:lnTo>
                  <a:lnTo>
                    <a:pt x="243" y="582"/>
                  </a:lnTo>
                  <a:lnTo>
                    <a:pt x="245" y="577"/>
                  </a:lnTo>
                  <a:lnTo>
                    <a:pt x="249" y="574"/>
                  </a:lnTo>
                  <a:lnTo>
                    <a:pt x="255" y="575"/>
                  </a:lnTo>
                  <a:lnTo>
                    <a:pt x="262" y="578"/>
                  </a:lnTo>
                  <a:lnTo>
                    <a:pt x="267" y="578"/>
                  </a:lnTo>
                  <a:lnTo>
                    <a:pt x="271" y="573"/>
                  </a:lnTo>
                  <a:lnTo>
                    <a:pt x="276" y="567"/>
                  </a:lnTo>
                  <a:lnTo>
                    <a:pt x="282" y="562"/>
                  </a:lnTo>
                  <a:lnTo>
                    <a:pt x="289" y="561"/>
                  </a:lnTo>
                  <a:lnTo>
                    <a:pt x="295" y="564"/>
                  </a:lnTo>
                  <a:lnTo>
                    <a:pt x="301" y="568"/>
                  </a:lnTo>
                  <a:lnTo>
                    <a:pt x="307" y="571"/>
                  </a:lnTo>
                  <a:lnTo>
                    <a:pt x="311" y="575"/>
                  </a:lnTo>
                  <a:lnTo>
                    <a:pt x="315" y="581"/>
                  </a:lnTo>
                  <a:lnTo>
                    <a:pt x="317" y="587"/>
                  </a:lnTo>
                  <a:lnTo>
                    <a:pt x="320" y="591"/>
                  </a:lnTo>
                  <a:lnTo>
                    <a:pt x="326" y="592"/>
                  </a:lnTo>
                  <a:lnTo>
                    <a:pt x="334" y="592"/>
                  </a:lnTo>
                  <a:lnTo>
                    <a:pt x="342" y="594"/>
                  </a:lnTo>
                  <a:lnTo>
                    <a:pt x="345" y="598"/>
                  </a:lnTo>
                  <a:lnTo>
                    <a:pt x="345" y="604"/>
                  </a:lnTo>
                  <a:lnTo>
                    <a:pt x="343" y="610"/>
                  </a:lnTo>
                  <a:lnTo>
                    <a:pt x="344" y="615"/>
                  </a:lnTo>
                  <a:lnTo>
                    <a:pt x="348" y="619"/>
                  </a:lnTo>
                  <a:close/>
                </a:path>
              </a:pathLst>
            </a:custGeom>
            <a:solidFill>
              <a:srgbClr val="59A3CD">
                <a:alpha val="32000"/>
              </a:srgbClr>
            </a:solidFill>
            <a:ln>
              <a:noFill/>
            </a:ln>
          </p:spPr>
          <p:txBody>
            <a:bodyPr anchor="ctr"/>
            <a:lstStyle/>
            <a:p>
              <a:pPr algn="ctr">
                <a:buNone/>
              </a:pPr>
            </a:p>
          </p:txBody>
        </p:sp>
        <p:sp>
          <p:nvSpPr>
            <p:cNvPr id="7625" name="addition:spatial:114">
              <a:extLst>
                <a:ext uri="{FF2B5EF4-FFF2-40B4-BE49-F238E27FC236}">
                  <ns2:creationId id="{F1A7F8D6-AD46-4B5D-92E3-FBA71C9F77A5}"/>
                </a:ext>
              </a:extLst>
            </p:cNvPr>
            <p:cNvSpPr>
              <a:spLocks noGrp="1"/>
            </p:cNvSpPr>
            <p:nvPr/>
          </p:nvSpPr>
          <p:spPr>
            <a:xfrm>
              <a:off x="5648325" y="1666875"/>
              <a:ext cx="365943" cy="1113099"/>
            </a:xfrm>
            <a:custGeom>
              <a:rect l="l" t="t" r="r" b="b"/>
              <a:pathLst>
                <a:path w="276" h="658">
                  <a:moveTo>
                    <a:pt x="0" y="0"/>
                  </a:moveTo>
                  <a:moveTo>
                    <a:pt x="275" y="604"/>
                  </a:moveTo>
                  <a:lnTo>
                    <a:pt x="274" y="608"/>
                  </a:lnTo>
                  <a:lnTo>
                    <a:pt x="271" y="612"/>
                  </a:lnTo>
                  <a:lnTo>
                    <a:pt x="269" y="615"/>
                  </a:lnTo>
                  <a:lnTo>
                    <a:pt x="271" y="620"/>
                  </a:lnTo>
                  <a:lnTo>
                    <a:pt x="275" y="626"/>
                  </a:lnTo>
                  <a:lnTo>
                    <a:pt x="276" y="632"/>
                  </a:lnTo>
                  <a:lnTo>
                    <a:pt x="275" y="636"/>
                  </a:lnTo>
                  <a:lnTo>
                    <a:pt x="270" y="638"/>
                  </a:lnTo>
                  <a:lnTo>
                    <a:pt x="266" y="640"/>
                  </a:lnTo>
                  <a:lnTo>
                    <a:pt x="262" y="641"/>
                  </a:lnTo>
                  <a:lnTo>
                    <a:pt x="258" y="642"/>
                  </a:lnTo>
                  <a:lnTo>
                    <a:pt x="254" y="642"/>
                  </a:lnTo>
                  <a:lnTo>
                    <a:pt x="250" y="642"/>
                  </a:lnTo>
                  <a:lnTo>
                    <a:pt x="247" y="642"/>
                  </a:lnTo>
                  <a:lnTo>
                    <a:pt x="244" y="646"/>
                  </a:lnTo>
                  <a:lnTo>
                    <a:pt x="241" y="652"/>
                  </a:lnTo>
                  <a:lnTo>
                    <a:pt x="237" y="657"/>
                  </a:lnTo>
                  <a:lnTo>
                    <a:pt x="232" y="658"/>
                  </a:lnTo>
                  <a:lnTo>
                    <a:pt x="227" y="655"/>
                  </a:lnTo>
                  <a:lnTo>
                    <a:pt x="223" y="651"/>
                  </a:lnTo>
                  <a:lnTo>
                    <a:pt x="219" y="648"/>
                  </a:lnTo>
                  <a:lnTo>
                    <a:pt x="213" y="648"/>
                  </a:lnTo>
                  <a:lnTo>
                    <a:pt x="208" y="648"/>
                  </a:lnTo>
                  <a:lnTo>
                    <a:pt x="203" y="646"/>
                  </a:lnTo>
                  <a:lnTo>
                    <a:pt x="201" y="641"/>
                  </a:lnTo>
                  <a:lnTo>
                    <a:pt x="199" y="636"/>
                  </a:lnTo>
                  <a:lnTo>
                    <a:pt x="197" y="632"/>
                  </a:lnTo>
                  <a:lnTo>
                    <a:pt x="193" y="630"/>
                  </a:lnTo>
                  <a:lnTo>
                    <a:pt x="190" y="627"/>
                  </a:lnTo>
                  <a:lnTo>
                    <a:pt x="187" y="623"/>
                  </a:lnTo>
                  <a:lnTo>
                    <a:pt x="185" y="620"/>
                  </a:lnTo>
                  <a:lnTo>
                    <a:pt x="182" y="617"/>
                  </a:lnTo>
                  <a:lnTo>
                    <a:pt x="176" y="613"/>
                  </a:lnTo>
                  <a:lnTo>
                    <a:pt x="172" y="609"/>
                  </a:lnTo>
                  <a:lnTo>
                    <a:pt x="170" y="604"/>
                  </a:lnTo>
                  <a:lnTo>
                    <a:pt x="175" y="599"/>
                  </a:lnTo>
                  <a:lnTo>
                    <a:pt x="182" y="596"/>
                  </a:lnTo>
                  <a:lnTo>
                    <a:pt x="188" y="593"/>
                  </a:lnTo>
                  <a:lnTo>
                    <a:pt x="190" y="590"/>
                  </a:lnTo>
                  <a:lnTo>
                    <a:pt x="190" y="585"/>
                  </a:lnTo>
                  <a:lnTo>
                    <a:pt x="191" y="580"/>
                  </a:lnTo>
                  <a:lnTo>
                    <a:pt x="193" y="577"/>
                  </a:lnTo>
                  <a:lnTo>
                    <a:pt x="197" y="574"/>
                  </a:lnTo>
                  <a:lnTo>
                    <a:pt x="200" y="571"/>
                  </a:lnTo>
                  <a:lnTo>
                    <a:pt x="203" y="567"/>
                  </a:lnTo>
                  <a:lnTo>
                    <a:pt x="206" y="562"/>
                  </a:lnTo>
                  <a:lnTo>
                    <a:pt x="210" y="560"/>
                  </a:lnTo>
                  <a:lnTo>
                    <a:pt x="215" y="559"/>
                  </a:lnTo>
                  <a:lnTo>
                    <a:pt x="219" y="558"/>
                  </a:lnTo>
                  <a:lnTo>
                    <a:pt x="223" y="556"/>
                  </a:lnTo>
                  <a:lnTo>
                    <a:pt x="228" y="553"/>
                  </a:lnTo>
                  <a:lnTo>
                    <a:pt x="232" y="552"/>
                  </a:lnTo>
                  <a:lnTo>
                    <a:pt x="236" y="554"/>
                  </a:lnTo>
                  <a:lnTo>
                    <a:pt x="240" y="560"/>
                  </a:lnTo>
                  <a:lnTo>
                    <a:pt x="242" y="566"/>
                  </a:lnTo>
                  <a:lnTo>
                    <a:pt x="245" y="567"/>
                  </a:lnTo>
                  <a:lnTo>
                    <a:pt x="249" y="565"/>
                  </a:lnTo>
                  <a:lnTo>
                    <a:pt x="254" y="562"/>
                  </a:lnTo>
                  <a:lnTo>
                    <a:pt x="259" y="561"/>
                  </a:lnTo>
                  <a:lnTo>
                    <a:pt x="263" y="563"/>
                  </a:lnTo>
                  <a:lnTo>
                    <a:pt x="265" y="567"/>
                  </a:lnTo>
                  <a:lnTo>
                    <a:pt x="268" y="570"/>
                  </a:lnTo>
                  <a:lnTo>
                    <a:pt x="270" y="574"/>
                  </a:lnTo>
                  <a:lnTo>
                    <a:pt x="271" y="578"/>
                  </a:lnTo>
                  <a:lnTo>
                    <a:pt x="270" y="583"/>
                  </a:lnTo>
                  <a:lnTo>
                    <a:pt x="268" y="589"/>
                  </a:lnTo>
                  <a:lnTo>
                    <a:pt x="268" y="593"/>
                  </a:lnTo>
                  <a:lnTo>
                    <a:pt x="270" y="596"/>
                  </a:lnTo>
                  <a:lnTo>
                    <a:pt x="274" y="600"/>
                  </a:lnTo>
                  <a:close/>
                </a:path>
              </a:pathLst>
            </a:custGeom>
            <a:solidFill>
              <a:srgbClr val="59A3CD">
                <a:alpha val="32000"/>
              </a:srgbClr>
            </a:solidFill>
            <a:ln>
              <a:noFill/>
            </a:ln>
          </p:spPr>
          <p:txBody>
            <a:bodyPr anchor="ctr"/>
            <a:lstStyle/>
            <a:p>
              <a:pPr algn="ctr">
                <a:buNone/>
              </a:pPr>
            </a:p>
          </p:txBody>
        </p:sp>
        <p:sp>
          <p:nvSpPr>
            <p:cNvPr id="7626" name="addition:spatial:115">
              <a:extLst>
                <a:ext uri="{FF2B5EF4-FFF2-40B4-BE49-F238E27FC236}">
                  <ns2:creationId id="{337F3112-5291-405E-856C-7CE2BC642578}"/>
                </a:ext>
              </a:extLst>
            </p:cNvPr>
            <p:cNvSpPr>
              <a:spLocks noGrp="1"/>
            </p:cNvSpPr>
            <p:nvPr/>
          </p:nvSpPr>
          <p:spPr>
            <a:xfrm>
              <a:off x="5648325" y="1666875"/>
              <a:ext cx="513116" cy="1130016"/>
            </a:xfrm>
            <a:custGeom>
              <a:rect l="l" t="t" r="r" b="b"/>
              <a:pathLst>
                <a:path w="387" h="668">
                  <a:moveTo>
                    <a:pt x="0" y="0"/>
                  </a:moveTo>
                  <a:moveTo>
                    <a:pt x="376" y="596"/>
                  </a:moveTo>
                  <a:lnTo>
                    <a:pt x="383" y="602"/>
                  </a:lnTo>
                  <a:lnTo>
                    <a:pt x="387" y="608"/>
                  </a:lnTo>
                  <a:lnTo>
                    <a:pt x="384" y="613"/>
                  </a:lnTo>
                  <a:lnTo>
                    <a:pt x="379" y="617"/>
                  </a:lnTo>
                  <a:lnTo>
                    <a:pt x="376" y="622"/>
                  </a:lnTo>
                  <a:lnTo>
                    <a:pt x="376" y="628"/>
                  </a:lnTo>
                  <a:lnTo>
                    <a:pt x="377" y="635"/>
                  </a:lnTo>
                  <a:lnTo>
                    <a:pt x="376" y="641"/>
                  </a:lnTo>
                  <a:lnTo>
                    <a:pt x="370" y="644"/>
                  </a:lnTo>
                  <a:lnTo>
                    <a:pt x="363" y="644"/>
                  </a:lnTo>
                  <a:lnTo>
                    <a:pt x="356" y="645"/>
                  </a:lnTo>
                  <a:lnTo>
                    <a:pt x="351" y="646"/>
                  </a:lnTo>
                  <a:lnTo>
                    <a:pt x="346" y="648"/>
                  </a:lnTo>
                  <a:lnTo>
                    <a:pt x="340" y="648"/>
                  </a:lnTo>
                  <a:lnTo>
                    <a:pt x="335" y="648"/>
                  </a:lnTo>
                  <a:lnTo>
                    <a:pt x="329" y="651"/>
                  </a:lnTo>
                  <a:lnTo>
                    <a:pt x="324" y="656"/>
                  </a:lnTo>
                  <a:lnTo>
                    <a:pt x="316" y="664"/>
                  </a:lnTo>
                  <a:lnTo>
                    <a:pt x="308" y="668"/>
                  </a:lnTo>
                  <a:lnTo>
                    <a:pt x="300" y="666"/>
                  </a:lnTo>
                  <a:lnTo>
                    <a:pt x="294" y="659"/>
                  </a:lnTo>
                  <a:lnTo>
                    <a:pt x="290" y="650"/>
                  </a:lnTo>
                  <a:lnTo>
                    <a:pt x="285" y="646"/>
                  </a:lnTo>
                  <a:lnTo>
                    <a:pt x="278" y="644"/>
                  </a:lnTo>
                  <a:lnTo>
                    <a:pt x="271" y="643"/>
                  </a:lnTo>
                  <a:lnTo>
                    <a:pt x="265" y="639"/>
                  </a:lnTo>
                  <a:lnTo>
                    <a:pt x="261" y="634"/>
                  </a:lnTo>
                  <a:lnTo>
                    <a:pt x="258" y="629"/>
                  </a:lnTo>
                  <a:lnTo>
                    <a:pt x="253" y="626"/>
                  </a:lnTo>
                  <a:lnTo>
                    <a:pt x="247" y="622"/>
                  </a:lnTo>
                  <a:lnTo>
                    <a:pt x="242" y="618"/>
                  </a:lnTo>
                  <a:lnTo>
                    <a:pt x="240" y="612"/>
                  </a:lnTo>
                  <a:lnTo>
                    <a:pt x="239" y="607"/>
                  </a:lnTo>
                  <a:lnTo>
                    <a:pt x="236" y="602"/>
                  </a:lnTo>
                  <a:lnTo>
                    <a:pt x="232" y="596"/>
                  </a:lnTo>
                  <a:lnTo>
                    <a:pt x="229" y="590"/>
                  </a:lnTo>
                  <a:lnTo>
                    <a:pt x="232" y="584"/>
                  </a:lnTo>
                  <a:lnTo>
                    <a:pt x="241" y="579"/>
                  </a:lnTo>
                  <a:lnTo>
                    <a:pt x="253" y="577"/>
                  </a:lnTo>
                  <a:lnTo>
                    <a:pt x="261" y="574"/>
                  </a:lnTo>
                  <a:lnTo>
                    <a:pt x="264" y="570"/>
                  </a:lnTo>
                  <a:lnTo>
                    <a:pt x="263" y="563"/>
                  </a:lnTo>
                  <a:lnTo>
                    <a:pt x="263" y="556"/>
                  </a:lnTo>
                  <a:lnTo>
                    <a:pt x="267" y="550"/>
                  </a:lnTo>
                  <a:lnTo>
                    <a:pt x="272" y="546"/>
                  </a:lnTo>
                  <a:lnTo>
                    <a:pt x="278" y="542"/>
                  </a:lnTo>
                  <a:lnTo>
                    <a:pt x="283" y="537"/>
                  </a:lnTo>
                  <a:lnTo>
                    <a:pt x="290" y="534"/>
                  </a:lnTo>
                  <a:lnTo>
                    <a:pt x="297" y="534"/>
                  </a:lnTo>
                  <a:lnTo>
                    <a:pt x="305" y="536"/>
                  </a:lnTo>
                  <a:lnTo>
                    <a:pt x="312" y="538"/>
                  </a:lnTo>
                  <a:lnTo>
                    <a:pt x="317" y="537"/>
                  </a:lnTo>
                  <a:lnTo>
                    <a:pt x="323" y="535"/>
                  </a:lnTo>
                  <a:lnTo>
                    <a:pt x="329" y="533"/>
                  </a:lnTo>
                  <a:lnTo>
                    <a:pt x="334" y="537"/>
                  </a:lnTo>
                  <a:lnTo>
                    <a:pt x="338" y="543"/>
                  </a:lnTo>
                  <a:lnTo>
                    <a:pt x="341" y="548"/>
                  </a:lnTo>
                  <a:lnTo>
                    <a:pt x="345" y="549"/>
                  </a:lnTo>
                  <a:lnTo>
                    <a:pt x="353" y="546"/>
                  </a:lnTo>
                  <a:lnTo>
                    <a:pt x="362" y="544"/>
                  </a:lnTo>
                  <a:lnTo>
                    <a:pt x="369" y="545"/>
                  </a:lnTo>
                  <a:lnTo>
                    <a:pt x="373" y="550"/>
                  </a:lnTo>
                  <a:lnTo>
                    <a:pt x="374" y="556"/>
                  </a:lnTo>
                  <a:lnTo>
                    <a:pt x="375" y="562"/>
                  </a:lnTo>
                  <a:lnTo>
                    <a:pt x="376" y="568"/>
                  </a:lnTo>
                  <a:lnTo>
                    <a:pt x="375" y="575"/>
                  </a:lnTo>
                  <a:lnTo>
                    <a:pt x="372" y="581"/>
                  </a:lnTo>
                  <a:lnTo>
                    <a:pt x="369" y="587"/>
                  </a:lnTo>
                  <a:lnTo>
                    <a:pt x="370" y="591"/>
                  </a:lnTo>
                  <a:close/>
                </a:path>
              </a:pathLst>
            </a:custGeom>
            <a:solidFill>
              <a:srgbClr val="59A3CD">
                <a:alpha val="32000"/>
              </a:srgbClr>
            </a:solidFill>
            <a:ln>
              <a:noFill/>
            </a:ln>
          </p:spPr>
          <p:txBody>
            <a:bodyPr anchor="ctr"/>
            <a:lstStyle/>
            <a:p>
              <a:pPr algn="ctr">
                <a:buNone/>
              </a:pPr>
            </a:p>
          </p:txBody>
        </p:sp>
        <p:sp>
          <p:nvSpPr>
            <p:cNvPr id="7627" name="addition:spatial:116">
              <a:extLst>
                <a:ext uri="{FF2B5EF4-FFF2-40B4-BE49-F238E27FC236}">
                  <ns2:creationId id="{BD91A85D-D800-4773-870E-442E34CB4CD5}"/>
                </a:ext>
              </a:extLst>
            </p:cNvPr>
            <p:cNvSpPr>
              <a:spLocks noGrp="1"/>
            </p:cNvSpPr>
            <p:nvPr/>
          </p:nvSpPr>
          <p:spPr>
            <a:xfrm>
              <a:off x="5648325" y="1666875"/>
              <a:ext cx="550240" cy="1180765"/>
            </a:xfrm>
            <a:custGeom>
              <a:rect l="l" t="t" r="r" b="b"/>
              <a:pathLst>
                <a:path w="415" h="698">
                  <a:moveTo>
                    <a:pt x="0" y="0"/>
                  </a:moveTo>
                  <a:moveTo>
                    <a:pt x="413" y="585"/>
                  </a:moveTo>
                  <a:lnTo>
                    <a:pt x="415" y="594"/>
                  </a:lnTo>
                  <a:lnTo>
                    <a:pt x="409" y="603"/>
                  </a:lnTo>
                  <a:lnTo>
                    <a:pt x="400" y="610"/>
                  </a:lnTo>
                  <a:lnTo>
                    <a:pt x="396" y="617"/>
                  </a:lnTo>
                  <a:lnTo>
                    <a:pt x="400" y="627"/>
                  </a:lnTo>
                  <a:lnTo>
                    <a:pt x="405" y="640"/>
                  </a:lnTo>
                  <a:lnTo>
                    <a:pt x="407" y="652"/>
                  </a:lnTo>
                  <a:lnTo>
                    <a:pt x="402" y="660"/>
                  </a:lnTo>
                  <a:lnTo>
                    <a:pt x="393" y="665"/>
                  </a:lnTo>
                  <a:lnTo>
                    <a:pt x="384" y="668"/>
                  </a:lnTo>
                  <a:lnTo>
                    <a:pt x="375" y="671"/>
                  </a:lnTo>
                  <a:lnTo>
                    <a:pt x="366" y="672"/>
                  </a:lnTo>
                  <a:lnTo>
                    <a:pt x="356" y="670"/>
                  </a:lnTo>
                  <a:lnTo>
                    <a:pt x="346" y="666"/>
                  </a:lnTo>
                  <a:lnTo>
                    <a:pt x="339" y="666"/>
                  </a:lnTo>
                  <a:lnTo>
                    <a:pt x="333" y="674"/>
                  </a:lnTo>
                  <a:lnTo>
                    <a:pt x="325" y="686"/>
                  </a:lnTo>
                  <a:lnTo>
                    <a:pt x="315" y="696"/>
                  </a:lnTo>
                  <a:lnTo>
                    <a:pt x="304" y="698"/>
                  </a:lnTo>
                  <a:lnTo>
                    <a:pt x="294" y="690"/>
                  </a:lnTo>
                  <a:lnTo>
                    <a:pt x="286" y="681"/>
                  </a:lnTo>
                  <a:lnTo>
                    <a:pt x="277" y="677"/>
                  </a:lnTo>
                  <a:lnTo>
                    <a:pt x="265" y="676"/>
                  </a:lnTo>
                  <a:lnTo>
                    <a:pt x="253" y="674"/>
                  </a:lnTo>
                  <a:lnTo>
                    <a:pt x="244" y="668"/>
                  </a:lnTo>
                  <a:lnTo>
                    <a:pt x="239" y="658"/>
                  </a:lnTo>
                  <a:lnTo>
                    <a:pt x="235" y="648"/>
                  </a:lnTo>
                  <a:lnTo>
                    <a:pt x="229" y="640"/>
                  </a:lnTo>
                  <a:lnTo>
                    <a:pt x="222" y="633"/>
                  </a:lnTo>
                  <a:lnTo>
                    <a:pt x="216" y="626"/>
                  </a:lnTo>
                  <a:lnTo>
                    <a:pt x="213" y="618"/>
                  </a:lnTo>
                  <a:lnTo>
                    <a:pt x="209" y="610"/>
                  </a:lnTo>
                  <a:lnTo>
                    <a:pt x="200" y="602"/>
                  </a:lnTo>
                  <a:lnTo>
                    <a:pt x="187" y="595"/>
                  </a:lnTo>
                  <a:lnTo>
                    <a:pt x="175" y="585"/>
                  </a:lnTo>
                  <a:lnTo>
                    <a:pt x="172" y="574"/>
                  </a:lnTo>
                  <a:lnTo>
                    <a:pt x="182" y="565"/>
                  </a:lnTo>
                  <a:lnTo>
                    <a:pt x="198" y="558"/>
                  </a:lnTo>
                  <a:lnTo>
                    <a:pt x="212" y="553"/>
                  </a:lnTo>
                  <a:lnTo>
                    <a:pt x="218" y="546"/>
                  </a:lnTo>
                  <a:lnTo>
                    <a:pt x="220" y="538"/>
                  </a:lnTo>
                  <a:lnTo>
                    <a:pt x="223" y="529"/>
                  </a:lnTo>
                  <a:lnTo>
                    <a:pt x="230" y="522"/>
                  </a:lnTo>
                  <a:lnTo>
                    <a:pt x="238" y="516"/>
                  </a:lnTo>
                  <a:lnTo>
                    <a:pt x="246" y="509"/>
                  </a:lnTo>
                  <a:lnTo>
                    <a:pt x="252" y="500"/>
                  </a:lnTo>
                  <a:lnTo>
                    <a:pt x="260" y="491"/>
                  </a:lnTo>
                  <a:lnTo>
                    <a:pt x="271" y="487"/>
                  </a:lnTo>
                  <a:lnTo>
                    <a:pt x="283" y="487"/>
                  </a:lnTo>
                  <a:lnTo>
                    <a:pt x="294" y="486"/>
                  </a:lnTo>
                  <a:lnTo>
                    <a:pt x="304" y="482"/>
                  </a:lnTo>
                  <a:lnTo>
                    <a:pt x="315" y="475"/>
                  </a:lnTo>
                  <a:lnTo>
                    <a:pt x="326" y="473"/>
                  </a:lnTo>
                  <a:lnTo>
                    <a:pt x="336" y="480"/>
                  </a:lnTo>
                  <a:lnTo>
                    <a:pt x="343" y="493"/>
                  </a:lnTo>
                  <a:lnTo>
                    <a:pt x="348" y="505"/>
                  </a:lnTo>
                  <a:lnTo>
                    <a:pt x="354" y="510"/>
                  </a:lnTo>
                  <a:lnTo>
                    <a:pt x="364" y="507"/>
                  </a:lnTo>
                  <a:lnTo>
                    <a:pt x="376" y="503"/>
                  </a:lnTo>
                  <a:lnTo>
                    <a:pt x="387" y="503"/>
                  </a:lnTo>
                  <a:lnTo>
                    <a:pt x="396" y="507"/>
                  </a:lnTo>
                  <a:lnTo>
                    <a:pt x="402" y="513"/>
                  </a:lnTo>
                  <a:lnTo>
                    <a:pt x="409" y="520"/>
                  </a:lnTo>
                  <a:lnTo>
                    <a:pt x="414" y="528"/>
                  </a:lnTo>
                  <a:lnTo>
                    <a:pt x="415" y="538"/>
                  </a:lnTo>
                  <a:lnTo>
                    <a:pt x="410" y="550"/>
                  </a:lnTo>
                  <a:lnTo>
                    <a:pt x="403" y="560"/>
                  </a:lnTo>
                  <a:lnTo>
                    <a:pt x="401" y="569"/>
                  </a:lnTo>
                  <a:lnTo>
                    <a:pt x="406" y="577"/>
                  </a:lnTo>
                  <a:close/>
                </a:path>
              </a:pathLst>
            </a:custGeom>
            <a:solidFill>
              <a:srgbClr val="0675B4">
                <a:alpha val="37000"/>
              </a:srgbClr>
            </a:solidFill>
            <a:ln>
              <a:noFill/>
            </a:ln>
          </p:spPr>
          <p:txBody>
            <a:bodyPr anchor="ctr"/>
            <a:lstStyle/>
            <a:p>
              <a:pPr algn="ctr">
                <a:buNone/>
              </a:pPr>
            </a:p>
          </p:txBody>
        </p:sp>
        <p:sp>
          <p:nvSpPr>
            <p:cNvPr id="7628" name="addition:spatial:117">
              <a:extLst>
                <a:ext uri="{FF2B5EF4-FFF2-40B4-BE49-F238E27FC236}">
                  <ns2:creationId id="{69243848-2CDA-4C2D-906F-7FE621B9E570}"/>
                </a:ext>
              </a:extLst>
            </p:cNvPr>
            <p:cNvSpPr>
              <a:spLocks noGrp="1"/>
            </p:cNvSpPr>
            <p:nvPr/>
          </p:nvSpPr>
          <p:spPr>
            <a:xfrm>
              <a:off x="5648325" y="1666875"/>
              <a:ext cx="424282" cy="1028517"/>
            </a:xfrm>
            <a:custGeom>
              <a:rect l="l" t="t" r="r" b="b"/>
              <a:pathLst>
                <a:path w="320" h="608">
                  <a:moveTo>
                    <a:pt x="0" y="0"/>
                  </a:moveTo>
                  <a:moveTo>
                    <a:pt x="314" y="561"/>
                  </a:moveTo>
                  <a:lnTo>
                    <a:pt x="315" y="565"/>
                  </a:lnTo>
                  <a:lnTo>
                    <a:pt x="315" y="569"/>
                  </a:lnTo>
                  <a:lnTo>
                    <a:pt x="313" y="573"/>
                  </a:lnTo>
                  <a:lnTo>
                    <a:pt x="308" y="575"/>
                  </a:lnTo>
                  <a:lnTo>
                    <a:pt x="303" y="577"/>
                  </a:lnTo>
                  <a:lnTo>
                    <a:pt x="302" y="580"/>
                  </a:lnTo>
                  <a:lnTo>
                    <a:pt x="303" y="586"/>
                  </a:lnTo>
                  <a:lnTo>
                    <a:pt x="304" y="592"/>
                  </a:lnTo>
                  <a:lnTo>
                    <a:pt x="304" y="598"/>
                  </a:lnTo>
                  <a:lnTo>
                    <a:pt x="300" y="601"/>
                  </a:lnTo>
                  <a:lnTo>
                    <a:pt x="296" y="602"/>
                  </a:lnTo>
                  <a:lnTo>
                    <a:pt x="292" y="602"/>
                  </a:lnTo>
                  <a:lnTo>
                    <a:pt x="288" y="603"/>
                  </a:lnTo>
                  <a:lnTo>
                    <a:pt x="284" y="603"/>
                  </a:lnTo>
                  <a:lnTo>
                    <a:pt x="280" y="601"/>
                  </a:lnTo>
                  <a:lnTo>
                    <a:pt x="277" y="599"/>
                  </a:lnTo>
                  <a:lnTo>
                    <a:pt x="274" y="599"/>
                  </a:lnTo>
                  <a:lnTo>
                    <a:pt x="271" y="601"/>
                  </a:lnTo>
                  <a:lnTo>
                    <a:pt x="267" y="605"/>
                  </a:lnTo>
                  <a:lnTo>
                    <a:pt x="263" y="608"/>
                  </a:lnTo>
                  <a:lnTo>
                    <a:pt x="260" y="606"/>
                  </a:lnTo>
                  <a:lnTo>
                    <a:pt x="257" y="602"/>
                  </a:lnTo>
                  <a:lnTo>
                    <a:pt x="255" y="599"/>
                  </a:lnTo>
                  <a:lnTo>
                    <a:pt x="251" y="598"/>
                  </a:lnTo>
                  <a:lnTo>
                    <a:pt x="246" y="598"/>
                  </a:lnTo>
                  <a:lnTo>
                    <a:pt x="241" y="597"/>
                  </a:lnTo>
                  <a:lnTo>
                    <a:pt x="239" y="593"/>
                  </a:lnTo>
                  <a:lnTo>
                    <a:pt x="238" y="588"/>
                  </a:lnTo>
                  <a:lnTo>
                    <a:pt x="239" y="583"/>
                  </a:lnTo>
                  <a:lnTo>
                    <a:pt x="238" y="578"/>
                  </a:lnTo>
                  <a:lnTo>
                    <a:pt x="236" y="575"/>
                  </a:lnTo>
                  <a:lnTo>
                    <a:pt x="235" y="571"/>
                  </a:lnTo>
                  <a:lnTo>
                    <a:pt x="234" y="568"/>
                  </a:lnTo>
                  <a:lnTo>
                    <a:pt x="232" y="564"/>
                  </a:lnTo>
                  <a:lnTo>
                    <a:pt x="228" y="561"/>
                  </a:lnTo>
                  <a:lnTo>
                    <a:pt x="223" y="556"/>
                  </a:lnTo>
                  <a:lnTo>
                    <a:pt x="219" y="551"/>
                  </a:lnTo>
                  <a:lnTo>
                    <a:pt x="219" y="546"/>
                  </a:lnTo>
                  <a:lnTo>
                    <a:pt x="224" y="543"/>
                  </a:lnTo>
                  <a:lnTo>
                    <a:pt x="230" y="541"/>
                  </a:lnTo>
                  <a:lnTo>
                    <a:pt x="234" y="539"/>
                  </a:lnTo>
                  <a:lnTo>
                    <a:pt x="235" y="536"/>
                  </a:lnTo>
                  <a:lnTo>
                    <a:pt x="236" y="532"/>
                  </a:lnTo>
                  <a:lnTo>
                    <a:pt x="238" y="528"/>
                  </a:lnTo>
                  <a:lnTo>
                    <a:pt x="242" y="527"/>
                  </a:lnTo>
                  <a:lnTo>
                    <a:pt x="246" y="526"/>
                  </a:lnTo>
                  <a:lnTo>
                    <a:pt x="250" y="524"/>
                  </a:lnTo>
                  <a:lnTo>
                    <a:pt x="253" y="521"/>
                  </a:lnTo>
                  <a:lnTo>
                    <a:pt x="256" y="517"/>
                  </a:lnTo>
                  <a:lnTo>
                    <a:pt x="261" y="516"/>
                  </a:lnTo>
                  <a:lnTo>
                    <a:pt x="265" y="515"/>
                  </a:lnTo>
                  <a:lnTo>
                    <a:pt x="270" y="514"/>
                  </a:lnTo>
                  <a:lnTo>
                    <a:pt x="275" y="512"/>
                  </a:lnTo>
                  <a:lnTo>
                    <a:pt x="280" y="510"/>
                  </a:lnTo>
                  <a:lnTo>
                    <a:pt x="285" y="511"/>
                  </a:lnTo>
                  <a:lnTo>
                    <a:pt x="289" y="516"/>
                  </a:lnTo>
                  <a:lnTo>
                    <a:pt x="291" y="523"/>
                  </a:lnTo>
                  <a:lnTo>
                    <a:pt x="292" y="528"/>
                  </a:lnTo>
                  <a:lnTo>
                    <a:pt x="295" y="530"/>
                  </a:lnTo>
                  <a:lnTo>
                    <a:pt x="300" y="529"/>
                  </a:lnTo>
                  <a:lnTo>
                    <a:pt x="306" y="529"/>
                  </a:lnTo>
                  <a:lnTo>
                    <a:pt x="310" y="530"/>
                  </a:lnTo>
                  <a:lnTo>
                    <a:pt x="313" y="533"/>
                  </a:lnTo>
                  <a:lnTo>
                    <a:pt x="315" y="536"/>
                  </a:lnTo>
                  <a:lnTo>
                    <a:pt x="317" y="540"/>
                  </a:lnTo>
                  <a:lnTo>
                    <a:pt x="319" y="543"/>
                  </a:lnTo>
                  <a:lnTo>
                    <a:pt x="320" y="548"/>
                  </a:lnTo>
                  <a:lnTo>
                    <a:pt x="317" y="552"/>
                  </a:lnTo>
                  <a:lnTo>
                    <a:pt x="315" y="557"/>
                  </a:lnTo>
                  <a:close/>
                </a:path>
              </a:pathLst>
            </a:custGeom>
            <a:solidFill>
              <a:srgbClr val="0072B2">
                <a:alpha val="36000"/>
              </a:srgbClr>
            </a:solidFill>
            <a:ln>
              <a:noFill/>
            </a:ln>
          </p:spPr>
          <p:txBody>
            <a:bodyPr anchor="ctr"/>
            <a:lstStyle/>
            <a:p>
              <a:pPr algn="ctr">
                <a:buNone/>
              </a:pPr>
            </a:p>
          </p:txBody>
        </p:sp>
        <p:sp>
          <p:nvSpPr>
            <p:cNvPr id="7629" name="addition:spatial:118">
              <a:extLst>
                <a:ext uri="{FF2B5EF4-FFF2-40B4-BE49-F238E27FC236}">
                  <ns2:creationId id="{0722FB03-9E30-49DF-A567-575B93E8C16C}"/>
                </a:ext>
              </a:extLst>
            </p:cNvPr>
            <p:cNvSpPr>
              <a:spLocks noGrp="1"/>
            </p:cNvSpPr>
            <p:nvPr/>
          </p:nvSpPr>
          <p:spPr>
            <a:xfrm>
              <a:off x="5648325" y="1666875"/>
              <a:ext cx="495879" cy="987918"/>
            </a:xfrm>
            <a:custGeom>
              <a:rect l="l" t="t" r="r" b="b"/>
              <a:pathLst>
                <a:path w="374" h="584">
                  <a:moveTo>
                    <a:pt x="0" y="0"/>
                  </a:moveTo>
                  <a:moveTo>
                    <a:pt x="366" y="547"/>
                  </a:moveTo>
                  <a:lnTo>
                    <a:pt x="363" y="549"/>
                  </a:lnTo>
                  <a:lnTo>
                    <a:pt x="363" y="552"/>
                  </a:lnTo>
                  <a:lnTo>
                    <a:pt x="365" y="555"/>
                  </a:lnTo>
                  <a:lnTo>
                    <a:pt x="367" y="559"/>
                  </a:lnTo>
                  <a:lnTo>
                    <a:pt x="367" y="563"/>
                  </a:lnTo>
                  <a:lnTo>
                    <a:pt x="365" y="565"/>
                  </a:lnTo>
                  <a:lnTo>
                    <a:pt x="362" y="567"/>
                  </a:lnTo>
                  <a:lnTo>
                    <a:pt x="360" y="569"/>
                  </a:lnTo>
                  <a:lnTo>
                    <a:pt x="359" y="572"/>
                  </a:lnTo>
                  <a:lnTo>
                    <a:pt x="357" y="576"/>
                  </a:lnTo>
                  <a:lnTo>
                    <a:pt x="355" y="577"/>
                  </a:lnTo>
                  <a:lnTo>
                    <a:pt x="352" y="578"/>
                  </a:lnTo>
                  <a:lnTo>
                    <a:pt x="349" y="578"/>
                  </a:lnTo>
                  <a:lnTo>
                    <a:pt x="346" y="579"/>
                  </a:lnTo>
                  <a:lnTo>
                    <a:pt x="344" y="580"/>
                  </a:lnTo>
                  <a:lnTo>
                    <a:pt x="341" y="579"/>
                  </a:lnTo>
                  <a:lnTo>
                    <a:pt x="338" y="577"/>
                  </a:lnTo>
                  <a:lnTo>
                    <a:pt x="336" y="576"/>
                  </a:lnTo>
                  <a:lnTo>
                    <a:pt x="334" y="576"/>
                  </a:lnTo>
                  <a:lnTo>
                    <a:pt x="330" y="579"/>
                  </a:lnTo>
                  <a:lnTo>
                    <a:pt x="326" y="583"/>
                  </a:lnTo>
                  <a:lnTo>
                    <a:pt x="322" y="584"/>
                  </a:lnTo>
                  <a:lnTo>
                    <a:pt x="319" y="582"/>
                  </a:lnTo>
                  <a:lnTo>
                    <a:pt x="317" y="578"/>
                  </a:lnTo>
                  <a:lnTo>
                    <a:pt x="316" y="574"/>
                  </a:lnTo>
                  <a:lnTo>
                    <a:pt x="315" y="571"/>
                  </a:lnTo>
                  <a:lnTo>
                    <a:pt x="312" y="568"/>
                  </a:lnTo>
                  <a:lnTo>
                    <a:pt x="310" y="566"/>
                  </a:lnTo>
                  <a:lnTo>
                    <a:pt x="309" y="563"/>
                  </a:lnTo>
                  <a:lnTo>
                    <a:pt x="307" y="560"/>
                  </a:lnTo>
                  <a:lnTo>
                    <a:pt x="305" y="558"/>
                  </a:lnTo>
                  <a:lnTo>
                    <a:pt x="302" y="556"/>
                  </a:lnTo>
                  <a:lnTo>
                    <a:pt x="299" y="553"/>
                  </a:lnTo>
                  <a:lnTo>
                    <a:pt x="298" y="550"/>
                  </a:lnTo>
                  <a:lnTo>
                    <a:pt x="299" y="547"/>
                  </a:lnTo>
                  <a:lnTo>
                    <a:pt x="300" y="544"/>
                  </a:lnTo>
                  <a:lnTo>
                    <a:pt x="298" y="541"/>
                  </a:lnTo>
                  <a:lnTo>
                    <a:pt x="296" y="537"/>
                  </a:lnTo>
                  <a:lnTo>
                    <a:pt x="294" y="533"/>
                  </a:lnTo>
                  <a:lnTo>
                    <a:pt x="296" y="530"/>
                  </a:lnTo>
                  <a:lnTo>
                    <a:pt x="301" y="529"/>
                  </a:lnTo>
                  <a:lnTo>
                    <a:pt x="307" y="529"/>
                  </a:lnTo>
                  <a:lnTo>
                    <a:pt x="310" y="528"/>
                  </a:lnTo>
                  <a:lnTo>
                    <a:pt x="312" y="526"/>
                  </a:lnTo>
                  <a:lnTo>
                    <a:pt x="314" y="523"/>
                  </a:lnTo>
                  <a:lnTo>
                    <a:pt x="315" y="520"/>
                  </a:lnTo>
                  <a:lnTo>
                    <a:pt x="318" y="518"/>
                  </a:lnTo>
                  <a:lnTo>
                    <a:pt x="321" y="515"/>
                  </a:lnTo>
                  <a:lnTo>
                    <a:pt x="324" y="512"/>
                  </a:lnTo>
                  <a:lnTo>
                    <a:pt x="327" y="509"/>
                  </a:lnTo>
                  <a:lnTo>
                    <a:pt x="331" y="509"/>
                  </a:lnTo>
                  <a:lnTo>
                    <a:pt x="335" y="511"/>
                  </a:lnTo>
                  <a:lnTo>
                    <a:pt x="339" y="514"/>
                  </a:lnTo>
                  <a:lnTo>
                    <a:pt x="342" y="516"/>
                  </a:lnTo>
                  <a:lnTo>
                    <a:pt x="346" y="515"/>
                  </a:lnTo>
                  <a:lnTo>
                    <a:pt x="349" y="514"/>
                  </a:lnTo>
                  <a:lnTo>
                    <a:pt x="353" y="515"/>
                  </a:lnTo>
                  <a:lnTo>
                    <a:pt x="355" y="517"/>
                  </a:lnTo>
                  <a:lnTo>
                    <a:pt x="356" y="521"/>
                  </a:lnTo>
                  <a:lnTo>
                    <a:pt x="358" y="524"/>
                  </a:lnTo>
                  <a:lnTo>
                    <a:pt x="360" y="525"/>
                  </a:lnTo>
                  <a:lnTo>
                    <a:pt x="364" y="525"/>
                  </a:lnTo>
                  <a:lnTo>
                    <a:pt x="368" y="526"/>
                  </a:lnTo>
                  <a:lnTo>
                    <a:pt x="370" y="528"/>
                  </a:lnTo>
                  <a:lnTo>
                    <a:pt x="372" y="531"/>
                  </a:lnTo>
                  <a:lnTo>
                    <a:pt x="373" y="534"/>
                  </a:lnTo>
                  <a:lnTo>
                    <a:pt x="374" y="537"/>
                  </a:lnTo>
                  <a:lnTo>
                    <a:pt x="373" y="540"/>
                  </a:lnTo>
                  <a:lnTo>
                    <a:pt x="371" y="544"/>
                  </a:lnTo>
                  <a:close/>
                </a:path>
              </a:pathLst>
            </a:custGeom>
            <a:solidFill>
              <a:srgbClr val="0072B2">
                <a:alpha val="36000"/>
              </a:srgbClr>
            </a:solidFill>
            <a:ln>
              <a:noFill/>
            </a:ln>
          </p:spPr>
          <p:txBody>
            <a:bodyPr anchor="ctr"/>
            <a:lstStyle/>
            <a:p>
              <a:pPr algn="ctr">
                <a:buNone/>
              </a:pPr>
            </a:p>
          </p:txBody>
        </p:sp>
        <p:sp>
          <p:nvSpPr>
            <p:cNvPr id="7630" name="addition:spatial:119">
              <a:extLst>
                <a:ext uri="{FF2B5EF4-FFF2-40B4-BE49-F238E27FC236}">
                  <ns2:creationId id="{0E8A4EAD-69D5-41B6-A292-34FC208BF2B4}"/>
                </a:ext>
              </a:extLst>
            </p:cNvPr>
            <p:cNvSpPr>
              <a:spLocks noGrp="1"/>
            </p:cNvSpPr>
            <p:nvPr/>
          </p:nvSpPr>
          <p:spPr>
            <a:xfrm>
              <a:off x="5648325" y="1666875"/>
              <a:ext cx="548914" cy="1113099"/>
            </a:xfrm>
            <a:custGeom>
              <a:rect l="l" t="t" r="r" b="b"/>
              <a:pathLst>
                <a:path w="414" h="658">
                  <a:moveTo>
                    <a:pt x="0" y="0"/>
                  </a:moveTo>
                  <a:moveTo>
                    <a:pt x="405" y="607"/>
                  </a:moveTo>
                  <a:lnTo>
                    <a:pt x="411" y="611"/>
                  </a:lnTo>
                  <a:lnTo>
                    <a:pt x="414" y="616"/>
                  </a:lnTo>
                  <a:lnTo>
                    <a:pt x="414" y="620"/>
                  </a:lnTo>
                  <a:lnTo>
                    <a:pt x="413" y="624"/>
                  </a:lnTo>
                  <a:lnTo>
                    <a:pt x="412" y="628"/>
                  </a:lnTo>
                  <a:lnTo>
                    <a:pt x="410" y="632"/>
                  </a:lnTo>
                  <a:lnTo>
                    <a:pt x="406" y="634"/>
                  </a:lnTo>
                  <a:lnTo>
                    <a:pt x="401" y="635"/>
                  </a:lnTo>
                  <a:lnTo>
                    <a:pt x="397" y="636"/>
                  </a:lnTo>
                  <a:lnTo>
                    <a:pt x="393" y="638"/>
                  </a:lnTo>
                  <a:lnTo>
                    <a:pt x="392" y="642"/>
                  </a:lnTo>
                  <a:lnTo>
                    <a:pt x="390" y="646"/>
                  </a:lnTo>
                  <a:lnTo>
                    <a:pt x="387" y="649"/>
                  </a:lnTo>
                  <a:lnTo>
                    <a:pt x="382" y="649"/>
                  </a:lnTo>
                  <a:lnTo>
                    <a:pt x="377" y="647"/>
                  </a:lnTo>
                  <a:lnTo>
                    <a:pt x="373" y="648"/>
                  </a:lnTo>
                  <a:lnTo>
                    <a:pt x="368" y="651"/>
                  </a:lnTo>
                  <a:lnTo>
                    <a:pt x="363" y="655"/>
                  </a:lnTo>
                  <a:lnTo>
                    <a:pt x="358" y="658"/>
                  </a:lnTo>
                  <a:lnTo>
                    <a:pt x="352" y="656"/>
                  </a:lnTo>
                  <a:lnTo>
                    <a:pt x="348" y="653"/>
                  </a:lnTo>
                  <a:lnTo>
                    <a:pt x="344" y="649"/>
                  </a:lnTo>
                  <a:lnTo>
                    <a:pt x="340" y="645"/>
                  </a:lnTo>
                  <a:lnTo>
                    <a:pt x="337" y="642"/>
                  </a:lnTo>
                  <a:lnTo>
                    <a:pt x="335" y="638"/>
                  </a:lnTo>
                  <a:lnTo>
                    <a:pt x="333" y="634"/>
                  </a:lnTo>
                  <a:lnTo>
                    <a:pt x="330" y="632"/>
                  </a:lnTo>
                  <a:lnTo>
                    <a:pt x="325" y="631"/>
                  </a:lnTo>
                  <a:lnTo>
                    <a:pt x="317" y="631"/>
                  </a:lnTo>
                  <a:lnTo>
                    <a:pt x="311" y="629"/>
                  </a:lnTo>
                  <a:lnTo>
                    <a:pt x="310" y="625"/>
                  </a:lnTo>
                  <a:lnTo>
                    <a:pt x="311" y="620"/>
                  </a:lnTo>
                  <a:lnTo>
                    <a:pt x="314" y="615"/>
                  </a:lnTo>
                  <a:lnTo>
                    <a:pt x="315" y="611"/>
                  </a:lnTo>
                  <a:lnTo>
                    <a:pt x="314" y="607"/>
                  </a:lnTo>
                  <a:lnTo>
                    <a:pt x="313" y="603"/>
                  </a:lnTo>
                  <a:lnTo>
                    <a:pt x="315" y="598"/>
                  </a:lnTo>
                  <a:lnTo>
                    <a:pt x="319" y="595"/>
                  </a:lnTo>
                  <a:lnTo>
                    <a:pt x="323" y="592"/>
                  </a:lnTo>
                  <a:lnTo>
                    <a:pt x="326" y="589"/>
                  </a:lnTo>
                  <a:lnTo>
                    <a:pt x="328" y="585"/>
                  </a:lnTo>
                  <a:lnTo>
                    <a:pt x="330" y="582"/>
                  </a:lnTo>
                  <a:lnTo>
                    <a:pt x="333" y="579"/>
                  </a:lnTo>
                  <a:lnTo>
                    <a:pt x="336" y="576"/>
                  </a:lnTo>
                  <a:lnTo>
                    <a:pt x="338" y="571"/>
                  </a:lnTo>
                  <a:lnTo>
                    <a:pt x="339" y="565"/>
                  </a:lnTo>
                  <a:lnTo>
                    <a:pt x="341" y="560"/>
                  </a:lnTo>
                  <a:lnTo>
                    <a:pt x="346" y="558"/>
                  </a:lnTo>
                  <a:lnTo>
                    <a:pt x="351" y="560"/>
                  </a:lnTo>
                  <a:lnTo>
                    <a:pt x="357" y="565"/>
                  </a:lnTo>
                  <a:lnTo>
                    <a:pt x="361" y="568"/>
                  </a:lnTo>
                  <a:lnTo>
                    <a:pt x="364" y="568"/>
                  </a:lnTo>
                  <a:lnTo>
                    <a:pt x="368" y="566"/>
                  </a:lnTo>
                  <a:lnTo>
                    <a:pt x="371" y="564"/>
                  </a:lnTo>
                  <a:lnTo>
                    <a:pt x="375" y="564"/>
                  </a:lnTo>
                  <a:lnTo>
                    <a:pt x="378" y="565"/>
                  </a:lnTo>
                  <a:lnTo>
                    <a:pt x="381" y="566"/>
                  </a:lnTo>
                  <a:lnTo>
                    <a:pt x="385" y="566"/>
                  </a:lnTo>
                  <a:lnTo>
                    <a:pt x="390" y="567"/>
                  </a:lnTo>
                  <a:lnTo>
                    <a:pt x="393" y="569"/>
                  </a:lnTo>
                  <a:lnTo>
                    <a:pt x="394" y="573"/>
                  </a:lnTo>
                  <a:lnTo>
                    <a:pt x="396" y="577"/>
                  </a:lnTo>
                  <a:lnTo>
                    <a:pt x="400" y="580"/>
                  </a:lnTo>
                  <a:lnTo>
                    <a:pt x="404" y="582"/>
                  </a:lnTo>
                  <a:lnTo>
                    <a:pt x="406" y="586"/>
                  </a:lnTo>
                  <a:lnTo>
                    <a:pt x="405" y="591"/>
                  </a:lnTo>
                  <a:lnTo>
                    <a:pt x="402" y="596"/>
                  </a:lnTo>
                  <a:lnTo>
                    <a:pt x="399" y="600"/>
                  </a:lnTo>
                  <a:lnTo>
                    <a:pt x="400" y="603"/>
                  </a:lnTo>
                  <a:close/>
                </a:path>
              </a:pathLst>
            </a:custGeom>
            <a:solidFill>
              <a:srgbClr val="0072B2">
                <a:alpha val="36000"/>
              </a:srgbClr>
            </a:solidFill>
            <a:ln>
              <a:noFill/>
            </a:ln>
          </p:spPr>
          <p:txBody>
            <a:bodyPr anchor="ctr"/>
            <a:lstStyle/>
            <a:p>
              <a:pPr algn="ctr">
                <a:buNone/>
              </a:pPr>
            </a:p>
          </p:txBody>
        </p:sp>
        <p:sp>
          <p:nvSpPr>
            <p:cNvPr id="7631" name="addition:spatial:120">
              <a:extLst>
                <a:ext uri="{FF2B5EF4-FFF2-40B4-BE49-F238E27FC236}">
                  <ns2:creationId id="{58B769EA-8075-4A73-AB0D-148D7214094D}"/>
                </a:ext>
              </a:extLst>
            </p:cNvPr>
            <p:cNvSpPr>
              <a:spLocks noGrp="1"/>
            </p:cNvSpPr>
            <p:nvPr/>
          </p:nvSpPr>
          <p:spPr>
            <a:xfrm>
              <a:off x="5648325" y="1666875"/>
              <a:ext cx="458754" cy="1136782"/>
            </a:xfrm>
            <a:custGeom>
              <a:rect l="l" t="t" r="r" b="b"/>
              <a:pathLst>
                <a:path w="346" h="672">
                  <a:moveTo>
                    <a:pt x="0" y="0"/>
                  </a:moveTo>
                  <a:moveTo>
                    <a:pt x="341" y="633"/>
                  </a:moveTo>
                  <a:lnTo>
                    <a:pt x="339" y="636"/>
                  </a:lnTo>
                  <a:lnTo>
                    <a:pt x="335" y="639"/>
                  </a:lnTo>
                  <a:lnTo>
                    <a:pt x="331" y="641"/>
                  </a:lnTo>
                  <a:lnTo>
                    <a:pt x="329" y="644"/>
                  </a:lnTo>
                  <a:lnTo>
                    <a:pt x="328" y="647"/>
                  </a:lnTo>
                  <a:lnTo>
                    <a:pt x="330" y="652"/>
                  </a:lnTo>
                  <a:lnTo>
                    <a:pt x="331" y="657"/>
                  </a:lnTo>
                  <a:lnTo>
                    <a:pt x="329" y="660"/>
                  </a:lnTo>
                  <a:lnTo>
                    <a:pt x="324" y="662"/>
                  </a:lnTo>
                  <a:lnTo>
                    <a:pt x="320" y="662"/>
                  </a:lnTo>
                  <a:lnTo>
                    <a:pt x="316" y="664"/>
                  </a:lnTo>
                  <a:lnTo>
                    <a:pt x="314" y="667"/>
                  </a:lnTo>
                  <a:lnTo>
                    <a:pt x="312" y="671"/>
                  </a:lnTo>
                  <a:lnTo>
                    <a:pt x="308" y="672"/>
                  </a:lnTo>
                  <a:lnTo>
                    <a:pt x="304" y="671"/>
                  </a:lnTo>
                  <a:lnTo>
                    <a:pt x="301" y="669"/>
                  </a:lnTo>
                  <a:lnTo>
                    <a:pt x="298" y="668"/>
                  </a:lnTo>
                  <a:lnTo>
                    <a:pt x="295" y="667"/>
                  </a:lnTo>
                  <a:lnTo>
                    <a:pt x="292" y="667"/>
                  </a:lnTo>
                  <a:lnTo>
                    <a:pt x="289" y="666"/>
                  </a:lnTo>
                  <a:lnTo>
                    <a:pt x="287" y="665"/>
                  </a:lnTo>
                  <a:lnTo>
                    <a:pt x="283" y="666"/>
                  </a:lnTo>
                  <a:lnTo>
                    <a:pt x="279" y="668"/>
                  </a:lnTo>
                  <a:lnTo>
                    <a:pt x="273" y="669"/>
                  </a:lnTo>
                  <a:lnTo>
                    <a:pt x="269" y="668"/>
                  </a:lnTo>
                  <a:lnTo>
                    <a:pt x="268" y="664"/>
                  </a:lnTo>
                  <a:lnTo>
                    <a:pt x="268" y="658"/>
                  </a:lnTo>
                  <a:lnTo>
                    <a:pt x="269" y="653"/>
                  </a:lnTo>
                  <a:lnTo>
                    <a:pt x="268" y="650"/>
                  </a:lnTo>
                  <a:lnTo>
                    <a:pt x="265" y="648"/>
                  </a:lnTo>
                  <a:lnTo>
                    <a:pt x="262" y="646"/>
                  </a:lnTo>
                  <a:lnTo>
                    <a:pt x="261" y="642"/>
                  </a:lnTo>
                  <a:lnTo>
                    <a:pt x="261" y="639"/>
                  </a:lnTo>
                  <a:lnTo>
                    <a:pt x="260" y="636"/>
                  </a:lnTo>
                  <a:lnTo>
                    <a:pt x="258" y="633"/>
                  </a:lnTo>
                  <a:lnTo>
                    <a:pt x="256" y="629"/>
                  </a:lnTo>
                  <a:lnTo>
                    <a:pt x="255" y="626"/>
                  </a:lnTo>
                  <a:lnTo>
                    <a:pt x="255" y="622"/>
                  </a:lnTo>
                  <a:lnTo>
                    <a:pt x="256" y="619"/>
                  </a:lnTo>
                  <a:lnTo>
                    <a:pt x="256" y="615"/>
                  </a:lnTo>
                  <a:lnTo>
                    <a:pt x="256" y="611"/>
                  </a:lnTo>
                  <a:lnTo>
                    <a:pt x="257" y="607"/>
                  </a:lnTo>
                  <a:lnTo>
                    <a:pt x="260" y="605"/>
                  </a:lnTo>
                  <a:lnTo>
                    <a:pt x="266" y="606"/>
                  </a:lnTo>
                  <a:lnTo>
                    <a:pt x="272" y="607"/>
                  </a:lnTo>
                  <a:lnTo>
                    <a:pt x="276" y="607"/>
                  </a:lnTo>
                  <a:lnTo>
                    <a:pt x="277" y="604"/>
                  </a:lnTo>
                  <a:lnTo>
                    <a:pt x="279" y="599"/>
                  </a:lnTo>
                  <a:lnTo>
                    <a:pt x="281" y="595"/>
                  </a:lnTo>
                  <a:lnTo>
                    <a:pt x="285" y="593"/>
                  </a:lnTo>
                  <a:lnTo>
                    <a:pt x="289" y="592"/>
                  </a:lnTo>
                  <a:lnTo>
                    <a:pt x="294" y="592"/>
                  </a:lnTo>
                  <a:lnTo>
                    <a:pt x="298" y="591"/>
                  </a:lnTo>
                  <a:lnTo>
                    <a:pt x="303" y="592"/>
                  </a:lnTo>
                  <a:lnTo>
                    <a:pt x="307" y="594"/>
                  </a:lnTo>
                  <a:lnTo>
                    <a:pt x="311" y="598"/>
                  </a:lnTo>
                  <a:lnTo>
                    <a:pt x="314" y="600"/>
                  </a:lnTo>
                  <a:lnTo>
                    <a:pt x="318" y="601"/>
                  </a:lnTo>
                  <a:lnTo>
                    <a:pt x="323" y="601"/>
                  </a:lnTo>
                  <a:lnTo>
                    <a:pt x="326" y="602"/>
                  </a:lnTo>
                  <a:lnTo>
                    <a:pt x="328" y="606"/>
                  </a:lnTo>
                  <a:lnTo>
                    <a:pt x="328" y="610"/>
                  </a:lnTo>
                  <a:lnTo>
                    <a:pt x="330" y="613"/>
                  </a:lnTo>
                  <a:lnTo>
                    <a:pt x="333" y="615"/>
                  </a:lnTo>
                  <a:lnTo>
                    <a:pt x="339" y="616"/>
                  </a:lnTo>
                  <a:lnTo>
                    <a:pt x="344" y="618"/>
                  </a:lnTo>
                  <a:lnTo>
                    <a:pt x="346" y="621"/>
                  </a:lnTo>
                  <a:lnTo>
                    <a:pt x="345" y="625"/>
                  </a:lnTo>
                  <a:lnTo>
                    <a:pt x="343" y="629"/>
                  </a:lnTo>
                  <a:close/>
                </a:path>
              </a:pathLst>
            </a:custGeom>
            <a:solidFill>
              <a:srgbClr val="0072B2">
                <a:alpha val="36000"/>
              </a:srgbClr>
            </a:solidFill>
            <a:ln>
              <a:noFill/>
            </a:ln>
          </p:spPr>
          <p:txBody>
            <a:bodyPr anchor="ctr"/>
            <a:lstStyle/>
            <a:p>
              <a:pPr algn="ctr">
                <a:buNone/>
              </a:pPr>
            </a:p>
          </p:txBody>
        </p:sp>
        <p:sp>
          <p:nvSpPr>
            <p:cNvPr id="7632" name="addition:spatial:121">
              <a:extLst>
                <a:ext uri="{FF2B5EF4-FFF2-40B4-BE49-F238E27FC236}">
                  <ns2:creationId id="{E70BC3DF-C681-4BD4-AF35-FA424FA712A1}"/>
                </a:ext>
              </a:extLst>
            </p:cNvPr>
            <p:cNvSpPr>
              <a:spLocks noGrp="1"/>
            </p:cNvSpPr>
            <p:nvPr/>
          </p:nvSpPr>
          <p:spPr>
            <a:xfrm>
              <a:off x="5648325" y="1666875"/>
              <a:ext cx="412349" cy="1021751"/>
            </a:xfrm>
            <a:custGeom>
              <a:rect l="l" t="t" r="r" b="b"/>
              <a:pathLst>
                <a:path w="311" h="604">
                  <a:moveTo>
                    <a:pt x="0" y="0"/>
                  </a:moveTo>
                  <a:moveTo>
                    <a:pt x="303" y="565"/>
                  </a:moveTo>
                  <a:lnTo>
                    <a:pt x="307" y="568"/>
                  </a:lnTo>
                  <a:lnTo>
                    <a:pt x="310" y="571"/>
                  </a:lnTo>
                  <a:lnTo>
                    <a:pt x="311" y="575"/>
                  </a:lnTo>
                  <a:lnTo>
                    <a:pt x="309" y="578"/>
                  </a:lnTo>
                  <a:lnTo>
                    <a:pt x="307" y="580"/>
                  </a:lnTo>
                  <a:lnTo>
                    <a:pt x="305" y="582"/>
                  </a:lnTo>
                  <a:lnTo>
                    <a:pt x="304" y="585"/>
                  </a:lnTo>
                  <a:lnTo>
                    <a:pt x="303" y="588"/>
                  </a:lnTo>
                  <a:lnTo>
                    <a:pt x="301" y="590"/>
                  </a:lnTo>
                  <a:lnTo>
                    <a:pt x="299" y="591"/>
                  </a:lnTo>
                  <a:lnTo>
                    <a:pt x="296" y="591"/>
                  </a:lnTo>
                  <a:lnTo>
                    <a:pt x="293" y="593"/>
                  </a:lnTo>
                  <a:lnTo>
                    <a:pt x="291" y="594"/>
                  </a:lnTo>
                  <a:lnTo>
                    <a:pt x="289" y="595"/>
                  </a:lnTo>
                  <a:lnTo>
                    <a:pt x="286" y="596"/>
                  </a:lnTo>
                  <a:lnTo>
                    <a:pt x="283" y="595"/>
                  </a:lnTo>
                  <a:lnTo>
                    <a:pt x="280" y="597"/>
                  </a:lnTo>
                  <a:lnTo>
                    <a:pt x="277" y="600"/>
                  </a:lnTo>
                  <a:lnTo>
                    <a:pt x="273" y="604"/>
                  </a:lnTo>
                  <a:lnTo>
                    <a:pt x="269" y="604"/>
                  </a:lnTo>
                  <a:lnTo>
                    <a:pt x="266" y="602"/>
                  </a:lnTo>
                  <a:lnTo>
                    <a:pt x="264" y="597"/>
                  </a:lnTo>
                  <a:lnTo>
                    <a:pt x="262" y="592"/>
                  </a:lnTo>
                  <a:lnTo>
                    <a:pt x="260" y="590"/>
                  </a:lnTo>
                  <a:lnTo>
                    <a:pt x="257" y="589"/>
                  </a:lnTo>
                  <a:lnTo>
                    <a:pt x="254" y="588"/>
                  </a:lnTo>
                  <a:lnTo>
                    <a:pt x="251" y="586"/>
                  </a:lnTo>
                  <a:lnTo>
                    <a:pt x="249" y="584"/>
                  </a:lnTo>
                  <a:lnTo>
                    <a:pt x="247" y="582"/>
                  </a:lnTo>
                  <a:lnTo>
                    <a:pt x="244" y="580"/>
                  </a:lnTo>
                  <a:lnTo>
                    <a:pt x="241" y="577"/>
                  </a:lnTo>
                  <a:lnTo>
                    <a:pt x="240" y="574"/>
                  </a:lnTo>
                  <a:lnTo>
                    <a:pt x="241" y="571"/>
                  </a:lnTo>
                  <a:lnTo>
                    <a:pt x="242" y="568"/>
                  </a:lnTo>
                  <a:lnTo>
                    <a:pt x="241" y="565"/>
                  </a:lnTo>
                  <a:lnTo>
                    <a:pt x="240" y="561"/>
                  </a:lnTo>
                  <a:lnTo>
                    <a:pt x="240" y="558"/>
                  </a:lnTo>
                  <a:lnTo>
                    <a:pt x="242" y="555"/>
                  </a:lnTo>
                  <a:lnTo>
                    <a:pt x="247" y="553"/>
                  </a:lnTo>
                  <a:lnTo>
                    <a:pt x="251" y="552"/>
                  </a:lnTo>
                  <a:lnTo>
                    <a:pt x="254" y="550"/>
                  </a:lnTo>
                  <a:lnTo>
                    <a:pt x="254" y="547"/>
                  </a:lnTo>
                  <a:lnTo>
                    <a:pt x="254" y="543"/>
                  </a:lnTo>
                  <a:lnTo>
                    <a:pt x="255" y="539"/>
                  </a:lnTo>
                  <a:lnTo>
                    <a:pt x="257" y="536"/>
                  </a:lnTo>
                  <a:lnTo>
                    <a:pt x="259" y="534"/>
                  </a:lnTo>
                  <a:lnTo>
                    <a:pt x="262" y="531"/>
                  </a:lnTo>
                  <a:lnTo>
                    <a:pt x="265" y="529"/>
                  </a:lnTo>
                  <a:lnTo>
                    <a:pt x="268" y="529"/>
                  </a:lnTo>
                  <a:lnTo>
                    <a:pt x="272" y="531"/>
                  </a:lnTo>
                  <a:lnTo>
                    <a:pt x="275" y="534"/>
                  </a:lnTo>
                  <a:lnTo>
                    <a:pt x="277" y="535"/>
                  </a:lnTo>
                  <a:lnTo>
                    <a:pt x="280" y="534"/>
                  </a:lnTo>
                  <a:lnTo>
                    <a:pt x="282" y="531"/>
                  </a:lnTo>
                  <a:lnTo>
                    <a:pt x="285" y="531"/>
                  </a:lnTo>
                  <a:lnTo>
                    <a:pt x="287" y="532"/>
                  </a:lnTo>
                  <a:lnTo>
                    <a:pt x="289" y="535"/>
                  </a:lnTo>
                  <a:lnTo>
                    <a:pt x="290" y="537"/>
                  </a:lnTo>
                  <a:lnTo>
                    <a:pt x="293" y="537"/>
                  </a:lnTo>
                  <a:lnTo>
                    <a:pt x="297" y="537"/>
                  </a:lnTo>
                  <a:lnTo>
                    <a:pt x="300" y="537"/>
                  </a:lnTo>
                  <a:lnTo>
                    <a:pt x="302" y="539"/>
                  </a:lnTo>
                  <a:lnTo>
                    <a:pt x="303" y="543"/>
                  </a:lnTo>
                  <a:lnTo>
                    <a:pt x="304" y="546"/>
                  </a:lnTo>
                  <a:lnTo>
                    <a:pt x="304" y="549"/>
                  </a:lnTo>
                  <a:lnTo>
                    <a:pt x="304" y="553"/>
                  </a:lnTo>
                  <a:lnTo>
                    <a:pt x="303" y="556"/>
                  </a:lnTo>
                  <a:lnTo>
                    <a:pt x="301" y="559"/>
                  </a:lnTo>
                  <a:lnTo>
                    <a:pt x="301" y="562"/>
                  </a:lnTo>
                  <a:close/>
                </a:path>
              </a:pathLst>
            </a:custGeom>
            <a:solidFill>
              <a:srgbClr val="0F7AB7">
                <a:alpha val="32000"/>
              </a:srgbClr>
            </a:solidFill>
            <a:ln>
              <a:noFill/>
            </a:ln>
          </p:spPr>
          <p:txBody>
            <a:bodyPr anchor="ctr"/>
            <a:lstStyle/>
            <a:p>
              <a:pPr algn="ctr">
                <a:buNone/>
              </a:pPr>
            </a:p>
          </p:txBody>
        </p:sp>
        <p:sp>
          <p:nvSpPr>
            <p:cNvPr id="7633" name="addition:spatial:122">
              <a:extLst>
                <a:ext uri="{FF2B5EF4-FFF2-40B4-BE49-F238E27FC236}">
                  <ns2:creationId id="{C2EF0486-1518-4CA1-AAAA-5E098680028C}"/>
                </a:ext>
              </a:extLst>
            </p:cNvPr>
            <p:cNvSpPr>
              <a:spLocks noGrp="1"/>
            </p:cNvSpPr>
            <p:nvPr/>
          </p:nvSpPr>
          <p:spPr>
            <a:xfrm>
              <a:off x="5648325" y="1666875"/>
              <a:ext cx="518419" cy="1094491"/>
            </a:xfrm>
            <a:custGeom>
              <a:rect l="l" t="t" r="r" b="b"/>
              <a:pathLst>
                <a:path w="391" h="647">
                  <a:moveTo>
                    <a:pt x="0" y="0"/>
                  </a:moveTo>
                  <a:moveTo>
                    <a:pt x="391" y="615"/>
                  </a:moveTo>
                  <a:lnTo>
                    <a:pt x="391" y="618"/>
                  </a:lnTo>
                  <a:lnTo>
                    <a:pt x="387" y="621"/>
                  </a:lnTo>
                  <a:lnTo>
                    <a:pt x="382" y="622"/>
                  </a:lnTo>
                  <a:lnTo>
                    <a:pt x="378" y="624"/>
                  </a:lnTo>
                  <a:lnTo>
                    <a:pt x="377" y="626"/>
                  </a:lnTo>
                  <a:lnTo>
                    <a:pt x="377" y="629"/>
                  </a:lnTo>
                  <a:lnTo>
                    <a:pt x="376" y="632"/>
                  </a:lnTo>
                  <a:lnTo>
                    <a:pt x="375" y="635"/>
                  </a:lnTo>
                  <a:lnTo>
                    <a:pt x="372" y="636"/>
                  </a:lnTo>
                  <a:lnTo>
                    <a:pt x="370" y="638"/>
                  </a:lnTo>
                  <a:lnTo>
                    <a:pt x="367" y="641"/>
                  </a:lnTo>
                  <a:lnTo>
                    <a:pt x="365" y="643"/>
                  </a:lnTo>
                  <a:lnTo>
                    <a:pt x="362" y="644"/>
                  </a:lnTo>
                  <a:lnTo>
                    <a:pt x="359" y="644"/>
                  </a:lnTo>
                  <a:lnTo>
                    <a:pt x="355" y="644"/>
                  </a:lnTo>
                  <a:lnTo>
                    <a:pt x="352" y="645"/>
                  </a:lnTo>
                  <a:lnTo>
                    <a:pt x="349" y="647"/>
                  </a:lnTo>
                  <a:lnTo>
                    <a:pt x="346" y="647"/>
                  </a:lnTo>
                  <a:lnTo>
                    <a:pt x="344" y="645"/>
                  </a:lnTo>
                  <a:lnTo>
                    <a:pt x="342" y="641"/>
                  </a:lnTo>
                  <a:lnTo>
                    <a:pt x="340" y="638"/>
                  </a:lnTo>
                  <a:lnTo>
                    <a:pt x="339" y="638"/>
                  </a:lnTo>
                  <a:lnTo>
                    <a:pt x="335" y="639"/>
                  </a:lnTo>
                  <a:lnTo>
                    <a:pt x="331" y="641"/>
                  </a:lnTo>
                  <a:lnTo>
                    <a:pt x="328" y="641"/>
                  </a:lnTo>
                  <a:lnTo>
                    <a:pt x="326" y="639"/>
                  </a:lnTo>
                  <a:lnTo>
                    <a:pt x="324" y="637"/>
                  </a:lnTo>
                  <a:lnTo>
                    <a:pt x="323" y="634"/>
                  </a:lnTo>
                  <a:lnTo>
                    <a:pt x="322" y="631"/>
                  </a:lnTo>
                  <a:lnTo>
                    <a:pt x="322" y="628"/>
                  </a:lnTo>
                  <a:lnTo>
                    <a:pt x="323" y="625"/>
                  </a:lnTo>
                  <a:lnTo>
                    <a:pt x="325" y="622"/>
                  </a:lnTo>
                  <a:lnTo>
                    <a:pt x="325" y="620"/>
                  </a:lnTo>
                  <a:lnTo>
                    <a:pt x="323" y="617"/>
                  </a:lnTo>
                  <a:lnTo>
                    <a:pt x="320" y="615"/>
                  </a:lnTo>
                  <a:lnTo>
                    <a:pt x="319" y="612"/>
                  </a:lnTo>
                  <a:lnTo>
                    <a:pt x="321" y="610"/>
                  </a:lnTo>
                  <a:lnTo>
                    <a:pt x="323" y="607"/>
                  </a:lnTo>
                  <a:lnTo>
                    <a:pt x="324" y="605"/>
                  </a:lnTo>
                  <a:lnTo>
                    <a:pt x="323" y="602"/>
                  </a:lnTo>
                  <a:lnTo>
                    <a:pt x="321" y="598"/>
                  </a:lnTo>
                  <a:lnTo>
                    <a:pt x="320" y="595"/>
                  </a:lnTo>
                  <a:lnTo>
                    <a:pt x="322" y="593"/>
                  </a:lnTo>
                  <a:lnTo>
                    <a:pt x="326" y="592"/>
                  </a:lnTo>
                  <a:lnTo>
                    <a:pt x="329" y="592"/>
                  </a:lnTo>
                  <a:lnTo>
                    <a:pt x="332" y="591"/>
                  </a:lnTo>
                  <a:lnTo>
                    <a:pt x="334" y="590"/>
                  </a:lnTo>
                  <a:lnTo>
                    <a:pt x="337" y="590"/>
                  </a:lnTo>
                  <a:lnTo>
                    <a:pt x="339" y="590"/>
                  </a:lnTo>
                  <a:lnTo>
                    <a:pt x="342" y="590"/>
                  </a:lnTo>
                  <a:lnTo>
                    <a:pt x="344" y="587"/>
                  </a:lnTo>
                  <a:lnTo>
                    <a:pt x="346" y="583"/>
                  </a:lnTo>
                  <a:lnTo>
                    <a:pt x="350" y="581"/>
                  </a:lnTo>
                  <a:lnTo>
                    <a:pt x="353" y="581"/>
                  </a:lnTo>
                  <a:lnTo>
                    <a:pt x="356" y="584"/>
                  </a:lnTo>
                  <a:lnTo>
                    <a:pt x="359" y="587"/>
                  </a:lnTo>
                  <a:lnTo>
                    <a:pt x="361" y="588"/>
                  </a:lnTo>
                  <a:lnTo>
                    <a:pt x="365" y="589"/>
                  </a:lnTo>
                  <a:lnTo>
                    <a:pt x="369" y="589"/>
                  </a:lnTo>
                  <a:lnTo>
                    <a:pt x="371" y="591"/>
                  </a:lnTo>
                  <a:lnTo>
                    <a:pt x="373" y="594"/>
                  </a:lnTo>
                  <a:lnTo>
                    <a:pt x="374" y="597"/>
                  </a:lnTo>
                  <a:lnTo>
                    <a:pt x="376" y="599"/>
                  </a:lnTo>
                  <a:lnTo>
                    <a:pt x="378" y="601"/>
                  </a:lnTo>
                  <a:lnTo>
                    <a:pt x="380" y="603"/>
                  </a:lnTo>
                  <a:lnTo>
                    <a:pt x="382" y="605"/>
                  </a:lnTo>
                  <a:lnTo>
                    <a:pt x="384" y="607"/>
                  </a:lnTo>
                  <a:lnTo>
                    <a:pt x="386" y="609"/>
                  </a:lnTo>
                  <a:lnTo>
                    <a:pt x="389" y="612"/>
                  </a:lnTo>
                  <a:close/>
                </a:path>
              </a:pathLst>
            </a:custGeom>
            <a:solidFill>
              <a:srgbClr val="0F7AB7">
                <a:alpha val="32000"/>
              </a:srgbClr>
            </a:solidFill>
            <a:ln>
              <a:noFill/>
            </a:ln>
          </p:spPr>
          <p:txBody>
            <a:bodyPr anchor="ctr"/>
            <a:lstStyle/>
            <a:p>
              <a:pPr algn="ctr">
                <a:buNone/>
              </a:pPr>
            </a:p>
          </p:txBody>
        </p:sp>
        <p:sp>
          <p:nvSpPr>
            <p:cNvPr id="7634" name="addition:spatial:123">
              <a:extLst>
                <a:ext uri="{FF2B5EF4-FFF2-40B4-BE49-F238E27FC236}">
                  <ns2:creationId id="{D8434E82-0713-4453-BD96-7ADE79534A90}"/>
                </a:ext>
              </a:extLst>
            </p:cNvPr>
            <p:cNvSpPr>
              <a:spLocks noGrp="1"/>
            </p:cNvSpPr>
            <p:nvPr/>
          </p:nvSpPr>
          <p:spPr>
            <a:xfrm>
              <a:off x="5648325" y="1666875"/>
              <a:ext cx="582061" cy="1052200"/>
            </a:xfrm>
            <a:custGeom>
              <a:rect l="l" t="t" r="r" b="b"/>
              <a:pathLst>
                <a:path w="439" h="622">
                  <a:moveTo>
                    <a:pt x="0" y="0"/>
                  </a:moveTo>
                  <a:moveTo>
                    <a:pt x="439" y="594"/>
                  </a:moveTo>
                  <a:lnTo>
                    <a:pt x="439" y="597"/>
                  </a:lnTo>
                  <a:lnTo>
                    <a:pt x="437" y="599"/>
                  </a:lnTo>
                  <a:lnTo>
                    <a:pt x="434" y="601"/>
                  </a:lnTo>
                  <a:lnTo>
                    <a:pt x="432" y="603"/>
                  </a:lnTo>
                  <a:lnTo>
                    <a:pt x="431" y="605"/>
                  </a:lnTo>
                  <a:lnTo>
                    <a:pt x="430" y="607"/>
                  </a:lnTo>
                  <a:lnTo>
                    <a:pt x="429" y="609"/>
                  </a:lnTo>
                  <a:lnTo>
                    <a:pt x="428" y="611"/>
                  </a:lnTo>
                  <a:lnTo>
                    <a:pt x="428" y="614"/>
                  </a:lnTo>
                  <a:lnTo>
                    <a:pt x="427" y="617"/>
                  </a:lnTo>
                  <a:lnTo>
                    <a:pt x="426" y="621"/>
                  </a:lnTo>
                  <a:lnTo>
                    <a:pt x="424" y="622"/>
                  </a:lnTo>
                  <a:lnTo>
                    <a:pt x="422" y="622"/>
                  </a:lnTo>
                  <a:lnTo>
                    <a:pt x="419" y="619"/>
                  </a:lnTo>
                  <a:lnTo>
                    <a:pt x="416" y="617"/>
                  </a:lnTo>
                  <a:lnTo>
                    <a:pt x="415" y="618"/>
                  </a:lnTo>
                  <a:lnTo>
                    <a:pt x="413" y="619"/>
                  </a:lnTo>
                  <a:lnTo>
                    <a:pt x="412" y="621"/>
                  </a:lnTo>
                  <a:lnTo>
                    <a:pt x="410" y="621"/>
                  </a:lnTo>
                  <a:lnTo>
                    <a:pt x="408" y="619"/>
                  </a:lnTo>
                  <a:lnTo>
                    <a:pt x="407" y="619"/>
                  </a:lnTo>
                  <a:lnTo>
                    <a:pt x="405" y="618"/>
                  </a:lnTo>
                  <a:lnTo>
                    <a:pt x="403" y="619"/>
                  </a:lnTo>
                  <a:lnTo>
                    <a:pt x="401" y="618"/>
                  </a:lnTo>
                  <a:lnTo>
                    <a:pt x="400" y="616"/>
                  </a:lnTo>
                  <a:lnTo>
                    <a:pt x="398" y="614"/>
                  </a:lnTo>
                  <a:lnTo>
                    <a:pt x="397" y="613"/>
                  </a:lnTo>
                  <a:lnTo>
                    <a:pt x="395" y="611"/>
                  </a:lnTo>
                  <a:lnTo>
                    <a:pt x="393" y="609"/>
                  </a:lnTo>
                  <a:lnTo>
                    <a:pt x="394" y="606"/>
                  </a:lnTo>
                  <a:lnTo>
                    <a:pt x="395" y="603"/>
                  </a:lnTo>
                  <a:lnTo>
                    <a:pt x="397" y="600"/>
                  </a:lnTo>
                  <a:lnTo>
                    <a:pt x="396" y="598"/>
                  </a:lnTo>
                  <a:lnTo>
                    <a:pt x="394" y="596"/>
                  </a:lnTo>
                  <a:lnTo>
                    <a:pt x="391" y="594"/>
                  </a:lnTo>
                  <a:lnTo>
                    <a:pt x="389" y="592"/>
                  </a:lnTo>
                  <a:lnTo>
                    <a:pt x="388" y="589"/>
                  </a:lnTo>
                  <a:lnTo>
                    <a:pt x="389" y="587"/>
                  </a:lnTo>
                  <a:lnTo>
                    <a:pt x="390" y="584"/>
                  </a:lnTo>
                  <a:lnTo>
                    <a:pt x="390" y="582"/>
                  </a:lnTo>
                  <a:lnTo>
                    <a:pt x="391" y="580"/>
                  </a:lnTo>
                  <a:lnTo>
                    <a:pt x="393" y="578"/>
                  </a:lnTo>
                  <a:lnTo>
                    <a:pt x="395" y="578"/>
                  </a:lnTo>
                  <a:lnTo>
                    <a:pt x="397" y="577"/>
                  </a:lnTo>
                  <a:lnTo>
                    <a:pt x="398" y="575"/>
                  </a:lnTo>
                  <a:lnTo>
                    <a:pt x="399" y="572"/>
                  </a:lnTo>
                  <a:lnTo>
                    <a:pt x="400" y="571"/>
                  </a:lnTo>
                  <a:lnTo>
                    <a:pt x="403" y="571"/>
                  </a:lnTo>
                  <a:lnTo>
                    <a:pt x="405" y="571"/>
                  </a:lnTo>
                  <a:lnTo>
                    <a:pt x="407" y="571"/>
                  </a:lnTo>
                  <a:lnTo>
                    <a:pt x="409" y="569"/>
                  </a:lnTo>
                  <a:lnTo>
                    <a:pt x="411" y="566"/>
                  </a:lnTo>
                  <a:lnTo>
                    <a:pt x="414" y="563"/>
                  </a:lnTo>
                  <a:lnTo>
                    <a:pt x="417" y="563"/>
                  </a:lnTo>
                  <a:lnTo>
                    <a:pt x="419" y="566"/>
                  </a:lnTo>
                  <a:lnTo>
                    <a:pt x="421" y="568"/>
                  </a:lnTo>
                  <a:lnTo>
                    <a:pt x="423" y="570"/>
                  </a:lnTo>
                  <a:lnTo>
                    <a:pt x="425" y="572"/>
                  </a:lnTo>
                  <a:lnTo>
                    <a:pt x="426" y="574"/>
                  </a:lnTo>
                  <a:lnTo>
                    <a:pt x="427" y="576"/>
                  </a:lnTo>
                  <a:lnTo>
                    <a:pt x="429" y="578"/>
                  </a:lnTo>
                  <a:lnTo>
                    <a:pt x="431" y="578"/>
                  </a:lnTo>
                  <a:lnTo>
                    <a:pt x="434" y="578"/>
                  </a:lnTo>
                  <a:lnTo>
                    <a:pt x="437" y="579"/>
                  </a:lnTo>
                  <a:lnTo>
                    <a:pt x="438" y="581"/>
                  </a:lnTo>
                  <a:lnTo>
                    <a:pt x="438" y="584"/>
                  </a:lnTo>
                  <a:lnTo>
                    <a:pt x="437" y="587"/>
                  </a:lnTo>
                  <a:lnTo>
                    <a:pt x="437" y="590"/>
                  </a:lnTo>
                  <a:lnTo>
                    <a:pt x="438" y="592"/>
                  </a:lnTo>
                  <a:close/>
                </a:path>
              </a:pathLst>
            </a:custGeom>
            <a:solidFill>
              <a:srgbClr val="59A3CD">
                <a:alpha val="24000"/>
              </a:srgbClr>
            </a:solidFill>
            <a:ln>
              <a:noFill/>
            </a:ln>
          </p:spPr>
          <p:txBody>
            <a:bodyPr anchor="ctr"/>
            <a:lstStyle/>
            <a:p>
              <a:pPr algn="ctr">
                <a:buNone/>
              </a:pPr>
            </a:p>
          </p:txBody>
        </p:sp>
        <p:sp>
          <p:nvSpPr>
            <p:cNvPr id="7635" name="addition:spatial:124">
              <a:extLst>
                <a:ext uri="{FF2B5EF4-FFF2-40B4-BE49-F238E27FC236}">
                  <ns2:creationId id="{4EA50210-DC3D-4ACE-B33E-087925ED6A68}"/>
                </a:ext>
              </a:extLst>
            </p:cNvPr>
            <p:cNvSpPr>
              <a:spLocks noGrp="1"/>
            </p:cNvSpPr>
            <p:nvPr/>
          </p:nvSpPr>
          <p:spPr>
            <a:xfrm>
              <a:off x="5648325" y="1666875"/>
              <a:ext cx="550240" cy="1177381"/>
            </a:xfrm>
            <a:custGeom>
              <a:rect l="l" t="t" r="r" b="b"/>
              <a:pathLst>
                <a:path w="415" h="696">
                  <a:moveTo>
                    <a:pt x="0" y="0"/>
                  </a:moveTo>
                  <a:moveTo>
                    <a:pt x="412" y="663"/>
                  </a:moveTo>
                  <a:lnTo>
                    <a:pt x="409" y="666"/>
                  </a:lnTo>
                  <a:lnTo>
                    <a:pt x="407" y="668"/>
                  </a:lnTo>
                  <a:lnTo>
                    <a:pt x="407" y="670"/>
                  </a:lnTo>
                  <a:lnTo>
                    <a:pt x="407" y="673"/>
                  </a:lnTo>
                  <a:lnTo>
                    <a:pt x="406" y="676"/>
                  </a:lnTo>
                  <a:lnTo>
                    <a:pt x="404" y="678"/>
                  </a:lnTo>
                  <a:lnTo>
                    <a:pt x="401" y="679"/>
                  </a:lnTo>
                  <a:lnTo>
                    <a:pt x="399" y="681"/>
                  </a:lnTo>
                  <a:lnTo>
                    <a:pt x="398" y="683"/>
                  </a:lnTo>
                  <a:lnTo>
                    <a:pt x="397" y="686"/>
                  </a:lnTo>
                  <a:lnTo>
                    <a:pt x="395" y="688"/>
                  </a:lnTo>
                  <a:lnTo>
                    <a:pt x="393" y="690"/>
                  </a:lnTo>
                  <a:lnTo>
                    <a:pt x="391" y="692"/>
                  </a:lnTo>
                  <a:lnTo>
                    <a:pt x="388" y="694"/>
                  </a:lnTo>
                  <a:lnTo>
                    <a:pt x="386" y="696"/>
                  </a:lnTo>
                  <a:lnTo>
                    <a:pt x="383" y="696"/>
                  </a:lnTo>
                  <a:lnTo>
                    <a:pt x="381" y="693"/>
                  </a:lnTo>
                  <a:lnTo>
                    <a:pt x="378" y="690"/>
                  </a:lnTo>
                  <a:lnTo>
                    <a:pt x="377" y="687"/>
                  </a:lnTo>
                  <a:lnTo>
                    <a:pt x="375" y="687"/>
                  </a:lnTo>
                  <a:lnTo>
                    <a:pt x="373" y="689"/>
                  </a:lnTo>
                  <a:lnTo>
                    <a:pt x="370" y="691"/>
                  </a:lnTo>
                  <a:lnTo>
                    <a:pt x="368" y="691"/>
                  </a:lnTo>
                  <a:lnTo>
                    <a:pt x="366" y="689"/>
                  </a:lnTo>
                  <a:lnTo>
                    <a:pt x="364" y="687"/>
                  </a:lnTo>
                  <a:lnTo>
                    <a:pt x="363" y="686"/>
                  </a:lnTo>
                  <a:lnTo>
                    <a:pt x="361" y="684"/>
                  </a:lnTo>
                  <a:lnTo>
                    <a:pt x="360" y="682"/>
                  </a:lnTo>
                  <a:lnTo>
                    <a:pt x="360" y="679"/>
                  </a:lnTo>
                  <a:lnTo>
                    <a:pt x="360" y="676"/>
                  </a:lnTo>
                  <a:lnTo>
                    <a:pt x="359" y="673"/>
                  </a:lnTo>
                  <a:lnTo>
                    <a:pt x="358" y="671"/>
                  </a:lnTo>
                  <a:lnTo>
                    <a:pt x="357" y="668"/>
                  </a:lnTo>
                  <a:lnTo>
                    <a:pt x="357" y="666"/>
                  </a:lnTo>
                  <a:lnTo>
                    <a:pt x="359" y="663"/>
                  </a:lnTo>
                  <a:lnTo>
                    <a:pt x="361" y="661"/>
                  </a:lnTo>
                  <a:lnTo>
                    <a:pt x="360" y="658"/>
                  </a:lnTo>
                  <a:lnTo>
                    <a:pt x="358" y="655"/>
                  </a:lnTo>
                  <a:lnTo>
                    <a:pt x="355" y="652"/>
                  </a:lnTo>
                  <a:lnTo>
                    <a:pt x="354" y="648"/>
                  </a:lnTo>
                  <a:lnTo>
                    <a:pt x="355" y="646"/>
                  </a:lnTo>
                  <a:lnTo>
                    <a:pt x="358" y="644"/>
                  </a:lnTo>
                  <a:lnTo>
                    <a:pt x="360" y="643"/>
                  </a:lnTo>
                  <a:lnTo>
                    <a:pt x="362" y="642"/>
                  </a:lnTo>
                  <a:lnTo>
                    <a:pt x="364" y="641"/>
                  </a:lnTo>
                  <a:lnTo>
                    <a:pt x="366" y="640"/>
                  </a:lnTo>
                  <a:lnTo>
                    <a:pt x="369" y="640"/>
                  </a:lnTo>
                  <a:lnTo>
                    <a:pt x="370" y="639"/>
                  </a:lnTo>
                  <a:lnTo>
                    <a:pt x="372" y="637"/>
                  </a:lnTo>
                  <a:lnTo>
                    <a:pt x="373" y="634"/>
                  </a:lnTo>
                  <a:lnTo>
                    <a:pt x="375" y="632"/>
                  </a:lnTo>
                  <a:lnTo>
                    <a:pt x="378" y="632"/>
                  </a:lnTo>
                  <a:lnTo>
                    <a:pt x="381" y="633"/>
                  </a:lnTo>
                  <a:lnTo>
                    <a:pt x="383" y="635"/>
                  </a:lnTo>
                  <a:lnTo>
                    <a:pt x="386" y="634"/>
                  </a:lnTo>
                  <a:lnTo>
                    <a:pt x="389" y="633"/>
                  </a:lnTo>
                  <a:lnTo>
                    <a:pt x="393" y="632"/>
                  </a:lnTo>
                  <a:lnTo>
                    <a:pt x="395" y="634"/>
                  </a:lnTo>
                  <a:lnTo>
                    <a:pt x="397" y="638"/>
                  </a:lnTo>
                  <a:lnTo>
                    <a:pt x="397" y="641"/>
                  </a:lnTo>
                  <a:lnTo>
                    <a:pt x="399" y="644"/>
                  </a:lnTo>
                  <a:lnTo>
                    <a:pt x="401" y="646"/>
                  </a:lnTo>
                  <a:lnTo>
                    <a:pt x="402" y="647"/>
                  </a:lnTo>
                  <a:lnTo>
                    <a:pt x="404" y="649"/>
                  </a:lnTo>
                  <a:lnTo>
                    <a:pt x="406" y="651"/>
                  </a:lnTo>
                  <a:lnTo>
                    <a:pt x="408" y="653"/>
                  </a:lnTo>
                  <a:lnTo>
                    <a:pt x="412" y="654"/>
                  </a:lnTo>
                  <a:lnTo>
                    <a:pt x="414" y="657"/>
                  </a:lnTo>
                  <a:lnTo>
                    <a:pt x="415" y="660"/>
                  </a:lnTo>
                  <a:close/>
                </a:path>
              </a:pathLst>
            </a:custGeom>
            <a:solidFill>
              <a:srgbClr val="59A3CD">
                <a:alpha val="24000"/>
              </a:srgbClr>
            </a:solidFill>
            <a:ln>
              <a:noFill/>
            </a:ln>
          </p:spPr>
          <p:txBody>
            <a:bodyPr anchor="ctr"/>
            <a:lstStyle/>
            <a:p>
              <a:pPr algn="ctr">
                <a:buNone/>
              </a:pPr>
            </a:p>
          </p:txBody>
        </p:sp>
        <p:sp>
          <p:nvSpPr>
            <p:cNvPr id="7636" name="addition:spatial:125">
              <a:extLst>
                <a:ext uri="{FF2B5EF4-FFF2-40B4-BE49-F238E27FC236}">
                  <ns2:creationId id="{E1143367-070E-4D0E-AFA0-D148AD7F97A6}"/>
                </a:ext>
              </a:extLst>
            </p:cNvPr>
            <p:cNvSpPr>
              <a:spLocks noGrp="1"/>
            </p:cNvSpPr>
            <p:nvPr/>
          </p:nvSpPr>
          <p:spPr>
            <a:xfrm>
              <a:off x="5648325" y="1666875"/>
              <a:ext cx="432237" cy="1207831"/>
            </a:xfrm>
            <a:custGeom>
              <a:rect l="l" t="t" r="r" b="b"/>
              <a:pathLst>
                <a:path w="326" h="714">
                  <a:moveTo>
                    <a:pt x="0" y="0"/>
                  </a:moveTo>
                  <a:moveTo>
                    <a:pt x="320" y="680"/>
                  </a:moveTo>
                  <a:lnTo>
                    <a:pt x="323" y="683"/>
                  </a:lnTo>
                  <a:lnTo>
                    <a:pt x="324" y="686"/>
                  </a:lnTo>
                  <a:lnTo>
                    <a:pt x="325" y="689"/>
                  </a:lnTo>
                  <a:lnTo>
                    <a:pt x="324" y="691"/>
                  </a:lnTo>
                  <a:lnTo>
                    <a:pt x="324" y="694"/>
                  </a:lnTo>
                  <a:lnTo>
                    <a:pt x="323" y="697"/>
                  </a:lnTo>
                  <a:lnTo>
                    <a:pt x="323" y="699"/>
                  </a:lnTo>
                  <a:lnTo>
                    <a:pt x="321" y="701"/>
                  </a:lnTo>
                  <a:lnTo>
                    <a:pt x="319" y="702"/>
                  </a:lnTo>
                  <a:lnTo>
                    <a:pt x="317" y="703"/>
                  </a:lnTo>
                  <a:lnTo>
                    <a:pt x="316" y="705"/>
                  </a:lnTo>
                  <a:lnTo>
                    <a:pt x="314" y="707"/>
                  </a:lnTo>
                  <a:lnTo>
                    <a:pt x="313" y="709"/>
                  </a:lnTo>
                  <a:lnTo>
                    <a:pt x="311" y="708"/>
                  </a:lnTo>
                  <a:lnTo>
                    <a:pt x="308" y="706"/>
                  </a:lnTo>
                  <a:lnTo>
                    <a:pt x="306" y="705"/>
                  </a:lnTo>
                  <a:lnTo>
                    <a:pt x="305" y="707"/>
                  </a:lnTo>
                  <a:lnTo>
                    <a:pt x="302" y="710"/>
                  </a:lnTo>
                  <a:lnTo>
                    <a:pt x="300" y="713"/>
                  </a:lnTo>
                  <a:lnTo>
                    <a:pt x="297" y="714"/>
                  </a:lnTo>
                  <a:lnTo>
                    <a:pt x="295" y="713"/>
                  </a:lnTo>
                  <a:lnTo>
                    <a:pt x="292" y="710"/>
                  </a:lnTo>
                  <a:lnTo>
                    <a:pt x="290" y="708"/>
                  </a:lnTo>
                  <a:lnTo>
                    <a:pt x="289" y="706"/>
                  </a:lnTo>
                  <a:lnTo>
                    <a:pt x="287" y="703"/>
                  </a:lnTo>
                  <a:lnTo>
                    <a:pt x="286" y="700"/>
                  </a:lnTo>
                  <a:lnTo>
                    <a:pt x="285" y="697"/>
                  </a:lnTo>
                  <a:lnTo>
                    <a:pt x="284" y="696"/>
                  </a:lnTo>
                  <a:lnTo>
                    <a:pt x="281" y="695"/>
                  </a:lnTo>
                  <a:lnTo>
                    <a:pt x="277" y="694"/>
                  </a:lnTo>
                  <a:lnTo>
                    <a:pt x="275" y="692"/>
                  </a:lnTo>
                  <a:lnTo>
                    <a:pt x="275" y="689"/>
                  </a:lnTo>
                  <a:lnTo>
                    <a:pt x="276" y="686"/>
                  </a:lnTo>
                  <a:lnTo>
                    <a:pt x="276" y="683"/>
                  </a:lnTo>
                  <a:lnTo>
                    <a:pt x="274" y="680"/>
                  </a:lnTo>
                  <a:lnTo>
                    <a:pt x="273" y="678"/>
                  </a:lnTo>
                  <a:lnTo>
                    <a:pt x="272" y="674"/>
                  </a:lnTo>
                  <a:lnTo>
                    <a:pt x="274" y="672"/>
                  </a:lnTo>
                  <a:lnTo>
                    <a:pt x="277" y="670"/>
                  </a:lnTo>
                  <a:lnTo>
                    <a:pt x="279" y="668"/>
                  </a:lnTo>
                  <a:lnTo>
                    <a:pt x="281" y="666"/>
                  </a:lnTo>
                  <a:lnTo>
                    <a:pt x="283" y="665"/>
                  </a:lnTo>
                  <a:lnTo>
                    <a:pt x="285" y="663"/>
                  </a:lnTo>
                  <a:lnTo>
                    <a:pt x="286" y="661"/>
                  </a:lnTo>
                  <a:lnTo>
                    <a:pt x="288" y="659"/>
                  </a:lnTo>
                  <a:lnTo>
                    <a:pt x="289" y="655"/>
                  </a:lnTo>
                  <a:lnTo>
                    <a:pt x="289" y="651"/>
                  </a:lnTo>
                  <a:lnTo>
                    <a:pt x="291" y="648"/>
                  </a:lnTo>
                  <a:lnTo>
                    <a:pt x="294" y="648"/>
                  </a:lnTo>
                  <a:lnTo>
                    <a:pt x="298" y="650"/>
                  </a:lnTo>
                  <a:lnTo>
                    <a:pt x="300" y="652"/>
                  </a:lnTo>
                  <a:lnTo>
                    <a:pt x="303" y="653"/>
                  </a:lnTo>
                  <a:lnTo>
                    <a:pt x="305" y="652"/>
                  </a:lnTo>
                  <a:lnTo>
                    <a:pt x="307" y="651"/>
                  </a:lnTo>
                  <a:lnTo>
                    <a:pt x="309" y="652"/>
                  </a:lnTo>
                  <a:lnTo>
                    <a:pt x="311" y="653"/>
                  </a:lnTo>
                  <a:lnTo>
                    <a:pt x="312" y="655"/>
                  </a:lnTo>
                  <a:lnTo>
                    <a:pt x="314" y="656"/>
                  </a:lnTo>
                  <a:lnTo>
                    <a:pt x="316" y="656"/>
                  </a:lnTo>
                  <a:lnTo>
                    <a:pt x="318" y="657"/>
                  </a:lnTo>
                  <a:lnTo>
                    <a:pt x="319" y="659"/>
                  </a:lnTo>
                  <a:lnTo>
                    <a:pt x="320" y="660"/>
                  </a:lnTo>
                  <a:lnTo>
                    <a:pt x="322" y="662"/>
                  </a:lnTo>
                  <a:lnTo>
                    <a:pt x="324" y="663"/>
                  </a:lnTo>
                  <a:lnTo>
                    <a:pt x="326" y="665"/>
                  </a:lnTo>
                  <a:lnTo>
                    <a:pt x="326" y="669"/>
                  </a:lnTo>
                  <a:lnTo>
                    <a:pt x="324" y="672"/>
                  </a:lnTo>
                  <a:lnTo>
                    <a:pt x="321" y="676"/>
                  </a:lnTo>
                  <a:lnTo>
                    <a:pt x="320" y="678"/>
                  </a:lnTo>
                  <a:close/>
                </a:path>
              </a:pathLst>
            </a:custGeom>
            <a:solidFill>
              <a:srgbClr val="59A3CD">
                <a:alpha val="24000"/>
              </a:srgbClr>
            </a:solidFill>
            <a:ln>
              <a:noFill/>
            </a:ln>
          </p:spPr>
          <p:txBody>
            <a:bodyPr anchor="ctr"/>
            <a:lstStyle/>
            <a:p>
              <a:pPr algn="ctr">
                <a:buNone/>
              </a:pPr>
            </a:p>
          </p:txBody>
        </p:sp>
        <p:sp>
          <p:nvSpPr>
            <p:cNvPr id="7637" name="addition:spatial:126">
              <a:extLst>
                <a:ext uri="{FF2B5EF4-FFF2-40B4-BE49-F238E27FC236}">
                  <ns2:creationId id="{B2C7AB47-B9D9-4322-A3B7-75922D5A1312}"/>
                </a:ext>
              </a:extLst>
            </p:cNvPr>
            <p:cNvSpPr>
              <a:spLocks noGrp="1"/>
            </p:cNvSpPr>
            <p:nvPr/>
          </p:nvSpPr>
          <p:spPr>
            <a:xfrm>
              <a:off x="5648325" y="1666875"/>
              <a:ext cx="346055" cy="1146932"/>
            </a:xfrm>
            <a:custGeom>
              <a:rect l="l" t="t" r="r" b="b"/>
              <a:pathLst>
                <a:path w="261" h="678">
                  <a:moveTo>
                    <a:pt x="0" y="0"/>
                  </a:moveTo>
                  <a:moveTo>
                    <a:pt x="254" y="646"/>
                  </a:moveTo>
                  <a:lnTo>
                    <a:pt x="252" y="648"/>
                  </a:lnTo>
                  <a:lnTo>
                    <a:pt x="253" y="650"/>
                  </a:lnTo>
                  <a:lnTo>
                    <a:pt x="255" y="653"/>
                  </a:lnTo>
                  <a:lnTo>
                    <a:pt x="257" y="657"/>
                  </a:lnTo>
                  <a:lnTo>
                    <a:pt x="257" y="660"/>
                  </a:lnTo>
                  <a:lnTo>
                    <a:pt x="255" y="662"/>
                  </a:lnTo>
                  <a:lnTo>
                    <a:pt x="253" y="664"/>
                  </a:lnTo>
                  <a:lnTo>
                    <a:pt x="251" y="666"/>
                  </a:lnTo>
                  <a:lnTo>
                    <a:pt x="250" y="668"/>
                  </a:lnTo>
                  <a:lnTo>
                    <a:pt x="249" y="670"/>
                  </a:lnTo>
                  <a:lnTo>
                    <a:pt x="247" y="672"/>
                  </a:lnTo>
                  <a:lnTo>
                    <a:pt x="244" y="672"/>
                  </a:lnTo>
                  <a:lnTo>
                    <a:pt x="242" y="672"/>
                  </a:lnTo>
                  <a:lnTo>
                    <a:pt x="240" y="674"/>
                  </a:lnTo>
                  <a:lnTo>
                    <a:pt x="238" y="674"/>
                  </a:lnTo>
                  <a:lnTo>
                    <a:pt x="236" y="674"/>
                  </a:lnTo>
                  <a:lnTo>
                    <a:pt x="234" y="672"/>
                  </a:lnTo>
                  <a:lnTo>
                    <a:pt x="232" y="671"/>
                  </a:lnTo>
                  <a:lnTo>
                    <a:pt x="229" y="672"/>
                  </a:lnTo>
                  <a:lnTo>
                    <a:pt x="227" y="675"/>
                  </a:lnTo>
                  <a:lnTo>
                    <a:pt x="223" y="678"/>
                  </a:lnTo>
                  <a:lnTo>
                    <a:pt x="220" y="678"/>
                  </a:lnTo>
                  <a:lnTo>
                    <a:pt x="217" y="676"/>
                  </a:lnTo>
                  <a:lnTo>
                    <a:pt x="216" y="672"/>
                  </a:lnTo>
                  <a:lnTo>
                    <a:pt x="215" y="669"/>
                  </a:lnTo>
                  <a:lnTo>
                    <a:pt x="214" y="666"/>
                  </a:lnTo>
                  <a:lnTo>
                    <a:pt x="212" y="664"/>
                  </a:lnTo>
                  <a:lnTo>
                    <a:pt x="210" y="662"/>
                  </a:lnTo>
                  <a:lnTo>
                    <a:pt x="209" y="660"/>
                  </a:lnTo>
                  <a:lnTo>
                    <a:pt x="208" y="657"/>
                  </a:lnTo>
                  <a:lnTo>
                    <a:pt x="205" y="656"/>
                  </a:lnTo>
                  <a:lnTo>
                    <a:pt x="202" y="654"/>
                  </a:lnTo>
                  <a:lnTo>
                    <a:pt x="200" y="651"/>
                  </a:lnTo>
                  <a:lnTo>
                    <a:pt x="200" y="649"/>
                  </a:lnTo>
                  <a:lnTo>
                    <a:pt x="201" y="646"/>
                  </a:lnTo>
                  <a:lnTo>
                    <a:pt x="201" y="643"/>
                  </a:lnTo>
                  <a:lnTo>
                    <a:pt x="200" y="641"/>
                  </a:lnTo>
                  <a:lnTo>
                    <a:pt x="198" y="637"/>
                  </a:lnTo>
                  <a:lnTo>
                    <a:pt x="198" y="634"/>
                  </a:lnTo>
                  <a:lnTo>
                    <a:pt x="200" y="632"/>
                  </a:lnTo>
                  <a:lnTo>
                    <a:pt x="204" y="631"/>
                  </a:lnTo>
                  <a:lnTo>
                    <a:pt x="208" y="630"/>
                  </a:lnTo>
                  <a:lnTo>
                    <a:pt x="210" y="629"/>
                  </a:lnTo>
                  <a:lnTo>
                    <a:pt x="212" y="627"/>
                  </a:lnTo>
                  <a:lnTo>
                    <a:pt x="213" y="625"/>
                  </a:lnTo>
                  <a:lnTo>
                    <a:pt x="215" y="623"/>
                  </a:lnTo>
                  <a:lnTo>
                    <a:pt x="217" y="621"/>
                  </a:lnTo>
                  <a:lnTo>
                    <a:pt x="219" y="618"/>
                  </a:lnTo>
                  <a:lnTo>
                    <a:pt x="221" y="615"/>
                  </a:lnTo>
                  <a:lnTo>
                    <a:pt x="224" y="613"/>
                  </a:lnTo>
                  <a:lnTo>
                    <a:pt x="228" y="613"/>
                  </a:lnTo>
                  <a:lnTo>
                    <a:pt x="231" y="615"/>
                  </a:lnTo>
                  <a:lnTo>
                    <a:pt x="234" y="618"/>
                  </a:lnTo>
                  <a:lnTo>
                    <a:pt x="236" y="619"/>
                  </a:lnTo>
                  <a:lnTo>
                    <a:pt x="239" y="619"/>
                  </a:lnTo>
                  <a:lnTo>
                    <a:pt x="242" y="618"/>
                  </a:lnTo>
                  <a:lnTo>
                    <a:pt x="245" y="618"/>
                  </a:lnTo>
                  <a:lnTo>
                    <a:pt x="247" y="621"/>
                  </a:lnTo>
                  <a:lnTo>
                    <a:pt x="248" y="623"/>
                  </a:lnTo>
                  <a:lnTo>
                    <a:pt x="249" y="625"/>
                  </a:lnTo>
                  <a:lnTo>
                    <a:pt x="251" y="626"/>
                  </a:lnTo>
                  <a:lnTo>
                    <a:pt x="254" y="626"/>
                  </a:lnTo>
                  <a:lnTo>
                    <a:pt x="257" y="628"/>
                  </a:lnTo>
                  <a:lnTo>
                    <a:pt x="258" y="630"/>
                  </a:lnTo>
                  <a:lnTo>
                    <a:pt x="259" y="632"/>
                  </a:lnTo>
                  <a:lnTo>
                    <a:pt x="261" y="635"/>
                  </a:lnTo>
                  <a:lnTo>
                    <a:pt x="261" y="637"/>
                  </a:lnTo>
                  <a:lnTo>
                    <a:pt x="261" y="640"/>
                  </a:lnTo>
                  <a:lnTo>
                    <a:pt x="258" y="643"/>
                  </a:lnTo>
                  <a:close/>
                </a:path>
              </a:pathLst>
            </a:custGeom>
            <a:solidFill>
              <a:srgbClr val="59A3CD">
                <a:alpha val="24000"/>
              </a:srgbClr>
            </a:solidFill>
            <a:ln>
              <a:noFill/>
            </a:ln>
          </p:spPr>
          <p:txBody>
            <a:bodyPr anchor="ctr"/>
            <a:lstStyle/>
            <a:p>
              <a:pPr algn="ctr">
                <a:buNone/>
              </a:pPr>
            </a:p>
          </p:txBody>
        </p:sp>
        <p:sp>
          <p:nvSpPr>
            <p:cNvPr id="7638" name="addition:spatial:127">
              <a:extLst>
                <a:ext uri="{FF2B5EF4-FFF2-40B4-BE49-F238E27FC236}">
                  <ns2:creationId id="{672D2FFF-9DD1-493C-8020-5EFF27B3A724}"/>
                </a:ext>
              </a:extLst>
            </p:cNvPr>
            <p:cNvSpPr>
              <a:spLocks noGrp="1"/>
            </p:cNvSpPr>
            <p:nvPr/>
          </p:nvSpPr>
          <p:spPr>
            <a:xfrm>
              <a:off x="5648325" y="1666875"/>
              <a:ext cx="303627" cy="1021751"/>
            </a:xfrm>
            <a:custGeom>
              <a:rect l="l" t="t" r="r" b="b"/>
              <a:pathLst>
                <a:path w="229" h="604">
                  <a:moveTo>
                    <a:pt x="0" y="0"/>
                  </a:moveTo>
                  <a:moveTo>
                    <a:pt x="227" y="575"/>
                  </a:moveTo>
                  <a:lnTo>
                    <a:pt x="225" y="577"/>
                  </a:lnTo>
                  <a:lnTo>
                    <a:pt x="224" y="579"/>
                  </a:lnTo>
                  <a:lnTo>
                    <a:pt x="225" y="581"/>
                  </a:lnTo>
                  <a:lnTo>
                    <a:pt x="227" y="585"/>
                  </a:lnTo>
                  <a:lnTo>
                    <a:pt x="229" y="588"/>
                  </a:lnTo>
                  <a:lnTo>
                    <a:pt x="229" y="591"/>
                  </a:lnTo>
                  <a:lnTo>
                    <a:pt x="227" y="593"/>
                  </a:lnTo>
                  <a:lnTo>
                    <a:pt x="224" y="594"/>
                  </a:lnTo>
                  <a:lnTo>
                    <a:pt x="222" y="594"/>
                  </a:lnTo>
                  <a:lnTo>
                    <a:pt x="220" y="595"/>
                  </a:lnTo>
                  <a:lnTo>
                    <a:pt x="218" y="596"/>
                  </a:lnTo>
                  <a:lnTo>
                    <a:pt x="216" y="596"/>
                  </a:lnTo>
                  <a:lnTo>
                    <a:pt x="215" y="597"/>
                  </a:lnTo>
                  <a:lnTo>
                    <a:pt x="213" y="598"/>
                  </a:lnTo>
                  <a:lnTo>
                    <a:pt x="211" y="600"/>
                  </a:lnTo>
                  <a:lnTo>
                    <a:pt x="210" y="603"/>
                  </a:lnTo>
                  <a:lnTo>
                    <a:pt x="207" y="604"/>
                  </a:lnTo>
                  <a:lnTo>
                    <a:pt x="205" y="603"/>
                  </a:lnTo>
                  <a:lnTo>
                    <a:pt x="202" y="602"/>
                  </a:lnTo>
                  <a:lnTo>
                    <a:pt x="200" y="600"/>
                  </a:lnTo>
                  <a:lnTo>
                    <a:pt x="197" y="601"/>
                  </a:lnTo>
                  <a:lnTo>
                    <a:pt x="194" y="602"/>
                  </a:lnTo>
                  <a:lnTo>
                    <a:pt x="191" y="601"/>
                  </a:lnTo>
                  <a:lnTo>
                    <a:pt x="189" y="599"/>
                  </a:lnTo>
                  <a:lnTo>
                    <a:pt x="188" y="595"/>
                  </a:lnTo>
                  <a:lnTo>
                    <a:pt x="188" y="592"/>
                  </a:lnTo>
                  <a:lnTo>
                    <a:pt x="186" y="590"/>
                  </a:lnTo>
                  <a:lnTo>
                    <a:pt x="184" y="589"/>
                  </a:lnTo>
                  <a:lnTo>
                    <a:pt x="182" y="588"/>
                  </a:lnTo>
                  <a:lnTo>
                    <a:pt x="181" y="586"/>
                  </a:lnTo>
                  <a:lnTo>
                    <a:pt x="179" y="584"/>
                  </a:lnTo>
                  <a:lnTo>
                    <a:pt x="176" y="583"/>
                  </a:lnTo>
                  <a:lnTo>
                    <a:pt x="174" y="580"/>
                  </a:lnTo>
                  <a:lnTo>
                    <a:pt x="172" y="578"/>
                  </a:lnTo>
                  <a:lnTo>
                    <a:pt x="173" y="575"/>
                  </a:lnTo>
                  <a:lnTo>
                    <a:pt x="176" y="573"/>
                  </a:lnTo>
                  <a:lnTo>
                    <a:pt x="179" y="571"/>
                  </a:lnTo>
                  <a:lnTo>
                    <a:pt x="181" y="569"/>
                  </a:lnTo>
                  <a:lnTo>
                    <a:pt x="181" y="566"/>
                  </a:lnTo>
                  <a:lnTo>
                    <a:pt x="181" y="564"/>
                  </a:lnTo>
                  <a:lnTo>
                    <a:pt x="182" y="561"/>
                  </a:lnTo>
                  <a:lnTo>
                    <a:pt x="184" y="560"/>
                  </a:lnTo>
                  <a:lnTo>
                    <a:pt x="187" y="559"/>
                  </a:lnTo>
                  <a:lnTo>
                    <a:pt x="188" y="557"/>
                  </a:lnTo>
                  <a:lnTo>
                    <a:pt x="190" y="555"/>
                  </a:lnTo>
                  <a:lnTo>
                    <a:pt x="191" y="552"/>
                  </a:lnTo>
                  <a:lnTo>
                    <a:pt x="193" y="550"/>
                  </a:lnTo>
                  <a:lnTo>
                    <a:pt x="195" y="549"/>
                  </a:lnTo>
                  <a:lnTo>
                    <a:pt x="198" y="548"/>
                  </a:lnTo>
                  <a:lnTo>
                    <a:pt x="200" y="547"/>
                  </a:lnTo>
                  <a:lnTo>
                    <a:pt x="202" y="546"/>
                  </a:lnTo>
                  <a:lnTo>
                    <a:pt x="205" y="547"/>
                  </a:lnTo>
                  <a:lnTo>
                    <a:pt x="207" y="549"/>
                  </a:lnTo>
                  <a:lnTo>
                    <a:pt x="208" y="553"/>
                  </a:lnTo>
                  <a:lnTo>
                    <a:pt x="210" y="554"/>
                  </a:lnTo>
                  <a:lnTo>
                    <a:pt x="212" y="554"/>
                  </a:lnTo>
                  <a:lnTo>
                    <a:pt x="214" y="551"/>
                  </a:lnTo>
                  <a:lnTo>
                    <a:pt x="217" y="550"/>
                  </a:lnTo>
                  <a:lnTo>
                    <a:pt x="219" y="551"/>
                  </a:lnTo>
                  <a:lnTo>
                    <a:pt x="221" y="553"/>
                  </a:lnTo>
                  <a:lnTo>
                    <a:pt x="222" y="555"/>
                  </a:lnTo>
                  <a:lnTo>
                    <a:pt x="223" y="557"/>
                  </a:lnTo>
                  <a:lnTo>
                    <a:pt x="224" y="558"/>
                  </a:lnTo>
                  <a:lnTo>
                    <a:pt x="225" y="561"/>
                  </a:lnTo>
                  <a:lnTo>
                    <a:pt x="225" y="563"/>
                  </a:lnTo>
                  <a:lnTo>
                    <a:pt x="225" y="566"/>
                  </a:lnTo>
                  <a:lnTo>
                    <a:pt x="225" y="568"/>
                  </a:lnTo>
                  <a:lnTo>
                    <a:pt x="226" y="570"/>
                  </a:lnTo>
                  <a:lnTo>
                    <a:pt x="227" y="573"/>
                  </a:lnTo>
                  <a:close/>
                </a:path>
              </a:pathLst>
            </a:custGeom>
            <a:solidFill>
              <a:srgbClr val="59A3CD">
                <a:alpha val="24000"/>
              </a:srgbClr>
            </a:solidFill>
            <a:ln>
              <a:noFill/>
            </a:ln>
          </p:spPr>
          <p:txBody>
            <a:bodyPr anchor="ctr"/>
            <a:lstStyle/>
            <a:p>
              <a:pPr algn="ctr">
                <a:buNone/>
              </a:pPr>
            </a:p>
          </p:txBody>
        </p:sp>
        <p:sp>
          <p:nvSpPr>
            <p:cNvPr id="7639" name="addition:spatial:128">
              <a:extLst>
                <a:ext uri="{FF2B5EF4-FFF2-40B4-BE49-F238E27FC236}">
                  <ns2:creationId id="{F10DEC53-1B39-4848-ABF8-79D3CC5DEA23}"/>
                </a:ext>
              </a:extLst>
            </p:cNvPr>
            <p:cNvSpPr>
              <a:spLocks noGrp="1"/>
            </p:cNvSpPr>
            <p:nvPr/>
          </p:nvSpPr>
          <p:spPr>
            <a:xfrm>
              <a:off x="5648325" y="1666875"/>
              <a:ext cx="372572" cy="921944"/>
            </a:xfrm>
            <a:custGeom>
              <a:rect l="l" t="t" r="r" b="b"/>
              <a:pathLst>
                <a:path w="281" h="545">
                  <a:moveTo>
                    <a:pt x="0" y="0"/>
                  </a:moveTo>
                  <a:moveTo>
                    <a:pt x="275" y="515"/>
                  </a:moveTo>
                  <a:lnTo>
                    <a:pt x="276" y="517"/>
                  </a:lnTo>
                  <a:lnTo>
                    <a:pt x="278" y="520"/>
                  </a:lnTo>
                  <a:lnTo>
                    <a:pt x="280" y="523"/>
                  </a:lnTo>
                  <a:lnTo>
                    <a:pt x="281" y="526"/>
                  </a:lnTo>
                  <a:lnTo>
                    <a:pt x="279" y="528"/>
                  </a:lnTo>
                  <a:lnTo>
                    <a:pt x="277" y="530"/>
                  </a:lnTo>
                  <a:lnTo>
                    <a:pt x="275" y="531"/>
                  </a:lnTo>
                  <a:lnTo>
                    <a:pt x="273" y="533"/>
                  </a:lnTo>
                  <a:lnTo>
                    <a:pt x="271" y="534"/>
                  </a:lnTo>
                  <a:lnTo>
                    <a:pt x="268" y="534"/>
                  </a:lnTo>
                  <a:lnTo>
                    <a:pt x="265" y="534"/>
                  </a:lnTo>
                  <a:lnTo>
                    <a:pt x="263" y="535"/>
                  </a:lnTo>
                  <a:lnTo>
                    <a:pt x="262" y="538"/>
                  </a:lnTo>
                  <a:lnTo>
                    <a:pt x="261" y="542"/>
                  </a:lnTo>
                  <a:lnTo>
                    <a:pt x="258" y="545"/>
                  </a:lnTo>
                  <a:lnTo>
                    <a:pt x="255" y="545"/>
                  </a:lnTo>
                  <a:lnTo>
                    <a:pt x="252" y="543"/>
                  </a:lnTo>
                  <a:lnTo>
                    <a:pt x="249" y="542"/>
                  </a:lnTo>
                  <a:lnTo>
                    <a:pt x="246" y="541"/>
                  </a:lnTo>
                  <a:lnTo>
                    <a:pt x="243" y="542"/>
                  </a:lnTo>
                  <a:lnTo>
                    <a:pt x="240" y="542"/>
                  </a:lnTo>
                  <a:lnTo>
                    <a:pt x="237" y="540"/>
                  </a:lnTo>
                  <a:lnTo>
                    <a:pt x="235" y="538"/>
                  </a:lnTo>
                  <a:lnTo>
                    <a:pt x="233" y="536"/>
                  </a:lnTo>
                  <a:lnTo>
                    <a:pt x="231" y="535"/>
                  </a:lnTo>
                  <a:lnTo>
                    <a:pt x="229" y="533"/>
                  </a:lnTo>
                  <a:lnTo>
                    <a:pt x="227" y="532"/>
                  </a:lnTo>
                  <a:lnTo>
                    <a:pt x="226" y="530"/>
                  </a:lnTo>
                  <a:lnTo>
                    <a:pt x="225" y="528"/>
                  </a:lnTo>
                  <a:lnTo>
                    <a:pt x="222" y="527"/>
                  </a:lnTo>
                  <a:lnTo>
                    <a:pt x="219" y="525"/>
                  </a:lnTo>
                  <a:lnTo>
                    <a:pt x="216" y="523"/>
                  </a:lnTo>
                  <a:lnTo>
                    <a:pt x="216" y="521"/>
                  </a:lnTo>
                  <a:lnTo>
                    <a:pt x="218" y="518"/>
                  </a:lnTo>
                  <a:lnTo>
                    <a:pt x="222" y="515"/>
                  </a:lnTo>
                  <a:lnTo>
                    <a:pt x="225" y="513"/>
                  </a:lnTo>
                  <a:lnTo>
                    <a:pt x="225" y="511"/>
                  </a:lnTo>
                  <a:lnTo>
                    <a:pt x="225" y="508"/>
                  </a:lnTo>
                  <a:lnTo>
                    <a:pt x="226" y="506"/>
                  </a:lnTo>
                  <a:lnTo>
                    <a:pt x="227" y="504"/>
                  </a:lnTo>
                  <a:lnTo>
                    <a:pt x="228" y="502"/>
                  </a:lnTo>
                  <a:lnTo>
                    <a:pt x="229" y="499"/>
                  </a:lnTo>
                  <a:lnTo>
                    <a:pt x="229" y="496"/>
                  </a:lnTo>
                  <a:lnTo>
                    <a:pt x="231" y="494"/>
                  </a:lnTo>
                  <a:lnTo>
                    <a:pt x="233" y="493"/>
                  </a:lnTo>
                  <a:lnTo>
                    <a:pt x="236" y="492"/>
                  </a:lnTo>
                  <a:lnTo>
                    <a:pt x="238" y="491"/>
                  </a:lnTo>
                  <a:lnTo>
                    <a:pt x="240" y="489"/>
                  </a:lnTo>
                  <a:lnTo>
                    <a:pt x="242" y="487"/>
                  </a:lnTo>
                  <a:lnTo>
                    <a:pt x="244" y="486"/>
                  </a:lnTo>
                  <a:lnTo>
                    <a:pt x="247" y="488"/>
                  </a:lnTo>
                  <a:lnTo>
                    <a:pt x="249" y="491"/>
                  </a:lnTo>
                  <a:lnTo>
                    <a:pt x="251" y="493"/>
                  </a:lnTo>
                  <a:lnTo>
                    <a:pt x="253" y="493"/>
                  </a:lnTo>
                  <a:lnTo>
                    <a:pt x="255" y="491"/>
                  </a:lnTo>
                  <a:lnTo>
                    <a:pt x="258" y="489"/>
                  </a:lnTo>
                  <a:lnTo>
                    <a:pt x="260" y="489"/>
                  </a:lnTo>
                  <a:lnTo>
                    <a:pt x="263" y="490"/>
                  </a:lnTo>
                  <a:lnTo>
                    <a:pt x="265" y="491"/>
                  </a:lnTo>
                  <a:lnTo>
                    <a:pt x="267" y="492"/>
                  </a:lnTo>
                  <a:lnTo>
                    <a:pt x="269" y="493"/>
                  </a:lnTo>
                  <a:lnTo>
                    <a:pt x="270" y="496"/>
                  </a:lnTo>
                  <a:lnTo>
                    <a:pt x="269" y="500"/>
                  </a:lnTo>
                  <a:lnTo>
                    <a:pt x="269" y="503"/>
                  </a:lnTo>
                  <a:lnTo>
                    <a:pt x="270" y="505"/>
                  </a:lnTo>
                  <a:lnTo>
                    <a:pt x="273" y="506"/>
                  </a:lnTo>
                  <a:lnTo>
                    <a:pt x="276" y="508"/>
                  </a:lnTo>
                  <a:lnTo>
                    <a:pt x="277" y="510"/>
                  </a:lnTo>
                  <a:lnTo>
                    <a:pt x="276" y="513"/>
                  </a:lnTo>
                  <a:close/>
                </a:path>
              </a:pathLst>
            </a:custGeom>
            <a:solidFill>
              <a:srgbClr val="59A3CD">
                <a:alpha val="24000"/>
              </a:srgbClr>
            </a:solidFill>
            <a:ln>
              <a:noFill/>
            </a:ln>
          </p:spPr>
          <p:txBody>
            <a:bodyPr anchor="ctr"/>
            <a:lstStyle/>
            <a:p>
              <a:pPr algn="ctr">
                <a:buNone/>
              </a:pPr>
            </a:p>
          </p:txBody>
        </p:sp>
        <p:sp>
          <p:nvSpPr>
            <p:cNvPr id="7640" name="addition:spatial:129">
              <a:extLst>
                <a:ext uri="{FF2B5EF4-FFF2-40B4-BE49-F238E27FC236}">
                  <ns2:creationId id="{14FC19F3-447A-426A-BB4A-132AD4A7C694}"/>
                </a:ext>
              </a:extLst>
            </p:cNvPr>
            <p:cNvSpPr>
              <a:spLocks noGrp="1"/>
            </p:cNvSpPr>
            <p:nvPr/>
          </p:nvSpPr>
          <p:spPr>
            <a:xfrm>
              <a:off x="5648325" y="1666875"/>
              <a:ext cx="472013" cy="876270"/>
            </a:xfrm>
            <a:custGeom>
              <a:rect l="l" t="t" r="r" b="b"/>
              <a:pathLst>
                <a:path w="356" h="518">
                  <a:moveTo>
                    <a:pt x="0" y="0"/>
                  </a:moveTo>
                  <a:moveTo>
                    <a:pt x="356" y="488"/>
                  </a:moveTo>
                  <a:lnTo>
                    <a:pt x="353" y="491"/>
                  </a:lnTo>
                  <a:lnTo>
                    <a:pt x="351" y="493"/>
                  </a:lnTo>
                  <a:lnTo>
                    <a:pt x="349" y="495"/>
                  </a:lnTo>
                  <a:lnTo>
                    <a:pt x="350" y="497"/>
                  </a:lnTo>
                  <a:lnTo>
                    <a:pt x="349" y="500"/>
                  </a:lnTo>
                  <a:lnTo>
                    <a:pt x="348" y="502"/>
                  </a:lnTo>
                  <a:lnTo>
                    <a:pt x="345" y="503"/>
                  </a:lnTo>
                  <a:lnTo>
                    <a:pt x="342" y="504"/>
                  </a:lnTo>
                  <a:lnTo>
                    <a:pt x="340" y="505"/>
                  </a:lnTo>
                  <a:lnTo>
                    <a:pt x="339" y="507"/>
                  </a:lnTo>
                  <a:lnTo>
                    <a:pt x="337" y="510"/>
                  </a:lnTo>
                  <a:lnTo>
                    <a:pt x="335" y="511"/>
                  </a:lnTo>
                  <a:lnTo>
                    <a:pt x="332" y="513"/>
                  </a:lnTo>
                  <a:lnTo>
                    <a:pt x="330" y="514"/>
                  </a:lnTo>
                  <a:lnTo>
                    <a:pt x="328" y="517"/>
                  </a:lnTo>
                  <a:lnTo>
                    <a:pt x="325" y="518"/>
                  </a:lnTo>
                  <a:lnTo>
                    <a:pt x="322" y="518"/>
                  </a:lnTo>
                  <a:lnTo>
                    <a:pt x="319" y="515"/>
                  </a:lnTo>
                  <a:lnTo>
                    <a:pt x="317" y="511"/>
                  </a:lnTo>
                  <a:lnTo>
                    <a:pt x="315" y="509"/>
                  </a:lnTo>
                  <a:lnTo>
                    <a:pt x="313" y="509"/>
                  </a:lnTo>
                  <a:lnTo>
                    <a:pt x="311" y="510"/>
                  </a:lnTo>
                  <a:lnTo>
                    <a:pt x="308" y="511"/>
                  </a:lnTo>
                  <a:lnTo>
                    <a:pt x="306" y="511"/>
                  </a:lnTo>
                  <a:lnTo>
                    <a:pt x="304" y="509"/>
                  </a:lnTo>
                  <a:lnTo>
                    <a:pt x="303" y="507"/>
                  </a:lnTo>
                  <a:lnTo>
                    <a:pt x="301" y="506"/>
                  </a:lnTo>
                  <a:lnTo>
                    <a:pt x="299" y="505"/>
                  </a:lnTo>
                  <a:lnTo>
                    <a:pt x="298" y="503"/>
                  </a:lnTo>
                  <a:lnTo>
                    <a:pt x="298" y="500"/>
                  </a:lnTo>
                  <a:lnTo>
                    <a:pt x="298" y="497"/>
                  </a:lnTo>
                  <a:lnTo>
                    <a:pt x="298" y="495"/>
                  </a:lnTo>
                  <a:lnTo>
                    <a:pt x="297" y="493"/>
                  </a:lnTo>
                  <a:lnTo>
                    <a:pt x="296" y="491"/>
                  </a:lnTo>
                  <a:lnTo>
                    <a:pt x="298" y="488"/>
                  </a:lnTo>
                  <a:lnTo>
                    <a:pt x="301" y="486"/>
                  </a:lnTo>
                  <a:lnTo>
                    <a:pt x="303" y="484"/>
                  </a:lnTo>
                  <a:lnTo>
                    <a:pt x="302" y="482"/>
                  </a:lnTo>
                  <a:lnTo>
                    <a:pt x="300" y="479"/>
                  </a:lnTo>
                  <a:lnTo>
                    <a:pt x="298" y="476"/>
                  </a:lnTo>
                  <a:lnTo>
                    <a:pt x="297" y="473"/>
                  </a:lnTo>
                  <a:lnTo>
                    <a:pt x="299" y="471"/>
                  </a:lnTo>
                  <a:lnTo>
                    <a:pt x="301" y="469"/>
                  </a:lnTo>
                  <a:lnTo>
                    <a:pt x="303" y="468"/>
                  </a:lnTo>
                  <a:lnTo>
                    <a:pt x="305" y="467"/>
                  </a:lnTo>
                  <a:lnTo>
                    <a:pt x="307" y="466"/>
                  </a:lnTo>
                  <a:lnTo>
                    <a:pt x="310" y="467"/>
                  </a:lnTo>
                  <a:lnTo>
                    <a:pt x="312" y="467"/>
                  </a:lnTo>
                  <a:lnTo>
                    <a:pt x="314" y="466"/>
                  </a:lnTo>
                  <a:lnTo>
                    <a:pt x="315" y="464"/>
                  </a:lnTo>
                  <a:lnTo>
                    <a:pt x="317" y="462"/>
                  </a:lnTo>
                  <a:lnTo>
                    <a:pt x="319" y="461"/>
                  </a:lnTo>
                  <a:lnTo>
                    <a:pt x="322" y="462"/>
                  </a:lnTo>
                  <a:lnTo>
                    <a:pt x="324" y="463"/>
                  </a:lnTo>
                  <a:lnTo>
                    <a:pt x="326" y="464"/>
                  </a:lnTo>
                  <a:lnTo>
                    <a:pt x="329" y="463"/>
                  </a:lnTo>
                  <a:lnTo>
                    <a:pt x="332" y="462"/>
                  </a:lnTo>
                  <a:lnTo>
                    <a:pt x="336" y="462"/>
                  </a:lnTo>
                  <a:lnTo>
                    <a:pt x="338" y="464"/>
                  </a:lnTo>
                  <a:lnTo>
                    <a:pt x="339" y="467"/>
                  </a:lnTo>
                  <a:lnTo>
                    <a:pt x="340" y="470"/>
                  </a:lnTo>
                  <a:lnTo>
                    <a:pt x="341" y="472"/>
                  </a:lnTo>
                  <a:lnTo>
                    <a:pt x="342" y="474"/>
                  </a:lnTo>
                  <a:lnTo>
                    <a:pt x="344" y="476"/>
                  </a:lnTo>
                  <a:lnTo>
                    <a:pt x="345" y="478"/>
                  </a:lnTo>
                  <a:lnTo>
                    <a:pt x="347" y="480"/>
                  </a:lnTo>
                  <a:lnTo>
                    <a:pt x="350" y="481"/>
                  </a:lnTo>
                  <a:lnTo>
                    <a:pt x="353" y="483"/>
                  </a:lnTo>
                  <a:lnTo>
                    <a:pt x="356" y="485"/>
                  </a:lnTo>
                  <a:close/>
                </a:path>
              </a:pathLst>
            </a:custGeom>
            <a:solidFill>
              <a:srgbClr val="59A3CD">
                <a:alpha val="24000"/>
              </a:srgbClr>
            </a:solidFill>
            <a:ln>
              <a:noFill/>
            </a:ln>
          </p:spPr>
          <p:txBody>
            <a:bodyPr anchor="ctr"/>
            <a:lstStyle/>
            <a:p>
              <a:pPr algn="ctr">
                <a:buNone/>
              </a:pPr>
            </a:p>
          </p:txBody>
        </p:sp>
        <p:sp>
          <p:nvSpPr>
            <p:cNvPr id="7641" name="addition:spatial:130">
              <a:extLst>
                <a:ext uri="{FF2B5EF4-FFF2-40B4-BE49-F238E27FC236}">
                  <ns2:creationId id="{B70C570B-2161-40B7-98FA-B33423DFEAFD}"/>
                </a:ext>
              </a:extLst>
            </p:cNvPr>
            <p:cNvSpPr>
              <a:spLocks noGrp="1"/>
            </p:cNvSpPr>
            <p:nvPr/>
          </p:nvSpPr>
          <p:spPr>
            <a:xfrm>
              <a:off x="5648325" y="1666875"/>
              <a:ext cx="551566" cy="937169"/>
            </a:xfrm>
            <a:custGeom>
              <a:rect l="l" t="t" r="r" b="b"/>
              <a:pathLst>
                <a:path w="416" h="554">
                  <a:moveTo>
                    <a:pt x="0" y="0"/>
                  </a:moveTo>
                  <a:moveTo>
                    <a:pt x="414" y="522"/>
                  </a:moveTo>
                  <a:lnTo>
                    <a:pt x="412" y="525"/>
                  </a:lnTo>
                  <a:lnTo>
                    <a:pt x="411" y="527"/>
                  </a:lnTo>
                  <a:lnTo>
                    <a:pt x="412" y="530"/>
                  </a:lnTo>
                  <a:lnTo>
                    <a:pt x="414" y="533"/>
                  </a:lnTo>
                  <a:lnTo>
                    <a:pt x="416" y="537"/>
                  </a:lnTo>
                  <a:lnTo>
                    <a:pt x="416" y="541"/>
                  </a:lnTo>
                  <a:lnTo>
                    <a:pt x="414" y="543"/>
                  </a:lnTo>
                  <a:lnTo>
                    <a:pt x="412" y="543"/>
                  </a:lnTo>
                  <a:lnTo>
                    <a:pt x="410" y="544"/>
                  </a:lnTo>
                  <a:lnTo>
                    <a:pt x="409" y="545"/>
                  </a:lnTo>
                  <a:lnTo>
                    <a:pt x="407" y="547"/>
                  </a:lnTo>
                  <a:lnTo>
                    <a:pt x="406" y="548"/>
                  </a:lnTo>
                  <a:lnTo>
                    <a:pt x="404" y="548"/>
                  </a:lnTo>
                  <a:lnTo>
                    <a:pt x="403" y="549"/>
                  </a:lnTo>
                  <a:lnTo>
                    <a:pt x="401" y="551"/>
                  </a:lnTo>
                  <a:lnTo>
                    <a:pt x="400" y="553"/>
                  </a:lnTo>
                  <a:lnTo>
                    <a:pt x="398" y="554"/>
                  </a:lnTo>
                  <a:lnTo>
                    <a:pt x="396" y="553"/>
                  </a:lnTo>
                  <a:lnTo>
                    <a:pt x="394" y="552"/>
                  </a:lnTo>
                  <a:lnTo>
                    <a:pt x="392" y="551"/>
                  </a:lnTo>
                  <a:lnTo>
                    <a:pt x="390" y="552"/>
                  </a:lnTo>
                  <a:lnTo>
                    <a:pt x="387" y="554"/>
                  </a:lnTo>
                  <a:lnTo>
                    <a:pt x="385" y="553"/>
                  </a:lnTo>
                  <a:lnTo>
                    <a:pt x="383" y="550"/>
                  </a:lnTo>
                  <a:lnTo>
                    <a:pt x="383" y="546"/>
                  </a:lnTo>
                  <a:lnTo>
                    <a:pt x="383" y="542"/>
                  </a:lnTo>
                  <a:lnTo>
                    <a:pt x="382" y="540"/>
                  </a:lnTo>
                  <a:lnTo>
                    <a:pt x="380" y="538"/>
                  </a:lnTo>
                  <a:lnTo>
                    <a:pt x="378" y="537"/>
                  </a:lnTo>
                  <a:lnTo>
                    <a:pt x="376" y="535"/>
                  </a:lnTo>
                  <a:lnTo>
                    <a:pt x="375" y="533"/>
                  </a:lnTo>
                  <a:lnTo>
                    <a:pt x="373" y="531"/>
                  </a:lnTo>
                  <a:lnTo>
                    <a:pt x="371" y="528"/>
                  </a:lnTo>
                  <a:lnTo>
                    <a:pt x="370" y="525"/>
                  </a:lnTo>
                  <a:lnTo>
                    <a:pt x="370" y="522"/>
                  </a:lnTo>
                  <a:lnTo>
                    <a:pt x="372" y="519"/>
                  </a:lnTo>
                  <a:lnTo>
                    <a:pt x="374" y="517"/>
                  </a:lnTo>
                  <a:lnTo>
                    <a:pt x="375" y="515"/>
                  </a:lnTo>
                  <a:lnTo>
                    <a:pt x="375" y="512"/>
                  </a:lnTo>
                  <a:lnTo>
                    <a:pt x="375" y="509"/>
                  </a:lnTo>
                  <a:lnTo>
                    <a:pt x="376" y="506"/>
                  </a:lnTo>
                  <a:lnTo>
                    <a:pt x="379" y="505"/>
                  </a:lnTo>
                  <a:lnTo>
                    <a:pt x="381" y="504"/>
                  </a:lnTo>
                  <a:lnTo>
                    <a:pt x="383" y="503"/>
                  </a:lnTo>
                  <a:lnTo>
                    <a:pt x="384" y="500"/>
                  </a:lnTo>
                  <a:lnTo>
                    <a:pt x="384" y="497"/>
                  </a:lnTo>
                  <a:lnTo>
                    <a:pt x="386" y="494"/>
                  </a:lnTo>
                  <a:lnTo>
                    <a:pt x="388" y="492"/>
                  </a:lnTo>
                  <a:lnTo>
                    <a:pt x="390" y="491"/>
                  </a:lnTo>
                  <a:lnTo>
                    <a:pt x="392" y="489"/>
                  </a:lnTo>
                  <a:lnTo>
                    <a:pt x="394" y="488"/>
                  </a:lnTo>
                  <a:lnTo>
                    <a:pt x="396" y="489"/>
                  </a:lnTo>
                  <a:lnTo>
                    <a:pt x="398" y="493"/>
                  </a:lnTo>
                  <a:lnTo>
                    <a:pt x="399" y="496"/>
                  </a:lnTo>
                  <a:lnTo>
                    <a:pt x="401" y="498"/>
                  </a:lnTo>
                  <a:lnTo>
                    <a:pt x="402" y="497"/>
                  </a:lnTo>
                  <a:lnTo>
                    <a:pt x="405" y="495"/>
                  </a:lnTo>
                  <a:lnTo>
                    <a:pt x="407" y="494"/>
                  </a:lnTo>
                  <a:lnTo>
                    <a:pt x="408" y="495"/>
                  </a:lnTo>
                  <a:lnTo>
                    <a:pt x="409" y="498"/>
                  </a:lnTo>
                  <a:lnTo>
                    <a:pt x="410" y="500"/>
                  </a:lnTo>
                  <a:lnTo>
                    <a:pt x="411" y="502"/>
                  </a:lnTo>
                  <a:lnTo>
                    <a:pt x="413" y="503"/>
                  </a:lnTo>
                  <a:lnTo>
                    <a:pt x="414" y="505"/>
                  </a:lnTo>
                  <a:lnTo>
                    <a:pt x="414" y="508"/>
                  </a:lnTo>
                  <a:lnTo>
                    <a:pt x="414" y="511"/>
                  </a:lnTo>
                  <a:lnTo>
                    <a:pt x="414" y="514"/>
                  </a:lnTo>
                  <a:lnTo>
                    <a:pt x="414" y="517"/>
                  </a:lnTo>
                  <a:lnTo>
                    <a:pt x="415" y="520"/>
                  </a:lnTo>
                  <a:close/>
                </a:path>
              </a:pathLst>
            </a:custGeom>
            <a:solidFill>
              <a:srgbClr val="59A3CD">
                <a:alpha val="24000"/>
              </a:srgbClr>
            </a:solidFill>
            <a:ln>
              <a:noFill/>
            </a:ln>
          </p:spPr>
          <p:txBody>
            <a:bodyPr anchor="ctr"/>
            <a:lstStyle/>
            <a:p>
              <a:pPr algn="ctr">
                <a:buNone/>
              </a:pPr>
            </a:p>
          </p:txBody>
        </p:sp>
        <p:sp>
          <p:nvSpPr>
            <p:cNvPr id="7642" name="addition:spatial:131">
              <a:extLst>
                <a:ext uri="{FF2B5EF4-FFF2-40B4-BE49-F238E27FC236}">
                  <ns2:creationId id="{45D1E39F-F12E-4719-860E-A6CE8012163B}"/>
                </a:ext>
              </a:extLst>
            </p:cNvPr>
            <p:cNvSpPr>
              <a:spLocks noGrp="1"/>
            </p:cNvSpPr>
            <p:nvPr/>
          </p:nvSpPr>
          <p:spPr>
            <a:xfrm>
              <a:off x="5648325" y="1666875"/>
              <a:ext cx="1111087" cy="1260272"/>
            </a:xfrm>
            <a:custGeom>
              <a:rect l="l" t="t" r="r" b="b"/>
              <a:pathLst>
                <a:path w="838" h="745">
                  <a:moveTo>
                    <a:pt x="0" y="0"/>
                  </a:moveTo>
                  <a:moveTo>
                    <a:pt x="820" y="596"/>
                  </a:moveTo>
                  <a:lnTo>
                    <a:pt x="825" y="608"/>
                  </a:lnTo>
                  <a:lnTo>
                    <a:pt x="832" y="621"/>
                  </a:lnTo>
                  <a:lnTo>
                    <a:pt x="838" y="635"/>
                  </a:lnTo>
                  <a:lnTo>
                    <a:pt x="836" y="648"/>
                  </a:lnTo>
                  <a:lnTo>
                    <a:pt x="825" y="657"/>
                  </a:lnTo>
                  <a:lnTo>
                    <a:pt x="811" y="664"/>
                  </a:lnTo>
                  <a:lnTo>
                    <a:pt x="802" y="673"/>
                  </a:lnTo>
                  <a:lnTo>
                    <a:pt x="799" y="685"/>
                  </a:lnTo>
                  <a:lnTo>
                    <a:pt x="795" y="699"/>
                  </a:lnTo>
                  <a:lnTo>
                    <a:pt x="784" y="706"/>
                  </a:lnTo>
                  <a:lnTo>
                    <a:pt x="765" y="705"/>
                  </a:lnTo>
                  <a:lnTo>
                    <a:pt x="745" y="700"/>
                  </a:lnTo>
                  <a:lnTo>
                    <a:pt x="730" y="699"/>
                  </a:lnTo>
                  <a:lnTo>
                    <a:pt x="720" y="708"/>
                  </a:lnTo>
                  <a:lnTo>
                    <a:pt x="710" y="724"/>
                  </a:lnTo>
                  <a:lnTo>
                    <a:pt x="696" y="738"/>
                  </a:lnTo>
                  <a:lnTo>
                    <a:pt x="679" y="745"/>
                  </a:lnTo>
                  <a:lnTo>
                    <a:pt x="661" y="745"/>
                  </a:lnTo>
                  <a:lnTo>
                    <a:pt x="642" y="743"/>
                  </a:lnTo>
                  <a:lnTo>
                    <a:pt x="624" y="740"/>
                  </a:lnTo>
                  <a:lnTo>
                    <a:pt x="607" y="733"/>
                  </a:lnTo>
                  <a:lnTo>
                    <a:pt x="594" y="720"/>
                  </a:lnTo>
                  <a:lnTo>
                    <a:pt x="586" y="703"/>
                  </a:lnTo>
                  <a:lnTo>
                    <a:pt x="578" y="691"/>
                  </a:lnTo>
                  <a:lnTo>
                    <a:pt x="563" y="688"/>
                  </a:lnTo>
                  <a:lnTo>
                    <a:pt x="542" y="689"/>
                  </a:lnTo>
                  <a:lnTo>
                    <a:pt x="522" y="688"/>
                  </a:lnTo>
                  <a:lnTo>
                    <a:pt x="509" y="679"/>
                  </a:lnTo>
                  <a:lnTo>
                    <a:pt x="507" y="665"/>
                  </a:lnTo>
                  <a:lnTo>
                    <a:pt x="507" y="652"/>
                  </a:lnTo>
                  <a:lnTo>
                    <a:pt x="500" y="642"/>
                  </a:lnTo>
                  <a:lnTo>
                    <a:pt x="486" y="633"/>
                  </a:lnTo>
                  <a:lnTo>
                    <a:pt x="473" y="622"/>
                  </a:lnTo>
                  <a:lnTo>
                    <a:pt x="470" y="609"/>
                  </a:lnTo>
                  <a:lnTo>
                    <a:pt x="477" y="596"/>
                  </a:lnTo>
                  <a:lnTo>
                    <a:pt x="489" y="584"/>
                  </a:lnTo>
                  <a:lnTo>
                    <a:pt x="499" y="572"/>
                  </a:lnTo>
                  <a:lnTo>
                    <a:pt x="509" y="561"/>
                  </a:lnTo>
                  <a:lnTo>
                    <a:pt x="521" y="552"/>
                  </a:lnTo>
                  <a:lnTo>
                    <a:pt x="537" y="545"/>
                  </a:lnTo>
                  <a:lnTo>
                    <a:pt x="550" y="538"/>
                  </a:lnTo>
                  <a:lnTo>
                    <a:pt x="554" y="527"/>
                  </a:lnTo>
                  <a:lnTo>
                    <a:pt x="550" y="508"/>
                  </a:lnTo>
                  <a:lnTo>
                    <a:pt x="547" y="487"/>
                  </a:lnTo>
                  <a:lnTo>
                    <a:pt x="554" y="472"/>
                  </a:lnTo>
                  <a:lnTo>
                    <a:pt x="572" y="468"/>
                  </a:lnTo>
                  <a:lnTo>
                    <a:pt x="593" y="471"/>
                  </a:lnTo>
                  <a:lnTo>
                    <a:pt x="612" y="475"/>
                  </a:lnTo>
                  <a:lnTo>
                    <a:pt x="626" y="472"/>
                  </a:lnTo>
                  <a:lnTo>
                    <a:pt x="637" y="466"/>
                  </a:lnTo>
                  <a:lnTo>
                    <a:pt x="650" y="462"/>
                  </a:lnTo>
                  <a:lnTo>
                    <a:pt x="664" y="465"/>
                  </a:lnTo>
                  <a:lnTo>
                    <a:pt x="676" y="470"/>
                  </a:lnTo>
                  <a:lnTo>
                    <a:pt x="687" y="473"/>
                  </a:lnTo>
                  <a:lnTo>
                    <a:pt x="699" y="471"/>
                  </a:lnTo>
                  <a:lnTo>
                    <a:pt x="712" y="471"/>
                  </a:lnTo>
                  <a:lnTo>
                    <a:pt x="724" y="474"/>
                  </a:lnTo>
                  <a:lnTo>
                    <a:pt x="733" y="481"/>
                  </a:lnTo>
                  <a:lnTo>
                    <a:pt x="744" y="486"/>
                  </a:lnTo>
                  <a:lnTo>
                    <a:pt x="761" y="486"/>
                  </a:lnTo>
                  <a:lnTo>
                    <a:pt x="782" y="486"/>
                  </a:lnTo>
                  <a:lnTo>
                    <a:pt x="799" y="491"/>
                  </a:lnTo>
                  <a:lnTo>
                    <a:pt x="803" y="506"/>
                  </a:lnTo>
                  <a:lnTo>
                    <a:pt x="795" y="526"/>
                  </a:lnTo>
                  <a:lnTo>
                    <a:pt x="784" y="544"/>
                  </a:lnTo>
                  <a:lnTo>
                    <a:pt x="781" y="556"/>
                  </a:lnTo>
                  <a:lnTo>
                    <a:pt x="790" y="565"/>
                  </a:lnTo>
                  <a:lnTo>
                    <a:pt x="803" y="574"/>
                  </a:lnTo>
                  <a:lnTo>
                    <a:pt x="814" y="584"/>
                  </a:lnTo>
                  <a:close/>
                </a:path>
              </a:pathLst>
            </a:custGeom>
            <a:solidFill>
              <a:srgbClr val="F5DAC5">
                <a:alpha val="43000"/>
              </a:srgbClr>
            </a:solidFill>
            <a:ln>
              <a:noFill/>
            </a:ln>
          </p:spPr>
          <p:txBody>
            <a:bodyPr anchor="ctr"/>
            <a:lstStyle/>
            <a:p>
              <a:pPr algn="ctr">
                <a:buNone/>
              </a:pPr>
            </a:p>
          </p:txBody>
        </p:sp>
        <p:sp>
          <p:nvSpPr>
            <p:cNvPr id="7643" name="addition:spatial:132">
              <a:extLst>
                <a:ext uri="{FF2B5EF4-FFF2-40B4-BE49-F238E27FC236}">
                  <ns2:creationId id="{9F084676-6C6D-4A4A-9816-5EFD5E296332}"/>
                </a:ext>
              </a:extLst>
            </p:cNvPr>
            <p:cNvSpPr>
              <a:spLocks noGrp="1"/>
            </p:cNvSpPr>
            <p:nvPr/>
          </p:nvSpPr>
          <p:spPr>
            <a:xfrm>
              <a:off x="5648325" y="1666875"/>
              <a:ext cx="1075289" cy="1223056"/>
            </a:xfrm>
            <a:custGeom>
              <a:rect l="l" t="t" r="r" b="b"/>
              <a:pathLst>
                <a:path w="811" h="723">
                  <a:moveTo>
                    <a:pt x="0" y="0"/>
                  </a:moveTo>
                  <a:moveTo>
                    <a:pt x="800" y="601"/>
                  </a:moveTo>
                  <a:lnTo>
                    <a:pt x="808" y="612"/>
                  </a:lnTo>
                  <a:lnTo>
                    <a:pt x="811" y="623"/>
                  </a:lnTo>
                  <a:lnTo>
                    <a:pt x="808" y="633"/>
                  </a:lnTo>
                  <a:lnTo>
                    <a:pt x="805" y="643"/>
                  </a:lnTo>
                  <a:lnTo>
                    <a:pt x="803" y="654"/>
                  </a:lnTo>
                  <a:lnTo>
                    <a:pt x="800" y="666"/>
                  </a:lnTo>
                  <a:lnTo>
                    <a:pt x="789" y="673"/>
                  </a:lnTo>
                  <a:lnTo>
                    <a:pt x="771" y="674"/>
                  </a:lnTo>
                  <a:lnTo>
                    <a:pt x="750" y="672"/>
                  </a:lnTo>
                  <a:lnTo>
                    <a:pt x="736" y="672"/>
                  </a:lnTo>
                  <a:lnTo>
                    <a:pt x="730" y="681"/>
                  </a:lnTo>
                  <a:lnTo>
                    <a:pt x="727" y="698"/>
                  </a:lnTo>
                  <a:lnTo>
                    <a:pt x="721" y="713"/>
                  </a:lnTo>
                  <a:lnTo>
                    <a:pt x="708" y="722"/>
                  </a:lnTo>
                  <a:lnTo>
                    <a:pt x="692" y="723"/>
                  </a:lnTo>
                  <a:lnTo>
                    <a:pt x="676" y="722"/>
                  </a:lnTo>
                  <a:lnTo>
                    <a:pt x="661" y="722"/>
                  </a:lnTo>
                  <a:lnTo>
                    <a:pt x="645" y="722"/>
                  </a:lnTo>
                  <a:lnTo>
                    <a:pt x="630" y="719"/>
                  </a:lnTo>
                  <a:lnTo>
                    <a:pt x="617" y="711"/>
                  </a:lnTo>
                  <a:lnTo>
                    <a:pt x="606" y="703"/>
                  </a:lnTo>
                  <a:lnTo>
                    <a:pt x="594" y="699"/>
                  </a:lnTo>
                  <a:lnTo>
                    <a:pt x="580" y="699"/>
                  </a:lnTo>
                  <a:lnTo>
                    <a:pt x="566" y="697"/>
                  </a:lnTo>
                  <a:lnTo>
                    <a:pt x="557" y="690"/>
                  </a:lnTo>
                  <a:lnTo>
                    <a:pt x="554" y="678"/>
                  </a:lnTo>
                  <a:lnTo>
                    <a:pt x="551" y="668"/>
                  </a:lnTo>
                  <a:lnTo>
                    <a:pt x="542" y="663"/>
                  </a:lnTo>
                  <a:lnTo>
                    <a:pt x="524" y="661"/>
                  </a:lnTo>
                  <a:lnTo>
                    <a:pt x="505" y="657"/>
                  </a:lnTo>
                  <a:lnTo>
                    <a:pt x="494" y="649"/>
                  </a:lnTo>
                  <a:lnTo>
                    <a:pt x="497" y="636"/>
                  </a:lnTo>
                  <a:lnTo>
                    <a:pt x="508" y="623"/>
                  </a:lnTo>
                  <a:lnTo>
                    <a:pt x="518" y="611"/>
                  </a:lnTo>
                  <a:lnTo>
                    <a:pt x="525" y="601"/>
                  </a:lnTo>
                  <a:lnTo>
                    <a:pt x="530" y="591"/>
                  </a:lnTo>
                  <a:lnTo>
                    <a:pt x="538" y="583"/>
                  </a:lnTo>
                  <a:lnTo>
                    <a:pt x="545" y="574"/>
                  </a:lnTo>
                  <a:lnTo>
                    <a:pt x="547" y="565"/>
                  </a:lnTo>
                  <a:lnTo>
                    <a:pt x="543" y="553"/>
                  </a:lnTo>
                  <a:lnTo>
                    <a:pt x="538" y="538"/>
                  </a:lnTo>
                  <a:lnTo>
                    <a:pt x="540" y="526"/>
                  </a:lnTo>
                  <a:lnTo>
                    <a:pt x="551" y="519"/>
                  </a:lnTo>
                  <a:lnTo>
                    <a:pt x="567" y="516"/>
                  </a:lnTo>
                  <a:lnTo>
                    <a:pt x="580" y="513"/>
                  </a:lnTo>
                  <a:lnTo>
                    <a:pt x="587" y="505"/>
                  </a:lnTo>
                  <a:lnTo>
                    <a:pt x="592" y="494"/>
                  </a:lnTo>
                  <a:lnTo>
                    <a:pt x="601" y="485"/>
                  </a:lnTo>
                  <a:lnTo>
                    <a:pt x="614" y="485"/>
                  </a:lnTo>
                  <a:lnTo>
                    <a:pt x="627" y="492"/>
                  </a:lnTo>
                  <a:lnTo>
                    <a:pt x="639" y="499"/>
                  </a:lnTo>
                  <a:lnTo>
                    <a:pt x="648" y="500"/>
                  </a:lnTo>
                  <a:lnTo>
                    <a:pt x="658" y="498"/>
                  </a:lnTo>
                  <a:lnTo>
                    <a:pt x="668" y="495"/>
                  </a:lnTo>
                  <a:lnTo>
                    <a:pt x="679" y="494"/>
                  </a:lnTo>
                  <a:lnTo>
                    <a:pt x="690" y="493"/>
                  </a:lnTo>
                  <a:lnTo>
                    <a:pt x="704" y="490"/>
                  </a:lnTo>
                  <a:lnTo>
                    <a:pt x="721" y="486"/>
                  </a:lnTo>
                  <a:lnTo>
                    <a:pt x="737" y="488"/>
                  </a:lnTo>
                  <a:lnTo>
                    <a:pt x="746" y="498"/>
                  </a:lnTo>
                  <a:lnTo>
                    <a:pt x="746" y="515"/>
                  </a:lnTo>
                  <a:lnTo>
                    <a:pt x="743" y="532"/>
                  </a:lnTo>
                  <a:lnTo>
                    <a:pt x="746" y="542"/>
                  </a:lnTo>
                  <a:lnTo>
                    <a:pt x="757" y="548"/>
                  </a:lnTo>
                  <a:lnTo>
                    <a:pt x="773" y="553"/>
                  </a:lnTo>
                  <a:lnTo>
                    <a:pt x="784" y="561"/>
                  </a:lnTo>
                  <a:lnTo>
                    <a:pt x="787" y="571"/>
                  </a:lnTo>
                  <a:lnTo>
                    <a:pt x="788" y="581"/>
                  </a:lnTo>
                  <a:lnTo>
                    <a:pt x="791" y="591"/>
                  </a:lnTo>
                  <a:close/>
                </a:path>
              </a:pathLst>
            </a:custGeom>
            <a:solidFill>
              <a:srgbClr val="ECB78D">
                <a:alpha val="43000"/>
              </a:srgbClr>
            </a:solidFill>
            <a:ln>
              <a:noFill/>
            </a:ln>
          </p:spPr>
          <p:txBody>
            <a:bodyPr anchor="ctr"/>
            <a:lstStyle/>
            <a:p>
              <a:pPr algn="ctr">
                <a:buNone/>
              </a:pPr>
            </a:p>
          </p:txBody>
        </p:sp>
        <p:sp>
          <p:nvSpPr>
            <p:cNvPr id="7644" name="addition:spatial:133">
              <a:extLst>
                <a:ext uri="{FF2B5EF4-FFF2-40B4-BE49-F238E27FC236}">
                  <ns2:creationId id="{E3E35318-D859-440B-85A1-AC9770CCB88F}"/>
                </a:ext>
              </a:extLst>
            </p:cNvPr>
            <p:cNvSpPr>
              <a:spLocks noGrp="1"/>
            </p:cNvSpPr>
            <p:nvPr/>
          </p:nvSpPr>
          <p:spPr>
            <a:xfrm>
              <a:off x="5648325" y="1666875"/>
              <a:ext cx="1056726" cy="1202756"/>
            </a:xfrm>
            <a:custGeom>
              <a:rect l="l" t="t" r="r" b="b"/>
              <a:pathLst>
                <a:path w="797" h="711">
                  <a:moveTo>
                    <a:pt x="0" y="0"/>
                  </a:moveTo>
                  <a:moveTo>
                    <a:pt x="794" y="606"/>
                  </a:moveTo>
                  <a:lnTo>
                    <a:pt x="782" y="615"/>
                  </a:lnTo>
                  <a:lnTo>
                    <a:pt x="770" y="623"/>
                  </a:lnTo>
                  <a:lnTo>
                    <a:pt x="763" y="630"/>
                  </a:lnTo>
                  <a:lnTo>
                    <a:pt x="763" y="639"/>
                  </a:lnTo>
                  <a:lnTo>
                    <a:pt x="764" y="650"/>
                  </a:lnTo>
                  <a:lnTo>
                    <a:pt x="758" y="658"/>
                  </a:lnTo>
                  <a:lnTo>
                    <a:pt x="745" y="663"/>
                  </a:lnTo>
                  <a:lnTo>
                    <a:pt x="730" y="665"/>
                  </a:lnTo>
                  <a:lnTo>
                    <a:pt x="720" y="670"/>
                  </a:lnTo>
                  <a:lnTo>
                    <a:pt x="716" y="679"/>
                  </a:lnTo>
                  <a:lnTo>
                    <a:pt x="712" y="692"/>
                  </a:lnTo>
                  <a:lnTo>
                    <a:pt x="705" y="703"/>
                  </a:lnTo>
                  <a:lnTo>
                    <a:pt x="694" y="708"/>
                  </a:lnTo>
                  <a:lnTo>
                    <a:pt x="681" y="710"/>
                  </a:lnTo>
                  <a:lnTo>
                    <a:pt x="669" y="711"/>
                  </a:lnTo>
                  <a:lnTo>
                    <a:pt x="657" y="711"/>
                  </a:lnTo>
                  <a:lnTo>
                    <a:pt x="645" y="708"/>
                  </a:lnTo>
                  <a:lnTo>
                    <a:pt x="635" y="700"/>
                  </a:lnTo>
                  <a:lnTo>
                    <a:pt x="627" y="690"/>
                  </a:lnTo>
                  <a:lnTo>
                    <a:pt x="620" y="685"/>
                  </a:lnTo>
                  <a:lnTo>
                    <a:pt x="611" y="688"/>
                  </a:lnTo>
                  <a:lnTo>
                    <a:pt x="598" y="696"/>
                  </a:lnTo>
                  <a:lnTo>
                    <a:pt x="584" y="701"/>
                  </a:lnTo>
                  <a:lnTo>
                    <a:pt x="574" y="698"/>
                  </a:lnTo>
                  <a:lnTo>
                    <a:pt x="569" y="689"/>
                  </a:lnTo>
                  <a:lnTo>
                    <a:pt x="566" y="679"/>
                  </a:lnTo>
                  <a:lnTo>
                    <a:pt x="561" y="672"/>
                  </a:lnTo>
                  <a:lnTo>
                    <a:pt x="552" y="667"/>
                  </a:lnTo>
                  <a:lnTo>
                    <a:pt x="543" y="661"/>
                  </a:lnTo>
                  <a:lnTo>
                    <a:pt x="540" y="652"/>
                  </a:lnTo>
                  <a:lnTo>
                    <a:pt x="542" y="641"/>
                  </a:lnTo>
                  <a:lnTo>
                    <a:pt x="544" y="632"/>
                  </a:lnTo>
                  <a:lnTo>
                    <a:pt x="544" y="623"/>
                  </a:lnTo>
                  <a:lnTo>
                    <a:pt x="542" y="615"/>
                  </a:lnTo>
                  <a:lnTo>
                    <a:pt x="543" y="606"/>
                  </a:lnTo>
                  <a:lnTo>
                    <a:pt x="548" y="598"/>
                  </a:lnTo>
                  <a:lnTo>
                    <a:pt x="550" y="590"/>
                  </a:lnTo>
                  <a:lnTo>
                    <a:pt x="545" y="581"/>
                  </a:lnTo>
                  <a:lnTo>
                    <a:pt x="533" y="569"/>
                  </a:lnTo>
                  <a:lnTo>
                    <a:pt x="523" y="556"/>
                  </a:lnTo>
                  <a:lnTo>
                    <a:pt x="523" y="544"/>
                  </a:lnTo>
                  <a:lnTo>
                    <a:pt x="535" y="539"/>
                  </a:lnTo>
                  <a:lnTo>
                    <a:pt x="552" y="539"/>
                  </a:lnTo>
                  <a:lnTo>
                    <a:pt x="565" y="538"/>
                  </a:lnTo>
                  <a:lnTo>
                    <a:pt x="573" y="534"/>
                  </a:lnTo>
                  <a:lnTo>
                    <a:pt x="579" y="528"/>
                  </a:lnTo>
                  <a:lnTo>
                    <a:pt x="586" y="523"/>
                  </a:lnTo>
                  <a:lnTo>
                    <a:pt x="595" y="520"/>
                  </a:lnTo>
                  <a:lnTo>
                    <a:pt x="604" y="518"/>
                  </a:lnTo>
                  <a:lnTo>
                    <a:pt x="613" y="513"/>
                  </a:lnTo>
                  <a:lnTo>
                    <a:pt x="623" y="506"/>
                  </a:lnTo>
                  <a:lnTo>
                    <a:pt x="634" y="501"/>
                  </a:lnTo>
                  <a:lnTo>
                    <a:pt x="646" y="502"/>
                  </a:lnTo>
                  <a:lnTo>
                    <a:pt x="658" y="507"/>
                  </a:lnTo>
                  <a:lnTo>
                    <a:pt x="669" y="509"/>
                  </a:lnTo>
                  <a:lnTo>
                    <a:pt x="683" y="508"/>
                  </a:lnTo>
                  <a:lnTo>
                    <a:pt x="699" y="504"/>
                  </a:lnTo>
                  <a:lnTo>
                    <a:pt x="713" y="506"/>
                  </a:lnTo>
                  <a:lnTo>
                    <a:pt x="722" y="516"/>
                  </a:lnTo>
                  <a:lnTo>
                    <a:pt x="724" y="531"/>
                  </a:lnTo>
                  <a:lnTo>
                    <a:pt x="725" y="544"/>
                  </a:lnTo>
                  <a:lnTo>
                    <a:pt x="730" y="552"/>
                  </a:lnTo>
                  <a:lnTo>
                    <a:pt x="742" y="555"/>
                  </a:lnTo>
                  <a:lnTo>
                    <a:pt x="756" y="558"/>
                  </a:lnTo>
                  <a:lnTo>
                    <a:pt x="769" y="563"/>
                  </a:lnTo>
                  <a:lnTo>
                    <a:pt x="777" y="570"/>
                  </a:lnTo>
                  <a:lnTo>
                    <a:pt x="785" y="578"/>
                  </a:lnTo>
                  <a:lnTo>
                    <a:pt x="793" y="586"/>
                  </a:lnTo>
                  <a:lnTo>
                    <a:pt x="797" y="596"/>
                  </a:lnTo>
                  <a:close/>
                </a:path>
              </a:pathLst>
            </a:custGeom>
            <a:solidFill>
              <a:srgbClr val="E18B48">
                <a:alpha val="35000"/>
              </a:srgbClr>
            </a:solidFill>
            <a:ln>
              <a:noFill/>
            </a:ln>
          </p:spPr>
          <p:txBody>
            <a:bodyPr anchor="ctr"/>
            <a:lstStyle/>
            <a:p>
              <a:pPr algn="ctr">
                <a:buNone/>
              </a:pPr>
            </a:p>
          </p:txBody>
        </p:sp>
        <p:sp>
          <p:nvSpPr>
            <p:cNvPr id="7645" name="addition:spatial:134">
              <a:extLst>
                <a:ext uri="{FF2B5EF4-FFF2-40B4-BE49-F238E27FC236}">
                  <ns2:creationId id="{7DFF71C9-458C-483B-893B-06E8F9CCDC3D}"/>
                </a:ext>
              </a:extLst>
            </p:cNvPr>
            <p:cNvSpPr>
              <a:spLocks noGrp="1"/>
            </p:cNvSpPr>
            <p:nvPr/>
          </p:nvSpPr>
          <p:spPr>
            <a:xfrm>
              <a:off x="5648325" y="1666875"/>
              <a:ext cx="859170" cy="1053892"/>
            </a:xfrm>
            <a:custGeom>
              <a:rect l="l" t="t" r="r" b="b"/>
              <a:pathLst>
                <a:path w="648" h="623">
                  <a:moveTo>
                    <a:pt x="0" y="0"/>
                  </a:moveTo>
                  <a:moveTo>
                    <a:pt x="638" y="577"/>
                  </a:moveTo>
                  <a:lnTo>
                    <a:pt x="642" y="580"/>
                  </a:lnTo>
                  <a:lnTo>
                    <a:pt x="644" y="584"/>
                  </a:lnTo>
                  <a:lnTo>
                    <a:pt x="643" y="588"/>
                  </a:lnTo>
                  <a:lnTo>
                    <a:pt x="641" y="591"/>
                  </a:lnTo>
                  <a:lnTo>
                    <a:pt x="640" y="595"/>
                  </a:lnTo>
                  <a:lnTo>
                    <a:pt x="640" y="599"/>
                  </a:lnTo>
                  <a:lnTo>
                    <a:pt x="639" y="603"/>
                  </a:lnTo>
                  <a:lnTo>
                    <a:pt x="636" y="606"/>
                  </a:lnTo>
                  <a:lnTo>
                    <a:pt x="632" y="607"/>
                  </a:lnTo>
                  <a:lnTo>
                    <a:pt x="629" y="609"/>
                  </a:lnTo>
                  <a:lnTo>
                    <a:pt x="626" y="612"/>
                  </a:lnTo>
                  <a:lnTo>
                    <a:pt x="623" y="615"/>
                  </a:lnTo>
                  <a:lnTo>
                    <a:pt x="619" y="616"/>
                  </a:lnTo>
                  <a:lnTo>
                    <a:pt x="614" y="613"/>
                  </a:lnTo>
                  <a:lnTo>
                    <a:pt x="609" y="611"/>
                  </a:lnTo>
                  <a:lnTo>
                    <a:pt x="605" y="611"/>
                  </a:lnTo>
                  <a:lnTo>
                    <a:pt x="602" y="614"/>
                  </a:lnTo>
                  <a:lnTo>
                    <a:pt x="598" y="620"/>
                  </a:lnTo>
                  <a:lnTo>
                    <a:pt x="592" y="623"/>
                  </a:lnTo>
                  <a:lnTo>
                    <a:pt x="587" y="623"/>
                  </a:lnTo>
                  <a:lnTo>
                    <a:pt x="582" y="621"/>
                  </a:lnTo>
                  <a:lnTo>
                    <a:pt x="578" y="618"/>
                  </a:lnTo>
                  <a:lnTo>
                    <a:pt x="573" y="615"/>
                  </a:lnTo>
                  <a:lnTo>
                    <a:pt x="569" y="612"/>
                  </a:lnTo>
                  <a:lnTo>
                    <a:pt x="566" y="608"/>
                  </a:lnTo>
                  <a:lnTo>
                    <a:pt x="564" y="604"/>
                  </a:lnTo>
                  <a:lnTo>
                    <a:pt x="562" y="601"/>
                  </a:lnTo>
                  <a:lnTo>
                    <a:pt x="557" y="599"/>
                  </a:lnTo>
                  <a:lnTo>
                    <a:pt x="551" y="598"/>
                  </a:lnTo>
                  <a:lnTo>
                    <a:pt x="546" y="595"/>
                  </a:lnTo>
                  <a:lnTo>
                    <a:pt x="544" y="592"/>
                  </a:lnTo>
                  <a:lnTo>
                    <a:pt x="544" y="587"/>
                  </a:lnTo>
                  <a:lnTo>
                    <a:pt x="545" y="584"/>
                  </a:lnTo>
                  <a:lnTo>
                    <a:pt x="542" y="580"/>
                  </a:lnTo>
                  <a:lnTo>
                    <a:pt x="537" y="577"/>
                  </a:lnTo>
                  <a:lnTo>
                    <a:pt x="533" y="572"/>
                  </a:lnTo>
                  <a:lnTo>
                    <a:pt x="534" y="568"/>
                  </a:lnTo>
                  <a:lnTo>
                    <a:pt x="539" y="565"/>
                  </a:lnTo>
                  <a:lnTo>
                    <a:pt x="545" y="562"/>
                  </a:lnTo>
                  <a:lnTo>
                    <a:pt x="550" y="560"/>
                  </a:lnTo>
                  <a:lnTo>
                    <a:pt x="554" y="557"/>
                  </a:lnTo>
                  <a:lnTo>
                    <a:pt x="557" y="555"/>
                  </a:lnTo>
                  <a:lnTo>
                    <a:pt x="561" y="552"/>
                  </a:lnTo>
                  <a:lnTo>
                    <a:pt x="564" y="550"/>
                  </a:lnTo>
                  <a:lnTo>
                    <a:pt x="566" y="546"/>
                  </a:lnTo>
                  <a:lnTo>
                    <a:pt x="568" y="540"/>
                  </a:lnTo>
                  <a:lnTo>
                    <a:pt x="570" y="535"/>
                  </a:lnTo>
                  <a:lnTo>
                    <a:pt x="575" y="532"/>
                  </a:lnTo>
                  <a:lnTo>
                    <a:pt x="581" y="533"/>
                  </a:lnTo>
                  <a:lnTo>
                    <a:pt x="588" y="536"/>
                  </a:lnTo>
                  <a:lnTo>
                    <a:pt x="593" y="537"/>
                  </a:lnTo>
                  <a:lnTo>
                    <a:pt x="598" y="536"/>
                  </a:lnTo>
                  <a:lnTo>
                    <a:pt x="602" y="534"/>
                  </a:lnTo>
                  <a:lnTo>
                    <a:pt x="607" y="534"/>
                  </a:lnTo>
                  <a:lnTo>
                    <a:pt x="611" y="536"/>
                  </a:lnTo>
                  <a:lnTo>
                    <a:pt x="614" y="540"/>
                  </a:lnTo>
                  <a:lnTo>
                    <a:pt x="617" y="542"/>
                  </a:lnTo>
                  <a:lnTo>
                    <a:pt x="621" y="543"/>
                  </a:lnTo>
                  <a:lnTo>
                    <a:pt x="625" y="543"/>
                  </a:lnTo>
                  <a:lnTo>
                    <a:pt x="629" y="544"/>
                  </a:lnTo>
                  <a:lnTo>
                    <a:pt x="632" y="546"/>
                  </a:lnTo>
                  <a:lnTo>
                    <a:pt x="636" y="548"/>
                  </a:lnTo>
                  <a:lnTo>
                    <a:pt x="641" y="550"/>
                  </a:lnTo>
                  <a:lnTo>
                    <a:pt x="645" y="552"/>
                  </a:lnTo>
                  <a:lnTo>
                    <a:pt x="648" y="556"/>
                  </a:lnTo>
                  <a:lnTo>
                    <a:pt x="646" y="561"/>
                  </a:lnTo>
                  <a:lnTo>
                    <a:pt x="640" y="566"/>
                  </a:lnTo>
                  <a:lnTo>
                    <a:pt x="635" y="570"/>
                  </a:lnTo>
                  <a:lnTo>
                    <a:pt x="634" y="574"/>
                  </a:lnTo>
                  <a:close/>
                </a:path>
              </a:pathLst>
            </a:custGeom>
            <a:solidFill>
              <a:srgbClr val="ECB78D">
                <a:alpha val="32000"/>
              </a:srgbClr>
            </a:solidFill>
            <a:ln>
              <a:noFill/>
            </a:ln>
          </p:spPr>
          <p:txBody>
            <a:bodyPr anchor="ctr"/>
            <a:lstStyle/>
            <a:p>
              <a:pPr algn="ctr">
                <a:buNone/>
              </a:pPr>
            </a:p>
          </p:txBody>
        </p:sp>
        <p:sp>
          <p:nvSpPr>
            <p:cNvPr id="7646" name="addition:spatial:135">
              <a:extLst>
                <a:ext uri="{FF2B5EF4-FFF2-40B4-BE49-F238E27FC236}">
                  <ns2:creationId id="{433AEE80-1171-4C34-AAB4-B8E519E496BB}"/>
                </a:ext>
              </a:extLst>
            </p:cNvPr>
            <p:cNvSpPr>
              <a:spLocks noGrp="1"/>
            </p:cNvSpPr>
            <p:nvPr/>
          </p:nvSpPr>
          <p:spPr>
            <a:xfrm>
              <a:off x="5648325" y="1666875"/>
              <a:ext cx="918835" cy="992993"/>
            </a:xfrm>
            <a:custGeom>
              <a:rect l="l" t="t" r="r" b="b"/>
              <a:pathLst>
                <a:path w="693" h="587">
                  <a:moveTo>
                    <a:pt x="0" y="0"/>
                  </a:moveTo>
                  <a:moveTo>
                    <a:pt x="693" y="543"/>
                  </a:moveTo>
                  <a:lnTo>
                    <a:pt x="693" y="547"/>
                  </a:lnTo>
                  <a:lnTo>
                    <a:pt x="691" y="551"/>
                  </a:lnTo>
                  <a:lnTo>
                    <a:pt x="688" y="554"/>
                  </a:lnTo>
                  <a:lnTo>
                    <a:pt x="686" y="557"/>
                  </a:lnTo>
                  <a:lnTo>
                    <a:pt x="685" y="561"/>
                  </a:lnTo>
                  <a:lnTo>
                    <a:pt x="683" y="565"/>
                  </a:lnTo>
                  <a:lnTo>
                    <a:pt x="679" y="567"/>
                  </a:lnTo>
                  <a:lnTo>
                    <a:pt x="672" y="567"/>
                  </a:lnTo>
                  <a:lnTo>
                    <a:pt x="666" y="567"/>
                  </a:lnTo>
                  <a:lnTo>
                    <a:pt x="663" y="570"/>
                  </a:lnTo>
                  <a:lnTo>
                    <a:pt x="662" y="575"/>
                  </a:lnTo>
                  <a:lnTo>
                    <a:pt x="661" y="581"/>
                  </a:lnTo>
                  <a:lnTo>
                    <a:pt x="658" y="586"/>
                  </a:lnTo>
                  <a:lnTo>
                    <a:pt x="652" y="587"/>
                  </a:lnTo>
                  <a:lnTo>
                    <a:pt x="647" y="587"/>
                  </a:lnTo>
                  <a:lnTo>
                    <a:pt x="641" y="586"/>
                  </a:lnTo>
                  <a:lnTo>
                    <a:pt x="636" y="585"/>
                  </a:lnTo>
                  <a:lnTo>
                    <a:pt x="631" y="583"/>
                  </a:lnTo>
                  <a:lnTo>
                    <a:pt x="627" y="581"/>
                  </a:lnTo>
                  <a:lnTo>
                    <a:pt x="624" y="578"/>
                  </a:lnTo>
                  <a:lnTo>
                    <a:pt x="621" y="577"/>
                  </a:lnTo>
                  <a:lnTo>
                    <a:pt x="616" y="577"/>
                  </a:lnTo>
                  <a:lnTo>
                    <a:pt x="611" y="579"/>
                  </a:lnTo>
                  <a:lnTo>
                    <a:pt x="607" y="579"/>
                  </a:lnTo>
                  <a:lnTo>
                    <a:pt x="604" y="576"/>
                  </a:lnTo>
                  <a:lnTo>
                    <a:pt x="603" y="572"/>
                  </a:lnTo>
                  <a:lnTo>
                    <a:pt x="602" y="568"/>
                  </a:lnTo>
                  <a:lnTo>
                    <a:pt x="598" y="567"/>
                  </a:lnTo>
                  <a:lnTo>
                    <a:pt x="593" y="566"/>
                  </a:lnTo>
                  <a:lnTo>
                    <a:pt x="589" y="563"/>
                  </a:lnTo>
                  <a:lnTo>
                    <a:pt x="588" y="559"/>
                  </a:lnTo>
                  <a:lnTo>
                    <a:pt x="591" y="554"/>
                  </a:lnTo>
                  <a:lnTo>
                    <a:pt x="594" y="550"/>
                  </a:lnTo>
                  <a:lnTo>
                    <a:pt x="597" y="546"/>
                  </a:lnTo>
                  <a:lnTo>
                    <a:pt x="597" y="543"/>
                  </a:lnTo>
                  <a:lnTo>
                    <a:pt x="598" y="540"/>
                  </a:lnTo>
                  <a:lnTo>
                    <a:pt x="599" y="537"/>
                  </a:lnTo>
                  <a:lnTo>
                    <a:pt x="599" y="533"/>
                  </a:lnTo>
                  <a:lnTo>
                    <a:pt x="597" y="529"/>
                  </a:lnTo>
                  <a:lnTo>
                    <a:pt x="593" y="524"/>
                  </a:lnTo>
                  <a:lnTo>
                    <a:pt x="592" y="519"/>
                  </a:lnTo>
                  <a:lnTo>
                    <a:pt x="594" y="515"/>
                  </a:lnTo>
                  <a:lnTo>
                    <a:pt x="599" y="514"/>
                  </a:lnTo>
                  <a:lnTo>
                    <a:pt x="605" y="514"/>
                  </a:lnTo>
                  <a:lnTo>
                    <a:pt x="609" y="513"/>
                  </a:lnTo>
                  <a:lnTo>
                    <a:pt x="611" y="510"/>
                  </a:lnTo>
                  <a:lnTo>
                    <a:pt x="613" y="507"/>
                  </a:lnTo>
                  <a:lnTo>
                    <a:pt x="616" y="505"/>
                  </a:lnTo>
                  <a:lnTo>
                    <a:pt x="620" y="505"/>
                  </a:lnTo>
                  <a:lnTo>
                    <a:pt x="625" y="506"/>
                  </a:lnTo>
                  <a:lnTo>
                    <a:pt x="628" y="507"/>
                  </a:lnTo>
                  <a:lnTo>
                    <a:pt x="632" y="505"/>
                  </a:lnTo>
                  <a:lnTo>
                    <a:pt x="636" y="503"/>
                  </a:lnTo>
                  <a:lnTo>
                    <a:pt x="640" y="503"/>
                  </a:lnTo>
                  <a:lnTo>
                    <a:pt x="645" y="503"/>
                  </a:lnTo>
                  <a:lnTo>
                    <a:pt x="649" y="503"/>
                  </a:lnTo>
                  <a:lnTo>
                    <a:pt x="655" y="502"/>
                  </a:lnTo>
                  <a:lnTo>
                    <a:pt x="661" y="502"/>
                  </a:lnTo>
                  <a:lnTo>
                    <a:pt x="666" y="504"/>
                  </a:lnTo>
                  <a:lnTo>
                    <a:pt x="667" y="510"/>
                  </a:lnTo>
                  <a:lnTo>
                    <a:pt x="667" y="516"/>
                  </a:lnTo>
                  <a:lnTo>
                    <a:pt x="667" y="521"/>
                  </a:lnTo>
                  <a:lnTo>
                    <a:pt x="670" y="523"/>
                  </a:lnTo>
                  <a:lnTo>
                    <a:pt x="676" y="524"/>
                  </a:lnTo>
                  <a:lnTo>
                    <a:pt x="682" y="526"/>
                  </a:lnTo>
                  <a:lnTo>
                    <a:pt x="686" y="528"/>
                  </a:lnTo>
                  <a:lnTo>
                    <a:pt x="688" y="532"/>
                  </a:lnTo>
                  <a:lnTo>
                    <a:pt x="689" y="536"/>
                  </a:lnTo>
                  <a:lnTo>
                    <a:pt x="691" y="539"/>
                  </a:lnTo>
                  <a:close/>
                </a:path>
              </a:pathLst>
            </a:custGeom>
            <a:solidFill>
              <a:srgbClr val="ECB78D">
                <a:alpha val="32000"/>
              </a:srgbClr>
            </a:solidFill>
            <a:ln>
              <a:noFill/>
            </a:ln>
          </p:spPr>
          <p:txBody>
            <a:bodyPr anchor="ctr"/>
            <a:lstStyle/>
            <a:p>
              <a:pPr algn="ctr">
                <a:buNone/>
              </a:pPr>
            </a:p>
          </p:txBody>
        </p:sp>
        <p:sp>
          <p:nvSpPr>
            <p:cNvPr id="7647" name="addition:spatial:136">
              <a:extLst>
                <a:ext uri="{FF2B5EF4-FFF2-40B4-BE49-F238E27FC236}">
                  <ns2:creationId id="{20780FDD-1333-42BA-B991-A5876F4BF1E5}"/>
                </a:ext>
              </a:extLst>
            </p:cNvPr>
            <p:cNvSpPr>
              <a:spLocks noGrp="1"/>
            </p:cNvSpPr>
            <p:nvPr/>
          </p:nvSpPr>
          <p:spPr>
            <a:xfrm>
              <a:off x="5648325" y="1666875"/>
              <a:ext cx="977174" cy="1021751"/>
            </a:xfrm>
            <a:custGeom>
              <a:rect l="l" t="t" r="r" b="b"/>
              <a:pathLst>
                <a:path w="737" h="604">
                  <a:moveTo>
                    <a:pt x="0" y="0"/>
                  </a:moveTo>
                  <a:moveTo>
                    <a:pt x="728" y="552"/>
                  </a:moveTo>
                  <a:lnTo>
                    <a:pt x="733" y="556"/>
                  </a:lnTo>
                  <a:lnTo>
                    <a:pt x="737" y="561"/>
                  </a:lnTo>
                  <a:lnTo>
                    <a:pt x="737" y="565"/>
                  </a:lnTo>
                  <a:lnTo>
                    <a:pt x="734" y="568"/>
                  </a:lnTo>
                  <a:lnTo>
                    <a:pt x="730" y="571"/>
                  </a:lnTo>
                  <a:lnTo>
                    <a:pt x="729" y="575"/>
                  </a:lnTo>
                  <a:lnTo>
                    <a:pt x="729" y="579"/>
                  </a:lnTo>
                  <a:lnTo>
                    <a:pt x="729" y="584"/>
                  </a:lnTo>
                  <a:lnTo>
                    <a:pt x="727" y="587"/>
                  </a:lnTo>
                  <a:lnTo>
                    <a:pt x="722" y="588"/>
                  </a:lnTo>
                  <a:lnTo>
                    <a:pt x="717" y="588"/>
                  </a:lnTo>
                  <a:lnTo>
                    <a:pt x="713" y="589"/>
                  </a:lnTo>
                  <a:lnTo>
                    <a:pt x="709" y="590"/>
                  </a:lnTo>
                  <a:lnTo>
                    <a:pt x="705" y="591"/>
                  </a:lnTo>
                  <a:lnTo>
                    <a:pt x="701" y="591"/>
                  </a:lnTo>
                  <a:lnTo>
                    <a:pt x="697" y="591"/>
                  </a:lnTo>
                  <a:lnTo>
                    <a:pt x="694" y="594"/>
                  </a:lnTo>
                  <a:lnTo>
                    <a:pt x="689" y="599"/>
                  </a:lnTo>
                  <a:lnTo>
                    <a:pt x="683" y="603"/>
                  </a:lnTo>
                  <a:lnTo>
                    <a:pt x="677" y="604"/>
                  </a:lnTo>
                  <a:lnTo>
                    <a:pt x="672" y="600"/>
                  </a:lnTo>
                  <a:lnTo>
                    <a:pt x="669" y="594"/>
                  </a:lnTo>
                  <a:lnTo>
                    <a:pt x="667" y="588"/>
                  </a:lnTo>
                  <a:lnTo>
                    <a:pt x="663" y="586"/>
                  </a:lnTo>
                  <a:lnTo>
                    <a:pt x="658" y="585"/>
                  </a:lnTo>
                  <a:lnTo>
                    <a:pt x="653" y="583"/>
                  </a:lnTo>
                  <a:lnTo>
                    <a:pt x="650" y="580"/>
                  </a:lnTo>
                  <a:lnTo>
                    <a:pt x="647" y="577"/>
                  </a:lnTo>
                  <a:lnTo>
                    <a:pt x="644" y="574"/>
                  </a:lnTo>
                  <a:lnTo>
                    <a:pt x="640" y="571"/>
                  </a:lnTo>
                  <a:lnTo>
                    <a:pt x="636" y="568"/>
                  </a:lnTo>
                  <a:lnTo>
                    <a:pt x="634" y="564"/>
                  </a:lnTo>
                  <a:lnTo>
                    <a:pt x="634" y="560"/>
                  </a:lnTo>
                  <a:lnTo>
                    <a:pt x="633" y="556"/>
                  </a:lnTo>
                  <a:lnTo>
                    <a:pt x="631" y="552"/>
                  </a:lnTo>
                  <a:lnTo>
                    <a:pt x="628" y="548"/>
                  </a:lnTo>
                  <a:lnTo>
                    <a:pt x="628" y="543"/>
                  </a:lnTo>
                  <a:lnTo>
                    <a:pt x="632" y="540"/>
                  </a:lnTo>
                  <a:lnTo>
                    <a:pt x="640" y="537"/>
                  </a:lnTo>
                  <a:lnTo>
                    <a:pt x="648" y="536"/>
                  </a:lnTo>
                  <a:lnTo>
                    <a:pt x="652" y="534"/>
                  </a:lnTo>
                  <a:lnTo>
                    <a:pt x="652" y="530"/>
                  </a:lnTo>
                  <a:lnTo>
                    <a:pt x="652" y="524"/>
                  </a:lnTo>
                  <a:lnTo>
                    <a:pt x="653" y="520"/>
                  </a:lnTo>
                  <a:lnTo>
                    <a:pt x="657" y="516"/>
                  </a:lnTo>
                  <a:lnTo>
                    <a:pt x="661" y="513"/>
                  </a:lnTo>
                  <a:lnTo>
                    <a:pt x="665" y="510"/>
                  </a:lnTo>
                  <a:lnTo>
                    <a:pt x="669" y="508"/>
                  </a:lnTo>
                  <a:lnTo>
                    <a:pt x="674" y="507"/>
                  </a:lnTo>
                  <a:lnTo>
                    <a:pt x="680" y="508"/>
                  </a:lnTo>
                  <a:lnTo>
                    <a:pt x="685" y="510"/>
                  </a:lnTo>
                  <a:lnTo>
                    <a:pt x="689" y="511"/>
                  </a:lnTo>
                  <a:lnTo>
                    <a:pt x="693" y="510"/>
                  </a:lnTo>
                  <a:lnTo>
                    <a:pt x="698" y="508"/>
                  </a:lnTo>
                  <a:lnTo>
                    <a:pt x="702" y="508"/>
                  </a:lnTo>
                  <a:lnTo>
                    <a:pt x="705" y="512"/>
                  </a:lnTo>
                  <a:lnTo>
                    <a:pt x="707" y="517"/>
                  </a:lnTo>
                  <a:lnTo>
                    <a:pt x="709" y="519"/>
                  </a:lnTo>
                  <a:lnTo>
                    <a:pt x="714" y="518"/>
                  </a:lnTo>
                  <a:lnTo>
                    <a:pt x="720" y="517"/>
                  </a:lnTo>
                  <a:lnTo>
                    <a:pt x="725" y="517"/>
                  </a:lnTo>
                  <a:lnTo>
                    <a:pt x="729" y="519"/>
                  </a:lnTo>
                  <a:lnTo>
                    <a:pt x="730" y="523"/>
                  </a:lnTo>
                  <a:lnTo>
                    <a:pt x="731" y="528"/>
                  </a:lnTo>
                  <a:lnTo>
                    <a:pt x="731" y="532"/>
                  </a:lnTo>
                  <a:lnTo>
                    <a:pt x="731" y="537"/>
                  </a:lnTo>
                  <a:lnTo>
                    <a:pt x="729" y="541"/>
                  </a:lnTo>
                  <a:lnTo>
                    <a:pt x="726" y="545"/>
                  </a:lnTo>
                  <a:lnTo>
                    <a:pt x="725" y="549"/>
                  </a:lnTo>
                  <a:close/>
                </a:path>
              </a:pathLst>
            </a:custGeom>
            <a:solidFill>
              <a:srgbClr val="ECB78D">
                <a:alpha val="32000"/>
              </a:srgbClr>
            </a:solidFill>
            <a:ln>
              <a:noFill/>
            </a:ln>
          </p:spPr>
          <p:txBody>
            <a:bodyPr anchor="ctr"/>
            <a:lstStyle/>
            <a:p>
              <a:pPr algn="ctr">
                <a:buNone/>
              </a:pPr>
            </a:p>
          </p:txBody>
        </p:sp>
        <p:sp>
          <p:nvSpPr>
            <p:cNvPr id="7648" name="addition:spatial:137">
              <a:extLst>
                <a:ext uri="{FF2B5EF4-FFF2-40B4-BE49-F238E27FC236}">
                  <ns2:creationId id="{2EA53674-824A-4339-ADAC-2FEBE4B492A4}"/>
                </a:ext>
              </a:extLst>
            </p:cNvPr>
            <p:cNvSpPr>
              <a:spLocks noGrp="1"/>
            </p:cNvSpPr>
            <p:nvPr/>
          </p:nvSpPr>
          <p:spPr>
            <a:xfrm>
              <a:off x="5648325" y="1666875"/>
              <a:ext cx="1051423" cy="1084341"/>
            </a:xfrm>
            <a:custGeom>
              <a:rect l="l" t="t" r="r" b="b"/>
              <a:pathLst>
                <a:path w="793" h="641">
                  <a:moveTo>
                    <a:pt x="0" y="0"/>
                  </a:moveTo>
                  <a:moveTo>
                    <a:pt x="789" y="589"/>
                  </a:moveTo>
                  <a:lnTo>
                    <a:pt x="792" y="594"/>
                  </a:lnTo>
                  <a:lnTo>
                    <a:pt x="793" y="599"/>
                  </a:lnTo>
                  <a:lnTo>
                    <a:pt x="788" y="603"/>
                  </a:lnTo>
                  <a:lnTo>
                    <a:pt x="780" y="606"/>
                  </a:lnTo>
                  <a:lnTo>
                    <a:pt x="774" y="608"/>
                  </a:lnTo>
                  <a:lnTo>
                    <a:pt x="771" y="611"/>
                  </a:lnTo>
                  <a:lnTo>
                    <a:pt x="771" y="616"/>
                  </a:lnTo>
                  <a:lnTo>
                    <a:pt x="770" y="621"/>
                  </a:lnTo>
                  <a:lnTo>
                    <a:pt x="766" y="624"/>
                  </a:lnTo>
                  <a:lnTo>
                    <a:pt x="761" y="625"/>
                  </a:lnTo>
                  <a:lnTo>
                    <a:pt x="755" y="626"/>
                  </a:lnTo>
                  <a:lnTo>
                    <a:pt x="751" y="629"/>
                  </a:lnTo>
                  <a:lnTo>
                    <a:pt x="747" y="633"/>
                  </a:lnTo>
                  <a:lnTo>
                    <a:pt x="743" y="637"/>
                  </a:lnTo>
                  <a:lnTo>
                    <a:pt x="737" y="639"/>
                  </a:lnTo>
                  <a:lnTo>
                    <a:pt x="731" y="640"/>
                  </a:lnTo>
                  <a:lnTo>
                    <a:pt x="725" y="640"/>
                  </a:lnTo>
                  <a:lnTo>
                    <a:pt x="720" y="641"/>
                  </a:lnTo>
                  <a:lnTo>
                    <a:pt x="714" y="640"/>
                  </a:lnTo>
                  <a:lnTo>
                    <a:pt x="709" y="637"/>
                  </a:lnTo>
                  <a:lnTo>
                    <a:pt x="706" y="631"/>
                  </a:lnTo>
                  <a:lnTo>
                    <a:pt x="704" y="625"/>
                  </a:lnTo>
                  <a:lnTo>
                    <a:pt x="701" y="623"/>
                  </a:lnTo>
                  <a:lnTo>
                    <a:pt x="696" y="625"/>
                  </a:lnTo>
                  <a:lnTo>
                    <a:pt x="688" y="627"/>
                  </a:lnTo>
                  <a:lnTo>
                    <a:pt x="682" y="627"/>
                  </a:lnTo>
                  <a:lnTo>
                    <a:pt x="678" y="624"/>
                  </a:lnTo>
                  <a:lnTo>
                    <a:pt x="677" y="619"/>
                  </a:lnTo>
                  <a:lnTo>
                    <a:pt x="677" y="615"/>
                  </a:lnTo>
                  <a:lnTo>
                    <a:pt x="675" y="611"/>
                  </a:lnTo>
                  <a:lnTo>
                    <a:pt x="674" y="607"/>
                  </a:lnTo>
                  <a:lnTo>
                    <a:pt x="674" y="602"/>
                  </a:lnTo>
                  <a:lnTo>
                    <a:pt x="676" y="598"/>
                  </a:lnTo>
                  <a:lnTo>
                    <a:pt x="678" y="593"/>
                  </a:lnTo>
                  <a:lnTo>
                    <a:pt x="678" y="589"/>
                  </a:lnTo>
                  <a:lnTo>
                    <a:pt x="677" y="585"/>
                  </a:lnTo>
                  <a:lnTo>
                    <a:pt x="677" y="581"/>
                  </a:lnTo>
                  <a:lnTo>
                    <a:pt x="680" y="577"/>
                  </a:lnTo>
                  <a:lnTo>
                    <a:pt x="684" y="574"/>
                  </a:lnTo>
                  <a:lnTo>
                    <a:pt x="687" y="571"/>
                  </a:lnTo>
                  <a:lnTo>
                    <a:pt x="685" y="566"/>
                  </a:lnTo>
                  <a:lnTo>
                    <a:pt x="682" y="559"/>
                  </a:lnTo>
                  <a:lnTo>
                    <a:pt x="681" y="553"/>
                  </a:lnTo>
                  <a:lnTo>
                    <a:pt x="684" y="549"/>
                  </a:lnTo>
                  <a:lnTo>
                    <a:pt x="690" y="548"/>
                  </a:lnTo>
                  <a:lnTo>
                    <a:pt x="697" y="549"/>
                  </a:lnTo>
                  <a:lnTo>
                    <a:pt x="702" y="550"/>
                  </a:lnTo>
                  <a:lnTo>
                    <a:pt x="706" y="549"/>
                  </a:lnTo>
                  <a:lnTo>
                    <a:pt x="709" y="548"/>
                  </a:lnTo>
                  <a:lnTo>
                    <a:pt x="713" y="548"/>
                  </a:lnTo>
                  <a:lnTo>
                    <a:pt x="717" y="547"/>
                  </a:lnTo>
                  <a:lnTo>
                    <a:pt x="721" y="545"/>
                  </a:lnTo>
                  <a:lnTo>
                    <a:pt x="725" y="542"/>
                  </a:lnTo>
                  <a:lnTo>
                    <a:pt x="730" y="538"/>
                  </a:lnTo>
                  <a:lnTo>
                    <a:pt x="735" y="538"/>
                  </a:lnTo>
                  <a:lnTo>
                    <a:pt x="739" y="542"/>
                  </a:lnTo>
                  <a:lnTo>
                    <a:pt x="743" y="546"/>
                  </a:lnTo>
                  <a:lnTo>
                    <a:pt x="747" y="548"/>
                  </a:lnTo>
                  <a:lnTo>
                    <a:pt x="753" y="549"/>
                  </a:lnTo>
                  <a:lnTo>
                    <a:pt x="760" y="549"/>
                  </a:lnTo>
                  <a:lnTo>
                    <a:pt x="765" y="552"/>
                  </a:lnTo>
                  <a:lnTo>
                    <a:pt x="766" y="557"/>
                  </a:lnTo>
                  <a:lnTo>
                    <a:pt x="766" y="563"/>
                  </a:lnTo>
                  <a:lnTo>
                    <a:pt x="766" y="568"/>
                  </a:lnTo>
                  <a:lnTo>
                    <a:pt x="768" y="572"/>
                  </a:lnTo>
                  <a:lnTo>
                    <a:pt x="773" y="574"/>
                  </a:lnTo>
                  <a:lnTo>
                    <a:pt x="778" y="577"/>
                  </a:lnTo>
                  <a:lnTo>
                    <a:pt x="781" y="581"/>
                  </a:lnTo>
                  <a:lnTo>
                    <a:pt x="785" y="585"/>
                  </a:lnTo>
                  <a:close/>
                </a:path>
              </a:pathLst>
            </a:custGeom>
            <a:solidFill>
              <a:srgbClr val="ECB78D">
                <a:alpha val="32000"/>
              </a:srgbClr>
            </a:solidFill>
            <a:ln>
              <a:noFill/>
            </a:ln>
          </p:spPr>
          <p:txBody>
            <a:bodyPr anchor="ctr"/>
            <a:lstStyle/>
            <a:p>
              <a:pPr algn="ctr">
                <a:buNone/>
              </a:pPr>
            </a:p>
          </p:txBody>
        </p:sp>
        <p:sp>
          <p:nvSpPr>
            <p:cNvPr id="7649" name="addition:spatial:138">
              <a:extLst>
                <a:ext uri="{FF2B5EF4-FFF2-40B4-BE49-F238E27FC236}">
                  <ns2:creationId id="{E98B83EB-CD7D-4BB3-BA4A-A04BBBF8C671}"/>
                </a:ext>
              </a:extLst>
            </p:cNvPr>
            <p:cNvSpPr>
              <a:spLocks noGrp="1"/>
            </p:cNvSpPr>
            <p:nvPr/>
          </p:nvSpPr>
          <p:spPr>
            <a:xfrm>
              <a:off x="5648325" y="1666875"/>
              <a:ext cx="1014298" cy="1146932"/>
            </a:xfrm>
            <a:custGeom>
              <a:rect l="l" t="t" r="r" b="b"/>
              <a:pathLst>
                <a:path w="765" h="678">
                  <a:moveTo>
                    <a:pt x="0" y="0"/>
                  </a:moveTo>
                  <a:moveTo>
                    <a:pt x="765" y="630"/>
                  </a:moveTo>
                  <a:lnTo>
                    <a:pt x="765" y="635"/>
                  </a:lnTo>
                  <a:lnTo>
                    <a:pt x="760" y="639"/>
                  </a:lnTo>
                  <a:lnTo>
                    <a:pt x="751" y="642"/>
                  </a:lnTo>
                  <a:lnTo>
                    <a:pt x="742" y="644"/>
                  </a:lnTo>
                  <a:lnTo>
                    <a:pt x="736" y="647"/>
                  </a:lnTo>
                  <a:lnTo>
                    <a:pt x="736" y="651"/>
                  </a:lnTo>
                  <a:lnTo>
                    <a:pt x="739" y="658"/>
                  </a:lnTo>
                  <a:lnTo>
                    <a:pt x="740" y="664"/>
                  </a:lnTo>
                  <a:lnTo>
                    <a:pt x="736" y="669"/>
                  </a:lnTo>
                  <a:lnTo>
                    <a:pt x="730" y="671"/>
                  </a:lnTo>
                  <a:lnTo>
                    <a:pt x="723" y="673"/>
                  </a:lnTo>
                  <a:lnTo>
                    <a:pt x="718" y="675"/>
                  </a:lnTo>
                  <a:lnTo>
                    <a:pt x="712" y="677"/>
                  </a:lnTo>
                  <a:lnTo>
                    <a:pt x="706" y="678"/>
                  </a:lnTo>
                  <a:lnTo>
                    <a:pt x="700" y="677"/>
                  </a:lnTo>
                  <a:lnTo>
                    <a:pt x="695" y="676"/>
                  </a:lnTo>
                  <a:lnTo>
                    <a:pt x="690" y="676"/>
                  </a:lnTo>
                  <a:lnTo>
                    <a:pt x="685" y="678"/>
                  </a:lnTo>
                  <a:lnTo>
                    <a:pt x="680" y="678"/>
                  </a:lnTo>
                  <a:lnTo>
                    <a:pt x="675" y="676"/>
                  </a:lnTo>
                  <a:lnTo>
                    <a:pt x="672" y="672"/>
                  </a:lnTo>
                  <a:lnTo>
                    <a:pt x="669" y="669"/>
                  </a:lnTo>
                  <a:lnTo>
                    <a:pt x="663" y="670"/>
                  </a:lnTo>
                  <a:lnTo>
                    <a:pt x="655" y="672"/>
                  </a:lnTo>
                  <a:lnTo>
                    <a:pt x="647" y="674"/>
                  </a:lnTo>
                  <a:lnTo>
                    <a:pt x="641" y="672"/>
                  </a:lnTo>
                  <a:lnTo>
                    <a:pt x="639" y="666"/>
                  </a:lnTo>
                  <a:lnTo>
                    <a:pt x="640" y="660"/>
                  </a:lnTo>
                  <a:lnTo>
                    <a:pt x="640" y="654"/>
                  </a:lnTo>
                  <a:lnTo>
                    <a:pt x="639" y="650"/>
                  </a:lnTo>
                  <a:lnTo>
                    <a:pt x="638" y="646"/>
                  </a:lnTo>
                  <a:lnTo>
                    <a:pt x="638" y="642"/>
                  </a:lnTo>
                  <a:lnTo>
                    <a:pt x="638" y="638"/>
                  </a:lnTo>
                  <a:lnTo>
                    <a:pt x="635" y="634"/>
                  </a:lnTo>
                  <a:lnTo>
                    <a:pt x="629" y="630"/>
                  </a:lnTo>
                  <a:lnTo>
                    <a:pt x="623" y="625"/>
                  </a:lnTo>
                  <a:lnTo>
                    <a:pt x="620" y="620"/>
                  </a:lnTo>
                  <a:lnTo>
                    <a:pt x="623" y="616"/>
                  </a:lnTo>
                  <a:lnTo>
                    <a:pt x="628" y="613"/>
                  </a:lnTo>
                  <a:lnTo>
                    <a:pt x="631" y="609"/>
                  </a:lnTo>
                  <a:lnTo>
                    <a:pt x="631" y="605"/>
                  </a:lnTo>
                  <a:lnTo>
                    <a:pt x="630" y="599"/>
                  </a:lnTo>
                  <a:lnTo>
                    <a:pt x="632" y="595"/>
                  </a:lnTo>
                  <a:lnTo>
                    <a:pt x="638" y="593"/>
                  </a:lnTo>
                  <a:lnTo>
                    <a:pt x="646" y="593"/>
                  </a:lnTo>
                  <a:lnTo>
                    <a:pt x="653" y="594"/>
                  </a:lnTo>
                  <a:lnTo>
                    <a:pt x="658" y="593"/>
                  </a:lnTo>
                  <a:lnTo>
                    <a:pt x="662" y="590"/>
                  </a:lnTo>
                  <a:lnTo>
                    <a:pt x="666" y="587"/>
                  </a:lnTo>
                  <a:lnTo>
                    <a:pt x="672" y="585"/>
                  </a:lnTo>
                  <a:lnTo>
                    <a:pt x="677" y="582"/>
                  </a:lnTo>
                  <a:lnTo>
                    <a:pt x="684" y="578"/>
                  </a:lnTo>
                  <a:lnTo>
                    <a:pt x="691" y="574"/>
                  </a:lnTo>
                  <a:lnTo>
                    <a:pt x="699" y="573"/>
                  </a:lnTo>
                  <a:lnTo>
                    <a:pt x="706" y="576"/>
                  </a:lnTo>
                  <a:lnTo>
                    <a:pt x="711" y="583"/>
                  </a:lnTo>
                  <a:lnTo>
                    <a:pt x="715" y="589"/>
                  </a:lnTo>
                  <a:lnTo>
                    <a:pt x="719" y="592"/>
                  </a:lnTo>
                  <a:lnTo>
                    <a:pt x="726" y="593"/>
                  </a:lnTo>
                  <a:lnTo>
                    <a:pt x="734" y="593"/>
                  </a:lnTo>
                  <a:lnTo>
                    <a:pt x="740" y="595"/>
                  </a:lnTo>
                  <a:lnTo>
                    <a:pt x="743" y="599"/>
                  </a:lnTo>
                  <a:lnTo>
                    <a:pt x="745" y="603"/>
                  </a:lnTo>
                  <a:lnTo>
                    <a:pt x="749" y="606"/>
                  </a:lnTo>
                  <a:lnTo>
                    <a:pt x="754" y="609"/>
                  </a:lnTo>
                  <a:lnTo>
                    <a:pt x="760" y="612"/>
                  </a:lnTo>
                  <a:lnTo>
                    <a:pt x="762" y="616"/>
                  </a:lnTo>
                  <a:lnTo>
                    <a:pt x="763" y="621"/>
                  </a:lnTo>
                  <a:lnTo>
                    <a:pt x="764" y="625"/>
                  </a:lnTo>
                  <a:close/>
                </a:path>
              </a:pathLst>
            </a:custGeom>
            <a:solidFill>
              <a:srgbClr val="ECB78D">
                <a:alpha val="32000"/>
              </a:srgbClr>
            </a:solidFill>
            <a:ln>
              <a:noFill/>
            </a:ln>
          </p:spPr>
          <p:txBody>
            <a:bodyPr anchor="ctr"/>
            <a:lstStyle/>
            <a:p>
              <a:pPr algn="ctr">
                <a:buNone/>
              </a:pPr>
            </a:p>
          </p:txBody>
        </p:sp>
        <p:sp>
          <p:nvSpPr>
            <p:cNvPr id="7650" name="addition:spatial:139">
              <a:extLst>
                <a:ext uri="{FF2B5EF4-FFF2-40B4-BE49-F238E27FC236}">
                  <ns2:creationId id="{44B5262E-A867-4BFB-86D2-B7419C0BD90B}"/>
                </a:ext>
              </a:extLst>
            </p:cNvPr>
            <p:cNvSpPr>
              <a:spLocks noGrp="1"/>
            </p:cNvSpPr>
            <p:nvPr/>
          </p:nvSpPr>
          <p:spPr>
            <a:xfrm>
              <a:off x="5648325" y="1666875"/>
              <a:ext cx="916183" cy="1160465"/>
            </a:xfrm>
            <a:custGeom>
              <a:rect l="l" t="t" r="r" b="b"/>
              <a:pathLst>
                <a:path w="691" h="686">
                  <a:moveTo>
                    <a:pt x="0" y="0"/>
                  </a:moveTo>
                  <a:moveTo>
                    <a:pt x="687" y="635"/>
                  </a:moveTo>
                  <a:lnTo>
                    <a:pt x="690" y="639"/>
                  </a:lnTo>
                  <a:lnTo>
                    <a:pt x="691" y="644"/>
                  </a:lnTo>
                  <a:lnTo>
                    <a:pt x="690" y="648"/>
                  </a:lnTo>
                  <a:lnTo>
                    <a:pt x="688" y="652"/>
                  </a:lnTo>
                  <a:lnTo>
                    <a:pt x="686" y="656"/>
                  </a:lnTo>
                  <a:lnTo>
                    <a:pt x="684" y="661"/>
                  </a:lnTo>
                  <a:lnTo>
                    <a:pt x="680" y="664"/>
                  </a:lnTo>
                  <a:lnTo>
                    <a:pt x="673" y="665"/>
                  </a:lnTo>
                  <a:lnTo>
                    <a:pt x="665" y="664"/>
                  </a:lnTo>
                  <a:lnTo>
                    <a:pt x="659" y="664"/>
                  </a:lnTo>
                  <a:lnTo>
                    <a:pt x="657" y="668"/>
                  </a:lnTo>
                  <a:lnTo>
                    <a:pt x="656" y="675"/>
                  </a:lnTo>
                  <a:lnTo>
                    <a:pt x="653" y="682"/>
                  </a:lnTo>
                  <a:lnTo>
                    <a:pt x="648" y="686"/>
                  </a:lnTo>
                  <a:lnTo>
                    <a:pt x="641" y="686"/>
                  </a:lnTo>
                  <a:lnTo>
                    <a:pt x="634" y="685"/>
                  </a:lnTo>
                  <a:lnTo>
                    <a:pt x="628" y="684"/>
                  </a:lnTo>
                  <a:lnTo>
                    <a:pt x="622" y="684"/>
                  </a:lnTo>
                  <a:lnTo>
                    <a:pt x="616" y="683"/>
                  </a:lnTo>
                  <a:lnTo>
                    <a:pt x="611" y="680"/>
                  </a:lnTo>
                  <a:lnTo>
                    <a:pt x="607" y="677"/>
                  </a:lnTo>
                  <a:lnTo>
                    <a:pt x="602" y="675"/>
                  </a:lnTo>
                  <a:lnTo>
                    <a:pt x="597" y="675"/>
                  </a:lnTo>
                  <a:lnTo>
                    <a:pt x="591" y="674"/>
                  </a:lnTo>
                  <a:lnTo>
                    <a:pt x="587" y="672"/>
                  </a:lnTo>
                  <a:lnTo>
                    <a:pt x="586" y="667"/>
                  </a:lnTo>
                  <a:lnTo>
                    <a:pt x="585" y="663"/>
                  </a:lnTo>
                  <a:lnTo>
                    <a:pt x="581" y="661"/>
                  </a:lnTo>
                  <a:lnTo>
                    <a:pt x="574" y="660"/>
                  </a:lnTo>
                  <a:lnTo>
                    <a:pt x="567" y="658"/>
                  </a:lnTo>
                  <a:lnTo>
                    <a:pt x="563" y="654"/>
                  </a:lnTo>
                  <a:lnTo>
                    <a:pt x="565" y="649"/>
                  </a:lnTo>
                  <a:lnTo>
                    <a:pt x="570" y="643"/>
                  </a:lnTo>
                  <a:lnTo>
                    <a:pt x="575" y="639"/>
                  </a:lnTo>
                  <a:lnTo>
                    <a:pt x="577" y="635"/>
                  </a:lnTo>
                  <a:lnTo>
                    <a:pt x="579" y="631"/>
                  </a:lnTo>
                  <a:lnTo>
                    <a:pt x="580" y="627"/>
                  </a:lnTo>
                  <a:lnTo>
                    <a:pt x="582" y="623"/>
                  </a:lnTo>
                  <a:lnTo>
                    <a:pt x="583" y="619"/>
                  </a:lnTo>
                  <a:lnTo>
                    <a:pt x="581" y="614"/>
                  </a:lnTo>
                  <a:lnTo>
                    <a:pt x="579" y="608"/>
                  </a:lnTo>
                  <a:lnTo>
                    <a:pt x="580" y="603"/>
                  </a:lnTo>
                  <a:lnTo>
                    <a:pt x="584" y="600"/>
                  </a:lnTo>
                  <a:lnTo>
                    <a:pt x="591" y="599"/>
                  </a:lnTo>
                  <a:lnTo>
                    <a:pt x="596" y="598"/>
                  </a:lnTo>
                  <a:lnTo>
                    <a:pt x="599" y="596"/>
                  </a:lnTo>
                  <a:lnTo>
                    <a:pt x="601" y="591"/>
                  </a:lnTo>
                  <a:lnTo>
                    <a:pt x="604" y="587"/>
                  </a:lnTo>
                  <a:lnTo>
                    <a:pt x="609" y="587"/>
                  </a:lnTo>
                  <a:lnTo>
                    <a:pt x="615" y="590"/>
                  </a:lnTo>
                  <a:lnTo>
                    <a:pt x="620" y="593"/>
                  </a:lnTo>
                  <a:lnTo>
                    <a:pt x="623" y="593"/>
                  </a:lnTo>
                  <a:lnTo>
                    <a:pt x="627" y="592"/>
                  </a:lnTo>
                  <a:lnTo>
                    <a:pt x="631" y="590"/>
                  </a:lnTo>
                  <a:lnTo>
                    <a:pt x="636" y="589"/>
                  </a:lnTo>
                  <a:lnTo>
                    <a:pt x="641" y="589"/>
                  </a:lnTo>
                  <a:lnTo>
                    <a:pt x="647" y="588"/>
                  </a:lnTo>
                  <a:lnTo>
                    <a:pt x="654" y="587"/>
                  </a:lnTo>
                  <a:lnTo>
                    <a:pt x="660" y="588"/>
                  </a:lnTo>
                  <a:lnTo>
                    <a:pt x="663" y="593"/>
                  </a:lnTo>
                  <a:lnTo>
                    <a:pt x="664" y="600"/>
                  </a:lnTo>
                  <a:lnTo>
                    <a:pt x="662" y="607"/>
                  </a:lnTo>
                  <a:lnTo>
                    <a:pt x="664" y="611"/>
                  </a:lnTo>
                  <a:lnTo>
                    <a:pt x="668" y="613"/>
                  </a:lnTo>
                  <a:lnTo>
                    <a:pt x="675" y="615"/>
                  </a:lnTo>
                  <a:lnTo>
                    <a:pt x="681" y="618"/>
                  </a:lnTo>
                  <a:lnTo>
                    <a:pt x="683" y="622"/>
                  </a:lnTo>
                  <a:lnTo>
                    <a:pt x="683" y="626"/>
                  </a:lnTo>
                  <a:lnTo>
                    <a:pt x="684" y="631"/>
                  </a:lnTo>
                  <a:close/>
                </a:path>
              </a:pathLst>
            </a:custGeom>
            <a:solidFill>
              <a:srgbClr val="ECB78D">
                <a:alpha val="32000"/>
              </a:srgbClr>
            </a:solidFill>
            <a:ln>
              <a:noFill/>
            </a:ln>
          </p:spPr>
          <p:txBody>
            <a:bodyPr anchor="ctr"/>
            <a:lstStyle/>
            <a:p>
              <a:pPr algn="ctr">
                <a:buNone/>
              </a:pPr>
            </a:p>
          </p:txBody>
        </p:sp>
        <p:sp>
          <p:nvSpPr>
            <p:cNvPr id="7651" name="addition:spatial:140">
              <a:extLst>
                <a:ext uri="{FF2B5EF4-FFF2-40B4-BE49-F238E27FC236}">
                  <ns2:creationId id="{80B318A3-3D92-4569-A8D0-59851B6984F9}"/>
                </a:ext>
              </a:extLst>
            </p:cNvPr>
            <p:cNvSpPr>
              <a:spLocks noGrp="1"/>
            </p:cNvSpPr>
            <p:nvPr/>
          </p:nvSpPr>
          <p:spPr>
            <a:xfrm>
              <a:off x="5648325" y="1666875"/>
              <a:ext cx="837956" cy="1116482"/>
            </a:xfrm>
            <a:custGeom>
              <a:rect l="l" t="t" r="r" b="b"/>
              <a:pathLst>
                <a:path w="632" h="660">
                  <a:moveTo>
                    <a:pt x="0" y="0"/>
                  </a:moveTo>
                  <a:moveTo>
                    <a:pt x="630" y="617"/>
                  </a:moveTo>
                  <a:lnTo>
                    <a:pt x="631" y="621"/>
                  </a:lnTo>
                  <a:lnTo>
                    <a:pt x="632" y="625"/>
                  </a:lnTo>
                  <a:lnTo>
                    <a:pt x="630" y="629"/>
                  </a:lnTo>
                  <a:lnTo>
                    <a:pt x="625" y="632"/>
                  </a:lnTo>
                  <a:lnTo>
                    <a:pt x="618" y="633"/>
                  </a:lnTo>
                  <a:lnTo>
                    <a:pt x="612" y="634"/>
                  </a:lnTo>
                  <a:lnTo>
                    <a:pt x="610" y="637"/>
                  </a:lnTo>
                  <a:lnTo>
                    <a:pt x="611" y="642"/>
                  </a:lnTo>
                  <a:lnTo>
                    <a:pt x="610" y="647"/>
                  </a:lnTo>
                  <a:lnTo>
                    <a:pt x="608" y="651"/>
                  </a:lnTo>
                  <a:lnTo>
                    <a:pt x="603" y="652"/>
                  </a:lnTo>
                  <a:lnTo>
                    <a:pt x="598" y="653"/>
                  </a:lnTo>
                  <a:lnTo>
                    <a:pt x="594" y="655"/>
                  </a:lnTo>
                  <a:lnTo>
                    <a:pt x="590" y="658"/>
                  </a:lnTo>
                  <a:lnTo>
                    <a:pt x="586" y="660"/>
                  </a:lnTo>
                  <a:lnTo>
                    <a:pt x="581" y="660"/>
                  </a:lnTo>
                  <a:lnTo>
                    <a:pt x="576" y="659"/>
                  </a:lnTo>
                  <a:lnTo>
                    <a:pt x="572" y="658"/>
                  </a:lnTo>
                  <a:lnTo>
                    <a:pt x="568" y="658"/>
                  </a:lnTo>
                  <a:lnTo>
                    <a:pt x="564" y="657"/>
                  </a:lnTo>
                  <a:lnTo>
                    <a:pt x="560" y="655"/>
                  </a:lnTo>
                  <a:lnTo>
                    <a:pt x="558" y="651"/>
                  </a:lnTo>
                  <a:lnTo>
                    <a:pt x="556" y="647"/>
                  </a:lnTo>
                  <a:lnTo>
                    <a:pt x="554" y="646"/>
                  </a:lnTo>
                  <a:lnTo>
                    <a:pt x="548" y="648"/>
                  </a:lnTo>
                  <a:lnTo>
                    <a:pt x="542" y="649"/>
                  </a:lnTo>
                  <a:lnTo>
                    <a:pt x="536" y="649"/>
                  </a:lnTo>
                  <a:lnTo>
                    <a:pt x="534" y="645"/>
                  </a:lnTo>
                  <a:lnTo>
                    <a:pt x="535" y="640"/>
                  </a:lnTo>
                  <a:lnTo>
                    <a:pt x="537" y="635"/>
                  </a:lnTo>
                  <a:lnTo>
                    <a:pt x="537" y="631"/>
                  </a:lnTo>
                  <a:lnTo>
                    <a:pt x="537" y="628"/>
                  </a:lnTo>
                  <a:lnTo>
                    <a:pt x="537" y="624"/>
                  </a:lnTo>
                  <a:lnTo>
                    <a:pt x="538" y="621"/>
                  </a:lnTo>
                  <a:lnTo>
                    <a:pt x="539" y="617"/>
                  </a:lnTo>
                  <a:lnTo>
                    <a:pt x="539" y="614"/>
                  </a:lnTo>
                  <a:lnTo>
                    <a:pt x="537" y="610"/>
                  </a:lnTo>
                  <a:lnTo>
                    <a:pt x="536" y="606"/>
                  </a:lnTo>
                  <a:lnTo>
                    <a:pt x="537" y="603"/>
                  </a:lnTo>
                  <a:lnTo>
                    <a:pt x="540" y="600"/>
                  </a:lnTo>
                  <a:lnTo>
                    <a:pt x="542" y="597"/>
                  </a:lnTo>
                  <a:lnTo>
                    <a:pt x="542" y="593"/>
                  </a:lnTo>
                  <a:lnTo>
                    <a:pt x="541" y="588"/>
                  </a:lnTo>
                  <a:lnTo>
                    <a:pt x="541" y="583"/>
                  </a:lnTo>
                  <a:lnTo>
                    <a:pt x="545" y="581"/>
                  </a:lnTo>
                  <a:lnTo>
                    <a:pt x="551" y="582"/>
                  </a:lnTo>
                  <a:lnTo>
                    <a:pt x="556" y="584"/>
                  </a:lnTo>
                  <a:lnTo>
                    <a:pt x="560" y="585"/>
                  </a:lnTo>
                  <a:lnTo>
                    <a:pt x="563" y="584"/>
                  </a:lnTo>
                  <a:lnTo>
                    <a:pt x="565" y="582"/>
                  </a:lnTo>
                  <a:lnTo>
                    <a:pt x="569" y="580"/>
                  </a:lnTo>
                  <a:lnTo>
                    <a:pt x="572" y="579"/>
                  </a:lnTo>
                  <a:lnTo>
                    <a:pt x="576" y="577"/>
                  </a:lnTo>
                  <a:lnTo>
                    <a:pt x="580" y="574"/>
                  </a:lnTo>
                  <a:lnTo>
                    <a:pt x="585" y="572"/>
                  </a:lnTo>
                  <a:lnTo>
                    <a:pt x="590" y="573"/>
                  </a:lnTo>
                  <a:lnTo>
                    <a:pt x="593" y="577"/>
                  </a:lnTo>
                  <a:lnTo>
                    <a:pt x="596" y="582"/>
                  </a:lnTo>
                  <a:lnTo>
                    <a:pt x="599" y="585"/>
                  </a:lnTo>
                  <a:lnTo>
                    <a:pt x="603" y="586"/>
                  </a:lnTo>
                  <a:lnTo>
                    <a:pt x="609" y="587"/>
                  </a:lnTo>
                  <a:lnTo>
                    <a:pt x="613" y="589"/>
                  </a:lnTo>
                  <a:lnTo>
                    <a:pt x="614" y="594"/>
                  </a:lnTo>
                  <a:lnTo>
                    <a:pt x="614" y="598"/>
                  </a:lnTo>
                  <a:lnTo>
                    <a:pt x="615" y="602"/>
                  </a:lnTo>
                  <a:lnTo>
                    <a:pt x="618" y="604"/>
                  </a:lnTo>
                  <a:lnTo>
                    <a:pt x="623" y="607"/>
                  </a:lnTo>
                  <a:lnTo>
                    <a:pt x="627" y="610"/>
                  </a:lnTo>
                  <a:lnTo>
                    <a:pt x="629" y="613"/>
                  </a:lnTo>
                  <a:close/>
                </a:path>
              </a:pathLst>
            </a:custGeom>
            <a:solidFill>
              <a:srgbClr val="ECB78D">
                <a:alpha val="32000"/>
              </a:srgbClr>
            </a:solidFill>
            <a:ln>
              <a:noFill/>
            </a:ln>
          </p:spPr>
          <p:txBody>
            <a:bodyPr anchor="ctr"/>
            <a:lstStyle/>
            <a:p>
              <a:pPr algn="ctr">
                <a:buNone/>
              </a:pPr>
            </a:p>
          </p:txBody>
        </p:sp>
        <p:sp>
          <p:nvSpPr>
            <p:cNvPr id="7652" name="addition:spatial:141">
              <a:extLst>
                <a:ext uri="{FF2B5EF4-FFF2-40B4-BE49-F238E27FC236}">
                  <ns2:creationId id="{B31E5A0D-0979-41E6-84BD-ABD6081FC2D4}"/>
                </a:ext>
              </a:extLst>
            </p:cNvPr>
            <p:cNvSpPr>
              <a:spLocks noGrp="1"/>
            </p:cNvSpPr>
            <p:nvPr/>
          </p:nvSpPr>
          <p:spPr>
            <a:xfrm>
              <a:off x="5648325" y="1666875"/>
              <a:ext cx="981151" cy="1130016"/>
            </a:xfrm>
            <a:custGeom>
              <a:rect l="l" t="t" r="r" b="b"/>
              <a:pathLst>
                <a:path w="740" h="668">
                  <a:moveTo>
                    <a:pt x="0" y="0"/>
                  </a:moveTo>
                  <a:moveTo>
                    <a:pt x="734" y="610"/>
                  </a:moveTo>
                  <a:lnTo>
                    <a:pt x="737" y="615"/>
                  </a:lnTo>
                  <a:lnTo>
                    <a:pt x="740" y="621"/>
                  </a:lnTo>
                  <a:lnTo>
                    <a:pt x="738" y="626"/>
                  </a:lnTo>
                  <a:lnTo>
                    <a:pt x="732" y="630"/>
                  </a:lnTo>
                  <a:lnTo>
                    <a:pt x="723" y="632"/>
                  </a:lnTo>
                  <a:lnTo>
                    <a:pt x="717" y="634"/>
                  </a:lnTo>
                  <a:lnTo>
                    <a:pt x="715" y="638"/>
                  </a:lnTo>
                  <a:lnTo>
                    <a:pt x="714" y="644"/>
                  </a:lnTo>
                  <a:lnTo>
                    <a:pt x="712" y="649"/>
                  </a:lnTo>
                  <a:lnTo>
                    <a:pt x="706" y="651"/>
                  </a:lnTo>
                  <a:lnTo>
                    <a:pt x="698" y="651"/>
                  </a:lnTo>
                  <a:lnTo>
                    <a:pt x="691" y="652"/>
                  </a:lnTo>
                  <a:lnTo>
                    <a:pt x="685" y="655"/>
                  </a:lnTo>
                  <a:lnTo>
                    <a:pt x="681" y="660"/>
                  </a:lnTo>
                  <a:lnTo>
                    <a:pt x="675" y="665"/>
                  </a:lnTo>
                  <a:lnTo>
                    <a:pt x="668" y="668"/>
                  </a:lnTo>
                  <a:lnTo>
                    <a:pt x="660" y="668"/>
                  </a:lnTo>
                  <a:lnTo>
                    <a:pt x="652" y="667"/>
                  </a:lnTo>
                  <a:lnTo>
                    <a:pt x="645" y="666"/>
                  </a:lnTo>
                  <a:lnTo>
                    <a:pt x="638" y="663"/>
                  </a:lnTo>
                  <a:lnTo>
                    <a:pt x="633" y="659"/>
                  </a:lnTo>
                  <a:lnTo>
                    <a:pt x="630" y="652"/>
                  </a:lnTo>
                  <a:lnTo>
                    <a:pt x="627" y="648"/>
                  </a:lnTo>
                  <a:lnTo>
                    <a:pt x="622" y="647"/>
                  </a:lnTo>
                  <a:lnTo>
                    <a:pt x="614" y="649"/>
                  </a:lnTo>
                  <a:lnTo>
                    <a:pt x="604" y="650"/>
                  </a:lnTo>
                  <a:lnTo>
                    <a:pt x="597" y="649"/>
                  </a:lnTo>
                  <a:lnTo>
                    <a:pt x="594" y="644"/>
                  </a:lnTo>
                  <a:lnTo>
                    <a:pt x="595" y="638"/>
                  </a:lnTo>
                  <a:lnTo>
                    <a:pt x="595" y="633"/>
                  </a:lnTo>
                  <a:lnTo>
                    <a:pt x="592" y="629"/>
                  </a:lnTo>
                  <a:lnTo>
                    <a:pt x="589" y="625"/>
                  </a:lnTo>
                  <a:lnTo>
                    <a:pt x="589" y="620"/>
                  </a:lnTo>
                  <a:lnTo>
                    <a:pt x="592" y="615"/>
                  </a:lnTo>
                  <a:lnTo>
                    <a:pt x="595" y="610"/>
                  </a:lnTo>
                  <a:lnTo>
                    <a:pt x="598" y="606"/>
                  </a:lnTo>
                  <a:lnTo>
                    <a:pt x="598" y="601"/>
                  </a:lnTo>
                  <a:lnTo>
                    <a:pt x="600" y="597"/>
                  </a:lnTo>
                  <a:lnTo>
                    <a:pt x="605" y="593"/>
                  </a:lnTo>
                  <a:lnTo>
                    <a:pt x="609" y="590"/>
                  </a:lnTo>
                  <a:lnTo>
                    <a:pt x="611" y="586"/>
                  </a:lnTo>
                  <a:lnTo>
                    <a:pt x="609" y="580"/>
                  </a:lnTo>
                  <a:lnTo>
                    <a:pt x="606" y="572"/>
                  </a:lnTo>
                  <a:lnTo>
                    <a:pt x="607" y="565"/>
                  </a:lnTo>
                  <a:lnTo>
                    <a:pt x="613" y="562"/>
                  </a:lnTo>
                  <a:lnTo>
                    <a:pt x="622" y="564"/>
                  </a:lnTo>
                  <a:lnTo>
                    <a:pt x="630" y="566"/>
                  </a:lnTo>
                  <a:lnTo>
                    <a:pt x="636" y="566"/>
                  </a:lnTo>
                  <a:lnTo>
                    <a:pt x="640" y="565"/>
                  </a:lnTo>
                  <a:lnTo>
                    <a:pt x="644" y="563"/>
                  </a:lnTo>
                  <a:lnTo>
                    <a:pt x="649" y="562"/>
                  </a:lnTo>
                  <a:lnTo>
                    <a:pt x="654" y="562"/>
                  </a:lnTo>
                  <a:lnTo>
                    <a:pt x="659" y="561"/>
                  </a:lnTo>
                  <a:lnTo>
                    <a:pt x="664" y="558"/>
                  </a:lnTo>
                  <a:lnTo>
                    <a:pt x="670" y="557"/>
                  </a:lnTo>
                  <a:lnTo>
                    <a:pt x="676" y="557"/>
                  </a:lnTo>
                  <a:lnTo>
                    <a:pt x="681" y="561"/>
                  </a:lnTo>
                  <a:lnTo>
                    <a:pt x="686" y="565"/>
                  </a:lnTo>
                  <a:lnTo>
                    <a:pt x="691" y="566"/>
                  </a:lnTo>
                  <a:lnTo>
                    <a:pt x="699" y="567"/>
                  </a:lnTo>
                  <a:lnTo>
                    <a:pt x="707" y="568"/>
                  </a:lnTo>
                  <a:lnTo>
                    <a:pt x="712" y="572"/>
                  </a:lnTo>
                  <a:lnTo>
                    <a:pt x="711" y="579"/>
                  </a:lnTo>
                  <a:lnTo>
                    <a:pt x="708" y="586"/>
                  </a:lnTo>
                  <a:lnTo>
                    <a:pt x="708" y="592"/>
                  </a:lnTo>
                  <a:lnTo>
                    <a:pt x="712" y="595"/>
                  </a:lnTo>
                  <a:lnTo>
                    <a:pt x="720" y="597"/>
                  </a:lnTo>
                  <a:lnTo>
                    <a:pt x="726" y="601"/>
                  </a:lnTo>
                  <a:lnTo>
                    <a:pt x="731" y="605"/>
                  </a:lnTo>
                  <a:close/>
                </a:path>
              </a:pathLst>
            </a:custGeom>
            <a:solidFill>
              <a:srgbClr val="ECB78D">
                <a:alpha val="32000"/>
              </a:srgbClr>
            </a:solidFill>
            <a:ln>
              <a:noFill/>
            </a:ln>
          </p:spPr>
          <p:txBody>
            <a:bodyPr anchor="ctr"/>
            <a:lstStyle/>
            <a:p>
              <a:pPr algn="ctr">
                <a:buNone/>
              </a:pPr>
            </a:p>
          </p:txBody>
        </p:sp>
        <p:sp>
          <p:nvSpPr>
            <p:cNvPr id="7653" name="addition:spatial:142">
              <a:extLst>
                <a:ext uri="{FF2B5EF4-FFF2-40B4-BE49-F238E27FC236}">
                  <ns2:creationId id="{D917248B-2573-436A-9E68-BCEE8913D478}"/>
                </a:ext>
              </a:extLst>
            </p:cNvPr>
            <p:cNvSpPr>
              <a:spLocks noGrp="1"/>
            </p:cNvSpPr>
            <p:nvPr/>
          </p:nvSpPr>
          <p:spPr>
            <a:xfrm>
              <a:off x="5648325" y="1666875"/>
              <a:ext cx="1027557" cy="1177381"/>
            </a:xfrm>
            <a:custGeom>
              <a:rect l="l" t="t" r="r" b="b"/>
              <a:pathLst>
                <a:path w="775" h="696">
                  <a:moveTo>
                    <a:pt x="0" y="0"/>
                  </a:moveTo>
                  <a:moveTo>
                    <a:pt x="774" y="601"/>
                  </a:moveTo>
                  <a:lnTo>
                    <a:pt x="775" y="609"/>
                  </a:lnTo>
                  <a:lnTo>
                    <a:pt x="771" y="617"/>
                  </a:lnTo>
                  <a:lnTo>
                    <a:pt x="762" y="624"/>
                  </a:lnTo>
                  <a:lnTo>
                    <a:pt x="755" y="630"/>
                  </a:lnTo>
                  <a:lnTo>
                    <a:pt x="750" y="637"/>
                  </a:lnTo>
                  <a:lnTo>
                    <a:pt x="744" y="643"/>
                  </a:lnTo>
                  <a:lnTo>
                    <a:pt x="736" y="648"/>
                  </a:lnTo>
                  <a:lnTo>
                    <a:pt x="725" y="652"/>
                  </a:lnTo>
                  <a:lnTo>
                    <a:pt x="716" y="655"/>
                  </a:lnTo>
                  <a:lnTo>
                    <a:pt x="713" y="664"/>
                  </a:lnTo>
                  <a:lnTo>
                    <a:pt x="711" y="677"/>
                  </a:lnTo>
                  <a:lnTo>
                    <a:pt x="708" y="689"/>
                  </a:lnTo>
                  <a:lnTo>
                    <a:pt x="698" y="696"/>
                  </a:lnTo>
                  <a:lnTo>
                    <a:pt x="685" y="694"/>
                  </a:lnTo>
                  <a:lnTo>
                    <a:pt x="672" y="687"/>
                  </a:lnTo>
                  <a:lnTo>
                    <a:pt x="661" y="681"/>
                  </a:lnTo>
                  <a:lnTo>
                    <a:pt x="652" y="680"/>
                  </a:lnTo>
                  <a:lnTo>
                    <a:pt x="644" y="681"/>
                  </a:lnTo>
                  <a:lnTo>
                    <a:pt x="636" y="681"/>
                  </a:lnTo>
                  <a:lnTo>
                    <a:pt x="629" y="679"/>
                  </a:lnTo>
                  <a:lnTo>
                    <a:pt x="621" y="677"/>
                  </a:lnTo>
                  <a:lnTo>
                    <a:pt x="613" y="677"/>
                  </a:lnTo>
                  <a:lnTo>
                    <a:pt x="603" y="678"/>
                  </a:lnTo>
                  <a:lnTo>
                    <a:pt x="594" y="677"/>
                  </a:lnTo>
                  <a:lnTo>
                    <a:pt x="589" y="671"/>
                  </a:lnTo>
                  <a:lnTo>
                    <a:pt x="586" y="663"/>
                  </a:lnTo>
                  <a:lnTo>
                    <a:pt x="582" y="657"/>
                  </a:lnTo>
                  <a:lnTo>
                    <a:pt x="573" y="653"/>
                  </a:lnTo>
                  <a:lnTo>
                    <a:pt x="562" y="650"/>
                  </a:lnTo>
                  <a:lnTo>
                    <a:pt x="555" y="643"/>
                  </a:lnTo>
                  <a:lnTo>
                    <a:pt x="558" y="633"/>
                  </a:lnTo>
                  <a:lnTo>
                    <a:pt x="567" y="623"/>
                  </a:lnTo>
                  <a:lnTo>
                    <a:pt x="576" y="614"/>
                  </a:lnTo>
                  <a:lnTo>
                    <a:pt x="577" y="607"/>
                  </a:lnTo>
                  <a:lnTo>
                    <a:pt x="571" y="601"/>
                  </a:lnTo>
                  <a:lnTo>
                    <a:pt x="563" y="594"/>
                  </a:lnTo>
                  <a:lnTo>
                    <a:pt x="558" y="586"/>
                  </a:lnTo>
                  <a:lnTo>
                    <a:pt x="556" y="577"/>
                  </a:lnTo>
                  <a:lnTo>
                    <a:pt x="554" y="569"/>
                  </a:lnTo>
                  <a:lnTo>
                    <a:pt x="552" y="559"/>
                  </a:lnTo>
                  <a:lnTo>
                    <a:pt x="553" y="551"/>
                  </a:lnTo>
                  <a:lnTo>
                    <a:pt x="561" y="545"/>
                  </a:lnTo>
                  <a:lnTo>
                    <a:pt x="573" y="544"/>
                  </a:lnTo>
                  <a:lnTo>
                    <a:pt x="585" y="544"/>
                  </a:lnTo>
                  <a:lnTo>
                    <a:pt x="591" y="540"/>
                  </a:lnTo>
                  <a:lnTo>
                    <a:pt x="595" y="533"/>
                  </a:lnTo>
                  <a:lnTo>
                    <a:pt x="598" y="525"/>
                  </a:lnTo>
                  <a:lnTo>
                    <a:pt x="606" y="520"/>
                  </a:lnTo>
                  <a:lnTo>
                    <a:pt x="616" y="522"/>
                  </a:lnTo>
                  <a:lnTo>
                    <a:pt x="626" y="525"/>
                  </a:lnTo>
                  <a:lnTo>
                    <a:pt x="635" y="525"/>
                  </a:lnTo>
                  <a:lnTo>
                    <a:pt x="643" y="519"/>
                  </a:lnTo>
                  <a:lnTo>
                    <a:pt x="654" y="512"/>
                  </a:lnTo>
                  <a:lnTo>
                    <a:pt x="665" y="508"/>
                  </a:lnTo>
                  <a:lnTo>
                    <a:pt x="677" y="508"/>
                  </a:lnTo>
                  <a:lnTo>
                    <a:pt x="687" y="512"/>
                  </a:lnTo>
                  <a:lnTo>
                    <a:pt x="698" y="515"/>
                  </a:lnTo>
                  <a:lnTo>
                    <a:pt x="708" y="520"/>
                  </a:lnTo>
                  <a:lnTo>
                    <a:pt x="716" y="528"/>
                  </a:lnTo>
                  <a:lnTo>
                    <a:pt x="719" y="538"/>
                  </a:lnTo>
                  <a:lnTo>
                    <a:pt x="721" y="549"/>
                  </a:lnTo>
                  <a:lnTo>
                    <a:pt x="725" y="555"/>
                  </a:lnTo>
                  <a:lnTo>
                    <a:pt x="736" y="557"/>
                  </a:lnTo>
                  <a:lnTo>
                    <a:pt x="753" y="557"/>
                  </a:lnTo>
                  <a:lnTo>
                    <a:pt x="767" y="560"/>
                  </a:lnTo>
                  <a:lnTo>
                    <a:pt x="774" y="568"/>
                  </a:lnTo>
                  <a:lnTo>
                    <a:pt x="773" y="577"/>
                  </a:lnTo>
                  <a:lnTo>
                    <a:pt x="770" y="585"/>
                  </a:lnTo>
                  <a:lnTo>
                    <a:pt x="771" y="593"/>
                  </a:lnTo>
                  <a:close/>
                </a:path>
              </a:pathLst>
            </a:custGeom>
            <a:solidFill>
              <a:srgbClr val="E18B48">
                <a:alpha val="37000"/>
              </a:srgbClr>
            </a:solidFill>
            <a:ln>
              <a:noFill/>
            </a:ln>
          </p:spPr>
          <p:txBody>
            <a:bodyPr anchor="ctr"/>
            <a:lstStyle/>
            <a:p>
              <a:pPr algn="ctr">
                <a:buNone/>
              </a:pPr>
            </a:p>
          </p:txBody>
        </p:sp>
        <p:sp>
          <p:nvSpPr>
            <p:cNvPr id="7654" name="addition:spatial:143">
              <a:extLst>
                <a:ext uri="{FF2B5EF4-FFF2-40B4-BE49-F238E27FC236}">
                  <ns2:creationId id="{B9CDBC1C-4445-4F00-9AC7-C3307A7B864C}"/>
                </a:ext>
              </a:extLst>
            </p:cNvPr>
            <p:cNvSpPr>
              <a:spLocks noGrp="1"/>
            </p:cNvSpPr>
            <p:nvPr/>
          </p:nvSpPr>
          <p:spPr>
            <a:xfrm>
              <a:off x="5648325" y="1666875"/>
              <a:ext cx="884362" cy="1048817"/>
            </a:xfrm>
            <a:custGeom>
              <a:rect l="l" t="t" r="r" b="b"/>
              <a:pathLst>
                <a:path w="667" h="620">
                  <a:moveTo>
                    <a:pt x="0" y="0"/>
                  </a:moveTo>
                  <a:moveTo>
                    <a:pt x="667" y="580"/>
                  </a:moveTo>
                  <a:lnTo>
                    <a:pt x="667" y="584"/>
                  </a:lnTo>
                  <a:lnTo>
                    <a:pt x="666" y="587"/>
                  </a:lnTo>
                  <a:lnTo>
                    <a:pt x="665" y="591"/>
                  </a:lnTo>
                  <a:lnTo>
                    <a:pt x="663" y="595"/>
                  </a:lnTo>
                  <a:lnTo>
                    <a:pt x="660" y="597"/>
                  </a:lnTo>
                  <a:lnTo>
                    <a:pt x="654" y="598"/>
                  </a:lnTo>
                  <a:lnTo>
                    <a:pt x="648" y="599"/>
                  </a:lnTo>
                  <a:lnTo>
                    <a:pt x="645" y="600"/>
                  </a:lnTo>
                  <a:lnTo>
                    <a:pt x="644" y="605"/>
                  </a:lnTo>
                  <a:lnTo>
                    <a:pt x="645" y="610"/>
                  </a:lnTo>
                  <a:lnTo>
                    <a:pt x="643" y="615"/>
                  </a:lnTo>
                  <a:lnTo>
                    <a:pt x="639" y="618"/>
                  </a:lnTo>
                  <a:lnTo>
                    <a:pt x="634" y="618"/>
                  </a:lnTo>
                  <a:lnTo>
                    <a:pt x="629" y="618"/>
                  </a:lnTo>
                  <a:lnTo>
                    <a:pt x="625" y="618"/>
                  </a:lnTo>
                  <a:lnTo>
                    <a:pt x="620" y="620"/>
                  </a:lnTo>
                  <a:lnTo>
                    <a:pt x="616" y="620"/>
                  </a:lnTo>
                  <a:lnTo>
                    <a:pt x="612" y="619"/>
                  </a:lnTo>
                  <a:lnTo>
                    <a:pt x="608" y="617"/>
                  </a:lnTo>
                  <a:lnTo>
                    <a:pt x="605" y="616"/>
                  </a:lnTo>
                  <a:lnTo>
                    <a:pt x="601" y="615"/>
                  </a:lnTo>
                  <a:lnTo>
                    <a:pt x="598" y="614"/>
                  </a:lnTo>
                  <a:lnTo>
                    <a:pt x="595" y="612"/>
                  </a:lnTo>
                  <a:lnTo>
                    <a:pt x="594" y="609"/>
                  </a:lnTo>
                  <a:lnTo>
                    <a:pt x="592" y="607"/>
                  </a:lnTo>
                  <a:lnTo>
                    <a:pt x="588" y="606"/>
                  </a:lnTo>
                  <a:lnTo>
                    <a:pt x="582" y="607"/>
                  </a:lnTo>
                  <a:lnTo>
                    <a:pt x="577" y="607"/>
                  </a:lnTo>
                  <a:lnTo>
                    <a:pt x="574" y="604"/>
                  </a:lnTo>
                  <a:lnTo>
                    <a:pt x="575" y="599"/>
                  </a:lnTo>
                  <a:lnTo>
                    <a:pt x="579" y="594"/>
                  </a:lnTo>
                  <a:lnTo>
                    <a:pt x="581" y="590"/>
                  </a:lnTo>
                  <a:lnTo>
                    <a:pt x="581" y="586"/>
                  </a:lnTo>
                  <a:lnTo>
                    <a:pt x="581" y="583"/>
                  </a:lnTo>
                  <a:lnTo>
                    <a:pt x="581" y="580"/>
                  </a:lnTo>
                  <a:lnTo>
                    <a:pt x="582" y="577"/>
                  </a:lnTo>
                  <a:lnTo>
                    <a:pt x="582" y="574"/>
                  </a:lnTo>
                  <a:lnTo>
                    <a:pt x="580" y="570"/>
                  </a:lnTo>
                  <a:lnTo>
                    <a:pt x="578" y="566"/>
                  </a:lnTo>
                  <a:lnTo>
                    <a:pt x="578" y="562"/>
                  </a:lnTo>
                  <a:lnTo>
                    <a:pt x="581" y="559"/>
                  </a:lnTo>
                  <a:lnTo>
                    <a:pt x="585" y="558"/>
                  </a:lnTo>
                  <a:lnTo>
                    <a:pt x="587" y="555"/>
                  </a:lnTo>
                  <a:lnTo>
                    <a:pt x="588" y="552"/>
                  </a:lnTo>
                  <a:lnTo>
                    <a:pt x="588" y="547"/>
                  </a:lnTo>
                  <a:lnTo>
                    <a:pt x="591" y="545"/>
                  </a:lnTo>
                  <a:lnTo>
                    <a:pt x="595" y="545"/>
                  </a:lnTo>
                  <a:lnTo>
                    <a:pt x="600" y="547"/>
                  </a:lnTo>
                  <a:lnTo>
                    <a:pt x="604" y="549"/>
                  </a:lnTo>
                  <a:lnTo>
                    <a:pt x="607" y="549"/>
                  </a:lnTo>
                  <a:lnTo>
                    <a:pt x="609" y="546"/>
                  </a:lnTo>
                  <a:lnTo>
                    <a:pt x="612" y="544"/>
                  </a:lnTo>
                  <a:lnTo>
                    <a:pt x="616" y="542"/>
                  </a:lnTo>
                  <a:lnTo>
                    <a:pt x="620" y="541"/>
                  </a:lnTo>
                  <a:lnTo>
                    <a:pt x="624" y="540"/>
                  </a:lnTo>
                  <a:lnTo>
                    <a:pt x="629" y="539"/>
                  </a:lnTo>
                  <a:lnTo>
                    <a:pt x="634" y="539"/>
                  </a:lnTo>
                  <a:lnTo>
                    <a:pt x="637" y="543"/>
                  </a:lnTo>
                  <a:lnTo>
                    <a:pt x="639" y="548"/>
                  </a:lnTo>
                  <a:lnTo>
                    <a:pt x="640" y="553"/>
                  </a:lnTo>
                  <a:lnTo>
                    <a:pt x="642" y="556"/>
                  </a:lnTo>
                  <a:lnTo>
                    <a:pt x="647" y="556"/>
                  </a:lnTo>
                  <a:lnTo>
                    <a:pt x="652" y="558"/>
                  </a:lnTo>
                  <a:lnTo>
                    <a:pt x="656" y="560"/>
                  </a:lnTo>
                  <a:lnTo>
                    <a:pt x="656" y="564"/>
                  </a:lnTo>
                  <a:lnTo>
                    <a:pt x="656" y="568"/>
                  </a:lnTo>
                  <a:lnTo>
                    <a:pt x="658" y="571"/>
                  </a:lnTo>
                  <a:lnTo>
                    <a:pt x="662" y="573"/>
                  </a:lnTo>
                  <a:lnTo>
                    <a:pt x="665" y="577"/>
                  </a:lnTo>
                  <a:close/>
                </a:path>
              </a:pathLst>
            </a:custGeom>
            <a:solidFill>
              <a:srgbClr val="DE8036">
                <a:alpha val="36000"/>
              </a:srgbClr>
            </a:solidFill>
            <a:ln>
              <a:noFill/>
            </a:ln>
          </p:spPr>
          <p:txBody>
            <a:bodyPr anchor="ctr"/>
            <a:lstStyle/>
            <a:p>
              <a:pPr algn="ctr">
                <a:buNone/>
              </a:pPr>
            </a:p>
          </p:txBody>
        </p:sp>
        <p:sp>
          <p:nvSpPr>
            <p:cNvPr id="7655" name="addition:spatial:144">
              <a:extLst>
                <a:ext uri="{FF2B5EF4-FFF2-40B4-BE49-F238E27FC236}">
                  <ns2:creationId id="{9F44BD2B-A9F1-45A5-9C97-41BB8D7A3A41}"/>
                </a:ext>
              </a:extLst>
            </p:cNvPr>
            <p:cNvSpPr>
              <a:spLocks noGrp="1"/>
            </p:cNvSpPr>
            <p:nvPr/>
          </p:nvSpPr>
          <p:spPr>
            <a:xfrm>
              <a:off x="5648325" y="1666875"/>
              <a:ext cx="950656" cy="1011601"/>
            </a:xfrm>
            <a:custGeom>
              <a:rect l="l" t="t" r="r" b="b"/>
              <a:pathLst>
                <a:path w="717" h="598">
                  <a:moveTo>
                    <a:pt x="0" y="0"/>
                  </a:moveTo>
                  <a:moveTo>
                    <a:pt x="709" y="569"/>
                  </a:moveTo>
                  <a:lnTo>
                    <a:pt x="708" y="571"/>
                  </a:lnTo>
                  <a:lnTo>
                    <a:pt x="707" y="573"/>
                  </a:lnTo>
                  <a:lnTo>
                    <a:pt x="706" y="575"/>
                  </a:lnTo>
                  <a:lnTo>
                    <a:pt x="705" y="578"/>
                  </a:lnTo>
                  <a:lnTo>
                    <a:pt x="706" y="581"/>
                  </a:lnTo>
                  <a:lnTo>
                    <a:pt x="707" y="584"/>
                  </a:lnTo>
                  <a:lnTo>
                    <a:pt x="707" y="588"/>
                  </a:lnTo>
                  <a:lnTo>
                    <a:pt x="706" y="590"/>
                  </a:lnTo>
                  <a:lnTo>
                    <a:pt x="702" y="591"/>
                  </a:lnTo>
                  <a:lnTo>
                    <a:pt x="698" y="591"/>
                  </a:lnTo>
                  <a:lnTo>
                    <a:pt x="695" y="592"/>
                  </a:lnTo>
                  <a:lnTo>
                    <a:pt x="694" y="594"/>
                  </a:lnTo>
                  <a:lnTo>
                    <a:pt x="692" y="596"/>
                  </a:lnTo>
                  <a:lnTo>
                    <a:pt x="690" y="598"/>
                  </a:lnTo>
                  <a:lnTo>
                    <a:pt x="687" y="597"/>
                  </a:lnTo>
                  <a:lnTo>
                    <a:pt x="684" y="595"/>
                  </a:lnTo>
                  <a:lnTo>
                    <a:pt x="681" y="594"/>
                  </a:lnTo>
                  <a:lnTo>
                    <a:pt x="679" y="594"/>
                  </a:lnTo>
                  <a:lnTo>
                    <a:pt x="676" y="596"/>
                  </a:lnTo>
                  <a:lnTo>
                    <a:pt x="674" y="597"/>
                  </a:lnTo>
                  <a:lnTo>
                    <a:pt x="671" y="597"/>
                  </a:lnTo>
                  <a:lnTo>
                    <a:pt x="667" y="597"/>
                  </a:lnTo>
                  <a:lnTo>
                    <a:pt x="664" y="597"/>
                  </a:lnTo>
                  <a:lnTo>
                    <a:pt x="660" y="596"/>
                  </a:lnTo>
                  <a:lnTo>
                    <a:pt x="657" y="595"/>
                  </a:lnTo>
                  <a:lnTo>
                    <a:pt x="656" y="591"/>
                  </a:lnTo>
                  <a:lnTo>
                    <a:pt x="657" y="586"/>
                  </a:lnTo>
                  <a:lnTo>
                    <a:pt x="657" y="583"/>
                  </a:lnTo>
                  <a:lnTo>
                    <a:pt x="656" y="581"/>
                  </a:lnTo>
                  <a:lnTo>
                    <a:pt x="652" y="580"/>
                  </a:lnTo>
                  <a:lnTo>
                    <a:pt x="648" y="579"/>
                  </a:lnTo>
                  <a:lnTo>
                    <a:pt x="645" y="576"/>
                  </a:lnTo>
                  <a:lnTo>
                    <a:pt x="644" y="574"/>
                  </a:lnTo>
                  <a:lnTo>
                    <a:pt x="644" y="571"/>
                  </a:lnTo>
                  <a:lnTo>
                    <a:pt x="643" y="569"/>
                  </a:lnTo>
                  <a:lnTo>
                    <a:pt x="642" y="566"/>
                  </a:lnTo>
                  <a:lnTo>
                    <a:pt x="641" y="563"/>
                  </a:lnTo>
                  <a:lnTo>
                    <a:pt x="641" y="560"/>
                  </a:lnTo>
                  <a:lnTo>
                    <a:pt x="643" y="558"/>
                  </a:lnTo>
                  <a:lnTo>
                    <a:pt x="644" y="556"/>
                  </a:lnTo>
                  <a:lnTo>
                    <a:pt x="646" y="553"/>
                  </a:lnTo>
                  <a:lnTo>
                    <a:pt x="647" y="551"/>
                  </a:lnTo>
                  <a:lnTo>
                    <a:pt x="651" y="550"/>
                  </a:lnTo>
                  <a:lnTo>
                    <a:pt x="655" y="550"/>
                  </a:lnTo>
                  <a:lnTo>
                    <a:pt x="659" y="550"/>
                  </a:lnTo>
                  <a:lnTo>
                    <a:pt x="662" y="549"/>
                  </a:lnTo>
                  <a:lnTo>
                    <a:pt x="663" y="545"/>
                  </a:lnTo>
                  <a:lnTo>
                    <a:pt x="664" y="541"/>
                  </a:lnTo>
                  <a:lnTo>
                    <a:pt x="666" y="537"/>
                  </a:lnTo>
                  <a:lnTo>
                    <a:pt x="670" y="536"/>
                  </a:lnTo>
                  <a:lnTo>
                    <a:pt x="674" y="537"/>
                  </a:lnTo>
                  <a:lnTo>
                    <a:pt x="678" y="538"/>
                  </a:lnTo>
                  <a:lnTo>
                    <a:pt x="682" y="539"/>
                  </a:lnTo>
                  <a:lnTo>
                    <a:pt x="685" y="539"/>
                  </a:lnTo>
                  <a:lnTo>
                    <a:pt x="689" y="541"/>
                  </a:lnTo>
                  <a:lnTo>
                    <a:pt x="691" y="543"/>
                  </a:lnTo>
                  <a:lnTo>
                    <a:pt x="694" y="544"/>
                  </a:lnTo>
                  <a:lnTo>
                    <a:pt x="697" y="545"/>
                  </a:lnTo>
                  <a:lnTo>
                    <a:pt x="700" y="545"/>
                  </a:lnTo>
                  <a:lnTo>
                    <a:pt x="703" y="545"/>
                  </a:lnTo>
                  <a:lnTo>
                    <a:pt x="705" y="548"/>
                  </a:lnTo>
                  <a:lnTo>
                    <a:pt x="706" y="550"/>
                  </a:lnTo>
                  <a:lnTo>
                    <a:pt x="707" y="553"/>
                  </a:lnTo>
                  <a:lnTo>
                    <a:pt x="709" y="554"/>
                  </a:lnTo>
                  <a:lnTo>
                    <a:pt x="714" y="555"/>
                  </a:lnTo>
                  <a:lnTo>
                    <a:pt x="717" y="557"/>
                  </a:lnTo>
                  <a:lnTo>
                    <a:pt x="717" y="560"/>
                  </a:lnTo>
                  <a:lnTo>
                    <a:pt x="715" y="563"/>
                  </a:lnTo>
                  <a:lnTo>
                    <a:pt x="711" y="566"/>
                  </a:lnTo>
                  <a:close/>
                </a:path>
              </a:pathLst>
            </a:custGeom>
            <a:solidFill>
              <a:srgbClr val="DE8036">
                <a:alpha val="36000"/>
              </a:srgbClr>
            </a:solidFill>
            <a:ln>
              <a:noFill/>
            </a:ln>
          </p:spPr>
          <p:txBody>
            <a:bodyPr anchor="ctr"/>
            <a:lstStyle/>
            <a:p>
              <a:pPr algn="ctr">
                <a:buNone/>
              </a:pPr>
            </a:p>
          </p:txBody>
        </p:sp>
        <p:sp>
          <p:nvSpPr>
            <p:cNvPr id="7656" name="addition:spatial:145">
              <a:extLst>
                <a:ext uri="{FF2B5EF4-FFF2-40B4-BE49-F238E27FC236}">
                  <ns2:creationId id="{27A0AB1E-6A55-4A74-8D90-CA6B15B71F1B}"/>
                </a:ext>
              </a:extLst>
            </p:cNvPr>
            <p:cNvSpPr>
              <a:spLocks noGrp="1"/>
            </p:cNvSpPr>
            <p:nvPr/>
          </p:nvSpPr>
          <p:spPr>
            <a:xfrm>
              <a:off x="5648325" y="1666875"/>
              <a:ext cx="1003691" cy="1116482"/>
            </a:xfrm>
            <a:custGeom>
              <a:rect l="l" t="t" r="r" b="b"/>
              <a:pathLst>
                <a:path w="757" h="660">
                  <a:moveTo>
                    <a:pt x="0" y="0"/>
                  </a:moveTo>
                  <a:moveTo>
                    <a:pt x="753" y="620"/>
                  </a:moveTo>
                  <a:lnTo>
                    <a:pt x="751" y="623"/>
                  </a:lnTo>
                  <a:lnTo>
                    <a:pt x="748" y="626"/>
                  </a:lnTo>
                  <a:lnTo>
                    <a:pt x="745" y="629"/>
                  </a:lnTo>
                  <a:lnTo>
                    <a:pt x="744" y="632"/>
                  </a:lnTo>
                  <a:lnTo>
                    <a:pt x="743" y="636"/>
                  </a:lnTo>
                  <a:lnTo>
                    <a:pt x="741" y="639"/>
                  </a:lnTo>
                  <a:lnTo>
                    <a:pt x="738" y="641"/>
                  </a:lnTo>
                  <a:lnTo>
                    <a:pt x="735" y="643"/>
                  </a:lnTo>
                  <a:lnTo>
                    <a:pt x="734" y="647"/>
                  </a:lnTo>
                  <a:lnTo>
                    <a:pt x="733" y="652"/>
                  </a:lnTo>
                  <a:lnTo>
                    <a:pt x="732" y="657"/>
                  </a:lnTo>
                  <a:lnTo>
                    <a:pt x="729" y="660"/>
                  </a:lnTo>
                  <a:lnTo>
                    <a:pt x="723" y="658"/>
                  </a:lnTo>
                  <a:lnTo>
                    <a:pt x="717" y="655"/>
                  </a:lnTo>
                  <a:lnTo>
                    <a:pt x="713" y="653"/>
                  </a:lnTo>
                  <a:lnTo>
                    <a:pt x="710" y="652"/>
                  </a:lnTo>
                  <a:lnTo>
                    <a:pt x="707" y="654"/>
                  </a:lnTo>
                  <a:lnTo>
                    <a:pt x="704" y="655"/>
                  </a:lnTo>
                  <a:lnTo>
                    <a:pt x="701" y="656"/>
                  </a:lnTo>
                  <a:lnTo>
                    <a:pt x="698" y="656"/>
                  </a:lnTo>
                  <a:lnTo>
                    <a:pt x="694" y="657"/>
                  </a:lnTo>
                  <a:lnTo>
                    <a:pt x="689" y="657"/>
                  </a:lnTo>
                  <a:lnTo>
                    <a:pt x="685" y="657"/>
                  </a:lnTo>
                  <a:lnTo>
                    <a:pt x="682" y="654"/>
                  </a:lnTo>
                  <a:lnTo>
                    <a:pt x="681" y="650"/>
                  </a:lnTo>
                  <a:lnTo>
                    <a:pt x="679" y="647"/>
                  </a:lnTo>
                  <a:lnTo>
                    <a:pt x="675" y="645"/>
                  </a:lnTo>
                  <a:lnTo>
                    <a:pt x="671" y="643"/>
                  </a:lnTo>
                  <a:lnTo>
                    <a:pt x="667" y="641"/>
                  </a:lnTo>
                  <a:lnTo>
                    <a:pt x="667" y="637"/>
                  </a:lnTo>
                  <a:lnTo>
                    <a:pt x="669" y="632"/>
                  </a:lnTo>
                  <a:lnTo>
                    <a:pt x="671" y="628"/>
                  </a:lnTo>
                  <a:lnTo>
                    <a:pt x="670" y="625"/>
                  </a:lnTo>
                  <a:lnTo>
                    <a:pt x="665" y="623"/>
                  </a:lnTo>
                  <a:lnTo>
                    <a:pt x="661" y="620"/>
                  </a:lnTo>
                  <a:lnTo>
                    <a:pt x="657" y="616"/>
                  </a:lnTo>
                  <a:lnTo>
                    <a:pt x="656" y="612"/>
                  </a:lnTo>
                  <a:lnTo>
                    <a:pt x="656" y="608"/>
                  </a:lnTo>
                  <a:lnTo>
                    <a:pt x="656" y="604"/>
                  </a:lnTo>
                  <a:lnTo>
                    <a:pt x="657" y="601"/>
                  </a:lnTo>
                  <a:lnTo>
                    <a:pt x="661" y="599"/>
                  </a:lnTo>
                  <a:lnTo>
                    <a:pt x="667" y="598"/>
                  </a:lnTo>
                  <a:lnTo>
                    <a:pt x="672" y="598"/>
                  </a:lnTo>
                  <a:lnTo>
                    <a:pt x="675" y="596"/>
                  </a:lnTo>
                  <a:lnTo>
                    <a:pt x="676" y="592"/>
                  </a:lnTo>
                  <a:lnTo>
                    <a:pt x="677" y="588"/>
                  </a:lnTo>
                  <a:lnTo>
                    <a:pt x="680" y="585"/>
                  </a:lnTo>
                  <a:lnTo>
                    <a:pt x="685" y="584"/>
                  </a:lnTo>
                  <a:lnTo>
                    <a:pt x="690" y="585"/>
                  </a:lnTo>
                  <a:lnTo>
                    <a:pt x="695" y="584"/>
                  </a:lnTo>
                  <a:lnTo>
                    <a:pt x="699" y="582"/>
                  </a:lnTo>
                  <a:lnTo>
                    <a:pt x="703" y="579"/>
                  </a:lnTo>
                  <a:lnTo>
                    <a:pt x="708" y="577"/>
                  </a:lnTo>
                  <a:lnTo>
                    <a:pt x="713" y="578"/>
                  </a:lnTo>
                  <a:lnTo>
                    <a:pt x="718" y="580"/>
                  </a:lnTo>
                  <a:lnTo>
                    <a:pt x="723" y="582"/>
                  </a:lnTo>
                  <a:lnTo>
                    <a:pt x="727" y="584"/>
                  </a:lnTo>
                  <a:lnTo>
                    <a:pt x="730" y="587"/>
                  </a:lnTo>
                  <a:lnTo>
                    <a:pt x="732" y="591"/>
                  </a:lnTo>
                  <a:lnTo>
                    <a:pt x="733" y="595"/>
                  </a:lnTo>
                  <a:lnTo>
                    <a:pt x="736" y="597"/>
                  </a:lnTo>
                  <a:lnTo>
                    <a:pt x="741" y="597"/>
                  </a:lnTo>
                  <a:lnTo>
                    <a:pt x="748" y="596"/>
                  </a:lnTo>
                  <a:lnTo>
                    <a:pt x="754" y="597"/>
                  </a:lnTo>
                  <a:lnTo>
                    <a:pt x="757" y="600"/>
                  </a:lnTo>
                  <a:lnTo>
                    <a:pt x="756" y="605"/>
                  </a:lnTo>
                  <a:lnTo>
                    <a:pt x="753" y="609"/>
                  </a:lnTo>
                  <a:lnTo>
                    <a:pt x="752" y="613"/>
                  </a:lnTo>
                  <a:lnTo>
                    <a:pt x="753" y="616"/>
                  </a:lnTo>
                  <a:close/>
                </a:path>
              </a:pathLst>
            </a:custGeom>
            <a:solidFill>
              <a:srgbClr val="DE8036">
                <a:alpha val="36000"/>
              </a:srgbClr>
            </a:solidFill>
            <a:ln>
              <a:noFill/>
            </a:ln>
          </p:spPr>
          <p:txBody>
            <a:bodyPr anchor="ctr"/>
            <a:lstStyle/>
            <a:p>
              <a:pPr algn="ctr">
                <a:buNone/>
              </a:pPr>
            </a:p>
          </p:txBody>
        </p:sp>
        <p:sp>
          <p:nvSpPr>
            <p:cNvPr id="7657" name="addition:spatial:146">
              <a:extLst>
                <a:ext uri="{FF2B5EF4-FFF2-40B4-BE49-F238E27FC236}">
                  <ns2:creationId id="{C6C47C44-EFF7-4243-B2E0-5AF64A6C735F}"/>
                </a:ext>
              </a:extLst>
            </p:cNvPr>
            <p:cNvSpPr>
              <a:spLocks noGrp="1"/>
            </p:cNvSpPr>
            <p:nvPr/>
          </p:nvSpPr>
          <p:spPr>
            <a:xfrm>
              <a:off x="5648325" y="1666875"/>
              <a:ext cx="902924" cy="1143549"/>
            </a:xfrm>
            <a:custGeom>
              <a:rect l="l" t="t" r="r" b="b"/>
              <a:pathLst>
                <a:path w="681" h="676">
                  <a:moveTo>
                    <a:pt x="0" y="0"/>
                  </a:moveTo>
                  <a:moveTo>
                    <a:pt x="680" y="642"/>
                  </a:moveTo>
                  <a:lnTo>
                    <a:pt x="680" y="645"/>
                  </a:lnTo>
                  <a:lnTo>
                    <a:pt x="677" y="647"/>
                  </a:lnTo>
                  <a:lnTo>
                    <a:pt x="673" y="649"/>
                  </a:lnTo>
                  <a:lnTo>
                    <a:pt x="670" y="651"/>
                  </a:lnTo>
                  <a:lnTo>
                    <a:pt x="670" y="654"/>
                  </a:lnTo>
                  <a:lnTo>
                    <a:pt x="673" y="658"/>
                  </a:lnTo>
                  <a:lnTo>
                    <a:pt x="675" y="663"/>
                  </a:lnTo>
                  <a:lnTo>
                    <a:pt x="674" y="666"/>
                  </a:lnTo>
                  <a:lnTo>
                    <a:pt x="671" y="668"/>
                  </a:lnTo>
                  <a:lnTo>
                    <a:pt x="667" y="669"/>
                  </a:lnTo>
                  <a:lnTo>
                    <a:pt x="663" y="670"/>
                  </a:lnTo>
                  <a:lnTo>
                    <a:pt x="660" y="670"/>
                  </a:lnTo>
                  <a:lnTo>
                    <a:pt x="657" y="670"/>
                  </a:lnTo>
                  <a:lnTo>
                    <a:pt x="653" y="670"/>
                  </a:lnTo>
                  <a:lnTo>
                    <a:pt x="650" y="669"/>
                  </a:lnTo>
                  <a:lnTo>
                    <a:pt x="648" y="670"/>
                  </a:lnTo>
                  <a:lnTo>
                    <a:pt x="645" y="673"/>
                  </a:lnTo>
                  <a:lnTo>
                    <a:pt x="642" y="675"/>
                  </a:lnTo>
                  <a:lnTo>
                    <a:pt x="639" y="676"/>
                  </a:lnTo>
                  <a:lnTo>
                    <a:pt x="635" y="674"/>
                  </a:lnTo>
                  <a:lnTo>
                    <a:pt x="633" y="672"/>
                  </a:lnTo>
                  <a:lnTo>
                    <a:pt x="630" y="671"/>
                  </a:lnTo>
                  <a:lnTo>
                    <a:pt x="625" y="671"/>
                  </a:lnTo>
                  <a:lnTo>
                    <a:pt x="620" y="672"/>
                  </a:lnTo>
                  <a:lnTo>
                    <a:pt x="616" y="670"/>
                  </a:lnTo>
                  <a:lnTo>
                    <a:pt x="614" y="667"/>
                  </a:lnTo>
                  <a:lnTo>
                    <a:pt x="614" y="663"/>
                  </a:lnTo>
                  <a:lnTo>
                    <a:pt x="613" y="659"/>
                  </a:lnTo>
                  <a:lnTo>
                    <a:pt x="612" y="657"/>
                  </a:lnTo>
                  <a:lnTo>
                    <a:pt x="610" y="654"/>
                  </a:lnTo>
                  <a:lnTo>
                    <a:pt x="608" y="652"/>
                  </a:lnTo>
                  <a:lnTo>
                    <a:pt x="606" y="649"/>
                  </a:lnTo>
                  <a:lnTo>
                    <a:pt x="604" y="647"/>
                  </a:lnTo>
                  <a:lnTo>
                    <a:pt x="599" y="645"/>
                  </a:lnTo>
                  <a:lnTo>
                    <a:pt x="594" y="642"/>
                  </a:lnTo>
                  <a:lnTo>
                    <a:pt x="592" y="638"/>
                  </a:lnTo>
                  <a:lnTo>
                    <a:pt x="594" y="635"/>
                  </a:lnTo>
                  <a:lnTo>
                    <a:pt x="598" y="633"/>
                  </a:lnTo>
                  <a:lnTo>
                    <a:pt x="603" y="631"/>
                  </a:lnTo>
                  <a:lnTo>
                    <a:pt x="605" y="629"/>
                  </a:lnTo>
                  <a:lnTo>
                    <a:pt x="606" y="626"/>
                  </a:lnTo>
                  <a:lnTo>
                    <a:pt x="606" y="622"/>
                  </a:lnTo>
                  <a:lnTo>
                    <a:pt x="609" y="620"/>
                  </a:lnTo>
                  <a:lnTo>
                    <a:pt x="613" y="619"/>
                  </a:lnTo>
                  <a:lnTo>
                    <a:pt x="617" y="618"/>
                  </a:lnTo>
                  <a:lnTo>
                    <a:pt x="620" y="617"/>
                  </a:lnTo>
                  <a:lnTo>
                    <a:pt x="622" y="614"/>
                  </a:lnTo>
                  <a:lnTo>
                    <a:pt x="625" y="611"/>
                  </a:lnTo>
                  <a:lnTo>
                    <a:pt x="629" y="610"/>
                  </a:lnTo>
                  <a:lnTo>
                    <a:pt x="633" y="609"/>
                  </a:lnTo>
                  <a:lnTo>
                    <a:pt x="637" y="607"/>
                  </a:lnTo>
                  <a:lnTo>
                    <a:pt x="642" y="605"/>
                  </a:lnTo>
                  <a:lnTo>
                    <a:pt x="646" y="604"/>
                  </a:lnTo>
                  <a:lnTo>
                    <a:pt x="650" y="606"/>
                  </a:lnTo>
                  <a:lnTo>
                    <a:pt x="653" y="610"/>
                  </a:lnTo>
                  <a:lnTo>
                    <a:pt x="655" y="615"/>
                  </a:lnTo>
                  <a:lnTo>
                    <a:pt x="658" y="618"/>
                  </a:lnTo>
                  <a:lnTo>
                    <a:pt x="661" y="617"/>
                  </a:lnTo>
                  <a:lnTo>
                    <a:pt x="666" y="616"/>
                  </a:lnTo>
                  <a:lnTo>
                    <a:pt x="670" y="616"/>
                  </a:lnTo>
                  <a:lnTo>
                    <a:pt x="673" y="617"/>
                  </a:lnTo>
                  <a:lnTo>
                    <a:pt x="675" y="619"/>
                  </a:lnTo>
                  <a:lnTo>
                    <a:pt x="677" y="622"/>
                  </a:lnTo>
                  <a:lnTo>
                    <a:pt x="679" y="624"/>
                  </a:lnTo>
                  <a:lnTo>
                    <a:pt x="681" y="626"/>
                  </a:lnTo>
                  <a:lnTo>
                    <a:pt x="681" y="630"/>
                  </a:lnTo>
                  <a:lnTo>
                    <a:pt x="680" y="633"/>
                  </a:lnTo>
                  <a:lnTo>
                    <a:pt x="679" y="636"/>
                  </a:lnTo>
                  <a:lnTo>
                    <a:pt x="679" y="639"/>
                  </a:lnTo>
                  <a:close/>
                </a:path>
              </a:pathLst>
            </a:custGeom>
            <a:solidFill>
              <a:srgbClr val="DE8036">
                <a:alpha val="36000"/>
              </a:srgbClr>
            </a:solidFill>
            <a:ln>
              <a:noFill/>
            </a:ln>
          </p:spPr>
          <p:txBody>
            <a:bodyPr anchor="ctr"/>
            <a:lstStyle/>
            <a:p>
              <a:pPr algn="ctr">
                <a:buNone/>
              </a:pPr>
            </a:p>
          </p:txBody>
        </p:sp>
        <p:sp>
          <p:nvSpPr>
            <p:cNvPr id="7658" name="addition:spatial:147">
              <a:extLst>
                <a:ext uri="{FF2B5EF4-FFF2-40B4-BE49-F238E27FC236}">
                  <ns2:creationId id="{FD2A5F25-2D5E-436A-A3C9-948AB298D1EE}"/>
                </a:ext>
              </a:extLst>
            </p:cNvPr>
            <p:cNvSpPr>
              <a:spLocks noGrp="1"/>
            </p:cNvSpPr>
            <p:nvPr/>
          </p:nvSpPr>
          <p:spPr>
            <a:xfrm>
              <a:off x="5648325" y="1666875"/>
              <a:ext cx="872429" cy="1040359"/>
            </a:xfrm>
            <a:custGeom>
              <a:rect l="l" t="t" r="r" b="b"/>
              <a:pathLst>
                <a:path w="658" h="615">
                  <a:moveTo>
                    <a:pt x="0" y="0"/>
                  </a:moveTo>
                  <a:moveTo>
                    <a:pt x="648" y="584"/>
                  </a:moveTo>
                  <a:lnTo>
                    <a:pt x="651" y="586"/>
                  </a:lnTo>
                  <a:lnTo>
                    <a:pt x="655" y="589"/>
                  </a:lnTo>
                  <a:lnTo>
                    <a:pt x="658" y="593"/>
                  </a:lnTo>
                  <a:lnTo>
                    <a:pt x="658" y="596"/>
                  </a:lnTo>
                  <a:lnTo>
                    <a:pt x="655" y="598"/>
                  </a:lnTo>
                  <a:lnTo>
                    <a:pt x="651" y="599"/>
                  </a:lnTo>
                  <a:lnTo>
                    <a:pt x="648" y="600"/>
                  </a:lnTo>
                  <a:lnTo>
                    <a:pt x="646" y="602"/>
                  </a:lnTo>
                  <a:lnTo>
                    <a:pt x="645" y="603"/>
                  </a:lnTo>
                  <a:lnTo>
                    <a:pt x="642" y="605"/>
                  </a:lnTo>
                  <a:lnTo>
                    <a:pt x="640" y="606"/>
                  </a:lnTo>
                  <a:lnTo>
                    <a:pt x="638" y="607"/>
                  </a:lnTo>
                  <a:lnTo>
                    <a:pt x="636" y="610"/>
                  </a:lnTo>
                  <a:lnTo>
                    <a:pt x="634" y="612"/>
                  </a:lnTo>
                  <a:lnTo>
                    <a:pt x="631" y="614"/>
                  </a:lnTo>
                  <a:lnTo>
                    <a:pt x="627" y="613"/>
                  </a:lnTo>
                  <a:lnTo>
                    <a:pt x="624" y="612"/>
                  </a:lnTo>
                  <a:lnTo>
                    <a:pt x="621" y="612"/>
                  </a:lnTo>
                  <a:lnTo>
                    <a:pt x="617" y="614"/>
                  </a:lnTo>
                  <a:lnTo>
                    <a:pt x="614" y="615"/>
                  </a:lnTo>
                  <a:lnTo>
                    <a:pt x="610" y="615"/>
                  </a:lnTo>
                  <a:lnTo>
                    <a:pt x="607" y="612"/>
                  </a:lnTo>
                  <a:lnTo>
                    <a:pt x="606" y="608"/>
                  </a:lnTo>
                  <a:lnTo>
                    <a:pt x="605" y="604"/>
                  </a:lnTo>
                  <a:lnTo>
                    <a:pt x="603" y="603"/>
                  </a:lnTo>
                  <a:lnTo>
                    <a:pt x="600" y="602"/>
                  </a:lnTo>
                  <a:lnTo>
                    <a:pt x="597" y="601"/>
                  </a:lnTo>
                  <a:lnTo>
                    <a:pt x="594" y="600"/>
                  </a:lnTo>
                  <a:lnTo>
                    <a:pt x="592" y="599"/>
                  </a:lnTo>
                  <a:lnTo>
                    <a:pt x="589" y="597"/>
                  </a:lnTo>
                  <a:lnTo>
                    <a:pt x="586" y="595"/>
                  </a:lnTo>
                  <a:lnTo>
                    <a:pt x="585" y="593"/>
                  </a:lnTo>
                  <a:lnTo>
                    <a:pt x="586" y="589"/>
                  </a:lnTo>
                  <a:lnTo>
                    <a:pt x="589" y="586"/>
                  </a:lnTo>
                  <a:lnTo>
                    <a:pt x="592" y="584"/>
                  </a:lnTo>
                  <a:lnTo>
                    <a:pt x="593" y="581"/>
                  </a:lnTo>
                  <a:lnTo>
                    <a:pt x="592" y="579"/>
                  </a:lnTo>
                  <a:lnTo>
                    <a:pt x="591" y="576"/>
                  </a:lnTo>
                  <a:lnTo>
                    <a:pt x="593" y="573"/>
                  </a:lnTo>
                  <a:lnTo>
                    <a:pt x="596" y="572"/>
                  </a:lnTo>
                  <a:lnTo>
                    <a:pt x="599" y="570"/>
                  </a:lnTo>
                  <a:lnTo>
                    <a:pt x="601" y="568"/>
                  </a:lnTo>
                  <a:lnTo>
                    <a:pt x="601" y="565"/>
                  </a:lnTo>
                  <a:lnTo>
                    <a:pt x="602" y="562"/>
                  </a:lnTo>
                  <a:lnTo>
                    <a:pt x="603" y="559"/>
                  </a:lnTo>
                  <a:lnTo>
                    <a:pt x="605" y="557"/>
                  </a:lnTo>
                  <a:lnTo>
                    <a:pt x="608" y="556"/>
                  </a:lnTo>
                  <a:lnTo>
                    <a:pt x="610" y="554"/>
                  </a:lnTo>
                  <a:lnTo>
                    <a:pt x="613" y="553"/>
                  </a:lnTo>
                  <a:lnTo>
                    <a:pt x="616" y="554"/>
                  </a:lnTo>
                  <a:lnTo>
                    <a:pt x="619" y="557"/>
                  </a:lnTo>
                  <a:lnTo>
                    <a:pt x="622" y="560"/>
                  </a:lnTo>
                  <a:lnTo>
                    <a:pt x="623" y="560"/>
                  </a:lnTo>
                  <a:lnTo>
                    <a:pt x="626" y="558"/>
                  </a:lnTo>
                  <a:lnTo>
                    <a:pt x="628" y="555"/>
                  </a:lnTo>
                  <a:lnTo>
                    <a:pt x="631" y="554"/>
                  </a:lnTo>
                  <a:lnTo>
                    <a:pt x="634" y="555"/>
                  </a:lnTo>
                  <a:lnTo>
                    <a:pt x="636" y="557"/>
                  </a:lnTo>
                  <a:lnTo>
                    <a:pt x="637" y="559"/>
                  </a:lnTo>
                  <a:lnTo>
                    <a:pt x="640" y="560"/>
                  </a:lnTo>
                  <a:lnTo>
                    <a:pt x="642" y="561"/>
                  </a:lnTo>
                  <a:lnTo>
                    <a:pt x="644" y="563"/>
                  </a:lnTo>
                  <a:lnTo>
                    <a:pt x="645" y="566"/>
                  </a:lnTo>
                  <a:lnTo>
                    <a:pt x="646" y="569"/>
                  </a:lnTo>
                  <a:lnTo>
                    <a:pt x="647" y="571"/>
                  </a:lnTo>
                  <a:lnTo>
                    <a:pt x="648" y="574"/>
                  </a:lnTo>
                  <a:lnTo>
                    <a:pt x="649" y="576"/>
                  </a:lnTo>
                  <a:lnTo>
                    <a:pt x="649" y="579"/>
                  </a:lnTo>
                  <a:lnTo>
                    <a:pt x="648" y="581"/>
                  </a:lnTo>
                  <a:close/>
                </a:path>
              </a:pathLst>
            </a:custGeom>
            <a:solidFill>
              <a:srgbClr val="E8A571">
                <a:alpha val="32000"/>
              </a:srgbClr>
            </a:solidFill>
            <a:ln>
              <a:noFill/>
            </a:ln>
          </p:spPr>
          <p:txBody>
            <a:bodyPr anchor="ctr"/>
            <a:lstStyle/>
            <a:p>
              <a:pPr algn="ctr">
                <a:buNone/>
              </a:pPr>
            </a:p>
          </p:txBody>
        </p:sp>
        <p:sp>
          <p:nvSpPr>
            <p:cNvPr id="7659" name="addition:spatial:148">
              <a:extLst>
                <a:ext uri="{FF2B5EF4-FFF2-40B4-BE49-F238E27FC236}">
                  <ns2:creationId id="{23935014-55BA-4D3A-9B1E-8D3AFBC5F9EC}"/>
                </a:ext>
              </a:extLst>
            </p:cNvPr>
            <p:cNvSpPr>
              <a:spLocks noGrp="1"/>
            </p:cNvSpPr>
            <p:nvPr/>
          </p:nvSpPr>
          <p:spPr>
            <a:xfrm>
              <a:off x="5648325" y="1666875"/>
              <a:ext cx="967892" cy="1111407"/>
            </a:xfrm>
            <a:custGeom>
              <a:rect l="l" t="t" r="r" b="b"/>
              <a:pathLst>
                <a:path w="730" h="657">
                  <a:moveTo>
                    <a:pt x="0" y="0"/>
                  </a:moveTo>
                  <a:moveTo>
                    <a:pt x="729" y="627"/>
                  </a:moveTo>
                  <a:lnTo>
                    <a:pt x="727" y="629"/>
                  </a:lnTo>
                  <a:lnTo>
                    <a:pt x="726" y="631"/>
                  </a:lnTo>
                  <a:lnTo>
                    <a:pt x="726" y="633"/>
                  </a:lnTo>
                  <a:lnTo>
                    <a:pt x="727" y="636"/>
                  </a:lnTo>
                  <a:lnTo>
                    <a:pt x="726" y="638"/>
                  </a:lnTo>
                  <a:lnTo>
                    <a:pt x="723" y="640"/>
                  </a:lnTo>
                  <a:lnTo>
                    <a:pt x="720" y="641"/>
                  </a:lnTo>
                  <a:lnTo>
                    <a:pt x="717" y="642"/>
                  </a:lnTo>
                  <a:lnTo>
                    <a:pt x="715" y="643"/>
                  </a:lnTo>
                  <a:lnTo>
                    <a:pt x="713" y="645"/>
                  </a:lnTo>
                  <a:lnTo>
                    <a:pt x="710" y="646"/>
                  </a:lnTo>
                  <a:lnTo>
                    <a:pt x="708" y="647"/>
                  </a:lnTo>
                  <a:lnTo>
                    <a:pt x="705" y="649"/>
                  </a:lnTo>
                  <a:lnTo>
                    <a:pt x="703" y="652"/>
                  </a:lnTo>
                  <a:lnTo>
                    <a:pt x="700" y="655"/>
                  </a:lnTo>
                  <a:lnTo>
                    <a:pt x="697" y="657"/>
                  </a:lnTo>
                  <a:lnTo>
                    <a:pt x="693" y="656"/>
                  </a:lnTo>
                  <a:lnTo>
                    <a:pt x="690" y="653"/>
                  </a:lnTo>
                  <a:lnTo>
                    <a:pt x="687" y="650"/>
                  </a:lnTo>
                  <a:lnTo>
                    <a:pt x="685" y="648"/>
                  </a:lnTo>
                  <a:lnTo>
                    <a:pt x="682" y="648"/>
                  </a:lnTo>
                  <a:lnTo>
                    <a:pt x="679" y="649"/>
                  </a:lnTo>
                  <a:lnTo>
                    <a:pt x="676" y="649"/>
                  </a:lnTo>
                  <a:lnTo>
                    <a:pt x="674" y="647"/>
                  </a:lnTo>
                  <a:lnTo>
                    <a:pt x="672" y="646"/>
                  </a:lnTo>
                  <a:lnTo>
                    <a:pt x="670" y="645"/>
                  </a:lnTo>
                  <a:lnTo>
                    <a:pt x="667" y="644"/>
                  </a:lnTo>
                  <a:lnTo>
                    <a:pt x="665" y="642"/>
                  </a:lnTo>
                  <a:lnTo>
                    <a:pt x="664" y="640"/>
                  </a:lnTo>
                  <a:lnTo>
                    <a:pt x="664" y="638"/>
                  </a:lnTo>
                  <a:lnTo>
                    <a:pt x="663" y="636"/>
                  </a:lnTo>
                  <a:lnTo>
                    <a:pt x="661" y="634"/>
                  </a:lnTo>
                  <a:lnTo>
                    <a:pt x="660" y="632"/>
                  </a:lnTo>
                  <a:lnTo>
                    <a:pt x="661" y="629"/>
                  </a:lnTo>
                  <a:lnTo>
                    <a:pt x="665" y="627"/>
                  </a:lnTo>
                  <a:lnTo>
                    <a:pt x="669" y="625"/>
                  </a:lnTo>
                  <a:lnTo>
                    <a:pt x="671" y="623"/>
                  </a:lnTo>
                  <a:lnTo>
                    <a:pt x="670" y="621"/>
                  </a:lnTo>
                  <a:lnTo>
                    <a:pt x="667" y="618"/>
                  </a:lnTo>
                  <a:lnTo>
                    <a:pt x="666" y="615"/>
                  </a:lnTo>
                  <a:lnTo>
                    <a:pt x="666" y="612"/>
                  </a:lnTo>
                  <a:lnTo>
                    <a:pt x="668" y="610"/>
                  </a:lnTo>
                  <a:lnTo>
                    <a:pt x="670" y="608"/>
                  </a:lnTo>
                  <a:lnTo>
                    <a:pt x="671" y="606"/>
                  </a:lnTo>
                  <a:lnTo>
                    <a:pt x="673" y="605"/>
                  </a:lnTo>
                  <a:lnTo>
                    <a:pt x="676" y="605"/>
                  </a:lnTo>
                  <a:lnTo>
                    <a:pt x="679" y="605"/>
                  </a:lnTo>
                  <a:lnTo>
                    <a:pt x="682" y="605"/>
                  </a:lnTo>
                  <a:lnTo>
                    <a:pt x="684" y="604"/>
                  </a:lnTo>
                  <a:lnTo>
                    <a:pt x="685" y="602"/>
                  </a:lnTo>
                  <a:lnTo>
                    <a:pt x="688" y="601"/>
                  </a:lnTo>
                  <a:lnTo>
                    <a:pt x="690" y="601"/>
                  </a:lnTo>
                  <a:lnTo>
                    <a:pt x="693" y="603"/>
                  </a:lnTo>
                  <a:lnTo>
                    <a:pt x="695" y="604"/>
                  </a:lnTo>
                  <a:lnTo>
                    <a:pt x="697" y="603"/>
                  </a:lnTo>
                  <a:lnTo>
                    <a:pt x="701" y="601"/>
                  </a:lnTo>
                  <a:lnTo>
                    <a:pt x="705" y="600"/>
                  </a:lnTo>
                  <a:lnTo>
                    <a:pt x="708" y="600"/>
                  </a:lnTo>
                  <a:lnTo>
                    <a:pt x="710" y="603"/>
                  </a:lnTo>
                  <a:lnTo>
                    <a:pt x="712" y="605"/>
                  </a:lnTo>
                  <a:lnTo>
                    <a:pt x="713" y="608"/>
                  </a:lnTo>
                  <a:lnTo>
                    <a:pt x="715" y="610"/>
                  </a:lnTo>
                  <a:lnTo>
                    <a:pt x="716" y="613"/>
                  </a:lnTo>
                  <a:lnTo>
                    <a:pt x="716" y="615"/>
                  </a:lnTo>
                  <a:lnTo>
                    <a:pt x="717" y="617"/>
                  </a:lnTo>
                  <a:lnTo>
                    <a:pt x="719" y="619"/>
                  </a:lnTo>
                  <a:lnTo>
                    <a:pt x="724" y="620"/>
                  </a:lnTo>
                  <a:lnTo>
                    <a:pt x="728" y="622"/>
                  </a:lnTo>
                  <a:lnTo>
                    <a:pt x="730" y="624"/>
                  </a:lnTo>
                  <a:close/>
                </a:path>
              </a:pathLst>
            </a:custGeom>
            <a:solidFill>
              <a:srgbClr val="E8A571">
                <a:alpha val="32000"/>
              </a:srgbClr>
            </a:solidFill>
            <a:ln>
              <a:noFill/>
            </a:ln>
          </p:spPr>
          <p:txBody>
            <a:bodyPr anchor="ctr"/>
            <a:lstStyle/>
            <a:p>
              <a:pPr algn="ctr">
                <a:buNone/>
              </a:pPr>
            </a:p>
          </p:txBody>
        </p:sp>
        <p:sp>
          <p:nvSpPr>
            <p:cNvPr id="7660" name="addition:spatial:149">
              <a:extLst>
                <a:ext uri="{FF2B5EF4-FFF2-40B4-BE49-F238E27FC236}">
                  <ns2:creationId id="{8E6A655D-E6D5-480F-897D-B96E7B746DBB}"/>
                </a:ext>
              </a:extLst>
            </p:cNvPr>
            <p:cNvSpPr>
              <a:spLocks noGrp="1"/>
            </p:cNvSpPr>
            <p:nvPr/>
          </p:nvSpPr>
          <p:spPr>
            <a:xfrm>
              <a:off x="5648325" y="1666875"/>
              <a:ext cx="1043468" cy="1077575"/>
            </a:xfrm>
            <a:custGeom>
              <a:rect l="l" t="t" r="r" b="b"/>
              <a:pathLst>
                <a:path w="787" h="637">
                  <a:moveTo>
                    <a:pt x="0" y="0"/>
                  </a:moveTo>
                  <a:moveTo>
                    <a:pt x="787" y="610"/>
                  </a:moveTo>
                  <a:lnTo>
                    <a:pt x="787" y="612"/>
                  </a:lnTo>
                  <a:lnTo>
                    <a:pt x="786" y="614"/>
                  </a:lnTo>
                  <a:lnTo>
                    <a:pt x="784" y="616"/>
                  </a:lnTo>
                  <a:lnTo>
                    <a:pt x="782" y="618"/>
                  </a:lnTo>
                  <a:lnTo>
                    <a:pt x="781" y="620"/>
                  </a:lnTo>
                  <a:lnTo>
                    <a:pt x="781" y="622"/>
                  </a:lnTo>
                  <a:lnTo>
                    <a:pt x="781" y="625"/>
                  </a:lnTo>
                  <a:lnTo>
                    <a:pt x="779" y="626"/>
                  </a:lnTo>
                  <a:lnTo>
                    <a:pt x="776" y="626"/>
                  </a:lnTo>
                  <a:lnTo>
                    <a:pt x="774" y="626"/>
                  </a:lnTo>
                  <a:lnTo>
                    <a:pt x="772" y="628"/>
                  </a:lnTo>
                  <a:lnTo>
                    <a:pt x="771" y="631"/>
                  </a:lnTo>
                  <a:lnTo>
                    <a:pt x="770" y="633"/>
                  </a:lnTo>
                  <a:lnTo>
                    <a:pt x="768" y="635"/>
                  </a:lnTo>
                  <a:lnTo>
                    <a:pt x="766" y="636"/>
                  </a:lnTo>
                  <a:lnTo>
                    <a:pt x="764" y="636"/>
                  </a:lnTo>
                  <a:lnTo>
                    <a:pt x="761" y="637"/>
                  </a:lnTo>
                  <a:lnTo>
                    <a:pt x="759" y="637"/>
                  </a:lnTo>
                  <a:lnTo>
                    <a:pt x="757" y="635"/>
                  </a:lnTo>
                  <a:lnTo>
                    <a:pt x="755" y="632"/>
                  </a:lnTo>
                  <a:lnTo>
                    <a:pt x="754" y="629"/>
                  </a:lnTo>
                  <a:lnTo>
                    <a:pt x="753" y="628"/>
                  </a:lnTo>
                  <a:lnTo>
                    <a:pt x="751" y="629"/>
                  </a:lnTo>
                  <a:lnTo>
                    <a:pt x="748" y="630"/>
                  </a:lnTo>
                  <a:lnTo>
                    <a:pt x="746" y="630"/>
                  </a:lnTo>
                  <a:lnTo>
                    <a:pt x="745" y="628"/>
                  </a:lnTo>
                  <a:lnTo>
                    <a:pt x="744" y="626"/>
                  </a:lnTo>
                  <a:lnTo>
                    <a:pt x="744" y="624"/>
                  </a:lnTo>
                  <a:lnTo>
                    <a:pt x="742" y="623"/>
                  </a:lnTo>
                  <a:lnTo>
                    <a:pt x="741" y="621"/>
                  </a:lnTo>
                  <a:lnTo>
                    <a:pt x="740" y="619"/>
                  </a:lnTo>
                  <a:lnTo>
                    <a:pt x="741" y="616"/>
                  </a:lnTo>
                  <a:lnTo>
                    <a:pt x="741" y="614"/>
                  </a:lnTo>
                  <a:lnTo>
                    <a:pt x="742" y="612"/>
                  </a:lnTo>
                  <a:lnTo>
                    <a:pt x="742" y="610"/>
                  </a:lnTo>
                  <a:lnTo>
                    <a:pt x="742" y="607"/>
                  </a:lnTo>
                  <a:lnTo>
                    <a:pt x="744" y="606"/>
                  </a:lnTo>
                  <a:lnTo>
                    <a:pt x="746" y="604"/>
                  </a:lnTo>
                  <a:lnTo>
                    <a:pt x="746" y="602"/>
                  </a:lnTo>
                  <a:lnTo>
                    <a:pt x="745" y="599"/>
                  </a:lnTo>
                  <a:lnTo>
                    <a:pt x="743" y="596"/>
                  </a:lnTo>
                  <a:lnTo>
                    <a:pt x="743" y="593"/>
                  </a:lnTo>
                  <a:lnTo>
                    <a:pt x="744" y="591"/>
                  </a:lnTo>
                  <a:lnTo>
                    <a:pt x="746" y="590"/>
                  </a:lnTo>
                  <a:lnTo>
                    <a:pt x="749" y="590"/>
                  </a:lnTo>
                  <a:lnTo>
                    <a:pt x="750" y="590"/>
                  </a:lnTo>
                  <a:lnTo>
                    <a:pt x="752" y="589"/>
                  </a:lnTo>
                  <a:lnTo>
                    <a:pt x="753" y="588"/>
                  </a:lnTo>
                  <a:lnTo>
                    <a:pt x="755" y="588"/>
                  </a:lnTo>
                  <a:lnTo>
                    <a:pt x="756" y="588"/>
                  </a:lnTo>
                  <a:lnTo>
                    <a:pt x="758" y="587"/>
                  </a:lnTo>
                  <a:lnTo>
                    <a:pt x="759" y="586"/>
                  </a:lnTo>
                  <a:lnTo>
                    <a:pt x="761" y="584"/>
                  </a:lnTo>
                  <a:lnTo>
                    <a:pt x="763" y="584"/>
                  </a:lnTo>
                  <a:lnTo>
                    <a:pt x="765" y="586"/>
                  </a:lnTo>
                  <a:lnTo>
                    <a:pt x="766" y="587"/>
                  </a:lnTo>
                  <a:lnTo>
                    <a:pt x="768" y="587"/>
                  </a:lnTo>
                  <a:lnTo>
                    <a:pt x="771" y="586"/>
                  </a:lnTo>
                  <a:lnTo>
                    <a:pt x="774" y="586"/>
                  </a:lnTo>
                  <a:lnTo>
                    <a:pt x="775" y="588"/>
                  </a:lnTo>
                  <a:lnTo>
                    <a:pt x="776" y="591"/>
                  </a:lnTo>
                  <a:lnTo>
                    <a:pt x="776" y="594"/>
                  </a:lnTo>
                  <a:lnTo>
                    <a:pt x="776" y="597"/>
                  </a:lnTo>
                  <a:lnTo>
                    <a:pt x="777" y="599"/>
                  </a:lnTo>
                  <a:lnTo>
                    <a:pt x="779" y="600"/>
                  </a:lnTo>
                  <a:lnTo>
                    <a:pt x="781" y="601"/>
                  </a:lnTo>
                  <a:lnTo>
                    <a:pt x="782" y="603"/>
                  </a:lnTo>
                  <a:lnTo>
                    <a:pt x="784" y="605"/>
                  </a:lnTo>
                  <a:lnTo>
                    <a:pt x="785" y="607"/>
                  </a:lnTo>
                  <a:close/>
                </a:path>
              </a:pathLst>
            </a:custGeom>
            <a:solidFill>
              <a:srgbClr val="ECB78D">
                <a:alpha val="24000"/>
              </a:srgbClr>
            </a:solidFill>
            <a:ln>
              <a:noFill/>
            </a:ln>
          </p:spPr>
          <p:txBody>
            <a:bodyPr anchor="ctr"/>
            <a:lstStyle/>
            <a:p>
              <a:pPr algn="ctr">
                <a:buNone/>
              </a:pPr>
            </a:p>
          </p:txBody>
        </p:sp>
        <p:sp>
          <p:nvSpPr>
            <p:cNvPr id="7661" name="addition:spatial:150">
              <a:extLst>
                <a:ext uri="{FF2B5EF4-FFF2-40B4-BE49-F238E27FC236}">
                  <ns2:creationId id="{9A209EEE-0BFB-4BC1-9072-54530B926FE3}"/>
                </a:ext>
              </a:extLst>
            </p:cNvPr>
            <p:cNvSpPr>
              <a:spLocks noGrp="1"/>
            </p:cNvSpPr>
            <p:nvPr/>
          </p:nvSpPr>
          <p:spPr>
            <a:xfrm>
              <a:off x="5648325" y="1666875"/>
              <a:ext cx="993084" cy="1168923"/>
            </a:xfrm>
            <a:custGeom>
              <a:rect l="l" t="t" r="r" b="b"/>
              <a:pathLst>
                <a:path w="749" h="691">
                  <a:moveTo>
                    <a:pt x="0" y="0"/>
                  </a:moveTo>
                  <a:moveTo>
                    <a:pt x="741" y="664"/>
                  </a:moveTo>
                  <a:lnTo>
                    <a:pt x="742" y="666"/>
                  </a:lnTo>
                  <a:lnTo>
                    <a:pt x="745" y="668"/>
                  </a:lnTo>
                  <a:lnTo>
                    <a:pt x="748" y="670"/>
                  </a:lnTo>
                  <a:lnTo>
                    <a:pt x="749" y="673"/>
                  </a:lnTo>
                  <a:lnTo>
                    <a:pt x="748" y="675"/>
                  </a:lnTo>
                  <a:lnTo>
                    <a:pt x="745" y="677"/>
                  </a:lnTo>
                  <a:lnTo>
                    <a:pt x="742" y="678"/>
                  </a:lnTo>
                  <a:lnTo>
                    <a:pt x="741" y="679"/>
                  </a:lnTo>
                  <a:lnTo>
                    <a:pt x="741" y="681"/>
                  </a:lnTo>
                  <a:lnTo>
                    <a:pt x="739" y="683"/>
                  </a:lnTo>
                  <a:lnTo>
                    <a:pt x="737" y="684"/>
                  </a:lnTo>
                  <a:lnTo>
                    <a:pt x="734" y="684"/>
                  </a:lnTo>
                  <a:lnTo>
                    <a:pt x="732" y="684"/>
                  </a:lnTo>
                  <a:lnTo>
                    <a:pt x="730" y="685"/>
                  </a:lnTo>
                  <a:lnTo>
                    <a:pt x="728" y="686"/>
                  </a:lnTo>
                  <a:lnTo>
                    <a:pt x="725" y="686"/>
                  </a:lnTo>
                  <a:lnTo>
                    <a:pt x="723" y="686"/>
                  </a:lnTo>
                  <a:lnTo>
                    <a:pt x="720" y="686"/>
                  </a:lnTo>
                  <a:lnTo>
                    <a:pt x="717" y="688"/>
                  </a:lnTo>
                  <a:lnTo>
                    <a:pt x="714" y="690"/>
                  </a:lnTo>
                  <a:lnTo>
                    <a:pt x="710" y="691"/>
                  </a:lnTo>
                  <a:lnTo>
                    <a:pt x="707" y="689"/>
                  </a:lnTo>
                  <a:lnTo>
                    <a:pt x="705" y="686"/>
                  </a:lnTo>
                  <a:lnTo>
                    <a:pt x="705" y="682"/>
                  </a:lnTo>
                  <a:lnTo>
                    <a:pt x="703" y="680"/>
                  </a:lnTo>
                  <a:lnTo>
                    <a:pt x="701" y="679"/>
                  </a:lnTo>
                  <a:lnTo>
                    <a:pt x="698" y="678"/>
                  </a:lnTo>
                  <a:lnTo>
                    <a:pt x="695" y="677"/>
                  </a:lnTo>
                  <a:lnTo>
                    <a:pt x="694" y="675"/>
                  </a:lnTo>
                  <a:lnTo>
                    <a:pt x="692" y="674"/>
                  </a:lnTo>
                  <a:lnTo>
                    <a:pt x="690" y="672"/>
                  </a:lnTo>
                  <a:lnTo>
                    <a:pt x="687" y="670"/>
                  </a:lnTo>
                  <a:lnTo>
                    <a:pt x="686" y="668"/>
                  </a:lnTo>
                  <a:lnTo>
                    <a:pt x="686" y="666"/>
                  </a:lnTo>
                  <a:lnTo>
                    <a:pt x="687" y="664"/>
                  </a:lnTo>
                  <a:lnTo>
                    <a:pt x="687" y="662"/>
                  </a:lnTo>
                  <a:lnTo>
                    <a:pt x="686" y="659"/>
                  </a:lnTo>
                  <a:lnTo>
                    <a:pt x="686" y="657"/>
                  </a:lnTo>
                  <a:lnTo>
                    <a:pt x="687" y="655"/>
                  </a:lnTo>
                  <a:lnTo>
                    <a:pt x="691" y="653"/>
                  </a:lnTo>
                  <a:lnTo>
                    <a:pt x="696" y="653"/>
                  </a:lnTo>
                  <a:lnTo>
                    <a:pt x="699" y="652"/>
                  </a:lnTo>
                  <a:lnTo>
                    <a:pt x="700" y="651"/>
                  </a:lnTo>
                  <a:lnTo>
                    <a:pt x="700" y="648"/>
                  </a:lnTo>
                  <a:lnTo>
                    <a:pt x="701" y="645"/>
                  </a:lnTo>
                  <a:lnTo>
                    <a:pt x="703" y="642"/>
                  </a:lnTo>
                  <a:lnTo>
                    <a:pt x="705" y="641"/>
                  </a:lnTo>
                  <a:lnTo>
                    <a:pt x="708" y="640"/>
                  </a:lnTo>
                  <a:lnTo>
                    <a:pt x="711" y="639"/>
                  </a:lnTo>
                  <a:lnTo>
                    <a:pt x="714" y="638"/>
                  </a:lnTo>
                  <a:lnTo>
                    <a:pt x="717" y="639"/>
                  </a:lnTo>
                  <a:lnTo>
                    <a:pt x="720" y="641"/>
                  </a:lnTo>
                  <a:lnTo>
                    <a:pt x="723" y="643"/>
                  </a:lnTo>
                  <a:lnTo>
                    <a:pt x="725" y="643"/>
                  </a:lnTo>
                  <a:lnTo>
                    <a:pt x="728" y="641"/>
                  </a:lnTo>
                  <a:lnTo>
                    <a:pt x="730" y="641"/>
                  </a:lnTo>
                  <a:lnTo>
                    <a:pt x="733" y="641"/>
                  </a:lnTo>
                  <a:lnTo>
                    <a:pt x="734" y="644"/>
                  </a:lnTo>
                  <a:lnTo>
                    <a:pt x="735" y="646"/>
                  </a:lnTo>
                  <a:lnTo>
                    <a:pt x="737" y="646"/>
                  </a:lnTo>
                  <a:lnTo>
                    <a:pt x="740" y="646"/>
                  </a:lnTo>
                  <a:lnTo>
                    <a:pt x="743" y="647"/>
                  </a:lnTo>
                  <a:lnTo>
                    <a:pt x="746" y="648"/>
                  </a:lnTo>
                  <a:lnTo>
                    <a:pt x="746" y="650"/>
                  </a:lnTo>
                  <a:lnTo>
                    <a:pt x="746" y="653"/>
                  </a:lnTo>
                  <a:lnTo>
                    <a:pt x="746" y="655"/>
                  </a:lnTo>
                  <a:lnTo>
                    <a:pt x="746" y="657"/>
                  </a:lnTo>
                  <a:lnTo>
                    <a:pt x="745" y="660"/>
                  </a:lnTo>
                  <a:lnTo>
                    <a:pt x="743" y="662"/>
                  </a:lnTo>
                  <a:close/>
                </a:path>
              </a:pathLst>
            </a:custGeom>
            <a:solidFill>
              <a:srgbClr val="ECB78D">
                <a:alpha val="24000"/>
              </a:srgbClr>
            </a:solidFill>
            <a:ln>
              <a:noFill/>
            </a:ln>
          </p:spPr>
          <p:txBody>
            <a:bodyPr anchor="ctr"/>
            <a:lstStyle/>
            <a:p>
              <a:pPr algn="ctr">
                <a:buNone/>
              </a:pPr>
            </a:p>
          </p:txBody>
        </p:sp>
        <p:sp>
          <p:nvSpPr>
            <p:cNvPr id="7662" name="addition:spatial:151">
              <a:extLst>
                <a:ext uri="{FF2B5EF4-FFF2-40B4-BE49-F238E27FC236}">
                  <ns2:creationId id="{031E4CF9-E83F-4C90-81E6-D6B9F7CA44A0}"/>
                </a:ext>
              </a:extLst>
            </p:cNvPr>
            <p:cNvSpPr>
              <a:spLocks noGrp="1"/>
            </p:cNvSpPr>
            <p:nvPr/>
          </p:nvSpPr>
          <p:spPr>
            <a:xfrm>
              <a:off x="5648325" y="1666875"/>
              <a:ext cx="896295" cy="1192606"/>
            </a:xfrm>
            <a:custGeom>
              <a:rect l="l" t="t" r="r" b="b"/>
              <a:pathLst>
                <a:path w="676" h="705">
                  <a:moveTo>
                    <a:pt x="0" y="0"/>
                  </a:moveTo>
                  <a:moveTo>
                    <a:pt x="675" y="681"/>
                  </a:moveTo>
                  <a:lnTo>
                    <a:pt x="675" y="683"/>
                  </a:lnTo>
                  <a:lnTo>
                    <a:pt x="674" y="686"/>
                  </a:lnTo>
                  <a:lnTo>
                    <a:pt x="671" y="687"/>
                  </a:lnTo>
                  <a:lnTo>
                    <a:pt x="668" y="689"/>
                  </a:lnTo>
                  <a:lnTo>
                    <a:pt x="665" y="690"/>
                  </a:lnTo>
                  <a:lnTo>
                    <a:pt x="664" y="691"/>
                  </a:lnTo>
                  <a:lnTo>
                    <a:pt x="664" y="694"/>
                  </a:lnTo>
                  <a:lnTo>
                    <a:pt x="665" y="698"/>
                  </a:lnTo>
                  <a:lnTo>
                    <a:pt x="665" y="700"/>
                  </a:lnTo>
                  <a:lnTo>
                    <a:pt x="662" y="702"/>
                  </a:lnTo>
                  <a:lnTo>
                    <a:pt x="659" y="702"/>
                  </a:lnTo>
                  <a:lnTo>
                    <a:pt x="656" y="702"/>
                  </a:lnTo>
                  <a:lnTo>
                    <a:pt x="654" y="704"/>
                  </a:lnTo>
                  <a:lnTo>
                    <a:pt x="652" y="705"/>
                  </a:lnTo>
                  <a:lnTo>
                    <a:pt x="650" y="705"/>
                  </a:lnTo>
                  <a:lnTo>
                    <a:pt x="648" y="705"/>
                  </a:lnTo>
                  <a:lnTo>
                    <a:pt x="646" y="704"/>
                  </a:lnTo>
                  <a:lnTo>
                    <a:pt x="644" y="704"/>
                  </a:lnTo>
                  <a:lnTo>
                    <a:pt x="642" y="704"/>
                  </a:lnTo>
                  <a:lnTo>
                    <a:pt x="640" y="704"/>
                  </a:lnTo>
                  <a:lnTo>
                    <a:pt x="638" y="702"/>
                  </a:lnTo>
                  <a:lnTo>
                    <a:pt x="637" y="701"/>
                  </a:lnTo>
                  <a:lnTo>
                    <a:pt x="635" y="700"/>
                  </a:lnTo>
                  <a:lnTo>
                    <a:pt x="633" y="701"/>
                  </a:lnTo>
                  <a:lnTo>
                    <a:pt x="629" y="702"/>
                  </a:lnTo>
                  <a:lnTo>
                    <a:pt x="626" y="702"/>
                  </a:lnTo>
                  <a:lnTo>
                    <a:pt x="625" y="700"/>
                  </a:lnTo>
                  <a:lnTo>
                    <a:pt x="625" y="696"/>
                  </a:lnTo>
                  <a:lnTo>
                    <a:pt x="626" y="693"/>
                  </a:lnTo>
                  <a:lnTo>
                    <a:pt x="627" y="691"/>
                  </a:lnTo>
                  <a:lnTo>
                    <a:pt x="626" y="689"/>
                  </a:lnTo>
                  <a:lnTo>
                    <a:pt x="625" y="687"/>
                  </a:lnTo>
                  <a:lnTo>
                    <a:pt x="625" y="685"/>
                  </a:lnTo>
                  <a:lnTo>
                    <a:pt x="624" y="683"/>
                  </a:lnTo>
                  <a:lnTo>
                    <a:pt x="623" y="681"/>
                  </a:lnTo>
                  <a:lnTo>
                    <a:pt x="621" y="679"/>
                  </a:lnTo>
                  <a:lnTo>
                    <a:pt x="620" y="677"/>
                  </a:lnTo>
                  <a:lnTo>
                    <a:pt x="620" y="674"/>
                  </a:lnTo>
                  <a:lnTo>
                    <a:pt x="621" y="672"/>
                  </a:lnTo>
                  <a:lnTo>
                    <a:pt x="623" y="671"/>
                  </a:lnTo>
                  <a:lnTo>
                    <a:pt x="624" y="669"/>
                  </a:lnTo>
                  <a:lnTo>
                    <a:pt x="623" y="666"/>
                  </a:lnTo>
                  <a:lnTo>
                    <a:pt x="623" y="664"/>
                  </a:lnTo>
                  <a:lnTo>
                    <a:pt x="625" y="662"/>
                  </a:lnTo>
                  <a:lnTo>
                    <a:pt x="628" y="662"/>
                  </a:lnTo>
                  <a:lnTo>
                    <a:pt x="631" y="663"/>
                  </a:lnTo>
                  <a:lnTo>
                    <a:pt x="634" y="664"/>
                  </a:lnTo>
                  <a:lnTo>
                    <a:pt x="635" y="663"/>
                  </a:lnTo>
                  <a:lnTo>
                    <a:pt x="637" y="660"/>
                  </a:lnTo>
                  <a:lnTo>
                    <a:pt x="639" y="658"/>
                  </a:lnTo>
                  <a:lnTo>
                    <a:pt x="641" y="657"/>
                  </a:lnTo>
                  <a:lnTo>
                    <a:pt x="643" y="656"/>
                  </a:lnTo>
                  <a:lnTo>
                    <a:pt x="646" y="655"/>
                  </a:lnTo>
                  <a:lnTo>
                    <a:pt x="649" y="654"/>
                  </a:lnTo>
                  <a:lnTo>
                    <a:pt x="652" y="655"/>
                  </a:lnTo>
                  <a:lnTo>
                    <a:pt x="654" y="657"/>
                  </a:lnTo>
                  <a:lnTo>
                    <a:pt x="656" y="660"/>
                  </a:lnTo>
                  <a:lnTo>
                    <a:pt x="657" y="663"/>
                  </a:lnTo>
                  <a:lnTo>
                    <a:pt x="660" y="663"/>
                  </a:lnTo>
                  <a:lnTo>
                    <a:pt x="663" y="663"/>
                  </a:lnTo>
                  <a:lnTo>
                    <a:pt x="666" y="664"/>
                  </a:lnTo>
                  <a:lnTo>
                    <a:pt x="667" y="665"/>
                  </a:lnTo>
                  <a:lnTo>
                    <a:pt x="668" y="668"/>
                  </a:lnTo>
                  <a:lnTo>
                    <a:pt x="668" y="670"/>
                  </a:lnTo>
                  <a:lnTo>
                    <a:pt x="670" y="672"/>
                  </a:lnTo>
                  <a:lnTo>
                    <a:pt x="672" y="673"/>
                  </a:lnTo>
                  <a:lnTo>
                    <a:pt x="675" y="674"/>
                  </a:lnTo>
                  <a:lnTo>
                    <a:pt x="676" y="676"/>
                  </a:lnTo>
                  <a:lnTo>
                    <a:pt x="676" y="679"/>
                  </a:lnTo>
                  <a:close/>
                </a:path>
              </a:pathLst>
            </a:custGeom>
            <a:solidFill>
              <a:srgbClr val="ECB78D">
                <a:alpha val="24000"/>
              </a:srgbClr>
            </a:solidFill>
            <a:ln>
              <a:noFill/>
            </a:ln>
          </p:spPr>
          <p:txBody>
            <a:bodyPr anchor="ctr"/>
            <a:lstStyle/>
            <a:p>
              <a:pPr algn="ctr">
                <a:buNone/>
              </a:pPr>
            </a:p>
          </p:txBody>
        </p:sp>
        <p:sp>
          <p:nvSpPr>
            <p:cNvPr id="7663" name="addition:spatial:152">
              <a:extLst>
                <a:ext uri="{FF2B5EF4-FFF2-40B4-BE49-F238E27FC236}">
                  <ns2:creationId id="{A979E6EB-6D7F-422B-9C2D-E7E3D48D37BD}"/>
                </a:ext>
              </a:extLst>
            </p:cNvPr>
            <p:cNvSpPr>
              <a:spLocks noGrp="1"/>
            </p:cNvSpPr>
            <p:nvPr/>
          </p:nvSpPr>
          <p:spPr>
            <a:xfrm>
              <a:off x="5648325" y="1666875"/>
              <a:ext cx="800832" cy="1157082"/>
            </a:xfrm>
            <a:custGeom>
              <a:rect l="l" t="t" r="r" b="b"/>
              <a:pathLst>
                <a:path w="604" h="684">
                  <a:moveTo>
                    <a:pt x="0" y="0"/>
                  </a:moveTo>
                  <a:moveTo>
                    <a:pt x="600" y="655"/>
                  </a:moveTo>
                  <a:lnTo>
                    <a:pt x="603" y="658"/>
                  </a:lnTo>
                  <a:lnTo>
                    <a:pt x="603" y="660"/>
                  </a:lnTo>
                  <a:lnTo>
                    <a:pt x="604" y="663"/>
                  </a:lnTo>
                  <a:lnTo>
                    <a:pt x="604" y="665"/>
                  </a:lnTo>
                  <a:lnTo>
                    <a:pt x="604" y="668"/>
                  </a:lnTo>
                  <a:lnTo>
                    <a:pt x="602" y="670"/>
                  </a:lnTo>
                  <a:lnTo>
                    <a:pt x="599" y="671"/>
                  </a:lnTo>
                  <a:lnTo>
                    <a:pt x="596" y="671"/>
                  </a:lnTo>
                  <a:lnTo>
                    <a:pt x="594" y="672"/>
                  </a:lnTo>
                  <a:lnTo>
                    <a:pt x="593" y="674"/>
                  </a:lnTo>
                  <a:lnTo>
                    <a:pt x="592" y="677"/>
                  </a:lnTo>
                  <a:lnTo>
                    <a:pt x="590" y="678"/>
                  </a:lnTo>
                  <a:lnTo>
                    <a:pt x="587" y="678"/>
                  </a:lnTo>
                  <a:lnTo>
                    <a:pt x="584" y="677"/>
                  </a:lnTo>
                  <a:lnTo>
                    <a:pt x="582" y="677"/>
                  </a:lnTo>
                  <a:lnTo>
                    <a:pt x="579" y="679"/>
                  </a:lnTo>
                  <a:lnTo>
                    <a:pt x="577" y="682"/>
                  </a:lnTo>
                  <a:lnTo>
                    <a:pt x="574" y="684"/>
                  </a:lnTo>
                  <a:lnTo>
                    <a:pt x="570" y="684"/>
                  </a:lnTo>
                  <a:lnTo>
                    <a:pt x="567" y="683"/>
                  </a:lnTo>
                  <a:lnTo>
                    <a:pt x="564" y="681"/>
                  </a:lnTo>
                  <a:lnTo>
                    <a:pt x="562" y="680"/>
                  </a:lnTo>
                  <a:lnTo>
                    <a:pt x="559" y="678"/>
                  </a:lnTo>
                  <a:lnTo>
                    <a:pt x="558" y="675"/>
                  </a:lnTo>
                  <a:lnTo>
                    <a:pt x="557" y="672"/>
                  </a:lnTo>
                  <a:lnTo>
                    <a:pt x="556" y="671"/>
                  </a:lnTo>
                  <a:lnTo>
                    <a:pt x="553" y="670"/>
                  </a:lnTo>
                  <a:lnTo>
                    <a:pt x="548" y="670"/>
                  </a:lnTo>
                  <a:lnTo>
                    <a:pt x="545" y="670"/>
                  </a:lnTo>
                  <a:lnTo>
                    <a:pt x="543" y="668"/>
                  </a:lnTo>
                  <a:lnTo>
                    <a:pt x="543" y="665"/>
                  </a:lnTo>
                  <a:lnTo>
                    <a:pt x="544" y="662"/>
                  </a:lnTo>
                  <a:lnTo>
                    <a:pt x="544" y="660"/>
                  </a:lnTo>
                  <a:lnTo>
                    <a:pt x="543" y="658"/>
                  </a:lnTo>
                  <a:lnTo>
                    <a:pt x="542" y="655"/>
                  </a:lnTo>
                  <a:lnTo>
                    <a:pt x="543" y="653"/>
                  </a:lnTo>
                  <a:lnTo>
                    <a:pt x="545" y="651"/>
                  </a:lnTo>
                  <a:lnTo>
                    <a:pt x="547" y="649"/>
                  </a:lnTo>
                  <a:lnTo>
                    <a:pt x="549" y="647"/>
                  </a:lnTo>
                  <a:lnTo>
                    <a:pt x="550" y="645"/>
                  </a:lnTo>
                  <a:lnTo>
                    <a:pt x="552" y="643"/>
                  </a:lnTo>
                  <a:lnTo>
                    <a:pt x="554" y="642"/>
                  </a:lnTo>
                  <a:lnTo>
                    <a:pt x="556" y="640"/>
                  </a:lnTo>
                  <a:lnTo>
                    <a:pt x="557" y="638"/>
                  </a:lnTo>
                  <a:lnTo>
                    <a:pt x="557" y="634"/>
                  </a:lnTo>
                  <a:lnTo>
                    <a:pt x="558" y="631"/>
                  </a:lnTo>
                  <a:lnTo>
                    <a:pt x="560" y="629"/>
                  </a:lnTo>
                  <a:lnTo>
                    <a:pt x="563" y="629"/>
                  </a:lnTo>
                  <a:lnTo>
                    <a:pt x="567" y="631"/>
                  </a:lnTo>
                  <a:lnTo>
                    <a:pt x="570" y="633"/>
                  </a:lnTo>
                  <a:lnTo>
                    <a:pt x="572" y="633"/>
                  </a:lnTo>
                  <a:lnTo>
                    <a:pt x="574" y="632"/>
                  </a:lnTo>
                  <a:lnTo>
                    <a:pt x="576" y="631"/>
                  </a:lnTo>
                  <a:lnTo>
                    <a:pt x="578" y="631"/>
                  </a:lnTo>
                  <a:lnTo>
                    <a:pt x="580" y="632"/>
                  </a:lnTo>
                  <a:lnTo>
                    <a:pt x="582" y="632"/>
                  </a:lnTo>
                  <a:lnTo>
                    <a:pt x="585" y="632"/>
                  </a:lnTo>
                  <a:lnTo>
                    <a:pt x="587" y="632"/>
                  </a:lnTo>
                  <a:lnTo>
                    <a:pt x="589" y="633"/>
                  </a:lnTo>
                  <a:lnTo>
                    <a:pt x="591" y="635"/>
                  </a:lnTo>
                  <a:lnTo>
                    <a:pt x="592" y="637"/>
                  </a:lnTo>
                  <a:lnTo>
                    <a:pt x="594" y="638"/>
                  </a:lnTo>
                  <a:lnTo>
                    <a:pt x="597" y="639"/>
                  </a:lnTo>
                  <a:lnTo>
                    <a:pt x="600" y="641"/>
                  </a:lnTo>
                  <a:lnTo>
                    <a:pt x="599" y="644"/>
                  </a:lnTo>
                  <a:lnTo>
                    <a:pt x="597" y="647"/>
                  </a:lnTo>
                  <a:lnTo>
                    <a:pt x="595" y="650"/>
                  </a:lnTo>
                  <a:lnTo>
                    <a:pt x="595" y="652"/>
                  </a:lnTo>
                  <a:lnTo>
                    <a:pt x="597" y="653"/>
                  </a:lnTo>
                  <a:close/>
                </a:path>
              </a:pathLst>
            </a:custGeom>
            <a:solidFill>
              <a:srgbClr val="ECB78D">
                <a:alpha val="24000"/>
              </a:srgbClr>
            </a:solidFill>
            <a:ln>
              <a:noFill/>
            </a:ln>
          </p:spPr>
          <p:txBody>
            <a:bodyPr anchor="ctr"/>
            <a:lstStyle/>
            <a:p>
              <a:pPr algn="ctr">
                <a:buNone/>
              </a:pPr>
            </a:p>
          </p:txBody>
        </p:sp>
        <p:sp>
          <p:nvSpPr>
            <p:cNvPr id="7664" name="addition:spatial:153">
              <a:extLst>
                <a:ext uri="{FF2B5EF4-FFF2-40B4-BE49-F238E27FC236}">
                  <ns2:creationId id="{54B7FB0C-9F7D-416D-A32F-05BF201A035F}"/>
                </a:ext>
              </a:extLst>
            </p:cNvPr>
            <p:cNvSpPr>
              <a:spLocks noGrp="1"/>
            </p:cNvSpPr>
            <p:nvPr/>
          </p:nvSpPr>
          <p:spPr>
            <a:xfrm>
              <a:off x="5648325" y="1666875"/>
              <a:ext cx="787573" cy="1048817"/>
            </a:xfrm>
            <a:custGeom>
              <a:rect l="l" t="t" r="r" b="b"/>
              <a:pathLst>
                <a:path w="594" h="620">
                  <a:moveTo>
                    <a:pt x="0" y="0"/>
                  </a:moveTo>
                  <a:moveTo>
                    <a:pt x="590" y="593"/>
                  </a:moveTo>
                  <a:lnTo>
                    <a:pt x="591" y="596"/>
                  </a:lnTo>
                  <a:lnTo>
                    <a:pt x="592" y="598"/>
                  </a:lnTo>
                  <a:lnTo>
                    <a:pt x="591" y="600"/>
                  </a:lnTo>
                  <a:lnTo>
                    <a:pt x="592" y="602"/>
                  </a:lnTo>
                  <a:lnTo>
                    <a:pt x="593" y="605"/>
                  </a:lnTo>
                  <a:lnTo>
                    <a:pt x="594" y="608"/>
                  </a:lnTo>
                  <a:lnTo>
                    <a:pt x="592" y="610"/>
                  </a:lnTo>
                  <a:lnTo>
                    <a:pt x="589" y="611"/>
                  </a:lnTo>
                  <a:lnTo>
                    <a:pt x="584" y="610"/>
                  </a:lnTo>
                  <a:lnTo>
                    <a:pt x="581" y="610"/>
                  </a:lnTo>
                  <a:lnTo>
                    <a:pt x="579" y="610"/>
                  </a:lnTo>
                  <a:lnTo>
                    <a:pt x="578" y="613"/>
                  </a:lnTo>
                  <a:lnTo>
                    <a:pt x="576" y="615"/>
                  </a:lnTo>
                  <a:lnTo>
                    <a:pt x="574" y="617"/>
                  </a:lnTo>
                  <a:lnTo>
                    <a:pt x="572" y="618"/>
                  </a:lnTo>
                  <a:lnTo>
                    <a:pt x="569" y="619"/>
                  </a:lnTo>
                  <a:lnTo>
                    <a:pt x="566" y="620"/>
                  </a:lnTo>
                  <a:lnTo>
                    <a:pt x="562" y="620"/>
                  </a:lnTo>
                  <a:lnTo>
                    <a:pt x="559" y="620"/>
                  </a:lnTo>
                  <a:lnTo>
                    <a:pt x="556" y="618"/>
                  </a:lnTo>
                  <a:lnTo>
                    <a:pt x="554" y="616"/>
                  </a:lnTo>
                  <a:lnTo>
                    <a:pt x="551" y="615"/>
                  </a:lnTo>
                  <a:lnTo>
                    <a:pt x="547" y="615"/>
                  </a:lnTo>
                  <a:lnTo>
                    <a:pt x="544" y="615"/>
                  </a:lnTo>
                  <a:lnTo>
                    <a:pt x="542" y="613"/>
                  </a:lnTo>
                  <a:lnTo>
                    <a:pt x="542" y="610"/>
                  </a:lnTo>
                  <a:lnTo>
                    <a:pt x="541" y="607"/>
                  </a:lnTo>
                  <a:lnTo>
                    <a:pt x="540" y="606"/>
                  </a:lnTo>
                  <a:lnTo>
                    <a:pt x="536" y="605"/>
                  </a:lnTo>
                  <a:lnTo>
                    <a:pt x="532" y="605"/>
                  </a:lnTo>
                  <a:lnTo>
                    <a:pt x="529" y="603"/>
                  </a:lnTo>
                  <a:lnTo>
                    <a:pt x="528" y="601"/>
                  </a:lnTo>
                  <a:lnTo>
                    <a:pt x="528" y="598"/>
                  </a:lnTo>
                  <a:lnTo>
                    <a:pt x="529" y="596"/>
                  </a:lnTo>
                  <a:lnTo>
                    <a:pt x="530" y="593"/>
                  </a:lnTo>
                  <a:lnTo>
                    <a:pt x="531" y="591"/>
                  </a:lnTo>
                  <a:lnTo>
                    <a:pt x="534" y="589"/>
                  </a:lnTo>
                  <a:lnTo>
                    <a:pt x="538" y="588"/>
                  </a:lnTo>
                  <a:lnTo>
                    <a:pt x="539" y="586"/>
                  </a:lnTo>
                  <a:lnTo>
                    <a:pt x="539" y="584"/>
                  </a:lnTo>
                  <a:lnTo>
                    <a:pt x="538" y="581"/>
                  </a:lnTo>
                  <a:lnTo>
                    <a:pt x="538" y="578"/>
                  </a:lnTo>
                  <a:lnTo>
                    <a:pt x="541" y="576"/>
                  </a:lnTo>
                  <a:lnTo>
                    <a:pt x="544" y="576"/>
                  </a:lnTo>
                  <a:lnTo>
                    <a:pt x="547" y="575"/>
                  </a:lnTo>
                  <a:lnTo>
                    <a:pt x="549" y="573"/>
                  </a:lnTo>
                  <a:lnTo>
                    <a:pt x="550" y="570"/>
                  </a:lnTo>
                  <a:lnTo>
                    <a:pt x="552" y="568"/>
                  </a:lnTo>
                  <a:lnTo>
                    <a:pt x="555" y="568"/>
                  </a:lnTo>
                  <a:lnTo>
                    <a:pt x="558" y="568"/>
                  </a:lnTo>
                  <a:lnTo>
                    <a:pt x="561" y="570"/>
                  </a:lnTo>
                  <a:lnTo>
                    <a:pt x="563" y="570"/>
                  </a:lnTo>
                  <a:lnTo>
                    <a:pt x="565" y="571"/>
                  </a:lnTo>
                  <a:lnTo>
                    <a:pt x="567" y="571"/>
                  </a:lnTo>
                  <a:lnTo>
                    <a:pt x="569" y="573"/>
                  </a:lnTo>
                  <a:lnTo>
                    <a:pt x="571" y="573"/>
                  </a:lnTo>
                  <a:lnTo>
                    <a:pt x="573" y="572"/>
                  </a:lnTo>
                  <a:lnTo>
                    <a:pt x="577" y="570"/>
                  </a:lnTo>
                  <a:lnTo>
                    <a:pt x="581" y="569"/>
                  </a:lnTo>
                  <a:lnTo>
                    <a:pt x="583" y="571"/>
                  </a:lnTo>
                  <a:lnTo>
                    <a:pt x="584" y="574"/>
                  </a:lnTo>
                  <a:lnTo>
                    <a:pt x="583" y="577"/>
                  </a:lnTo>
                  <a:lnTo>
                    <a:pt x="583" y="580"/>
                  </a:lnTo>
                  <a:lnTo>
                    <a:pt x="585" y="581"/>
                  </a:lnTo>
                  <a:lnTo>
                    <a:pt x="587" y="583"/>
                  </a:lnTo>
                  <a:lnTo>
                    <a:pt x="588" y="585"/>
                  </a:lnTo>
                  <a:lnTo>
                    <a:pt x="588" y="587"/>
                  </a:lnTo>
                  <a:lnTo>
                    <a:pt x="588" y="589"/>
                  </a:lnTo>
                  <a:lnTo>
                    <a:pt x="589" y="591"/>
                  </a:lnTo>
                  <a:close/>
                </a:path>
              </a:pathLst>
            </a:custGeom>
            <a:solidFill>
              <a:srgbClr val="ECB78D">
                <a:alpha val="24000"/>
              </a:srgbClr>
            </a:solidFill>
            <a:ln>
              <a:noFill/>
            </a:ln>
          </p:spPr>
          <p:txBody>
            <a:bodyPr anchor="ctr"/>
            <a:lstStyle/>
            <a:p>
              <a:pPr algn="ctr">
                <a:buNone/>
              </a:pPr>
            </a:p>
          </p:txBody>
        </p:sp>
        <p:sp>
          <p:nvSpPr>
            <p:cNvPr id="7665" name="addition:spatial:154">
              <a:extLst>
                <a:ext uri="{FF2B5EF4-FFF2-40B4-BE49-F238E27FC236}">
                  <ns2:creationId id="{B75B299F-EB9F-4609-9CEA-2D679E7B6088}"/>
                </a:ext>
              </a:extLst>
            </p:cNvPr>
            <p:cNvSpPr>
              <a:spLocks noGrp="1"/>
            </p:cNvSpPr>
            <p:nvPr/>
          </p:nvSpPr>
          <p:spPr>
            <a:xfrm>
              <a:off x="5648325" y="1666875"/>
              <a:ext cx="823371" cy="954085"/>
            </a:xfrm>
            <a:custGeom>
              <a:rect l="l" t="t" r="r" b="b"/>
              <a:pathLst>
                <a:path w="621" h="564">
                  <a:moveTo>
                    <a:pt x="0" y="0"/>
                  </a:moveTo>
                  <a:moveTo>
                    <a:pt x="618" y="537"/>
                  </a:moveTo>
                  <a:lnTo>
                    <a:pt x="618" y="539"/>
                  </a:lnTo>
                  <a:lnTo>
                    <a:pt x="617" y="542"/>
                  </a:lnTo>
                  <a:lnTo>
                    <a:pt x="615" y="544"/>
                  </a:lnTo>
                  <a:lnTo>
                    <a:pt x="614" y="545"/>
                  </a:lnTo>
                  <a:lnTo>
                    <a:pt x="612" y="547"/>
                  </a:lnTo>
                  <a:lnTo>
                    <a:pt x="612" y="549"/>
                  </a:lnTo>
                  <a:lnTo>
                    <a:pt x="610" y="551"/>
                  </a:lnTo>
                  <a:lnTo>
                    <a:pt x="608" y="553"/>
                  </a:lnTo>
                  <a:lnTo>
                    <a:pt x="607" y="554"/>
                  </a:lnTo>
                  <a:lnTo>
                    <a:pt x="605" y="556"/>
                  </a:lnTo>
                  <a:lnTo>
                    <a:pt x="605" y="559"/>
                  </a:lnTo>
                  <a:lnTo>
                    <a:pt x="604" y="563"/>
                  </a:lnTo>
                  <a:lnTo>
                    <a:pt x="602" y="564"/>
                  </a:lnTo>
                  <a:lnTo>
                    <a:pt x="599" y="563"/>
                  </a:lnTo>
                  <a:lnTo>
                    <a:pt x="596" y="560"/>
                  </a:lnTo>
                  <a:lnTo>
                    <a:pt x="593" y="559"/>
                  </a:lnTo>
                  <a:lnTo>
                    <a:pt x="592" y="558"/>
                  </a:lnTo>
                  <a:lnTo>
                    <a:pt x="590" y="559"/>
                  </a:lnTo>
                  <a:lnTo>
                    <a:pt x="588" y="560"/>
                  </a:lnTo>
                  <a:lnTo>
                    <a:pt x="586" y="560"/>
                  </a:lnTo>
                  <a:lnTo>
                    <a:pt x="584" y="560"/>
                  </a:lnTo>
                  <a:lnTo>
                    <a:pt x="582" y="560"/>
                  </a:lnTo>
                  <a:lnTo>
                    <a:pt x="580" y="560"/>
                  </a:lnTo>
                  <a:lnTo>
                    <a:pt x="578" y="560"/>
                  </a:lnTo>
                  <a:lnTo>
                    <a:pt x="576" y="558"/>
                  </a:lnTo>
                  <a:lnTo>
                    <a:pt x="575" y="555"/>
                  </a:lnTo>
                  <a:lnTo>
                    <a:pt x="575" y="553"/>
                  </a:lnTo>
                  <a:lnTo>
                    <a:pt x="573" y="552"/>
                  </a:lnTo>
                  <a:lnTo>
                    <a:pt x="571" y="550"/>
                  </a:lnTo>
                  <a:lnTo>
                    <a:pt x="569" y="549"/>
                  </a:lnTo>
                  <a:lnTo>
                    <a:pt x="569" y="546"/>
                  </a:lnTo>
                  <a:lnTo>
                    <a:pt x="571" y="543"/>
                  </a:lnTo>
                  <a:lnTo>
                    <a:pt x="572" y="541"/>
                  </a:lnTo>
                  <a:lnTo>
                    <a:pt x="572" y="539"/>
                  </a:lnTo>
                  <a:lnTo>
                    <a:pt x="570" y="537"/>
                  </a:lnTo>
                  <a:lnTo>
                    <a:pt x="567" y="535"/>
                  </a:lnTo>
                  <a:lnTo>
                    <a:pt x="565" y="533"/>
                  </a:lnTo>
                  <a:lnTo>
                    <a:pt x="565" y="530"/>
                  </a:lnTo>
                  <a:lnTo>
                    <a:pt x="565" y="528"/>
                  </a:lnTo>
                  <a:lnTo>
                    <a:pt x="566" y="525"/>
                  </a:lnTo>
                  <a:lnTo>
                    <a:pt x="566" y="523"/>
                  </a:lnTo>
                  <a:lnTo>
                    <a:pt x="569" y="522"/>
                  </a:lnTo>
                  <a:lnTo>
                    <a:pt x="572" y="522"/>
                  </a:lnTo>
                  <a:lnTo>
                    <a:pt x="574" y="522"/>
                  </a:lnTo>
                  <a:lnTo>
                    <a:pt x="576" y="521"/>
                  </a:lnTo>
                  <a:lnTo>
                    <a:pt x="577" y="519"/>
                  </a:lnTo>
                  <a:lnTo>
                    <a:pt x="578" y="516"/>
                  </a:lnTo>
                  <a:lnTo>
                    <a:pt x="579" y="514"/>
                  </a:lnTo>
                  <a:lnTo>
                    <a:pt x="582" y="514"/>
                  </a:lnTo>
                  <a:lnTo>
                    <a:pt x="585" y="515"/>
                  </a:lnTo>
                  <a:lnTo>
                    <a:pt x="587" y="515"/>
                  </a:lnTo>
                  <a:lnTo>
                    <a:pt x="589" y="513"/>
                  </a:lnTo>
                  <a:lnTo>
                    <a:pt x="592" y="511"/>
                  </a:lnTo>
                  <a:lnTo>
                    <a:pt x="595" y="510"/>
                  </a:lnTo>
                  <a:lnTo>
                    <a:pt x="598" y="511"/>
                  </a:lnTo>
                  <a:lnTo>
                    <a:pt x="600" y="512"/>
                  </a:lnTo>
                  <a:lnTo>
                    <a:pt x="603" y="514"/>
                  </a:lnTo>
                  <a:lnTo>
                    <a:pt x="605" y="516"/>
                  </a:lnTo>
                  <a:lnTo>
                    <a:pt x="606" y="518"/>
                  </a:lnTo>
                  <a:lnTo>
                    <a:pt x="608" y="520"/>
                  </a:lnTo>
                  <a:lnTo>
                    <a:pt x="608" y="522"/>
                  </a:lnTo>
                  <a:lnTo>
                    <a:pt x="610" y="524"/>
                  </a:lnTo>
                  <a:lnTo>
                    <a:pt x="612" y="524"/>
                  </a:lnTo>
                  <a:lnTo>
                    <a:pt x="616" y="524"/>
                  </a:lnTo>
                  <a:lnTo>
                    <a:pt x="620" y="525"/>
                  </a:lnTo>
                  <a:lnTo>
                    <a:pt x="621" y="527"/>
                  </a:lnTo>
                  <a:lnTo>
                    <a:pt x="620" y="530"/>
                  </a:lnTo>
                  <a:lnTo>
                    <a:pt x="619" y="533"/>
                  </a:lnTo>
                  <a:lnTo>
                    <a:pt x="618" y="535"/>
                  </a:lnTo>
                  <a:close/>
                </a:path>
              </a:pathLst>
            </a:custGeom>
            <a:solidFill>
              <a:srgbClr val="ECB78D">
                <a:alpha val="24000"/>
              </a:srgbClr>
            </a:solidFill>
            <a:ln>
              <a:noFill/>
            </a:ln>
          </p:spPr>
          <p:txBody>
            <a:bodyPr anchor="ctr"/>
            <a:lstStyle/>
            <a:p>
              <a:pPr algn="ctr">
                <a:buNone/>
              </a:pPr>
            </a:p>
          </p:txBody>
        </p:sp>
        <p:sp>
          <p:nvSpPr>
            <p:cNvPr id="7666" name="addition:spatial:155">
              <a:extLst>
                <a:ext uri="{FF2B5EF4-FFF2-40B4-BE49-F238E27FC236}">
                  <ns2:creationId id="{621BA8BC-36D0-47E6-A9EA-F0F2CB35A995}"/>
                </a:ext>
              </a:extLst>
            </p:cNvPr>
            <p:cNvSpPr>
              <a:spLocks noGrp="1"/>
            </p:cNvSpPr>
            <p:nvPr/>
          </p:nvSpPr>
          <p:spPr>
            <a:xfrm>
              <a:off x="5648325" y="1666875"/>
              <a:ext cx="920161" cy="915177"/>
            </a:xfrm>
            <a:custGeom>
              <a:rect l="l" t="t" r="r" b="b"/>
              <a:pathLst>
                <a:path w="694" h="541">
                  <a:moveTo>
                    <a:pt x="0" y="0"/>
                  </a:moveTo>
                  <a:moveTo>
                    <a:pt x="691" y="515"/>
                  </a:moveTo>
                  <a:lnTo>
                    <a:pt x="691" y="517"/>
                  </a:lnTo>
                  <a:lnTo>
                    <a:pt x="691" y="519"/>
                  </a:lnTo>
                  <a:lnTo>
                    <a:pt x="690" y="521"/>
                  </a:lnTo>
                  <a:lnTo>
                    <a:pt x="688" y="523"/>
                  </a:lnTo>
                  <a:lnTo>
                    <a:pt x="686" y="524"/>
                  </a:lnTo>
                  <a:lnTo>
                    <a:pt x="685" y="526"/>
                  </a:lnTo>
                  <a:lnTo>
                    <a:pt x="684" y="528"/>
                  </a:lnTo>
                  <a:lnTo>
                    <a:pt x="683" y="530"/>
                  </a:lnTo>
                  <a:lnTo>
                    <a:pt x="681" y="531"/>
                  </a:lnTo>
                  <a:lnTo>
                    <a:pt x="679" y="532"/>
                  </a:lnTo>
                  <a:lnTo>
                    <a:pt x="677" y="534"/>
                  </a:lnTo>
                  <a:lnTo>
                    <a:pt x="677" y="537"/>
                  </a:lnTo>
                  <a:lnTo>
                    <a:pt x="675" y="540"/>
                  </a:lnTo>
                  <a:lnTo>
                    <a:pt x="673" y="541"/>
                  </a:lnTo>
                  <a:lnTo>
                    <a:pt x="670" y="540"/>
                  </a:lnTo>
                  <a:lnTo>
                    <a:pt x="668" y="538"/>
                  </a:lnTo>
                  <a:lnTo>
                    <a:pt x="666" y="536"/>
                  </a:lnTo>
                  <a:lnTo>
                    <a:pt x="664" y="535"/>
                  </a:lnTo>
                  <a:lnTo>
                    <a:pt x="662" y="536"/>
                  </a:lnTo>
                  <a:lnTo>
                    <a:pt x="661" y="536"/>
                  </a:lnTo>
                  <a:lnTo>
                    <a:pt x="659" y="536"/>
                  </a:lnTo>
                  <a:lnTo>
                    <a:pt x="657" y="535"/>
                  </a:lnTo>
                  <a:lnTo>
                    <a:pt x="656" y="535"/>
                  </a:lnTo>
                  <a:lnTo>
                    <a:pt x="653" y="535"/>
                  </a:lnTo>
                  <a:lnTo>
                    <a:pt x="651" y="535"/>
                  </a:lnTo>
                  <a:lnTo>
                    <a:pt x="650" y="533"/>
                  </a:lnTo>
                  <a:lnTo>
                    <a:pt x="650" y="530"/>
                  </a:lnTo>
                  <a:lnTo>
                    <a:pt x="650" y="528"/>
                  </a:lnTo>
                  <a:lnTo>
                    <a:pt x="648" y="527"/>
                  </a:lnTo>
                  <a:lnTo>
                    <a:pt x="646" y="526"/>
                  </a:lnTo>
                  <a:lnTo>
                    <a:pt x="645" y="524"/>
                  </a:lnTo>
                  <a:lnTo>
                    <a:pt x="646" y="522"/>
                  </a:lnTo>
                  <a:lnTo>
                    <a:pt x="648" y="519"/>
                  </a:lnTo>
                  <a:lnTo>
                    <a:pt x="649" y="517"/>
                  </a:lnTo>
                  <a:lnTo>
                    <a:pt x="649" y="515"/>
                  </a:lnTo>
                  <a:lnTo>
                    <a:pt x="648" y="513"/>
                  </a:lnTo>
                  <a:lnTo>
                    <a:pt x="646" y="511"/>
                  </a:lnTo>
                  <a:lnTo>
                    <a:pt x="645" y="509"/>
                  </a:lnTo>
                  <a:lnTo>
                    <a:pt x="645" y="507"/>
                  </a:lnTo>
                  <a:lnTo>
                    <a:pt x="645" y="504"/>
                  </a:lnTo>
                  <a:lnTo>
                    <a:pt x="645" y="502"/>
                  </a:lnTo>
                  <a:lnTo>
                    <a:pt x="646" y="500"/>
                  </a:lnTo>
                  <a:lnTo>
                    <a:pt x="648" y="499"/>
                  </a:lnTo>
                  <a:lnTo>
                    <a:pt x="650" y="499"/>
                  </a:lnTo>
                  <a:lnTo>
                    <a:pt x="653" y="499"/>
                  </a:lnTo>
                  <a:lnTo>
                    <a:pt x="654" y="499"/>
                  </a:lnTo>
                  <a:lnTo>
                    <a:pt x="655" y="497"/>
                  </a:lnTo>
                  <a:lnTo>
                    <a:pt x="656" y="494"/>
                  </a:lnTo>
                  <a:lnTo>
                    <a:pt x="658" y="493"/>
                  </a:lnTo>
                  <a:lnTo>
                    <a:pt x="660" y="493"/>
                  </a:lnTo>
                  <a:lnTo>
                    <a:pt x="662" y="494"/>
                  </a:lnTo>
                  <a:lnTo>
                    <a:pt x="664" y="494"/>
                  </a:lnTo>
                  <a:lnTo>
                    <a:pt x="666" y="493"/>
                  </a:lnTo>
                  <a:lnTo>
                    <a:pt x="668" y="491"/>
                  </a:lnTo>
                  <a:lnTo>
                    <a:pt x="671" y="491"/>
                  </a:lnTo>
                  <a:lnTo>
                    <a:pt x="673" y="491"/>
                  </a:lnTo>
                  <a:lnTo>
                    <a:pt x="676" y="493"/>
                  </a:lnTo>
                  <a:lnTo>
                    <a:pt x="678" y="494"/>
                  </a:lnTo>
                  <a:lnTo>
                    <a:pt x="679" y="496"/>
                  </a:lnTo>
                  <a:lnTo>
                    <a:pt x="681" y="498"/>
                  </a:lnTo>
                  <a:lnTo>
                    <a:pt x="682" y="500"/>
                  </a:lnTo>
                  <a:lnTo>
                    <a:pt x="682" y="503"/>
                  </a:lnTo>
                  <a:lnTo>
                    <a:pt x="683" y="504"/>
                  </a:lnTo>
                  <a:lnTo>
                    <a:pt x="685" y="505"/>
                  </a:lnTo>
                  <a:lnTo>
                    <a:pt x="689" y="505"/>
                  </a:lnTo>
                  <a:lnTo>
                    <a:pt x="692" y="506"/>
                  </a:lnTo>
                  <a:lnTo>
                    <a:pt x="694" y="508"/>
                  </a:lnTo>
                  <a:lnTo>
                    <a:pt x="693" y="511"/>
                  </a:lnTo>
                  <a:lnTo>
                    <a:pt x="692" y="513"/>
                  </a:lnTo>
                  <a:close/>
                </a:path>
              </a:pathLst>
            </a:custGeom>
            <a:solidFill>
              <a:srgbClr val="ECB78D">
                <a:alpha val="24000"/>
              </a:srgbClr>
            </a:solidFill>
            <a:ln>
              <a:noFill/>
            </a:ln>
          </p:spPr>
          <p:txBody>
            <a:bodyPr anchor="ctr"/>
            <a:lstStyle/>
            <a:p>
              <a:pPr algn="ctr">
                <a:buNone/>
              </a:pPr>
            </a:p>
          </p:txBody>
        </p:sp>
        <p:sp>
          <p:nvSpPr>
            <p:cNvPr id="7667" name="addition:spatial:156">
              <a:extLst>
                <a:ext uri="{FF2B5EF4-FFF2-40B4-BE49-F238E27FC236}">
                  <ns2:creationId id="{6DF907D6-37C2-4D26-BA8F-D37EDB59C5FB}"/>
                </a:ext>
              </a:extLst>
            </p:cNvPr>
            <p:cNvSpPr>
              <a:spLocks noGrp="1"/>
            </p:cNvSpPr>
            <p:nvPr/>
          </p:nvSpPr>
          <p:spPr>
            <a:xfrm>
              <a:off x="5648325" y="1666875"/>
              <a:ext cx="1012972" cy="971001"/>
            </a:xfrm>
            <a:custGeom>
              <a:rect l="l" t="t" r="r" b="b"/>
              <a:pathLst>
                <a:path w="764" h="574">
                  <a:moveTo>
                    <a:pt x="0" y="0"/>
                  </a:moveTo>
                  <a:moveTo>
                    <a:pt x="764" y="546"/>
                  </a:moveTo>
                  <a:lnTo>
                    <a:pt x="764" y="548"/>
                  </a:lnTo>
                  <a:lnTo>
                    <a:pt x="763" y="550"/>
                  </a:lnTo>
                  <a:lnTo>
                    <a:pt x="763" y="552"/>
                  </a:lnTo>
                  <a:lnTo>
                    <a:pt x="763" y="555"/>
                  </a:lnTo>
                  <a:lnTo>
                    <a:pt x="762" y="557"/>
                  </a:lnTo>
                  <a:lnTo>
                    <a:pt x="760" y="558"/>
                  </a:lnTo>
                  <a:lnTo>
                    <a:pt x="759" y="559"/>
                  </a:lnTo>
                  <a:lnTo>
                    <a:pt x="757" y="561"/>
                  </a:lnTo>
                  <a:lnTo>
                    <a:pt x="756" y="563"/>
                  </a:lnTo>
                  <a:lnTo>
                    <a:pt x="755" y="564"/>
                  </a:lnTo>
                  <a:lnTo>
                    <a:pt x="752" y="565"/>
                  </a:lnTo>
                  <a:lnTo>
                    <a:pt x="750" y="564"/>
                  </a:lnTo>
                  <a:lnTo>
                    <a:pt x="748" y="564"/>
                  </a:lnTo>
                  <a:lnTo>
                    <a:pt x="746" y="566"/>
                  </a:lnTo>
                  <a:lnTo>
                    <a:pt x="745" y="570"/>
                  </a:lnTo>
                  <a:lnTo>
                    <a:pt x="743" y="573"/>
                  </a:lnTo>
                  <a:lnTo>
                    <a:pt x="740" y="574"/>
                  </a:lnTo>
                  <a:lnTo>
                    <a:pt x="737" y="572"/>
                  </a:lnTo>
                  <a:lnTo>
                    <a:pt x="735" y="570"/>
                  </a:lnTo>
                  <a:lnTo>
                    <a:pt x="733" y="568"/>
                  </a:lnTo>
                  <a:lnTo>
                    <a:pt x="731" y="567"/>
                  </a:lnTo>
                  <a:lnTo>
                    <a:pt x="729" y="566"/>
                  </a:lnTo>
                  <a:lnTo>
                    <a:pt x="728" y="565"/>
                  </a:lnTo>
                  <a:lnTo>
                    <a:pt x="726" y="563"/>
                  </a:lnTo>
                  <a:lnTo>
                    <a:pt x="724" y="562"/>
                  </a:lnTo>
                  <a:lnTo>
                    <a:pt x="722" y="562"/>
                  </a:lnTo>
                  <a:lnTo>
                    <a:pt x="719" y="562"/>
                  </a:lnTo>
                  <a:lnTo>
                    <a:pt x="718" y="561"/>
                  </a:lnTo>
                  <a:lnTo>
                    <a:pt x="717" y="558"/>
                  </a:lnTo>
                  <a:lnTo>
                    <a:pt x="718" y="556"/>
                  </a:lnTo>
                  <a:lnTo>
                    <a:pt x="717" y="554"/>
                  </a:lnTo>
                  <a:lnTo>
                    <a:pt x="716" y="552"/>
                  </a:lnTo>
                  <a:lnTo>
                    <a:pt x="714" y="551"/>
                  </a:lnTo>
                  <a:lnTo>
                    <a:pt x="714" y="548"/>
                  </a:lnTo>
                  <a:lnTo>
                    <a:pt x="715" y="546"/>
                  </a:lnTo>
                  <a:lnTo>
                    <a:pt x="718" y="544"/>
                  </a:lnTo>
                  <a:lnTo>
                    <a:pt x="720" y="542"/>
                  </a:lnTo>
                  <a:lnTo>
                    <a:pt x="721" y="541"/>
                  </a:lnTo>
                  <a:lnTo>
                    <a:pt x="722" y="539"/>
                  </a:lnTo>
                  <a:lnTo>
                    <a:pt x="722" y="537"/>
                  </a:lnTo>
                  <a:lnTo>
                    <a:pt x="722" y="535"/>
                  </a:lnTo>
                  <a:lnTo>
                    <a:pt x="723" y="532"/>
                  </a:lnTo>
                  <a:lnTo>
                    <a:pt x="723" y="530"/>
                  </a:lnTo>
                  <a:lnTo>
                    <a:pt x="723" y="527"/>
                  </a:lnTo>
                  <a:lnTo>
                    <a:pt x="724" y="525"/>
                  </a:lnTo>
                  <a:lnTo>
                    <a:pt x="727" y="524"/>
                  </a:lnTo>
                  <a:lnTo>
                    <a:pt x="730" y="525"/>
                  </a:lnTo>
                  <a:lnTo>
                    <a:pt x="732" y="526"/>
                  </a:lnTo>
                  <a:lnTo>
                    <a:pt x="734" y="526"/>
                  </a:lnTo>
                  <a:lnTo>
                    <a:pt x="735" y="524"/>
                  </a:lnTo>
                  <a:lnTo>
                    <a:pt x="736" y="523"/>
                  </a:lnTo>
                  <a:lnTo>
                    <a:pt x="738" y="522"/>
                  </a:lnTo>
                  <a:lnTo>
                    <a:pt x="740" y="523"/>
                  </a:lnTo>
                  <a:lnTo>
                    <a:pt x="741" y="525"/>
                  </a:lnTo>
                  <a:lnTo>
                    <a:pt x="743" y="525"/>
                  </a:lnTo>
                  <a:lnTo>
                    <a:pt x="745" y="524"/>
                  </a:lnTo>
                  <a:lnTo>
                    <a:pt x="747" y="524"/>
                  </a:lnTo>
                  <a:lnTo>
                    <a:pt x="749" y="524"/>
                  </a:lnTo>
                  <a:lnTo>
                    <a:pt x="751" y="525"/>
                  </a:lnTo>
                  <a:lnTo>
                    <a:pt x="752" y="526"/>
                  </a:lnTo>
                  <a:lnTo>
                    <a:pt x="754" y="527"/>
                  </a:lnTo>
                  <a:lnTo>
                    <a:pt x="756" y="529"/>
                  </a:lnTo>
                  <a:lnTo>
                    <a:pt x="757" y="531"/>
                  </a:lnTo>
                  <a:lnTo>
                    <a:pt x="756" y="535"/>
                  </a:lnTo>
                  <a:lnTo>
                    <a:pt x="755" y="537"/>
                  </a:lnTo>
                  <a:lnTo>
                    <a:pt x="755" y="539"/>
                  </a:lnTo>
                  <a:lnTo>
                    <a:pt x="757" y="541"/>
                  </a:lnTo>
                  <a:lnTo>
                    <a:pt x="760" y="542"/>
                  </a:lnTo>
                  <a:lnTo>
                    <a:pt x="763" y="544"/>
                  </a:lnTo>
                  <a:close/>
                </a:path>
              </a:pathLst>
            </a:custGeom>
            <a:solidFill>
              <a:srgbClr val="ECB78D">
                <a:alpha val="24000"/>
              </a:srgbClr>
            </a:solidFill>
            <a:ln>
              <a:noFill/>
            </a:ln>
          </p:spPr>
          <p:txBody>
            <a:bodyPr anchor="ctr"/>
            <a:lstStyle/>
            <a:p>
              <a:pPr algn="ctr">
                <a:buNone/>
              </a:pPr>
            </a:p>
          </p:txBody>
        </p:sp>
        <p:sp>
          <p:nvSpPr>
            <p:cNvPr id="7668" name="addition:spatial:157">
              <a:extLst>
                <a:ext uri="{FF2B5EF4-FFF2-40B4-BE49-F238E27FC236}">
                  <ns2:creationId id="{500ED7E8-9448-4549-9611-9C1E3713638F}"/>
                </a:ext>
              </a:extLst>
            </p:cNvPr>
            <p:cNvSpPr>
              <a:spLocks noGrp="1"/>
            </p:cNvSpPr>
            <p:nvPr/>
          </p:nvSpPr>
          <p:spPr>
            <a:xfrm>
              <a:off x="5648325" y="1666875"/>
              <a:ext cx="1341791" cy="752780"/>
            </a:xfrm>
            <a:custGeom>
              <a:rect l="l" t="t" r="r" b="b"/>
              <a:pathLst>
                <a:path w="1012" h="445">
                  <a:moveTo>
                    <a:pt x="0" y="0"/>
                  </a:moveTo>
                  <a:moveTo>
                    <a:pt x="1007" y="309"/>
                  </a:moveTo>
                  <a:lnTo>
                    <a:pt x="1001" y="322"/>
                  </a:lnTo>
                  <a:lnTo>
                    <a:pt x="987" y="333"/>
                  </a:lnTo>
                  <a:lnTo>
                    <a:pt x="966" y="342"/>
                  </a:lnTo>
                  <a:lnTo>
                    <a:pt x="947" y="349"/>
                  </a:lnTo>
                  <a:lnTo>
                    <a:pt x="940" y="358"/>
                  </a:lnTo>
                  <a:lnTo>
                    <a:pt x="945" y="373"/>
                  </a:lnTo>
                  <a:lnTo>
                    <a:pt x="954" y="393"/>
                  </a:lnTo>
                  <a:lnTo>
                    <a:pt x="953" y="411"/>
                  </a:lnTo>
                  <a:lnTo>
                    <a:pt x="940" y="421"/>
                  </a:lnTo>
                  <a:lnTo>
                    <a:pt x="921" y="424"/>
                  </a:lnTo>
                  <a:lnTo>
                    <a:pt x="904" y="427"/>
                  </a:lnTo>
                  <a:lnTo>
                    <a:pt x="891" y="433"/>
                  </a:lnTo>
                  <a:lnTo>
                    <a:pt x="879" y="441"/>
                  </a:lnTo>
                  <a:lnTo>
                    <a:pt x="866" y="445"/>
                  </a:lnTo>
                  <a:lnTo>
                    <a:pt x="851" y="444"/>
                  </a:lnTo>
                  <a:lnTo>
                    <a:pt x="837" y="440"/>
                  </a:lnTo>
                  <a:lnTo>
                    <a:pt x="824" y="439"/>
                  </a:lnTo>
                  <a:lnTo>
                    <a:pt x="812" y="442"/>
                  </a:lnTo>
                  <a:lnTo>
                    <a:pt x="800" y="442"/>
                  </a:lnTo>
                  <a:lnTo>
                    <a:pt x="789" y="436"/>
                  </a:lnTo>
                  <a:lnTo>
                    <a:pt x="780" y="428"/>
                  </a:lnTo>
                  <a:lnTo>
                    <a:pt x="769" y="424"/>
                  </a:lnTo>
                  <a:lnTo>
                    <a:pt x="753" y="428"/>
                  </a:lnTo>
                  <a:lnTo>
                    <a:pt x="731" y="436"/>
                  </a:lnTo>
                  <a:lnTo>
                    <a:pt x="710" y="437"/>
                  </a:lnTo>
                  <a:lnTo>
                    <a:pt x="697" y="427"/>
                  </a:lnTo>
                  <a:lnTo>
                    <a:pt x="697" y="409"/>
                  </a:lnTo>
                  <a:lnTo>
                    <a:pt x="702" y="389"/>
                  </a:lnTo>
                  <a:lnTo>
                    <a:pt x="704" y="374"/>
                  </a:lnTo>
                  <a:lnTo>
                    <a:pt x="699" y="363"/>
                  </a:lnTo>
                  <a:lnTo>
                    <a:pt x="690" y="354"/>
                  </a:lnTo>
                  <a:lnTo>
                    <a:pt x="684" y="343"/>
                  </a:lnTo>
                  <a:lnTo>
                    <a:pt x="679" y="332"/>
                  </a:lnTo>
                  <a:lnTo>
                    <a:pt x="671" y="321"/>
                  </a:lnTo>
                  <a:lnTo>
                    <a:pt x="658" y="309"/>
                  </a:lnTo>
                  <a:lnTo>
                    <a:pt x="646" y="296"/>
                  </a:lnTo>
                  <a:lnTo>
                    <a:pt x="643" y="282"/>
                  </a:lnTo>
                  <a:lnTo>
                    <a:pt x="650" y="270"/>
                  </a:lnTo>
                  <a:lnTo>
                    <a:pt x="661" y="261"/>
                  </a:lnTo>
                  <a:lnTo>
                    <a:pt x="666" y="250"/>
                  </a:lnTo>
                  <a:lnTo>
                    <a:pt x="664" y="236"/>
                  </a:lnTo>
                  <a:lnTo>
                    <a:pt x="663" y="220"/>
                  </a:lnTo>
                  <a:lnTo>
                    <a:pt x="671" y="209"/>
                  </a:lnTo>
                  <a:lnTo>
                    <a:pt x="691" y="207"/>
                  </a:lnTo>
                  <a:lnTo>
                    <a:pt x="714" y="210"/>
                  </a:lnTo>
                  <a:lnTo>
                    <a:pt x="732" y="212"/>
                  </a:lnTo>
                  <a:lnTo>
                    <a:pt x="742" y="206"/>
                  </a:lnTo>
                  <a:lnTo>
                    <a:pt x="751" y="193"/>
                  </a:lnTo>
                  <a:lnTo>
                    <a:pt x="761" y="181"/>
                  </a:lnTo>
                  <a:lnTo>
                    <a:pt x="775" y="172"/>
                  </a:lnTo>
                  <a:lnTo>
                    <a:pt x="792" y="165"/>
                  </a:lnTo>
                  <a:lnTo>
                    <a:pt x="809" y="158"/>
                  </a:lnTo>
                  <a:lnTo>
                    <a:pt x="828" y="152"/>
                  </a:lnTo>
                  <a:lnTo>
                    <a:pt x="848" y="153"/>
                  </a:lnTo>
                  <a:lnTo>
                    <a:pt x="865" y="164"/>
                  </a:lnTo>
                  <a:lnTo>
                    <a:pt x="877" y="182"/>
                  </a:lnTo>
                  <a:lnTo>
                    <a:pt x="887" y="197"/>
                  </a:lnTo>
                  <a:lnTo>
                    <a:pt x="901" y="202"/>
                  </a:lnTo>
                  <a:lnTo>
                    <a:pt x="921" y="200"/>
                  </a:lnTo>
                  <a:lnTo>
                    <a:pt x="940" y="200"/>
                  </a:lnTo>
                  <a:lnTo>
                    <a:pt x="954" y="208"/>
                  </a:lnTo>
                  <a:lnTo>
                    <a:pt x="959" y="221"/>
                  </a:lnTo>
                  <a:lnTo>
                    <a:pt x="962" y="234"/>
                  </a:lnTo>
                  <a:lnTo>
                    <a:pt x="971" y="243"/>
                  </a:lnTo>
                  <a:lnTo>
                    <a:pt x="987" y="249"/>
                  </a:lnTo>
                  <a:lnTo>
                    <a:pt x="1003" y="257"/>
                  </a:lnTo>
                  <a:lnTo>
                    <a:pt x="1012" y="269"/>
                  </a:lnTo>
                  <a:lnTo>
                    <a:pt x="1012" y="282"/>
                  </a:lnTo>
                  <a:lnTo>
                    <a:pt x="1010" y="296"/>
                  </a:lnTo>
                  <a:close/>
                </a:path>
              </a:pathLst>
            </a:custGeom>
            <a:solidFill>
              <a:srgbClr val="C5E9DF">
                <a:alpha val="43000"/>
              </a:srgbClr>
            </a:solidFill>
            <a:ln>
              <a:noFill/>
            </a:ln>
          </p:spPr>
          <p:txBody>
            <a:bodyPr anchor="ctr"/>
            <a:lstStyle/>
            <a:p>
              <a:pPr algn="ctr">
                <a:buNone/>
              </a:pPr>
            </a:p>
          </p:txBody>
        </p:sp>
        <p:sp>
          <p:nvSpPr>
            <p:cNvPr id="7669" name="addition:spatial:158">
              <a:extLst>
                <a:ext uri="{FF2B5EF4-FFF2-40B4-BE49-F238E27FC236}">
                  <ns2:creationId id="{503D0EFF-5AF5-471E-9BB1-8BCA4951F75D}"/>
                </a:ext>
              </a:extLst>
            </p:cNvPr>
            <p:cNvSpPr>
              <a:spLocks noGrp="1"/>
            </p:cNvSpPr>
            <p:nvPr/>
          </p:nvSpPr>
          <p:spPr>
            <a:xfrm>
              <a:off x="5648325" y="1666875"/>
              <a:ext cx="1300688" cy="764621"/>
            </a:xfrm>
            <a:custGeom>
              <a:rect l="l" t="t" r="r" b="b"/>
              <a:pathLst>
                <a:path w="981" h="452">
                  <a:moveTo>
                    <a:pt x="0" y="0"/>
                  </a:moveTo>
                  <a:moveTo>
                    <a:pt x="981" y="314"/>
                  </a:moveTo>
                  <a:lnTo>
                    <a:pt x="976" y="325"/>
                  </a:lnTo>
                  <a:lnTo>
                    <a:pt x="966" y="335"/>
                  </a:lnTo>
                  <a:lnTo>
                    <a:pt x="960" y="345"/>
                  </a:lnTo>
                  <a:lnTo>
                    <a:pt x="962" y="356"/>
                  </a:lnTo>
                  <a:lnTo>
                    <a:pt x="966" y="369"/>
                  </a:lnTo>
                  <a:lnTo>
                    <a:pt x="962" y="380"/>
                  </a:lnTo>
                  <a:lnTo>
                    <a:pt x="948" y="386"/>
                  </a:lnTo>
                  <a:lnTo>
                    <a:pt x="930" y="388"/>
                  </a:lnTo>
                  <a:lnTo>
                    <a:pt x="913" y="389"/>
                  </a:lnTo>
                  <a:lnTo>
                    <a:pt x="903" y="394"/>
                  </a:lnTo>
                  <a:lnTo>
                    <a:pt x="895" y="403"/>
                  </a:lnTo>
                  <a:lnTo>
                    <a:pt x="886" y="412"/>
                  </a:lnTo>
                  <a:lnTo>
                    <a:pt x="875" y="420"/>
                  </a:lnTo>
                  <a:lnTo>
                    <a:pt x="863" y="428"/>
                  </a:lnTo>
                  <a:lnTo>
                    <a:pt x="850" y="438"/>
                  </a:lnTo>
                  <a:lnTo>
                    <a:pt x="836" y="448"/>
                  </a:lnTo>
                  <a:lnTo>
                    <a:pt x="820" y="452"/>
                  </a:lnTo>
                  <a:lnTo>
                    <a:pt x="803" y="446"/>
                  </a:lnTo>
                  <a:lnTo>
                    <a:pt x="789" y="431"/>
                  </a:lnTo>
                  <a:lnTo>
                    <a:pt x="779" y="416"/>
                  </a:lnTo>
                  <a:lnTo>
                    <a:pt x="768" y="411"/>
                  </a:lnTo>
                  <a:lnTo>
                    <a:pt x="753" y="413"/>
                  </a:lnTo>
                  <a:lnTo>
                    <a:pt x="738" y="416"/>
                  </a:lnTo>
                  <a:lnTo>
                    <a:pt x="725" y="413"/>
                  </a:lnTo>
                  <a:lnTo>
                    <a:pt x="717" y="404"/>
                  </a:lnTo>
                  <a:lnTo>
                    <a:pt x="711" y="395"/>
                  </a:lnTo>
                  <a:lnTo>
                    <a:pt x="703" y="388"/>
                  </a:lnTo>
                  <a:lnTo>
                    <a:pt x="691" y="384"/>
                  </a:lnTo>
                  <a:lnTo>
                    <a:pt x="679" y="378"/>
                  </a:lnTo>
                  <a:lnTo>
                    <a:pt x="673" y="369"/>
                  </a:lnTo>
                  <a:lnTo>
                    <a:pt x="670" y="358"/>
                  </a:lnTo>
                  <a:lnTo>
                    <a:pt x="669" y="347"/>
                  </a:lnTo>
                  <a:lnTo>
                    <a:pt x="665" y="337"/>
                  </a:lnTo>
                  <a:lnTo>
                    <a:pt x="664" y="325"/>
                  </a:lnTo>
                  <a:lnTo>
                    <a:pt x="672" y="314"/>
                  </a:lnTo>
                  <a:lnTo>
                    <a:pt x="689" y="304"/>
                  </a:lnTo>
                  <a:lnTo>
                    <a:pt x="707" y="297"/>
                  </a:lnTo>
                  <a:lnTo>
                    <a:pt x="715" y="289"/>
                  </a:lnTo>
                  <a:lnTo>
                    <a:pt x="710" y="278"/>
                  </a:lnTo>
                  <a:lnTo>
                    <a:pt x="699" y="263"/>
                  </a:lnTo>
                  <a:lnTo>
                    <a:pt x="693" y="248"/>
                  </a:lnTo>
                  <a:lnTo>
                    <a:pt x="697" y="236"/>
                  </a:lnTo>
                  <a:lnTo>
                    <a:pt x="709" y="230"/>
                  </a:lnTo>
                  <a:lnTo>
                    <a:pt x="722" y="224"/>
                  </a:lnTo>
                  <a:lnTo>
                    <a:pt x="731" y="218"/>
                  </a:lnTo>
                  <a:lnTo>
                    <a:pt x="741" y="211"/>
                  </a:lnTo>
                  <a:lnTo>
                    <a:pt x="752" y="208"/>
                  </a:lnTo>
                  <a:lnTo>
                    <a:pt x="765" y="208"/>
                  </a:lnTo>
                  <a:lnTo>
                    <a:pt x="777" y="209"/>
                  </a:lnTo>
                  <a:lnTo>
                    <a:pt x="786" y="206"/>
                  </a:lnTo>
                  <a:lnTo>
                    <a:pt x="795" y="200"/>
                  </a:lnTo>
                  <a:lnTo>
                    <a:pt x="806" y="196"/>
                  </a:lnTo>
                  <a:lnTo>
                    <a:pt x="816" y="199"/>
                  </a:lnTo>
                  <a:lnTo>
                    <a:pt x="826" y="207"/>
                  </a:lnTo>
                  <a:lnTo>
                    <a:pt x="836" y="212"/>
                  </a:lnTo>
                  <a:lnTo>
                    <a:pt x="848" y="209"/>
                  </a:lnTo>
                  <a:lnTo>
                    <a:pt x="865" y="200"/>
                  </a:lnTo>
                  <a:lnTo>
                    <a:pt x="883" y="194"/>
                  </a:lnTo>
                  <a:lnTo>
                    <a:pt x="898" y="198"/>
                  </a:lnTo>
                  <a:lnTo>
                    <a:pt x="905" y="211"/>
                  </a:lnTo>
                  <a:lnTo>
                    <a:pt x="907" y="226"/>
                  </a:lnTo>
                  <a:lnTo>
                    <a:pt x="910" y="240"/>
                  </a:lnTo>
                  <a:lnTo>
                    <a:pt x="915" y="250"/>
                  </a:lnTo>
                  <a:lnTo>
                    <a:pt x="922" y="259"/>
                  </a:lnTo>
                  <a:lnTo>
                    <a:pt x="927" y="268"/>
                  </a:lnTo>
                  <a:lnTo>
                    <a:pt x="932" y="277"/>
                  </a:lnTo>
                  <a:lnTo>
                    <a:pt x="942" y="285"/>
                  </a:lnTo>
                  <a:lnTo>
                    <a:pt x="957" y="293"/>
                  </a:lnTo>
                  <a:lnTo>
                    <a:pt x="974" y="303"/>
                  </a:lnTo>
                  <a:close/>
                </a:path>
              </a:pathLst>
            </a:custGeom>
            <a:solidFill>
              <a:srgbClr val="86D1BC">
                <a:alpha val="43000"/>
              </a:srgbClr>
            </a:solidFill>
            <a:ln>
              <a:noFill/>
            </a:ln>
          </p:spPr>
          <p:txBody>
            <a:bodyPr anchor="ctr"/>
            <a:lstStyle/>
            <a:p>
              <a:pPr algn="ctr">
                <a:buNone/>
              </a:pPr>
            </a:p>
          </p:txBody>
        </p:sp>
        <p:sp>
          <p:nvSpPr>
            <p:cNvPr id="7670" name="addition:spatial:159">
              <a:extLst>
                <a:ext uri="{FF2B5EF4-FFF2-40B4-BE49-F238E27FC236}">
                  <ns2:creationId id="{00FE05B6-471B-4923-B1E2-30A19313D4D4}"/>
                </a:ext>
              </a:extLst>
            </p:cNvPr>
            <p:cNvSpPr>
              <a:spLocks noGrp="1"/>
            </p:cNvSpPr>
            <p:nvPr/>
          </p:nvSpPr>
          <p:spPr>
            <a:xfrm>
              <a:off x="5648325" y="1666875"/>
              <a:ext cx="1237046" cy="730788"/>
            </a:xfrm>
            <a:custGeom>
              <a:rect l="l" t="t" r="r" b="b"/>
              <a:pathLst>
                <a:path w="933" h="432">
                  <a:moveTo>
                    <a:pt x="0" y="0"/>
                  </a:moveTo>
                  <a:moveTo>
                    <a:pt x="924" y="319"/>
                  </a:moveTo>
                  <a:lnTo>
                    <a:pt x="925" y="328"/>
                  </a:lnTo>
                  <a:lnTo>
                    <a:pt x="919" y="337"/>
                  </a:lnTo>
                  <a:lnTo>
                    <a:pt x="910" y="344"/>
                  </a:lnTo>
                  <a:lnTo>
                    <a:pt x="907" y="352"/>
                  </a:lnTo>
                  <a:lnTo>
                    <a:pt x="910" y="362"/>
                  </a:lnTo>
                  <a:lnTo>
                    <a:pt x="913" y="374"/>
                  </a:lnTo>
                  <a:lnTo>
                    <a:pt x="911" y="384"/>
                  </a:lnTo>
                  <a:lnTo>
                    <a:pt x="905" y="392"/>
                  </a:lnTo>
                  <a:lnTo>
                    <a:pt x="898" y="399"/>
                  </a:lnTo>
                  <a:lnTo>
                    <a:pt x="891" y="406"/>
                  </a:lnTo>
                  <a:lnTo>
                    <a:pt x="883" y="412"/>
                  </a:lnTo>
                  <a:lnTo>
                    <a:pt x="872" y="413"/>
                  </a:lnTo>
                  <a:lnTo>
                    <a:pt x="858" y="407"/>
                  </a:lnTo>
                  <a:lnTo>
                    <a:pt x="846" y="400"/>
                  </a:lnTo>
                  <a:lnTo>
                    <a:pt x="838" y="399"/>
                  </a:lnTo>
                  <a:lnTo>
                    <a:pt x="831" y="407"/>
                  </a:lnTo>
                  <a:lnTo>
                    <a:pt x="823" y="420"/>
                  </a:lnTo>
                  <a:lnTo>
                    <a:pt x="812" y="430"/>
                  </a:lnTo>
                  <a:lnTo>
                    <a:pt x="800" y="432"/>
                  </a:lnTo>
                  <a:lnTo>
                    <a:pt x="789" y="426"/>
                  </a:lnTo>
                  <a:lnTo>
                    <a:pt x="779" y="420"/>
                  </a:lnTo>
                  <a:lnTo>
                    <a:pt x="768" y="416"/>
                  </a:lnTo>
                  <a:lnTo>
                    <a:pt x="755" y="413"/>
                  </a:lnTo>
                  <a:lnTo>
                    <a:pt x="744" y="408"/>
                  </a:lnTo>
                  <a:lnTo>
                    <a:pt x="736" y="400"/>
                  </a:lnTo>
                  <a:lnTo>
                    <a:pt x="730" y="391"/>
                  </a:lnTo>
                  <a:lnTo>
                    <a:pt x="722" y="383"/>
                  </a:lnTo>
                  <a:lnTo>
                    <a:pt x="712" y="377"/>
                  </a:lnTo>
                  <a:lnTo>
                    <a:pt x="703" y="371"/>
                  </a:lnTo>
                  <a:lnTo>
                    <a:pt x="699" y="361"/>
                  </a:lnTo>
                  <a:lnTo>
                    <a:pt x="699" y="351"/>
                  </a:lnTo>
                  <a:lnTo>
                    <a:pt x="698" y="343"/>
                  </a:lnTo>
                  <a:lnTo>
                    <a:pt x="688" y="336"/>
                  </a:lnTo>
                  <a:lnTo>
                    <a:pt x="670" y="329"/>
                  </a:lnTo>
                  <a:lnTo>
                    <a:pt x="655" y="319"/>
                  </a:lnTo>
                  <a:lnTo>
                    <a:pt x="651" y="308"/>
                  </a:lnTo>
                  <a:lnTo>
                    <a:pt x="660" y="298"/>
                  </a:lnTo>
                  <a:lnTo>
                    <a:pt x="675" y="291"/>
                  </a:lnTo>
                  <a:lnTo>
                    <a:pt x="688" y="285"/>
                  </a:lnTo>
                  <a:lnTo>
                    <a:pt x="696" y="278"/>
                  </a:lnTo>
                  <a:lnTo>
                    <a:pt x="702" y="270"/>
                  </a:lnTo>
                  <a:lnTo>
                    <a:pt x="710" y="264"/>
                  </a:lnTo>
                  <a:lnTo>
                    <a:pt x="719" y="258"/>
                  </a:lnTo>
                  <a:lnTo>
                    <a:pt x="726" y="251"/>
                  </a:lnTo>
                  <a:lnTo>
                    <a:pt x="731" y="241"/>
                  </a:lnTo>
                  <a:lnTo>
                    <a:pt x="737" y="229"/>
                  </a:lnTo>
                  <a:lnTo>
                    <a:pt x="747" y="221"/>
                  </a:lnTo>
                  <a:lnTo>
                    <a:pt x="761" y="220"/>
                  </a:lnTo>
                  <a:lnTo>
                    <a:pt x="775" y="222"/>
                  </a:lnTo>
                  <a:lnTo>
                    <a:pt x="788" y="221"/>
                  </a:lnTo>
                  <a:lnTo>
                    <a:pt x="800" y="215"/>
                  </a:lnTo>
                  <a:lnTo>
                    <a:pt x="812" y="207"/>
                  </a:lnTo>
                  <a:lnTo>
                    <a:pt x="825" y="204"/>
                  </a:lnTo>
                  <a:lnTo>
                    <a:pt x="837" y="211"/>
                  </a:lnTo>
                  <a:lnTo>
                    <a:pt x="846" y="223"/>
                  </a:lnTo>
                  <a:lnTo>
                    <a:pt x="852" y="234"/>
                  </a:lnTo>
                  <a:lnTo>
                    <a:pt x="860" y="239"/>
                  </a:lnTo>
                  <a:lnTo>
                    <a:pt x="870" y="239"/>
                  </a:lnTo>
                  <a:lnTo>
                    <a:pt x="881" y="239"/>
                  </a:lnTo>
                  <a:lnTo>
                    <a:pt x="891" y="241"/>
                  </a:lnTo>
                  <a:lnTo>
                    <a:pt x="901" y="244"/>
                  </a:lnTo>
                  <a:lnTo>
                    <a:pt x="912" y="247"/>
                  </a:lnTo>
                  <a:lnTo>
                    <a:pt x="924" y="251"/>
                  </a:lnTo>
                  <a:lnTo>
                    <a:pt x="933" y="258"/>
                  </a:lnTo>
                  <a:lnTo>
                    <a:pt x="932" y="269"/>
                  </a:lnTo>
                  <a:lnTo>
                    <a:pt x="923" y="283"/>
                  </a:lnTo>
                  <a:lnTo>
                    <a:pt x="913" y="294"/>
                  </a:lnTo>
                  <a:lnTo>
                    <a:pt x="910" y="303"/>
                  </a:lnTo>
                  <a:lnTo>
                    <a:pt x="917" y="310"/>
                  </a:lnTo>
                  <a:close/>
                </a:path>
              </a:pathLst>
            </a:custGeom>
            <a:solidFill>
              <a:srgbClr val="56BFA2">
                <a:alpha val="35000"/>
              </a:srgbClr>
            </a:solidFill>
            <a:ln>
              <a:noFill/>
            </a:ln>
          </p:spPr>
          <p:txBody>
            <a:bodyPr anchor="ctr"/>
            <a:lstStyle/>
            <a:p>
              <a:pPr algn="ctr">
                <a:buNone/>
              </a:pPr>
            </a:p>
          </p:txBody>
        </p:sp>
        <p:sp>
          <p:nvSpPr>
            <p:cNvPr id="7671" name="addition:spatial:160">
              <a:extLst>
                <a:ext uri="{FF2B5EF4-FFF2-40B4-BE49-F238E27FC236}">
                  <ns2:creationId id="{A2C6E4AE-2B75-4285-B37B-038F05B5EF12}"/>
                </a:ext>
              </a:extLst>
            </p:cNvPr>
            <p:cNvSpPr>
              <a:spLocks noGrp="1"/>
            </p:cNvSpPr>
            <p:nvPr/>
          </p:nvSpPr>
          <p:spPr>
            <a:xfrm>
              <a:off x="5648325" y="1666875"/>
              <a:ext cx="1073963" cy="570083"/>
            </a:xfrm>
            <a:custGeom>
              <a:rect l="l" t="t" r="r" b="b"/>
              <a:pathLst>
                <a:path w="810" h="337">
                  <a:moveTo>
                    <a:pt x="0" y="0"/>
                  </a:moveTo>
                  <a:moveTo>
                    <a:pt x="802" y="289"/>
                  </a:moveTo>
                  <a:lnTo>
                    <a:pt x="800" y="292"/>
                  </a:lnTo>
                  <a:lnTo>
                    <a:pt x="803" y="296"/>
                  </a:lnTo>
                  <a:lnTo>
                    <a:pt x="807" y="301"/>
                  </a:lnTo>
                  <a:lnTo>
                    <a:pt x="810" y="306"/>
                  </a:lnTo>
                  <a:lnTo>
                    <a:pt x="810" y="310"/>
                  </a:lnTo>
                  <a:lnTo>
                    <a:pt x="807" y="313"/>
                  </a:lnTo>
                  <a:lnTo>
                    <a:pt x="803" y="316"/>
                  </a:lnTo>
                  <a:lnTo>
                    <a:pt x="799" y="318"/>
                  </a:lnTo>
                  <a:lnTo>
                    <a:pt x="795" y="320"/>
                  </a:lnTo>
                  <a:lnTo>
                    <a:pt x="790" y="320"/>
                  </a:lnTo>
                  <a:lnTo>
                    <a:pt x="784" y="320"/>
                  </a:lnTo>
                  <a:lnTo>
                    <a:pt x="780" y="320"/>
                  </a:lnTo>
                  <a:lnTo>
                    <a:pt x="777" y="323"/>
                  </a:lnTo>
                  <a:lnTo>
                    <a:pt x="775" y="329"/>
                  </a:lnTo>
                  <a:lnTo>
                    <a:pt x="771" y="335"/>
                  </a:lnTo>
                  <a:lnTo>
                    <a:pt x="766" y="337"/>
                  </a:lnTo>
                  <a:lnTo>
                    <a:pt x="760" y="336"/>
                  </a:lnTo>
                  <a:lnTo>
                    <a:pt x="755" y="333"/>
                  </a:lnTo>
                  <a:lnTo>
                    <a:pt x="749" y="331"/>
                  </a:lnTo>
                  <a:lnTo>
                    <a:pt x="744" y="331"/>
                  </a:lnTo>
                  <a:lnTo>
                    <a:pt x="738" y="332"/>
                  </a:lnTo>
                  <a:lnTo>
                    <a:pt x="732" y="331"/>
                  </a:lnTo>
                  <a:lnTo>
                    <a:pt x="728" y="327"/>
                  </a:lnTo>
                  <a:lnTo>
                    <a:pt x="725" y="323"/>
                  </a:lnTo>
                  <a:lnTo>
                    <a:pt x="722" y="320"/>
                  </a:lnTo>
                  <a:lnTo>
                    <a:pt x="718" y="318"/>
                  </a:lnTo>
                  <a:lnTo>
                    <a:pt x="714" y="316"/>
                  </a:lnTo>
                  <a:lnTo>
                    <a:pt x="712" y="312"/>
                  </a:lnTo>
                  <a:lnTo>
                    <a:pt x="710" y="309"/>
                  </a:lnTo>
                  <a:lnTo>
                    <a:pt x="706" y="307"/>
                  </a:lnTo>
                  <a:lnTo>
                    <a:pt x="700" y="305"/>
                  </a:lnTo>
                  <a:lnTo>
                    <a:pt x="693" y="302"/>
                  </a:lnTo>
                  <a:lnTo>
                    <a:pt x="690" y="298"/>
                  </a:lnTo>
                  <a:lnTo>
                    <a:pt x="692" y="293"/>
                  </a:lnTo>
                  <a:lnTo>
                    <a:pt x="699" y="289"/>
                  </a:lnTo>
                  <a:lnTo>
                    <a:pt x="706" y="285"/>
                  </a:lnTo>
                  <a:lnTo>
                    <a:pt x="709" y="282"/>
                  </a:lnTo>
                  <a:lnTo>
                    <a:pt x="710" y="279"/>
                  </a:lnTo>
                  <a:lnTo>
                    <a:pt x="710" y="275"/>
                  </a:lnTo>
                  <a:lnTo>
                    <a:pt x="711" y="271"/>
                  </a:lnTo>
                  <a:lnTo>
                    <a:pt x="714" y="268"/>
                  </a:lnTo>
                  <a:lnTo>
                    <a:pt x="717" y="265"/>
                  </a:lnTo>
                  <a:lnTo>
                    <a:pt x="719" y="261"/>
                  </a:lnTo>
                  <a:lnTo>
                    <a:pt x="721" y="256"/>
                  </a:lnTo>
                  <a:lnTo>
                    <a:pt x="724" y="253"/>
                  </a:lnTo>
                  <a:lnTo>
                    <a:pt x="729" y="252"/>
                  </a:lnTo>
                  <a:lnTo>
                    <a:pt x="734" y="251"/>
                  </a:lnTo>
                  <a:lnTo>
                    <a:pt x="738" y="249"/>
                  </a:lnTo>
                  <a:lnTo>
                    <a:pt x="742" y="245"/>
                  </a:lnTo>
                  <a:lnTo>
                    <a:pt x="746" y="243"/>
                  </a:lnTo>
                  <a:lnTo>
                    <a:pt x="751" y="243"/>
                  </a:lnTo>
                  <a:lnTo>
                    <a:pt x="755" y="248"/>
                  </a:lnTo>
                  <a:lnTo>
                    <a:pt x="759" y="252"/>
                  </a:lnTo>
                  <a:lnTo>
                    <a:pt x="762" y="255"/>
                  </a:lnTo>
                  <a:lnTo>
                    <a:pt x="765" y="253"/>
                  </a:lnTo>
                  <a:lnTo>
                    <a:pt x="770" y="250"/>
                  </a:lnTo>
                  <a:lnTo>
                    <a:pt x="775" y="248"/>
                  </a:lnTo>
                  <a:lnTo>
                    <a:pt x="780" y="249"/>
                  </a:lnTo>
                  <a:lnTo>
                    <a:pt x="784" y="250"/>
                  </a:lnTo>
                  <a:lnTo>
                    <a:pt x="788" y="252"/>
                  </a:lnTo>
                  <a:lnTo>
                    <a:pt x="792" y="255"/>
                  </a:lnTo>
                  <a:lnTo>
                    <a:pt x="794" y="258"/>
                  </a:lnTo>
                  <a:lnTo>
                    <a:pt x="794" y="263"/>
                  </a:lnTo>
                  <a:lnTo>
                    <a:pt x="793" y="268"/>
                  </a:lnTo>
                  <a:lnTo>
                    <a:pt x="793" y="272"/>
                  </a:lnTo>
                  <a:lnTo>
                    <a:pt x="796" y="275"/>
                  </a:lnTo>
                  <a:lnTo>
                    <a:pt x="801" y="278"/>
                  </a:lnTo>
                  <a:lnTo>
                    <a:pt x="804" y="281"/>
                  </a:lnTo>
                  <a:lnTo>
                    <a:pt x="804" y="285"/>
                  </a:lnTo>
                  <a:close/>
                </a:path>
              </a:pathLst>
            </a:custGeom>
            <a:solidFill>
              <a:srgbClr val="86D1BC">
                <a:alpha val="32000"/>
              </a:srgbClr>
            </a:solidFill>
            <a:ln>
              <a:noFill/>
            </a:ln>
          </p:spPr>
          <p:txBody>
            <a:bodyPr anchor="ctr"/>
            <a:lstStyle/>
            <a:p>
              <a:pPr algn="ctr">
                <a:buNone/>
              </a:pPr>
            </a:p>
          </p:txBody>
        </p:sp>
        <p:sp>
          <p:nvSpPr>
            <p:cNvPr id="7672" name="addition:spatial:161">
              <a:extLst>
                <a:ext uri="{FF2B5EF4-FFF2-40B4-BE49-F238E27FC236}">
                  <ns2:creationId id="{0C85B61B-98D6-41D5-A0E2-6682E282E070}"/>
                </a:ext>
              </a:extLst>
            </p:cNvPr>
            <p:cNvSpPr>
              <a:spLocks noGrp="1"/>
            </p:cNvSpPr>
            <p:nvPr/>
          </p:nvSpPr>
          <p:spPr>
            <a:xfrm>
              <a:off x="5648325" y="1666875"/>
              <a:ext cx="1125672" cy="502417"/>
            </a:xfrm>
            <a:custGeom>
              <a:rect l="l" t="t" r="r" b="b"/>
              <a:pathLst>
                <a:path w="849" h="297">
                  <a:moveTo>
                    <a:pt x="0" y="0"/>
                  </a:moveTo>
                  <a:moveTo>
                    <a:pt x="849" y="254"/>
                  </a:moveTo>
                  <a:lnTo>
                    <a:pt x="845" y="258"/>
                  </a:lnTo>
                  <a:lnTo>
                    <a:pt x="840" y="261"/>
                  </a:lnTo>
                  <a:lnTo>
                    <a:pt x="836" y="264"/>
                  </a:lnTo>
                  <a:lnTo>
                    <a:pt x="834" y="267"/>
                  </a:lnTo>
                  <a:lnTo>
                    <a:pt x="835" y="271"/>
                  </a:lnTo>
                  <a:lnTo>
                    <a:pt x="834" y="275"/>
                  </a:lnTo>
                  <a:lnTo>
                    <a:pt x="833" y="279"/>
                  </a:lnTo>
                  <a:lnTo>
                    <a:pt x="832" y="283"/>
                  </a:lnTo>
                  <a:lnTo>
                    <a:pt x="831" y="287"/>
                  </a:lnTo>
                  <a:lnTo>
                    <a:pt x="829" y="292"/>
                  </a:lnTo>
                  <a:lnTo>
                    <a:pt x="826" y="295"/>
                  </a:lnTo>
                  <a:lnTo>
                    <a:pt x="820" y="295"/>
                  </a:lnTo>
                  <a:lnTo>
                    <a:pt x="814" y="292"/>
                  </a:lnTo>
                  <a:lnTo>
                    <a:pt x="809" y="289"/>
                  </a:lnTo>
                  <a:lnTo>
                    <a:pt x="806" y="289"/>
                  </a:lnTo>
                  <a:lnTo>
                    <a:pt x="803" y="292"/>
                  </a:lnTo>
                  <a:lnTo>
                    <a:pt x="800" y="295"/>
                  </a:lnTo>
                  <a:lnTo>
                    <a:pt x="796" y="297"/>
                  </a:lnTo>
                  <a:lnTo>
                    <a:pt x="793" y="296"/>
                  </a:lnTo>
                  <a:lnTo>
                    <a:pt x="789" y="294"/>
                  </a:lnTo>
                  <a:lnTo>
                    <a:pt x="785" y="293"/>
                  </a:lnTo>
                  <a:lnTo>
                    <a:pt x="781" y="294"/>
                  </a:lnTo>
                  <a:lnTo>
                    <a:pt x="776" y="294"/>
                  </a:lnTo>
                  <a:lnTo>
                    <a:pt x="772" y="292"/>
                  </a:lnTo>
                  <a:lnTo>
                    <a:pt x="769" y="289"/>
                  </a:lnTo>
                  <a:lnTo>
                    <a:pt x="766" y="286"/>
                  </a:lnTo>
                  <a:lnTo>
                    <a:pt x="762" y="283"/>
                  </a:lnTo>
                  <a:lnTo>
                    <a:pt x="758" y="280"/>
                  </a:lnTo>
                  <a:lnTo>
                    <a:pt x="757" y="276"/>
                  </a:lnTo>
                  <a:lnTo>
                    <a:pt x="759" y="271"/>
                  </a:lnTo>
                  <a:lnTo>
                    <a:pt x="761" y="267"/>
                  </a:lnTo>
                  <a:lnTo>
                    <a:pt x="760" y="263"/>
                  </a:lnTo>
                  <a:lnTo>
                    <a:pt x="754" y="261"/>
                  </a:lnTo>
                  <a:lnTo>
                    <a:pt x="747" y="258"/>
                  </a:lnTo>
                  <a:lnTo>
                    <a:pt x="741" y="254"/>
                  </a:lnTo>
                  <a:lnTo>
                    <a:pt x="739" y="250"/>
                  </a:lnTo>
                  <a:lnTo>
                    <a:pt x="741" y="246"/>
                  </a:lnTo>
                  <a:lnTo>
                    <a:pt x="744" y="243"/>
                  </a:lnTo>
                  <a:lnTo>
                    <a:pt x="746" y="239"/>
                  </a:lnTo>
                  <a:lnTo>
                    <a:pt x="748" y="236"/>
                  </a:lnTo>
                  <a:lnTo>
                    <a:pt x="751" y="233"/>
                  </a:lnTo>
                  <a:lnTo>
                    <a:pt x="755" y="231"/>
                  </a:lnTo>
                  <a:lnTo>
                    <a:pt x="759" y="229"/>
                  </a:lnTo>
                  <a:lnTo>
                    <a:pt x="762" y="227"/>
                  </a:lnTo>
                  <a:lnTo>
                    <a:pt x="764" y="223"/>
                  </a:lnTo>
                  <a:lnTo>
                    <a:pt x="767" y="219"/>
                  </a:lnTo>
                  <a:lnTo>
                    <a:pt x="771" y="218"/>
                  </a:lnTo>
                  <a:lnTo>
                    <a:pt x="777" y="218"/>
                  </a:lnTo>
                  <a:lnTo>
                    <a:pt x="782" y="218"/>
                  </a:lnTo>
                  <a:lnTo>
                    <a:pt x="786" y="215"/>
                  </a:lnTo>
                  <a:lnTo>
                    <a:pt x="790" y="210"/>
                  </a:lnTo>
                  <a:lnTo>
                    <a:pt x="795" y="206"/>
                  </a:lnTo>
                  <a:lnTo>
                    <a:pt x="801" y="206"/>
                  </a:lnTo>
                  <a:lnTo>
                    <a:pt x="807" y="209"/>
                  </a:lnTo>
                  <a:lnTo>
                    <a:pt x="811" y="214"/>
                  </a:lnTo>
                  <a:lnTo>
                    <a:pt x="814" y="218"/>
                  </a:lnTo>
                  <a:lnTo>
                    <a:pt x="818" y="220"/>
                  </a:lnTo>
                  <a:lnTo>
                    <a:pt x="822" y="221"/>
                  </a:lnTo>
                  <a:lnTo>
                    <a:pt x="825" y="223"/>
                  </a:lnTo>
                  <a:lnTo>
                    <a:pt x="829" y="225"/>
                  </a:lnTo>
                  <a:lnTo>
                    <a:pt x="833" y="226"/>
                  </a:lnTo>
                  <a:lnTo>
                    <a:pt x="839" y="226"/>
                  </a:lnTo>
                  <a:lnTo>
                    <a:pt x="845" y="227"/>
                  </a:lnTo>
                  <a:lnTo>
                    <a:pt x="848" y="230"/>
                  </a:lnTo>
                  <a:lnTo>
                    <a:pt x="848" y="235"/>
                  </a:lnTo>
                  <a:lnTo>
                    <a:pt x="845" y="240"/>
                  </a:lnTo>
                  <a:lnTo>
                    <a:pt x="844" y="244"/>
                  </a:lnTo>
                  <a:lnTo>
                    <a:pt x="846" y="247"/>
                  </a:lnTo>
                  <a:lnTo>
                    <a:pt x="848" y="251"/>
                  </a:lnTo>
                  <a:close/>
                </a:path>
              </a:pathLst>
            </a:custGeom>
            <a:solidFill>
              <a:srgbClr val="86D1BC">
                <a:alpha val="32000"/>
              </a:srgbClr>
            </a:solidFill>
            <a:ln>
              <a:noFill/>
            </a:ln>
          </p:spPr>
          <p:txBody>
            <a:bodyPr anchor="ctr"/>
            <a:lstStyle/>
            <a:p>
              <a:pPr algn="ctr">
                <a:buNone/>
              </a:pPr>
            </a:p>
          </p:txBody>
        </p:sp>
        <p:sp>
          <p:nvSpPr>
            <p:cNvPr id="7673" name="addition:spatial:162">
              <a:extLst>
                <a:ext uri="{FF2B5EF4-FFF2-40B4-BE49-F238E27FC236}">
                  <ns2:creationId id="{2231AB7C-6314-4145-8152-33E5187D4EEA}"/>
                </a:ext>
              </a:extLst>
            </p:cNvPr>
            <p:cNvSpPr>
              <a:spLocks noGrp="1"/>
            </p:cNvSpPr>
            <p:nvPr/>
          </p:nvSpPr>
          <p:spPr>
            <a:xfrm>
              <a:off x="5648325" y="1666875"/>
              <a:ext cx="1187988" cy="526100"/>
            </a:xfrm>
            <a:custGeom>
              <a:rect l="l" t="t" r="r" b="b"/>
              <a:pathLst>
                <a:path w="896" h="311">
                  <a:moveTo>
                    <a:pt x="0" y="0"/>
                  </a:moveTo>
                  <a:moveTo>
                    <a:pt x="890" y="264"/>
                  </a:moveTo>
                  <a:lnTo>
                    <a:pt x="890" y="268"/>
                  </a:lnTo>
                  <a:lnTo>
                    <a:pt x="890" y="271"/>
                  </a:lnTo>
                  <a:lnTo>
                    <a:pt x="890" y="275"/>
                  </a:lnTo>
                  <a:lnTo>
                    <a:pt x="891" y="279"/>
                  </a:lnTo>
                  <a:lnTo>
                    <a:pt x="894" y="285"/>
                  </a:lnTo>
                  <a:lnTo>
                    <a:pt x="896" y="291"/>
                  </a:lnTo>
                  <a:lnTo>
                    <a:pt x="896" y="296"/>
                  </a:lnTo>
                  <a:lnTo>
                    <a:pt x="891" y="298"/>
                  </a:lnTo>
                  <a:lnTo>
                    <a:pt x="884" y="297"/>
                  </a:lnTo>
                  <a:lnTo>
                    <a:pt x="878" y="296"/>
                  </a:lnTo>
                  <a:lnTo>
                    <a:pt x="874" y="297"/>
                  </a:lnTo>
                  <a:lnTo>
                    <a:pt x="872" y="300"/>
                  </a:lnTo>
                  <a:lnTo>
                    <a:pt x="870" y="304"/>
                  </a:lnTo>
                  <a:lnTo>
                    <a:pt x="867" y="306"/>
                  </a:lnTo>
                  <a:lnTo>
                    <a:pt x="863" y="307"/>
                  </a:lnTo>
                  <a:lnTo>
                    <a:pt x="858" y="307"/>
                  </a:lnTo>
                  <a:lnTo>
                    <a:pt x="854" y="308"/>
                  </a:lnTo>
                  <a:lnTo>
                    <a:pt x="850" y="310"/>
                  </a:lnTo>
                  <a:lnTo>
                    <a:pt x="845" y="311"/>
                  </a:lnTo>
                  <a:lnTo>
                    <a:pt x="840" y="310"/>
                  </a:lnTo>
                  <a:lnTo>
                    <a:pt x="835" y="308"/>
                  </a:lnTo>
                  <a:lnTo>
                    <a:pt x="830" y="307"/>
                  </a:lnTo>
                  <a:lnTo>
                    <a:pt x="824" y="307"/>
                  </a:lnTo>
                  <a:lnTo>
                    <a:pt x="818" y="306"/>
                  </a:lnTo>
                  <a:lnTo>
                    <a:pt x="815" y="302"/>
                  </a:lnTo>
                  <a:lnTo>
                    <a:pt x="814" y="295"/>
                  </a:lnTo>
                  <a:lnTo>
                    <a:pt x="815" y="289"/>
                  </a:lnTo>
                  <a:lnTo>
                    <a:pt x="814" y="285"/>
                  </a:lnTo>
                  <a:lnTo>
                    <a:pt x="809" y="284"/>
                  </a:lnTo>
                  <a:lnTo>
                    <a:pt x="801" y="283"/>
                  </a:lnTo>
                  <a:lnTo>
                    <a:pt x="795" y="281"/>
                  </a:lnTo>
                  <a:lnTo>
                    <a:pt x="791" y="277"/>
                  </a:lnTo>
                  <a:lnTo>
                    <a:pt x="790" y="273"/>
                  </a:lnTo>
                  <a:lnTo>
                    <a:pt x="789" y="268"/>
                  </a:lnTo>
                  <a:lnTo>
                    <a:pt x="789" y="264"/>
                  </a:lnTo>
                  <a:lnTo>
                    <a:pt x="790" y="260"/>
                  </a:lnTo>
                  <a:lnTo>
                    <a:pt x="793" y="256"/>
                  </a:lnTo>
                  <a:lnTo>
                    <a:pt x="798" y="252"/>
                  </a:lnTo>
                  <a:lnTo>
                    <a:pt x="801" y="249"/>
                  </a:lnTo>
                  <a:lnTo>
                    <a:pt x="803" y="246"/>
                  </a:lnTo>
                  <a:lnTo>
                    <a:pt x="803" y="241"/>
                  </a:lnTo>
                  <a:lnTo>
                    <a:pt x="805" y="237"/>
                  </a:lnTo>
                  <a:lnTo>
                    <a:pt x="810" y="235"/>
                  </a:lnTo>
                  <a:lnTo>
                    <a:pt x="816" y="234"/>
                  </a:lnTo>
                  <a:lnTo>
                    <a:pt x="821" y="233"/>
                  </a:lnTo>
                  <a:lnTo>
                    <a:pt x="824" y="229"/>
                  </a:lnTo>
                  <a:lnTo>
                    <a:pt x="825" y="223"/>
                  </a:lnTo>
                  <a:lnTo>
                    <a:pt x="828" y="217"/>
                  </a:lnTo>
                  <a:lnTo>
                    <a:pt x="833" y="214"/>
                  </a:lnTo>
                  <a:lnTo>
                    <a:pt x="839" y="215"/>
                  </a:lnTo>
                  <a:lnTo>
                    <a:pt x="845" y="217"/>
                  </a:lnTo>
                  <a:lnTo>
                    <a:pt x="850" y="219"/>
                  </a:lnTo>
                  <a:lnTo>
                    <a:pt x="854" y="220"/>
                  </a:lnTo>
                  <a:lnTo>
                    <a:pt x="858" y="222"/>
                  </a:lnTo>
                  <a:lnTo>
                    <a:pt x="861" y="225"/>
                  </a:lnTo>
                  <a:lnTo>
                    <a:pt x="864" y="228"/>
                  </a:lnTo>
                  <a:lnTo>
                    <a:pt x="868" y="227"/>
                  </a:lnTo>
                  <a:lnTo>
                    <a:pt x="874" y="225"/>
                  </a:lnTo>
                  <a:lnTo>
                    <a:pt x="880" y="223"/>
                  </a:lnTo>
                  <a:lnTo>
                    <a:pt x="884" y="224"/>
                  </a:lnTo>
                  <a:lnTo>
                    <a:pt x="886" y="229"/>
                  </a:lnTo>
                  <a:lnTo>
                    <a:pt x="886" y="234"/>
                  </a:lnTo>
                  <a:lnTo>
                    <a:pt x="887" y="238"/>
                  </a:lnTo>
                  <a:lnTo>
                    <a:pt x="890" y="241"/>
                  </a:lnTo>
                  <a:lnTo>
                    <a:pt x="894" y="243"/>
                  </a:lnTo>
                  <a:lnTo>
                    <a:pt x="896" y="247"/>
                  </a:lnTo>
                  <a:lnTo>
                    <a:pt x="895" y="252"/>
                  </a:lnTo>
                  <a:lnTo>
                    <a:pt x="892" y="256"/>
                  </a:lnTo>
                  <a:lnTo>
                    <a:pt x="890" y="260"/>
                  </a:lnTo>
                  <a:close/>
                </a:path>
              </a:pathLst>
            </a:custGeom>
            <a:solidFill>
              <a:srgbClr val="86D1BC">
                <a:alpha val="32000"/>
              </a:srgbClr>
            </a:solidFill>
            <a:ln>
              <a:noFill/>
            </a:ln>
          </p:spPr>
          <p:txBody>
            <a:bodyPr anchor="ctr"/>
            <a:lstStyle/>
            <a:p>
              <a:pPr algn="ctr">
                <a:buNone/>
              </a:pPr>
            </a:p>
          </p:txBody>
        </p:sp>
        <p:sp>
          <p:nvSpPr>
            <p:cNvPr id="7674" name="addition:spatial:163">
              <a:extLst>
                <a:ext uri="{FF2B5EF4-FFF2-40B4-BE49-F238E27FC236}">
                  <ns2:creationId id="{51DFFA23-3F77-4BA0-9D2C-3D15ECA45DA9}"/>
                </a:ext>
              </a:extLst>
            </p:cNvPr>
            <p:cNvSpPr>
              <a:spLocks noGrp="1"/>
            </p:cNvSpPr>
            <p:nvPr/>
          </p:nvSpPr>
          <p:spPr>
            <a:xfrm>
              <a:off x="5648325" y="1666875"/>
              <a:ext cx="1259586" cy="595457"/>
            </a:xfrm>
            <a:custGeom>
              <a:rect l="l" t="t" r="r" b="b"/>
              <a:pathLst>
                <a:path w="950" h="352">
                  <a:moveTo>
                    <a:pt x="0" y="0"/>
                  </a:moveTo>
                  <a:moveTo>
                    <a:pt x="949" y="302"/>
                  </a:moveTo>
                  <a:lnTo>
                    <a:pt x="946" y="307"/>
                  </a:lnTo>
                  <a:lnTo>
                    <a:pt x="943" y="311"/>
                  </a:lnTo>
                  <a:lnTo>
                    <a:pt x="941" y="315"/>
                  </a:lnTo>
                  <a:lnTo>
                    <a:pt x="939" y="319"/>
                  </a:lnTo>
                  <a:lnTo>
                    <a:pt x="935" y="323"/>
                  </a:lnTo>
                  <a:lnTo>
                    <a:pt x="929" y="325"/>
                  </a:lnTo>
                  <a:lnTo>
                    <a:pt x="923" y="326"/>
                  </a:lnTo>
                  <a:lnTo>
                    <a:pt x="920" y="330"/>
                  </a:lnTo>
                  <a:lnTo>
                    <a:pt x="921" y="336"/>
                  </a:lnTo>
                  <a:lnTo>
                    <a:pt x="921" y="344"/>
                  </a:lnTo>
                  <a:lnTo>
                    <a:pt x="919" y="350"/>
                  </a:lnTo>
                  <a:lnTo>
                    <a:pt x="913" y="352"/>
                  </a:lnTo>
                  <a:lnTo>
                    <a:pt x="906" y="351"/>
                  </a:lnTo>
                  <a:lnTo>
                    <a:pt x="900" y="349"/>
                  </a:lnTo>
                  <a:lnTo>
                    <a:pt x="895" y="349"/>
                  </a:lnTo>
                  <a:lnTo>
                    <a:pt x="890" y="349"/>
                  </a:lnTo>
                  <a:lnTo>
                    <a:pt x="886" y="348"/>
                  </a:lnTo>
                  <a:lnTo>
                    <a:pt x="882" y="347"/>
                  </a:lnTo>
                  <a:lnTo>
                    <a:pt x="878" y="346"/>
                  </a:lnTo>
                  <a:lnTo>
                    <a:pt x="874" y="346"/>
                  </a:lnTo>
                  <a:lnTo>
                    <a:pt x="869" y="348"/>
                  </a:lnTo>
                  <a:lnTo>
                    <a:pt x="864" y="349"/>
                  </a:lnTo>
                  <a:lnTo>
                    <a:pt x="861" y="347"/>
                  </a:lnTo>
                  <a:lnTo>
                    <a:pt x="859" y="342"/>
                  </a:lnTo>
                  <a:lnTo>
                    <a:pt x="856" y="339"/>
                  </a:lnTo>
                  <a:lnTo>
                    <a:pt x="852" y="338"/>
                  </a:lnTo>
                  <a:lnTo>
                    <a:pt x="845" y="337"/>
                  </a:lnTo>
                  <a:lnTo>
                    <a:pt x="840" y="335"/>
                  </a:lnTo>
                  <a:lnTo>
                    <a:pt x="838" y="330"/>
                  </a:lnTo>
                  <a:lnTo>
                    <a:pt x="840" y="324"/>
                  </a:lnTo>
                  <a:lnTo>
                    <a:pt x="844" y="318"/>
                  </a:lnTo>
                  <a:lnTo>
                    <a:pt x="845" y="313"/>
                  </a:lnTo>
                  <a:lnTo>
                    <a:pt x="844" y="310"/>
                  </a:lnTo>
                  <a:lnTo>
                    <a:pt x="841" y="306"/>
                  </a:lnTo>
                  <a:lnTo>
                    <a:pt x="839" y="302"/>
                  </a:lnTo>
                  <a:lnTo>
                    <a:pt x="837" y="298"/>
                  </a:lnTo>
                  <a:lnTo>
                    <a:pt x="834" y="293"/>
                  </a:lnTo>
                  <a:lnTo>
                    <a:pt x="831" y="288"/>
                  </a:lnTo>
                  <a:lnTo>
                    <a:pt x="828" y="282"/>
                  </a:lnTo>
                  <a:lnTo>
                    <a:pt x="830" y="278"/>
                  </a:lnTo>
                  <a:lnTo>
                    <a:pt x="835" y="275"/>
                  </a:lnTo>
                  <a:lnTo>
                    <a:pt x="842" y="274"/>
                  </a:lnTo>
                  <a:lnTo>
                    <a:pt x="846" y="272"/>
                  </a:lnTo>
                  <a:lnTo>
                    <a:pt x="848" y="269"/>
                  </a:lnTo>
                  <a:lnTo>
                    <a:pt x="849" y="264"/>
                  </a:lnTo>
                  <a:lnTo>
                    <a:pt x="852" y="260"/>
                  </a:lnTo>
                  <a:lnTo>
                    <a:pt x="857" y="260"/>
                  </a:lnTo>
                  <a:lnTo>
                    <a:pt x="863" y="261"/>
                  </a:lnTo>
                  <a:lnTo>
                    <a:pt x="868" y="261"/>
                  </a:lnTo>
                  <a:lnTo>
                    <a:pt x="872" y="259"/>
                  </a:lnTo>
                  <a:lnTo>
                    <a:pt x="876" y="255"/>
                  </a:lnTo>
                  <a:lnTo>
                    <a:pt x="881" y="251"/>
                  </a:lnTo>
                  <a:lnTo>
                    <a:pt x="887" y="250"/>
                  </a:lnTo>
                  <a:lnTo>
                    <a:pt x="893" y="250"/>
                  </a:lnTo>
                  <a:lnTo>
                    <a:pt x="899" y="250"/>
                  </a:lnTo>
                  <a:lnTo>
                    <a:pt x="905" y="250"/>
                  </a:lnTo>
                  <a:lnTo>
                    <a:pt x="911" y="252"/>
                  </a:lnTo>
                  <a:lnTo>
                    <a:pt x="914" y="258"/>
                  </a:lnTo>
                  <a:lnTo>
                    <a:pt x="916" y="266"/>
                  </a:lnTo>
                  <a:lnTo>
                    <a:pt x="917" y="271"/>
                  </a:lnTo>
                  <a:lnTo>
                    <a:pt x="921" y="273"/>
                  </a:lnTo>
                  <a:lnTo>
                    <a:pt x="929" y="273"/>
                  </a:lnTo>
                  <a:lnTo>
                    <a:pt x="936" y="273"/>
                  </a:lnTo>
                  <a:lnTo>
                    <a:pt x="942" y="275"/>
                  </a:lnTo>
                  <a:lnTo>
                    <a:pt x="944" y="280"/>
                  </a:lnTo>
                  <a:lnTo>
                    <a:pt x="944" y="285"/>
                  </a:lnTo>
                  <a:lnTo>
                    <a:pt x="945" y="289"/>
                  </a:lnTo>
                  <a:lnTo>
                    <a:pt x="948" y="293"/>
                  </a:lnTo>
                  <a:lnTo>
                    <a:pt x="950" y="297"/>
                  </a:lnTo>
                  <a:close/>
                </a:path>
              </a:pathLst>
            </a:custGeom>
            <a:solidFill>
              <a:srgbClr val="86D1BC">
                <a:alpha val="32000"/>
              </a:srgbClr>
            </a:solidFill>
            <a:ln>
              <a:noFill/>
            </a:ln>
          </p:spPr>
          <p:txBody>
            <a:bodyPr anchor="ctr"/>
            <a:lstStyle/>
            <a:p>
              <a:pPr algn="ctr">
                <a:buNone/>
              </a:pPr>
            </a:p>
          </p:txBody>
        </p:sp>
        <p:sp>
          <p:nvSpPr>
            <p:cNvPr id="7675" name="addition:spatial:164">
              <a:extLst>
                <a:ext uri="{FF2B5EF4-FFF2-40B4-BE49-F238E27FC236}">
                  <ns2:creationId id="{33D7AD70-5209-466D-A4B6-2B268BEBB4FA}"/>
                </a:ext>
              </a:extLst>
            </p:cNvPr>
            <p:cNvSpPr>
              <a:spLocks noGrp="1"/>
            </p:cNvSpPr>
            <p:nvPr/>
          </p:nvSpPr>
          <p:spPr>
            <a:xfrm>
              <a:off x="5648325" y="1666875"/>
              <a:ext cx="1227765" cy="669889"/>
            </a:xfrm>
            <a:custGeom>
              <a:rect l="l" t="t" r="r" b="b"/>
              <a:pathLst>
                <a:path w="926" h="396">
                  <a:moveTo>
                    <a:pt x="0" y="0"/>
                  </a:moveTo>
                  <a:moveTo>
                    <a:pt x="926" y="344"/>
                  </a:moveTo>
                  <a:lnTo>
                    <a:pt x="925" y="348"/>
                  </a:lnTo>
                  <a:lnTo>
                    <a:pt x="925" y="353"/>
                  </a:lnTo>
                  <a:lnTo>
                    <a:pt x="925" y="358"/>
                  </a:lnTo>
                  <a:lnTo>
                    <a:pt x="924" y="363"/>
                  </a:lnTo>
                  <a:lnTo>
                    <a:pt x="919" y="367"/>
                  </a:lnTo>
                  <a:lnTo>
                    <a:pt x="910" y="369"/>
                  </a:lnTo>
                  <a:lnTo>
                    <a:pt x="900" y="369"/>
                  </a:lnTo>
                  <a:lnTo>
                    <a:pt x="893" y="370"/>
                  </a:lnTo>
                  <a:lnTo>
                    <a:pt x="891" y="374"/>
                  </a:lnTo>
                  <a:lnTo>
                    <a:pt x="891" y="381"/>
                  </a:lnTo>
                  <a:lnTo>
                    <a:pt x="890" y="388"/>
                  </a:lnTo>
                  <a:lnTo>
                    <a:pt x="885" y="393"/>
                  </a:lnTo>
                  <a:lnTo>
                    <a:pt x="877" y="394"/>
                  </a:lnTo>
                  <a:lnTo>
                    <a:pt x="870" y="395"/>
                  </a:lnTo>
                  <a:lnTo>
                    <a:pt x="863" y="396"/>
                  </a:lnTo>
                  <a:lnTo>
                    <a:pt x="856" y="396"/>
                  </a:lnTo>
                  <a:lnTo>
                    <a:pt x="849" y="395"/>
                  </a:lnTo>
                  <a:lnTo>
                    <a:pt x="843" y="392"/>
                  </a:lnTo>
                  <a:lnTo>
                    <a:pt x="837" y="390"/>
                  </a:lnTo>
                  <a:lnTo>
                    <a:pt x="832" y="389"/>
                  </a:lnTo>
                  <a:lnTo>
                    <a:pt x="826" y="390"/>
                  </a:lnTo>
                  <a:lnTo>
                    <a:pt x="820" y="390"/>
                  </a:lnTo>
                  <a:lnTo>
                    <a:pt x="815" y="388"/>
                  </a:lnTo>
                  <a:lnTo>
                    <a:pt x="813" y="383"/>
                  </a:lnTo>
                  <a:lnTo>
                    <a:pt x="811" y="379"/>
                  </a:lnTo>
                  <a:lnTo>
                    <a:pt x="806" y="377"/>
                  </a:lnTo>
                  <a:lnTo>
                    <a:pt x="798" y="377"/>
                  </a:lnTo>
                  <a:lnTo>
                    <a:pt x="790" y="377"/>
                  </a:lnTo>
                  <a:lnTo>
                    <a:pt x="784" y="374"/>
                  </a:lnTo>
                  <a:lnTo>
                    <a:pt x="784" y="368"/>
                  </a:lnTo>
                  <a:lnTo>
                    <a:pt x="787" y="362"/>
                  </a:lnTo>
                  <a:lnTo>
                    <a:pt x="791" y="357"/>
                  </a:lnTo>
                  <a:lnTo>
                    <a:pt x="793" y="352"/>
                  </a:lnTo>
                  <a:lnTo>
                    <a:pt x="794" y="348"/>
                  </a:lnTo>
                  <a:lnTo>
                    <a:pt x="796" y="344"/>
                  </a:lnTo>
                  <a:lnTo>
                    <a:pt x="799" y="340"/>
                  </a:lnTo>
                  <a:lnTo>
                    <a:pt x="798" y="336"/>
                  </a:lnTo>
                  <a:lnTo>
                    <a:pt x="794" y="331"/>
                  </a:lnTo>
                  <a:lnTo>
                    <a:pt x="789" y="325"/>
                  </a:lnTo>
                  <a:lnTo>
                    <a:pt x="788" y="319"/>
                  </a:lnTo>
                  <a:lnTo>
                    <a:pt x="792" y="316"/>
                  </a:lnTo>
                  <a:lnTo>
                    <a:pt x="799" y="314"/>
                  </a:lnTo>
                  <a:lnTo>
                    <a:pt x="804" y="312"/>
                  </a:lnTo>
                  <a:lnTo>
                    <a:pt x="807" y="308"/>
                  </a:lnTo>
                  <a:lnTo>
                    <a:pt x="808" y="303"/>
                  </a:lnTo>
                  <a:lnTo>
                    <a:pt x="811" y="298"/>
                  </a:lnTo>
                  <a:lnTo>
                    <a:pt x="816" y="297"/>
                  </a:lnTo>
                  <a:lnTo>
                    <a:pt x="823" y="299"/>
                  </a:lnTo>
                  <a:lnTo>
                    <a:pt x="829" y="301"/>
                  </a:lnTo>
                  <a:lnTo>
                    <a:pt x="834" y="301"/>
                  </a:lnTo>
                  <a:lnTo>
                    <a:pt x="838" y="299"/>
                  </a:lnTo>
                  <a:lnTo>
                    <a:pt x="843" y="297"/>
                  </a:lnTo>
                  <a:lnTo>
                    <a:pt x="848" y="296"/>
                  </a:lnTo>
                  <a:lnTo>
                    <a:pt x="854" y="295"/>
                  </a:lnTo>
                  <a:lnTo>
                    <a:pt x="861" y="293"/>
                  </a:lnTo>
                  <a:lnTo>
                    <a:pt x="869" y="290"/>
                  </a:lnTo>
                  <a:lnTo>
                    <a:pt x="877" y="289"/>
                  </a:lnTo>
                  <a:lnTo>
                    <a:pt x="883" y="293"/>
                  </a:lnTo>
                  <a:lnTo>
                    <a:pt x="885" y="301"/>
                  </a:lnTo>
                  <a:lnTo>
                    <a:pt x="886" y="308"/>
                  </a:lnTo>
                  <a:lnTo>
                    <a:pt x="889" y="313"/>
                  </a:lnTo>
                  <a:lnTo>
                    <a:pt x="895" y="314"/>
                  </a:lnTo>
                  <a:lnTo>
                    <a:pt x="903" y="315"/>
                  </a:lnTo>
                  <a:lnTo>
                    <a:pt x="909" y="318"/>
                  </a:lnTo>
                  <a:lnTo>
                    <a:pt x="912" y="322"/>
                  </a:lnTo>
                  <a:lnTo>
                    <a:pt x="913" y="327"/>
                  </a:lnTo>
                  <a:lnTo>
                    <a:pt x="916" y="331"/>
                  </a:lnTo>
                  <a:lnTo>
                    <a:pt x="921" y="335"/>
                  </a:lnTo>
                  <a:lnTo>
                    <a:pt x="925" y="339"/>
                  </a:lnTo>
                  <a:close/>
                </a:path>
              </a:pathLst>
            </a:custGeom>
            <a:solidFill>
              <a:srgbClr val="86D1BC">
                <a:alpha val="32000"/>
              </a:srgbClr>
            </a:solidFill>
            <a:ln>
              <a:noFill/>
            </a:ln>
          </p:spPr>
          <p:txBody>
            <a:bodyPr anchor="ctr"/>
            <a:lstStyle/>
            <a:p>
              <a:pPr algn="ctr">
                <a:buNone/>
              </a:pPr>
            </a:p>
          </p:txBody>
        </p:sp>
        <p:sp>
          <p:nvSpPr>
            <p:cNvPr id="7676" name="addition:spatial:165">
              <a:extLst>
                <a:ext uri="{FF2B5EF4-FFF2-40B4-BE49-F238E27FC236}">
                  <ns2:creationId id="{549F0587-486B-4CC1-8AD6-0C45C0846D32}"/>
                </a:ext>
              </a:extLst>
            </p:cNvPr>
            <p:cNvSpPr>
              <a:spLocks noGrp="1"/>
            </p:cNvSpPr>
            <p:nvPr/>
          </p:nvSpPr>
          <p:spPr>
            <a:xfrm>
              <a:off x="5648325" y="1666875"/>
              <a:ext cx="1130976" cy="674964"/>
            </a:xfrm>
            <a:custGeom>
              <a:rect l="l" t="t" r="r" b="b"/>
              <a:pathLst>
                <a:path w="853" h="399">
                  <a:moveTo>
                    <a:pt x="0" y="0"/>
                  </a:moveTo>
                  <a:moveTo>
                    <a:pt x="852" y="349"/>
                  </a:moveTo>
                  <a:lnTo>
                    <a:pt x="848" y="353"/>
                  </a:lnTo>
                  <a:lnTo>
                    <a:pt x="845" y="357"/>
                  </a:lnTo>
                  <a:lnTo>
                    <a:pt x="844" y="361"/>
                  </a:lnTo>
                  <a:lnTo>
                    <a:pt x="842" y="366"/>
                  </a:lnTo>
                  <a:lnTo>
                    <a:pt x="839" y="370"/>
                  </a:lnTo>
                  <a:lnTo>
                    <a:pt x="833" y="372"/>
                  </a:lnTo>
                  <a:lnTo>
                    <a:pt x="826" y="373"/>
                  </a:lnTo>
                  <a:lnTo>
                    <a:pt x="822" y="376"/>
                  </a:lnTo>
                  <a:lnTo>
                    <a:pt x="821" y="381"/>
                  </a:lnTo>
                  <a:lnTo>
                    <a:pt x="821" y="389"/>
                  </a:lnTo>
                  <a:lnTo>
                    <a:pt x="820" y="396"/>
                  </a:lnTo>
                  <a:lnTo>
                    <a:pt x="815" y="399"/>
                  </a:lnTo>
                  <a:lnTo>
                    <a:pt x="808" y="399"/>
                  </a:lnTo>
                  <a:lnTo>
                    <a:pt x="801" y="397"/>
                  </a:lnTo>
                  <a:lnTo>
                    <a:pt x="795" y="396"/>
                  </a:lnTo>
                  <a:lnTo>
                    <a:pt x="790" y="396"/>
                  </a:lnTo>
                  <a:lnTo>
                    <a:pt x="786" y="395"/>
                  </a:lnTo>
                  <a:lnTo>
                    <a:pt x="781" y="393"/>
                  </a:lnTo>
                  <a:lnTo>
                    <a:pt x="777" y="391"/>
                  </a:lnTo>
                  <a:lnTo>
                    <a:pt x="773" y="392"/>
                  </a:lnTo>
                  <a:lnTo>
                    <a:pt x="768" y="394"/>
                  </a:lnTo>
                  <a:lnTo>
                    <a:pt x="763" y="396"/>
                  </a:lnTo>
                  <a:lnTo>
                    <a:pt x="758" y="394"/>
                  </a:lnTo>
                  <a:lnTo>
                    <a:pt x="756" y="390"/>
                  </a:lnTo>
                  <a:lnTo>
                    <a:pt x="754" y="386"/>
                  </a:lnTo>
                  <a:lnTo>
                    <a:pt x="750" y="383"/>
                  </a:lnTo>
                  <a:lnTo>
                    <a:pt x="745" y="382"/>
                  </a:lnTo>
                  <a:lnTo>
                    <a:pt x="738" y="381"/>
                  </a:lnTo>
                  <a:lnTo>
                    <a:pt x="735" y="377"/>
                  </a:lnTo>
                  <a:lnTo>
                    <a:pt x="736" y="371"/>
                  </a:lnTo>
                  <a:lnTo>
                    <a:pt x="739" y="365"/>
                  </a:lnTo>
                  <a:lnTo>
                    <a:pt x="742" y="360"/>
                  </a:lnTo>
                  <a:lnTo>
                    <a:pt x="741" y="356"/>
                  </a:lnTo>
                  <a:lnTo>
                    <a:pt x="739" y="352"/>
                  </a:lnTo>
                  <a:lnTo>
                    <a:pt x="738" y="349"/>
                  </a:lnTo>
                  <a:lnTo>
                    <a:pt x="736" y="344"/>
                  </a:lnTo>
                  <a:lnTo>
                    <a:pt x="734" y="340"/>
                  </a:lnTo>
                  <a:lnTo>
                    <a:pt x="729" y="335"/>
                  </a:lnTo>
                  <a:lnTo>
                    <a:pt x="726" y="329"/>
                  </a:lnTo>
                  <a:lnTo>
                    <a:pt x="726" y="324"/>
                  </a:lnTo>
                  <a:lnTo>
                    <a:pt x="731" y="321"/>
                  </a:lnTo>
                  <a:lnTo>
                    <a:pt x="738" y="320"/>
                  </a:lnTo>
                  <a:lnTo>
                    <a:pt x="744" y="319"/>
                  </a:lnTo>
                  <a:lnTo>
                    <a:pt x="747" y="316"/>
                  </a:lnTo>
                  <a:lnTo>
                    <a:pt x="748" y="311"/>
                  </a:lnTo>
                  <a:lnTo>
                    <a:pt x="751" y="307"/>
                  </a:lnTo>
                  <a:lnTo>
                    <a:pt x="755" y="305"/>
                  </a:lnTo>
                  <a:lnTo>
                    <a:pt x="761" y="306"/>
                  </a:lnTo>
                  <a:lnTo>
                    <a:pt x="766" y="306"/>
                  </a:lnTo>
                  <a:lnTo>
                    <a:pt x="771" y="305"/>
                  </a:lnTo>
                  <a:lnTo>
                    <a:pt x="775" y="301"/>
                  </a:lnTo>
                  <a:lnTo>
                    <a:pt x="780" y="299"/>
                  </a:lnTo>
                  <a:lnTo>
                    <a:pt x="786" y="297"/>
                  </a:lnTo>
                  <a:lnTo>
                    <a:pt x="792" y="297"/>
                  </a:lnTo>
                  <a:lnTo>
                    <a:pt x="799" y="297"/>
                  </a:lnTo>
                  <a:lnTo>
                    <a:pt x="806" y="297"/>
                  </a:lnTo>
                  <a:lnTo>
                    <a:pt x="812" y="298"/>
                  </a:lnTo>
                  <a:lnTo>
                    <a:pt x="817" y="303"/>
                  </a:lnTo>
                  <a:lnTo>
                    <a:pt x="818" y="310"/>
                  </a:lnTo>
                  <a:lnTo>
                    <a:pt x="819" y="317"/>
                  </a:lnTo>
                  <a:lnTo>
                    <a:pt x="822" y="320"/>
                  </a:lnTo>
                  <a:lnTo>
                    <a:pt x="829" y="320"/>
                  </a:lnTo>
                  <a:lnTo>
                    <a:pt x="837" y="320"/>
                  </a:lnTo>
                  <a:lnTo>
                    <a:pt x="844" y="322"/>
                  </a:lnTo>
                  <a:lnTo>
                    <a:pt x="847" y="326"/>
                  </a:lnTo>
                  <a:lnTo>
                    <a:pt x="848" y="331"/>
                  </a:lnTo>
                  <a:lnTo>
                    <a:pt x="849" y="335"/>
                  </a:lnTo>
                  <a:lnTo>
                    <a:pt x="851" y="339"/>
                  </a:lnTo>
                  <a:lnTo>
                    <a:pt x="853" y="344"/>
                  </a:lnTo>
                  <a:close/>
                </a:path>
              </a:pathLst>
            </a:custGeom>
            <a:solidFill>
              <a:srgbClr val="86D1BC">
                <a:alpha val="32000"/>
              </a:srgbClr>
            </a:solidFill>
            <a:ln>
              <a:noFill/>
            </a:ln>
          </p:spPr>
          <p:txBody>
            <a:bodyPr anchor="ctr"/>
            <a:lstStyle/>
            <a:p>
              <a:pPr algn="ctr">
                <a:buNone/>
              </a:pPr>
            </a:p>
          </p:txBody>
        </p:sp>
        <p:sp>
          <p:nvSpPr>
            <p:cNvPr id="7677" name="addition:spatial:166">
              <a:extLst>
                <a:ext uri="{FF2B5EF4-FFF2-40B4-BE49-F238E27FC236}">
                  <ns2:creationId id="{7309E084-1ED0-41B4-8229-6420FB4AA3B5}"/>
                </a:ext>
              </a:extLst>
            </p:cNvPr>
            <p:cNvSpPr>
              <a:spLocks noGrp="1"/>
            </p:cNvSpPr>
            <p:nvPr/>
          </p:nvSpPr>
          <p:spPr>
            <a:xfrm>
              <a:off x="5648325" y="1666875"/>
              <a:ext cx="1050097" cy="632673"/>
            </a:xfrm>
            <a:custGeom>
              <a:rect l="l" t="t" r="r" b="b"/>
              <a:pathLst>
                <a:path w="792" h="374">
                  <a:moveTo>
                    <a:pt x="0" y="0"/>
                  </a:moveTo>
                  <a:moveTo>
                    <a:pt x="792" y="331"/>
                  </a:moveTo>
                  <a:lnTo>
                    <a:pt x="789" y="335"/>
                  </a:lnTo>
                  <a:lnTo>
                    <a:pt x="783" y="338"/>
                  </a:lnTo>
                  <a:lnTo>
                    <a:pt x="776" y="340"/>
                  </a:lnTo>
                  <a:lnTo>
                    <a:pt x="772" y="343"/>
                  </a:lnTo>
                  <a:lnTo>
                    <a:pt x="771" y="346"/>
                  </a:lnTo>
                  <a:lnTo>
                    <a:pt x="771" y="350"/>
                  </a:lnTo>
                  <a:lnTo>
                    <a:pt x="771" y="355"/>
                  </a:lnTo>
                  <a:lnTo>
                    <a:pt x="769" y="358"/>
                  </a:lnTo>
                  <a:lnTo>
                    <a:pt x="766" y="362"/>
                  </a:lnTo>
                  <a:lnTo>
                    <a:pt x="764" y="366"/>
                  </a:lnTo>
                  <a:lnTo>
                    <a:pt x="761" y="370"/>
                  </a:lnTo>
                  <a:lnTo>
                    <a:pt x="757" y="371"/>
                  </a:lnTo>
                  <a:lnTo>
                    <a:pt x="752" y="371"/>
                  </a:lnTo>
                  <a:lnTo>
                    <a:pt x="747" y="369"/>
                  </a:lnTo>
                  <a:lnTo>
                    <a:pt x="743" y="368"/>
                  </a:lnTo>
                  <a:lnTo>
                    <a:pt x="739" y="370"/>
                  </a:lnTo>
                  <a:lnTo>
                    <a:pt x="736" y="373"/>
                  </a:lnTo>
                  <a:lnTo>
                    <a:pt x="732" y="374"/>
                  </a:lnTo>
                  <a:lnTo>
                    <a:pt x="729" y="371"/>
                  </a:lnTo>
                  <a:lnTo>
                    <a:pt x="726" y="367"/>
                  </a:lnTo>
                  <a:lnTo>
                    <a:pt x="724" y="365"/>
                  </a:lnTo>
                  <a:lnTo>
                    <a:pt x="720" y="365"/>
                  </a:lnTo>
                  <a:lnTo>
                    <a:pt x="716" y="367"/>
                  </a:lnTo>
                  <a:lnTo>
                    <a:pt x="710" y="368"/>
                  </a:lnTo>
                  <a:lnTo>
                    <a:pt x="706" y="367"/>
                  </a:lnTo>
                  <a:lnTo>
                    <a:pt x="704" y="364"/>
                  </a:lnTo>
                  <a:lnTo>
                    <a:pt x="701" y="361"/>
                  </a:lnTo>
                  <a:lnTo>
                    <a:pt x="699" y="357"/>
                  </a:lnTo>
                  <a:lnTo>
                    <a:pt x="698" y="353"/>
                  </a:lnTo>
                  <a:lnTo>
                    <a:pt x="699" y="348"/>
                  </a:lnTo>
                  <a:lnTo>
                    <a:pt x="702" y="343"/>
                  </a:lnTo>
                  <a:lnTo>
                    <a:pt x="703" y="340"/>
                  </a:lnTo>
                  <a:lnTo>
                    <a:pt x="700" y="337"/>
                  </a:lnTo>
                  <a:lnTo>
                    <a:pt x="695" y="334"/>
                  </a:lnTo>
                  <a:lnTo>
                    <a:pt x="689" y="331"/>
                  </a:lnTo>
                  <a:lnTo>
                    <a:pt x="688" y="327"/>
                  </a:lnTo>
                  <a:lnTo>
                    <a:pt x="689" y="323"/>
                  </a:lnTo>
                  <a:lnTo>
                    <a:pt x="692" y="320"/>
                  </a:lnTo>
                  <a:lnTo>
                    <a:pt x="693" y="316"/>
                  </a:lnTo>
                  <a:lnTo>
                    <a:pt x="692" y="312"/>
                  </a:lnTo>
                  <a:lnTo>
                    <a:pt x="691" y="308"/>
                  </a:lnTo>
                  <a:lnTo>
                    <a:pt x="693" y="304"/>
                  </a:lnTo>
                  <a:lnTo>
                    <a:pt x="697" y="302"/>
                  </a:lnTo>
                  <a:lnTo>
                    <a:pt x="701" y="301"/>
                  </a:lnTo>
                  <a:lnTo>
                    <a:pt x="705" y="299"/>
                  </a:lnTo>
                  <a:lnTo>
                    <a:pt x="708" y="298"/>
                  </a:lnTo>
                  <a:lnTo>
                    <a:pt x="712" y="296"/>
                  </a:lnTo>
                  <a:lnTo>
                    <a:pt x="716" y="297"/>
                  </a:lnTo>
                  <a:lnTo>
                    <a:pt x="720" y="296"/>
                  </a:lnTo>
                  <a:lnTo>
                    <a:pt x="724" y="294"/>
                  </a:lnTo>
                  <a:lnTo>
                    <a:pt x="727" y="289"/>
                  </a:lnTo>
                  <a:lnTo>
                    <a:pt x="732" y="283"/>
                  </a:lnTo>
                  <a:lnTo>
                    <a:pt x="737" y="281"/>
                  </a:lnTo>
                  <a:lnTo>
                    <a:pt x="742" y="283"/>
                  </a:lnTo>
                  <a:lnTo>
                    <a:pt x="747" y="288"/>
                  </a:lnTo>
                  <a:lnTo>
                    <a:pt x="750" y="292"/>
                  </a:lnTo>
                  <a:lnTo>
                    <a:pt x="754" y="295"/>
                  </a:lnTo>
                  <a:lnTo>
                    <a:pt x="759" y="296"/>
                  </a:lnTo>
                  <a:lnTo>
                    <a:pt x="763" y="297"/>
                  </a:lnTo>
                  <a:lnTo>
                    <a:pt x="766" y="300"/>
                  </a:lnTo>
                  <a:lnTo>
                    <a:pt x="769" y="303"/>
                  </a:lnTo>
                  <a:lnTo>
                    <a:pt x="772" y="305"/>
                  </a:lnTo>
                  <a:lnTo>
                    <a:pt x="777" y="307"/>
                  </a:lnTo>
                  <a:lnTo>
                    <a:pt x="781" y="309"/>
                  </a:lnTo>
                  <a:lnTo>
                    <a:pt x="783" y="312"/>
                  </a:lnTo>
                  <a:lnTo>
                    <a:pt x="783" y="316"/>
                  </a:lnTo>
                  <a:lnTo>
                    <a:pt x="784" y="320"/>
                  </a:lnTo>
                  <a:lnTo>
                    <a:pt x="787" y="323"/>
                  </a:lnTo>
                  <a:lnTo>
                    <a:pt x="790" y="327"/>
                  </a:lnTo>
                  <a:close/>
                </a:path>
              </a:pathLst>
            </a:custGeom>
            <a:solidFill>
              <a:srgbClr val="86D1BC">
                <a:alpha val="32000"/>
              </a:srgbClr>
            </a:solidFill>
            <a:ln>
              <a:noFill/>
            </a:ln>
          </p:spPr>
          <p:txBody>
            <a:bodyPr anchor="ctr"/>
            <a:lstStyle/>
            <a:p>
              <a:pPr algn="ctr">
                <a:buNone/>
              </a:pPr>
            </a:p>
          </p:txBody>
        </p:sp>
        <p:sp>
          <p:nvSpPr>
            <p:cNvPr id="7678" name="addition:spatial:167">
              <a:extLst>
                <a:ext uri="{FF2B5EF4-FFF2-40B4-BE49-F238E27FC236}">
                  <ns2:creationId id="{EC911FF9-6B30-4222-8EE9-0E9845F003A7}"/>
                </a:ext>
              </a:extLst>
            </p:cNvPr>
            <p:cNvSpPr>
              <a:spLocks noGrp="1"/>
            </p:cNvSpPr>
            <p:nvPr/>
          </p:nvSpPr>
          <p:spPr>
            <a:xfrm>
              <a:off x="5648325" y="1666875"/>
              <a:ext cx="1189314" cy="651281"/>
            </a:xfrm>
            <a:custGeom>
              <a:rect l="l" t="t" r="r" b="b"/>
              <a:pathLst>
                <a:path w="897" h="385">
                  <a:moveTo>
                    <a:pt x="0" y="0"/>
                  </a:moveTo>
                  <a:moveTo>
                    <a:pt x="896" y="324"/>
                  </a:moveTo>
                  <a:lnTo>
                    <a:pt x="896" y="329"/>
                  </a:lnTo>
                  <a:lnTo>
                    <a:pt x="897" y="334"/>
                  </a:lnTo>
                  <a:lnTo>
                    <a:pt x="895" y="339"/>
                  </a:lnTo>
                  <a:lnTo>
                    <a:pt x="891" y="343"/>
                  </a:lnTo>
                  <a:lnTo>
                    <a:pt x="885" y="346"/>
                  </a:lnTo>
                  <a:lnTo>
                    <a:pt x="881" y="350"/>
                  </a:lnTo>
                  <a:lnTo>
                    <a:pt x="879" y="355"/>
                  </a:lnTo>
                  <a:lnTo>
                    <a:pt x="875" y="359"/>
                  </a:lnTo>
                  <a:lnTo>
                    <a:pt x="869" y="361"/>
                  </a:lnTo>
                  <a:lnTo>
                    <a:pt x="860" y="361"/>
                  </a:lnTo>
                  <a:lnTo>
                    <a:pt x="853" y="362"/>
                  </a:lnTo>
                  <a:lnTo>
                    <a:pt x="849" y="366"/>
                  </a:lnTo>
                  <a:lnTo>
                    <a:pt x="846" y="374"/>
                  </a:lnTo>
                  <a:lnTo>
                    <a:pt x="842" y="381"/>
                  </a:lnTo>
                  <a:lnTo>
                    <a:pt x="835" y="385"/>
                  </a:lnTo>
                  <a:lnTo>
                    <a:pt x="826" y="384"/>
                  </a:lnTo>
                  <a:lnTo>
                    <a:pt x="818" y="380"/>
                  </a:lnTo>
                  <a:lnTo>
                    <a:pt x="811" y="377"/>
                  </a:lnTo>
                  <a:lnTo>
                    <a:pt x="805" y="375"/>
                  </a:lnTo>
                  <a:lnTo>
                    <a:pt x="799" y="373"/>
                  </a:lnTo>
                  <a:lnTo>
                    <a:pt x="794" y="370"/>
                  </a:lnTo>
                  <a:lnTo>
                    <a:pt x="789" y="367"/>
                  </a:lnTo>
                  <a:lnTo>
                    <a:pt x="784" y="366"/>
                  </a:lnTo>
                  <a:lnTo>
                    <a:pt x="777" y="366"/>
                  </a:lnTo>
                  <a:lnTo>
                    <a:pt x="769" y="367"/>
                  </a:lnTo>
                  <a:lnTo>
                    <a:pt x="763" y="365"/>
                  </a:lnTo>
                  <a:lnTo>
                    <a:pt x="761" y="361"/>
                  </a:lnTo>
                  <a:lnTo>
                    <a:pt x="761" y="355"/>
                  </a:lnTo>
                  <a:lnTo>
                    <a:pt x="760" y="350"/>
                  </a:lnTo>
                  <a:lnTo>
                    <a:pt x="755" y="347"/>
                  </a:lnTo>
                  <a:lnTo>
                    <a:pt x="749" y="344"/>
                  </a:lnTo>
                  <a:lnTo>
                    <a:pt x="745" y="340"/>
                  </a:lnTo>
                  <a:lnTo>
                    <a:pt x="748" y="334"/>
                  </a:lnTo>
                  <a:lnTo>
                    <a:pt x="754" y="328"/>
                  </a:lnTo>
                  <a:lnTo>
                    <a:pt x="761" y="324"/>
                  </a:lnTo>
                  <a:lnTo>
                    <a:pt x="764" y="319"/>
                  </a:lnTo>
                  <a:lnTo>
                    <a:pt x="764" y="315"/>
                  </a:lnTo>
                  <a:lnTo>
                    <a:pt x="763" y="310"/>
                  </a:lnTo>
                  <a:lnTo>
                    <a:pt x="763" y="306"/>
                  </a:lnTo>
                  <a:lnTo>
                    <a:pt x="763" y="301"/>
                  </a:lnTo>
                  <a:lnTo>
                    <a:pt x="762" y="295"/>
                  </a:lnTo>
                  <a:lnTo>
                    <a:pt x="760" y="288"/>
                  </a:lnTo>
                  <a:lnTo>
                    <a:pt x="761" y="282"/>
                  </a:lnTo>
                  <a:lnTo>
                    <a:pt x="767" y="279"/>
                  </a:lnTo>
                  <a:lnTo>
                    <a:pt x="776" y="280"/>
                  </a:lnTo>
                  <a:lnTo>
                    <a:pt x="785" y="282"/>
                  </a:lnTo>
                  <a:lnTo>
                    <a:pt x="790" y="281"/>
                  </a:lnTo>
                  <a:lnTo>
                    <a:pt x="793" y="277"/>
                  </a:lnTo>
                  <a:lnTo>
                    <a:pt x="796" y="273"/>
                  </a:lnTo>
                  <a:lnTo>
                    <a:pt x="801" y="271"/>
                  </a:lnTo>
                  <a:lnTo>
                    <a:pt x="806" y="272"/>
                  </a:lnTo>
                  <a:lnTo>
                    <a:pt x="812" y="274"/>
                  </a:lnTo>
                  <a:lnTo>
                    <a:pt x="817" y="274"/>
                  </a:lnTo>
                  <a:lnTo>
                    <a:pt x="823" y="272"/>
                  </a:lnTo>
                  <a:lnTo>
                    <a:pt x="829" y="270"/>
                  </a:lnTo>
                  <a:lnTo>
                    <a:pt x="836" y="270"/>
                  </a:lnTo>
                  <a:lnTo>
                    <a:pt x="842" y="271"/>
                  </a:lnTo>
                  <a:lnTo>
                    <a:pt x="849" y="273"/>
                  </a:lnTo>
                  <a:lnTo>
                    <a:pt x="856" y="274"/>
                  </a:lnTo>
                  <a:lnTo>
                    <a:pt x="863" y="277"/>
                  </a:lnTo>
                  <a:lnTo>
                    <a:pt x="867" y="282"/>
                  </a:lnTo>
                  <a:lnTo>
                    <a:pt x="867" y="289"/>
                  </a:lnTo>
                  <a:lnTo>
                    <a:pt x="865" y="297"/>
                  </a:lnTo>
                  <a:lnTo>
                    <a:pt x="866" y="302"/>
                  </a:lnTo>
                  <a:lnTo>
                    <a:pt x="872" y="304"/>
                  </a:lnTo>
                  <a:lnTo>
                    <a:pt x="882" y="306"/>
                  </a:lnTo>
                  <a:lnTo>
                    <a:pt x="892" y="308"/>
                  </a:lnTo>
                  <a:lnTo>
                    <a:pt x="896" y="313"/>
                  </a:lnTo>
                  <a:lnTo>
                    <a:pt x="897" y="318"/>
                  </a:lnTo>
                  <a:close/>
                </a:path>
              </a:pathLst>
            </a:custGeom>
            <a:solidFill>
              <a:srgbClr val="86D1BC">
                <a:alpha val="32000"/>
              </a:srgbClr>
            </a:solidFill>
            <a:ln>
              <a:noFill/>
            </a:ln>
          </p:spPr>
          <p:txBody>
            <a:bodyPr anchor="ctr"/>
            <a:lstStyle/>
            <a:p>
              <a:pPr algn="ctr">
                <a:buNone/>
              </a:pPr>
            </a:p>
          </p:txBody>
        </p:sp>
        <p:sp>
          <p:nvSpPr>
            <p:cNvPr id="7679" name="addition:spatial:168">
              <a:extLst>
                <a:ext uri="{FF2B5EF4-FFF2-40B4-BE49-F238E27FC236}">
                  <ns2:creationId id="{6F5C2413-9760-44C1-A779-B309D45D7C1D}"/>
                </a:ext>
              </a:extLst>
            </p:cNvPr>
            <p:cNvSpPr>
              <a:spLocks noGrp="1"/>
            </p:cNvSpPr>
            <p:nvPr/>
          </p:nvSpPr>
          <p:spPr>
            <a:xfrm>
              <a:off x="5648325" y="1666875"/>
              <a:ext cx="1217158" cy="698647"/>
            </a:xfrm>
            <a:custGeom>
              <a:rect l="l" t="t" r="r" b="b"/>
              <a:pathLst>
                <a:path w="918" h="413">
                  <a:moveTo>
                    <a:pt x="0" y="0"/>
                  </a:moveTo>
                  <a:moveTo>
                    <a:pt x="914" y="314"/>
                  </a:moveTo>
                  <a:lnTo>
                    <a:pt x="915" y="322"/>
                  </a:lnTo>
                  <a:lnTo>
                    <a:pt x="912" y="329"/>
                  </a:lnTo>
                  <a:lnTo>
                    <a:pt x="909" y="337"/>
                  </a:lnTo>
                  <a:lnTo>
                    <a:pt x="910" y="345"/>
                  </a:lnTo>
                  <a:lnTo>
                    <a:pt x="913" y="354"/>
                  </a:lnTo>
                  <a:lnTo>
                    <a:pt x="912" y="362"/>
                  </a:lnTo>
                  <a:lnTo>
                    <a:pt x="906" y="369"/>
                  </a:lnTo>
                  <a:lnTo>
                    <a:pt x="900" y="374"/>
                  </a:lnTo>
                  <a:lnTo>
                    <a:pt x="895" y="381"/>
                  </a:lnTo>
                  <a:lnTo>
                    <a:pt x="890" y="387"/>
                  </a:lnTo>
                  <a:lnTo>
                    <a:pt x="883" y="392"/>
                  </a:lnTo>
                  <a:lnTo>
                    <a:pt x="872" y="391"/>
                  </a:lnTo>
                  <a:lnTo>
                    <a:pt x="860" y="386"/>
                  </a:lnTo>
                  <a:lnTo>
                    <a:pt x="850" y="382"/>
                  </a:lnTo>
                  <a:lnTo>
                    <a:pt x="844" y="385"/>
                  </a:lnTo>
                  <a:lnTo>
                    <a:pt x="838" y="395"/>
                  </a:lnTo>
                  <a:lnTo>
                    <a:pt x="830" y="407"/>
                  </a:lnTo>
                  <a:lnTo>
                    <a:pt x="819" y="413"/>
                  </a:lnTo>
                  <a:lnTo>
                    <a:pt x="808" y="412"/>
                  </a:lnTo>
                  <a:lnTo>
                    <a:pt x="797" y="407"/>
                  </a:lnTo>
                  <a:lnTo>
                    <a:pt x="787" y="402"/>
                  </a:lnTo>
                  <a:lnTo>
                    <a:pt x="777" y="399"/>
                  </a:lnTo>
                  <a:lnTo>
                    <a:pt x="767" y="394"/>
                  </a:lnTo>
                  <a:lnTo>
                    <a:pt x="760" y="387"/>
                  </a:lnTo>
                  <a:lnTo>
                    <a:pt x="754" y="378"/>
                  </a:lnTo>
                  <a:lnTo>
                    <a:pt x="748" y="372"/>
                  </a:lnTo>
                  <a:lnTo>
                    <a:pt x="738" y="369"/>
                  </a:lnTo>
                  <a:lnTo>
                    <a:pt x="726" y="365"/>
                  </a:lnTo>
                  <a:lnTo>
                    <a:pt x="718" y="360"/>
                  </a:lnTo>
                  <a:lnTo>
                    <a:pt x="716" y="351"/>
                  </a:lnTo>
                  <a:lnTo>
                    <a:pt x="717" y="342"/>
                  </a:lnTo>
                  <a:lnTo>
                    <a:pt x="713" y="335"/>
                  </a:lnTo>
                  <a:lnTo>
                    <a:pt x="703" y="330"/>
                  </a:lnTo>
                  <a:lnTo>
                    <a:pt x="689" y="323"/>
                  </a:lnTo>
                  <a:lnTo>
                    <a:pt x="681" y="314"/>
                  </a:lnTo>
                  <a:lnTo>
                    <a:pt x="684" y="305"/>
                  </a:lnTo>
                  <a:lnTo>
                    <a:pt x="695" y="297"/>
                  </a:lnTo>
                  <a:lnTo>
                    <a:pt x="708" y="291"/>
                  </a:lnTo>
                  <a:lnTo>
                    <a:pt x="717" y="285"/>
                  </a:lnTo>
                  <a:lnTo>
                    <a:pt x="723" y="279"/>
                  </a:lnTo>
                  <a:lnTo>
                    <a:pt x="730" y="273"/>
                  </a:lnTo>
                  <a:lnTo>
                    <a:pt x="738" y="268"/>
                  </a:lnTo>
                  <a:lnTo>
                    <a:pt x="744" y="262"/>
                  </a:lnTo>
                  <a:lnTo>
                    <a:pt x="747" y="253"/>
                  </a:lnTo>
                  <a:lnTo>
                    <a:pt x="749" y="242"/>
                  </a:lnTo>
                  <a:lnTo>
                    <a:pt x="754" y="231"/>
                  </a:lnTo>
                  <a:lnTo>
                    <a:pt x="765" y="227"/>
                  </a:lnTo>
                  <a:lnTo>
                    <a:pt x="778" y="229"/>
                  </a:lnTo>
                  <a:lnTo>
                    <a:pt x="791" y="232"/>
                  </a:lnTo>
                  <a:lnTo>
                    <a:pt x="801" y="231"/>
                  </a:lnTo>
                  <a:lnTo>
                    <a:pt x="810" y="225"/>
                  </a:lnTo>
                  <a:lnTo>
                    <a:pt x="819" y="220"/>
                  </a:lnTo>
                  <a:lnTo>
                    <a:pt x="829" y="221"/>
                  </a:lnTo>
                  <a:lnTo>
                    <a:pt x="838" y="227"/>
                  </a:lnTo>
                  <a:lnTo>
                    <a:pt x="845" y="236"/>
                  </a:lnTo>
                  <a:lnTo>
                    <a:pt x="851" y="241"/>
                  </a:lnTo>
                  <a:lnTo>
                    <a:pt x="859" y="241"/>
                  </a:lnTo>
                  <a:lnTo>
                    <a:pt x="867" y="241"/>
                  </a:lnTo>
                  <a:lnTo>
                    <a:pt x="876" y="243"/>
                  </a:lnTo>
                  <a:lnTo>
                    <a:pt x="883" y="245"/>
                  </a:lnTo>
                  <a:lnTo>
                    <a:pt x="892" y="248"/>
                  </a:lnTo>
                  <a:lnTo>
                    <a:pt x="904" y="249"/>
                  </a:lnTo>
                  <a:lnTo>
                    <a:pt x="914" y="253"/>
                  </a:lnTo>
                  <a:lnTo>
                    <a:pt x="918" y="262"/>
                  </a:lnTo>
                  <a:lnTo>
                    <a:pt x="913" y="273"/>
                  </a:lnTo>
                  <a:lnTo>
                    <a:pt x="903" y="285"/>
                  </a:lnTo>
                  <a:lnTo>
                    <a:pt x="896" y="294"/>
                  </a:lnTo>
                  <a:lnTo>
                    <a:pt x="899" y="300"/>
                  </a:lnTo>
                  <a:lnTo>
                    <a:pt x="907" y="307"/>
                  </a:lnTo>
                  <a:close/>
                </a:path>
              </a:pathLst>
            </a:custGeom>
            <a:solidFill>
              <a:srgbClr val="56BFA2">
                <a:alpha val="37000"/>
              </a:srgbClr>
            </a:solidFill>
            <a:ln>
              <a:noFill/>
            </a:ln>
          </p:spPr>
          <p:txBody>
            <a:bodyPr anchor="ctr"/>
            <a:lstStyle/>
            <a:p>
              <a:pPr algn="ctr">
                <a:buNone/>
              </a:pPr>
            </a:p>
          </p:txBody>
        </p:sp>
        <p:sp>
          <p:nvSpPr>
            <p:cNvPr id="7680" name="addition:spatial:169">
              <a:extLst>
                <a:ext uri="{FF2B5EF4-FFF2-40B4-BE49-F238E27FC236}">
                  <ns2:creationId id="{39F2CD40-FDC9-4DEF-8869-FF8194498F90}"/>
                </a:ext>
              </a:extLst>
            </p:cNvPr>
            <p:cNvSpPr>
              <a:spLocks noGrp="1"/>
            </p:cNvSpPr>
            <p:nvPr/>
          </p:nvSpPr>
          <p:spPr>
            <a:xfrm>
              <a:off x="5648325" y="1666875"/>
              <a:ext cx="1096503" cy="561624"/>
            </a:xfrm>
            <a:custGeom>
              <a:rect l="l" t="t" r="r" b="b"/>
              <a:pathLst>
                <a:path w="827" h="332">
                  <a:moveTo>
                    <a:pt x="0" y="0"/>
                  </a:moveTo>
                  <a:moveTo>
                    <a:pt x="818" y="293"/>
                  </a:moveTo>
                  <a:lnTo>
                    <a:pt x="813" y="296"/>
                  </a:lnTo>
                  <a:lnTo>
                    <a:pt x="811" y="298"/>
                  </a:lnTo>
                  <a:lnTo>
                    <a:pt x="811" y="302"/>
                  </a:lnTo>
                  <a:lnTo>
                    <a:pt x="812" y="306"/>
                  </a:lnTo>
                  <a:lnTo>
                    <a:pt x="812" y="309"/>
                  </a:lnTo>
                  <a:lnTo>
                    <a:pt x="811" y="313"/>
                  </a:lnTo>
                  <a:lnTo>
                    <a:pt x="810" y="317"/>
                  </a:lnTo>
                  <a:lnTo>
                    <a:pt x="809" y="321"/>
                  </a:lnTo>
                  <a:lnTo>
                    <a:pt x="807" y="324"/>
                  </a:lnTo>
                  <a:lnTo>
                    <a:pt x="804" y="326"/>
                  </a:lnTo>
                  <a:lnTo>
                    <a:pt x="799" y="326"/>
                  </a:lnTo>
                  <a:lnTo>
                    <a:pt x="794" y="326"/>
                  </a:lnTo>
                  <a:lnTo>
                    <a:pt x="791" y="327"/>
                  </a:lnTo>
                  <a:lnTo>
                    <a:pt x="789" y="330"/>
                  </a:lnTo>
                  <a:lnTo>
                    <a:pt x="786" y="332"/>
                  </a:lnTo>
                  <a:lnTo>
                    <a:pt x="783" y="332"/>
                  </a:lnTo>
                  <a:lnTo>
                    <a:pt x="779" y="330"/>
                  </a:lnTo>
                  <a:lnTo>
                    <a:pt x="776" y="327"/>
                  </a:lnTo>
                  <a:lnTo>
                    <a:pt x="774" y="326"/>
                  </a:lnTo>
                  <a:lnTo>
                    <a:pt x="770" y="328"/>
                  </a:lnTo>
                  <a:lnTo>
                    <a:pt x="766" y="331"/>
                  </a:lnTo>
                  <a:lnTo>
                    <a:pt x="761" y="332"/>
                  </a:lnTo>
                  <a:lnTo>
                    <a:pt x="757" y="331"/>
                  </a:lnTo>
                  <a:lnTo>
                    <a:pt x="754" y="329"/>
                  </a:lnTo>
                  <a:lnTo>
                    <a:pt x="750" y="326"/>
                  </a:lnTo>
                  <a:lnTo>
                    <a:pt x="747" y="324"/>
                  </a:lnTo>
                  <a:lnTo>
                    <a:pt x="746" y="320"/>
                  </a:lnTo>
                  <a:lnTo>
                    <a:pt x="746" y="315"/>
                  </a:lnTo>
                  <a:lnTo>
                    <a:pt x="747" y="310"/>
                  </a:lnTo>
                  <a:lnTo>
                    <a:pt x="747" y="307"/>
                  </a:lnTo>
                  <a:lnTo>
                    <a:pt x="743" y="305"/>
                  </a:lnTo>
                  <a:lnTo>
                    <a:pt x="737" y="303"/>
                  </a:lnTo>
                  <a:lnTo>
                    <a:pt x="732" y="300"/>
                  </a:lnTo>
                  <a:lnTo>
                    <a:pt x="730" y="296"/>
                  </a:lnTo>
                  <a:lnTo>
                    <a:pt x="732" y="293"/>
                  </a:lnTo>
                  <a:lnTo>
                    <a:pt x="733" y="289"/>
                  </a:lnTo>
                  <a:lnTo>
                    <a:pt x="732" y="286"/>
                  </a:lnTo>
                  <a:lnTo>
                    <a:pt x="730" y="282"/>
                  </a:lnTo>
                  <a:lnTo>
                    <a:pt x="729" y="277"/>
                  </a:lnTo>
                  <a:lnTo>
                    <a:pt x="731" y="274"/>
                  </a:lnTo>
                  <a:lnTo>
                    <a:pt x="735" y="272"/>
                  </a:lnTo>
                  <a:lnTo>
                    <a:pt x="738" y="270"/>
                  </a:lnTo>
                  <a:lnTo>
                    <a:pt x="741" y="267"/>
                  </a:lnTo>
                  <a:lnTo>
                    <a:pt x="745" y="265"/>
                  </a:lnTo>
                  <a:lnTo>
                    <a:pt x="749" y="264"/>
                  </a:lnTo>
                  <a:lnTo>
                    <a:pt x="753" y="264"/>
                  </a:lnTo>
                  <a:lnTo>
                    <a:pt x="757" y="263"/>
                  </a:lnTo>
                  <a:lnTo>
                    <a:pt x="759" y="260"/>
                  </a:lnTo>
                  <a:lnTo>
                    <a:pt x="762" y="254"/>
                  </a:lnTo>
                  <a:lnTo>
                    <a:pt x="765" y="248"/>
                  </a:lnTo>
                  <a:lnTo>
                    <a:pt x="770" y="246"/>
                  </a:lnTo>
                  <a:lnTo>
                    <a:pt x="775" y="248"/>
                  </a:lnTo>
                  <a:lnTo>
                    <a:pt x="780" y="252"/>
                  </a:lnTo>
                  <a:lnTo>
                    <a:pt x="784" y="255"/>
                  </a:lnTo>
                  <a:lnTo>
                    <a:pt x="788" y="256"/>
                  </a:lnTo>
                  <a:lnTo>
                    <a:pt x="793" y="256"/>
                  </a:lnTo>
                  <a:lnTo>
                    <a:pt x="796" y="258"/>
                  </a:lnTo>
                  <a:lnTo>
                    <a:pt x="800" y="260"/>
                  </a:lnTo>
                  <a:lnTo>
                    <a:pt x="802" y="262"/>
                  </a:lnTo>
                  <a:lnTo>
                    <a:pt x="806" y="264"/>
                  </a:lnTo>
                  <a:lnTo>
                    <a:pt x="810" y="265"/>
                  </a:lnTo>
                  <a:lnTo>
                    <a:pt x="813" y="266"/>
                  </a:lnTo>
                  <a:lnTo>
                    <a:pt x="815" y="269"/>
                  </a:lnTo>
                  <a:lnTo>
                    <a:pt x="816" y="273"/>
                  </a:lnTo>
                  <a:lnTo>
                    <a:pt x="818" y="276"/>
                  </a:lnTo>
                  <a:lnTo>
                    <a:pt x="822" y="278"/>
                  </a:lnTo>
                  <a:lnTo>
                    <a:pt x="826" y="281"/>
                  </a:lnTo>
                  <a:lnTo>
                    <a:pt x="827" y="284"/>
                  </a:lnTo>
                  <a:lnTo>
                    <a:pt x="824" y="289"/>
                  </a:lnTo>
                  <a:close/>
                </a:path>
              </a:pathLst>
            </a:custGeom>
            <a:solidFill>
              <a:srgbClr val="41B796">
                <a:alpha val="36000"/>
              </a:srgbClr>
            </a:solidFill>
            <a:ln>
              <a:noFill/>
            </a:ln>
          </p:spPr>
          <p:txBody>
            <a:bodyPr anchor="ctr"/>
            <a:lstStyle/>
            <a:p>
              <a:pPr algn="ctr">
                <a:buNone/>
              </a:pPr>
            </a:p>
          </p:txBody>
        </p:sp>
        <p:sp>
          <p:nvSpPr>
            <p:cNvPr id="7681" name="addition:spatial:170">
              <a:extLst>
                <a:ext uri="{FF2B5EF4-FFF2-40B4-BE49-F238E27FC236}">
                  <ns2:creationId id="{9E20BCA3-C396-463E-BFE5-40764CA4C30C}"/>
                </a:ext>
              </a:extLst>
            </p:cNvPr>
            <p:cNvSpPr>
              <a:spLocks noGrp="1"/>
            </p:cNvSpPr>
            <p:nvPr/>
          </p:nvSpPr>
          <p:spPr>
            <a:xfrm>
              <a:off x="5648325" y="1666875"/>
              <a:ext cx="1168100" cy="531175"/>
            </a:xfrm>
            <a:custGeom>
              <a:rect l="l" t="t" r="r" b="b"/>
              <a:pathLst>
                <a:path w="881" h="314">
                  <a:moveTo>
                    <a:pt x="0" y="0"/>
                  </a:moveTo>
                  <a:moveTo>
                    <a:pt x="879" y="281"/>
                  </a:moveTo>
                  <a:lnTo>
                    <a:pt x="881" y="284"/>
                  </a:lnTo>
                  <a:lnTo>
                    <a:pt x="880" y="287"/>
                  </a:lnTo>
                  <a:lnTo>
                    <a:pt x="877" y="289"/>
                  </a:lnTo>
                  <a:lnTo>
                    <a:pt x="873" y="291"/>
                  </a:lnTo>
                  <a:lnTo>
                    <a:pt x="871" y="293"/>
                  </a:lnTo>
                  <a:lnTo>
                    <a:pt x="871" y="296"/>
                  </a:lnTo>
                  <a:lnTo>
                    <a:pt x="871" y="299"/>
                  </a:lnTo>
                  <a:lnTo>
                    <a:pt x="869" y="301"/>
                  </a:lnTo>
                  <a:lnTo>
                    <a:pt x="865" y="302"/>
                  </a:lnTo>
                  <a:lnTo>
                    <a:pt x="861" y="302"/>
                  </a:lnTo>
                  <a:lnTo>
                    <a:pt x="857" y="302"/>
                  </a:lnTo>
                  <a:lnTo>
                    <a:pt x="855" y="305"/>
                  </a:lnTo>
                  <a:lnTo>
                    <a:pt x="853" y="308"/>
                  </a:lnTo>
                  <a:lnTo>
                    <a:pt x="851" y="311"/>
                  </a:lnTo>
                  <a:lnTo>
                    <a:pt x="847" y="312"/>
                  </a:lnTo>
                  <a:lnTo>
                    <a:pt x="843" y="313"/>
                  </a:lnTo>
                  <a:lnTo>
                    <a:pt x="840" y="314"/>
                  </a:lnTo>
                  <a:lnTo>
                    <a:pt x="836" y="314"/>
                  </a:lnTo>
                  <a:lnTo>
                    <a:pt x="832" y="313"/>
                  </a:lnTo>
                  <a:lnTo>
                    <a:pt x="829" y="309"/>
                  </a:lnTo>
                  <a:lnTo>
                    <a:pt x="827" y="305"/>
                  </a:lnTo>
                  <a:lnTo>
                    <a:pt x="825" y="303"/>
                  </a:lnTo>
                  <a:lnTo>
                    <a:pt x="822" y="303"/>
                  </a:lnTo>
                  <a:lnTo>
                    <a:pt x="818" y="304"/>
                  </a:lnTo>
                  <a:lnTo>
                    <a:pt x="814" y="305"/>
                  </a:lnTo>
                  <a:lnTo>
                    <a:pt x="811" y="304"/>
                  </a:lnTo>
                  <a:lnTo>
                    <a:pt x="810" y="301"/>
                  </a:lnTo>
                  <a:lnTo>
                    <a:pt x="809" y="298"/>
                  </a:lnTo>
                  <a:lnTo>
                    <a:pt x="808" y="296"/>
                  </a:lnTo>
                  <a:lnTo>
                    <a:pt x="805" y="294"/>
                  </a:lnTo>
                  <a:lnTo>
                    <a:pt x="804" y="292"/>
                  </a:lnTo>
                  <a:lnTo>
                    <a:pt x="804" y="289"/>
                  </a:lnTo>
                  <a:lnTo>
                    <a:pt x="805" y="286"/>
                  </a:lnTo>
                  <a:lnTo>
                    <a:pt x="806" y="283"/>
                  </a:lnTo>
                  <a:lnTo>
                    <a:pt x="806" y="281"/>
                  </a:lnTo>
                  <a:lnTo>
                    <a:pt x="807" y="278"/>
                  </a:lnTo>
                  <a:lnTo>
                    <a:pt x="809" y="276"/>
                  </a:lnTo>
                  <a:lnTo>
                    <a:pt x="812" y="274"/>
                  </a:lnTo>
                  <a:lnTo>
                    <a:pt x="815" y="272"/>
                  </a:lnTo>
                  <a:lnTo>
                    <a:pt x="814" y="269"/>
                  </a:lnTo>
                  <a:lnTo>
                    <a:pt x="812" y="265"/>
                  </a:lnTo>
                  <a:lnTo>
                    <a:pt x="810" y="261"/>
                  </a:lnTo>
                  <a:lnTo>
                    <a:pt x="811" y="257"/>
                  </a:lnTo>
                  <a:lnTo>
                    <a:pt x="814" y="256"/>
                  </a:lnTo>
                  <a:lnTo>
                    <a:pt x="818" y="256"/>
                  </a:lnTo>
                  <a:lnTo>
                    <a:pt x="822" y="256"/>
                  </a:lnTo>
                  <a:lnTo>
                    <a:pt x="824" y="255"/>
                  </a:lnTo>
                  <a:lnTo>
                    <a:pt x="827" y="254"/>
                  </a:lnTo>
                  <a:lnTo>
                    <a:pt x="829" y="254"/>
                  </a:lnTo>
                  <a:lnTo>
                    <a:pt x="832" y="254"/>
                  </a:lnTo>
                  <a:lnTo>
                    <a:pt x="834" y="254"/>
                  </a:lnTo>
                  <a:lnTo>
                    <a:pt x="836" y="253"/>
                  </a:lnTo>
                  <a:lnTo>
                    <a:pt x="839" y="251"/>
                  </a:lnTo>
                  <a:lnTo>
                    <a:pt x="842" y="250"/>
                  </a:lnTo>
                  <a:lnTo>
                    <a:pt x="845" y="251"/>
                  </a:lnTo>
                  <a:lnTo>
                    <a:pt x="847" y="253"/>
                  </a:lnTo>
                  <a:lnTo>
                    <a:pt x="850" y="254"/>
                  </a:lnTo>
                  <a:lnTo>
                    <a:pt x="853" y="254"/>
                  </a:lnTo>
                  <a:lnTo>
                    <a:pt x="858" y="253"/>
                  </a:lnTo>
                  <a:lnTo>
                    <a:pt x="862" y="254"/>
                  </a:lnTo>
                  <a:lnTo>
                    <a:pt x="864" y="257"/>
                  </a:lnTo>
                  <a:lnTo>
                    <a:pt x="864" y="261"/>
                  </a:lnTo>
                  <a:lnTo>
                    <a:pt x="863" y="265"/>
                  </a:lnTo>
                  <a:lnTo>
                    <a:pt x="863" y="268"/>
                  </a:lnTo>
                  <a:lnTo>
                    <a:pt x="866" y="269"/>
                  </a:lnTo>
                  <a:lnTo>
                    <a:pt x="869" y="271"/>
                  </a:lnTo>
                  <a:lnTo>
                    <a:pt x="871" y="273"/>
                  </a:lnTo>
                  <a:lnTo>
                    <a:pt x="873" y="276"/>
                  </a:lnTo>
                  <a:lnTo>
                    <a:pt x="876" y="278"/>
                  </a:lnTo>
                  <a:close/>
                </a:path>
              </a:pathLst>
            </a:custGeom>
            <a:solidFill>
              <a:srgbClr val="41B796">
                <a:alpha val="36000"/>
              </a:srgbClr>
            </a:solidFill>
            <a:ln>
              <a:noFill/>
            </a:ln>
          </p:spPr>
          <p:txBody>
            <a:bodyPr anchor="ctr"/>
            <a:lstStyle/>
            <a:p>
              <a:pPr algn="ctr">
                <a:buNone/>
              </a:pPr>
            </a:p>
          </p:txBody>
        </p:sp>
        <p:sp>
          <p:nvSpPr>
            <p:cNvPr id="7682" name="addition:spatial:171">
              <a:extLst>
                <a:ext uri="{FF2B5EF4-FFF2-40B4-BE49-F238E27FC236}">
                  <ns2:creationId id="{15CF2AE9-3E54-4E5C-96B2-698C4F2F7283}"/>
                </a:ext>
              </a:extLst>
            </p:cNvPr>
            <p:cNvSpPr>
              <a:spLocks noGrp="1"/>
            </p:cNvSpPr>
            <p:nvPr/>
          </p:nvSpPr>
          <p:spPr>
            <a:xfrm>
              <a:off x="5648325" y="1666875"/>
              <a:ext cx="1223787" cy="639440"/>
            </a:xfrm>
            <a:custGeom>
              <a:rect l="l" t="t" r="r" b="b"/>
              <a:pathLst>
                <a:path w="923" h="378">
                  <a:moveTo>
                    <a:pt x="0" y="0"/>
                  </a:moveTo>
                  <a:moveTo>
                    <a:pt x="912" y="333"/>
                  </a:moveTo>
                  <a:lnTo>
                    <a:pt x="918" y="337"/>
                  </a:lnTo>
                  <a:lnTo>
                    <a:pt x="923" y="341"/>
                  </a:lnTo>
                  <a:lnTo>
                    <a:pt x="922" y="345"/>
                  </a:lnTo>
                  <a:lnTo>
                    <a:pt x="917" y="348"/>
                  </a:lnTo>
                  <a:lnTo>
                    <a:pt x="912" y="350"/>
                  </a:lnTo>
                  <a:lnTo>
                    <a:pt x="908" y="352"/>
                  </a:lnTo>
                  <a:lnTo>
                    <a:pt x="906" y="355"/>
                  </a:lnTo>
                  <a:lnTo>
                    <a:pt x="904" y="358"/>
                  </a:lnTo>
                  <a:lnTo>
                    <a:pt x="901" y="360"/>
                  </a:lnTo>
                  <a:lnTo>
                    <a:pt x="897" y="361"/>
                  </a:lnTo>
                  <a:lnTo>
                    <a:pt x="894" y="363"/>
                  </a:lnTo>
                  <a:lnTo>
                    <a:pt x="891" y="367"/>
                  </a:lnTo>
                  <a:lnTo>
                    <a:pt x="888" y="370"/>
                  </a:lnTo>
                  <a:lnTo>
                    <a:pt x="883" y="372"/>
                  </a:lnTo>
                  <a:lnTo>
                    <a:pt x="878" y="371"/>
                  </a:lnTo>
                  <a:lnTo>
                    <a:pt x="873" y="371"/>
                  </a:lnTo>
                  <a:lnTo>
                    <a:pt x="869" y="372"/>
                  </a:lnTo>
                  <a:lnTo>
                    <a:pt x="864" y="376"/>
                  </a:lnTo>
                  <a:lnTo>
                    <a:pt x="858" y="378"/>
                  </a:lnTo>
                  <a:lnTo>
                    <a:pt x="853" y="377"/>
                  </a:lnTo>
                  <a:lnTo>
                    <a:pt x="849" y="372"/>
                  </a:lnTo>
                  <a:lnTo>
                    <a:pt x="847" y="366"/>
                  </a:lnTo>
                  <a:lnTo>
                    <a:pt x="845" y="362"/>
                  </a:lnTo>
                  <a:lnTo>
                    <a:pt x="841" y="361"/>
                  </a:lnTo>
                  <a:lnTo>
                    <a:pt x="837" y="361"/>
                  </a:lnTo>
                  <a:lnTo>
                    <a:pt x="833" y="360"/>
                  </a:lnTo>
                  <a:lnTo>
                    <a:pt x="829" y="358"/>
                  </a:lnTo>
                  <a:lnTo>
                    <a:pt x="825" y="357"/>
                  </a:lnTo>
                  <a:lnTo>
                    <a:pt x="821" y="355"/>
                  </a:lnTo>
                  <a:lnTo>
                    <a:pt x="817" y="352"/>
                  </a:lnTo>
                  <a:lnTo>
                    <a:pt x="815" y="349"/>
                  </a:lnTo>
                  <a:lnTo>
                    <a:pt x="817" y="344"/>
                  </a:lnTo>
                  <a:lnTo>
                    <a:pt x="821" y="340"/>
                  </a:lnTo>
                  <a:lnTo>
                    <a:pt x="824" y="336"/>
                  </a:lnTo>
                  <a:lnTo>
                    <a:pt x="823" y="333"/>
                  </a:lnTo>
                  <a:lnTo>
                    <a:pt x="821" y="330"/>
                  </a:lnTo>
                  <a:lnTo>
                    <a:pt x="821" y="326"/>
                  </a:lnTo>
                  <a:lnTo>
                    <a:pt x="824" y="323"/>
                  </a:lnTo>
                  <a:lnTo>
                    <a:pt x="829" y="320"/>
                  </a:lnTo>
                  <a:lnTo>
                    <a:pt x="833" y="318"/>
                  </a:lnTo>
                  <a:lnTo>
                    <a:pt x="835" y="315"/>
                  </a:lnTo>
                  <a:lnTo>
                    <a:pt x="834" y="311"/>
                  </a:lnTo>
                  <a:lnTo>
                    <a:pt x="834" y="306"/>
                  </a:lnTo>
                  <a:lnTo>
                    <a:pt x="835" y="302"/>
                  </a:lnTo>
                  <a:lnTo>
                    <a:pt x="838" y="299"/>
                  </a:lnTo>
                  <a:lnTo>
                    <a:pt x="842" y="297"/>
                  </a:lnTo>
                  <a:lnTo>
                    <a:pt x="845" y="295"/>
                  </a:lnTo>
                  <a:lnTo>
                    <a:pt x="849" y="294"/>
                  </a:lnTo>
                  <a:lnTo>
                    <a:pt x="854" y="295"/>
                  </a:lnTo>
                  <a:lnTo>
                    <a:pt x="859" y="298"/>
                  </a:lnTo>
                  <a:lnTo>
                    <a:pt x="862" y="301"/>
                  </a:lnTo>
                  <a:lnTo>
                    <a:pt x="865" y="301"/>
                  </a:lnTo>
                  <a:lnTo>
                    <a:pt x="868" y="297"/>
                  </a:lnTo>
                  <a:lnTo>
                    <a:pt x="872" y="293"/>
                  </a:lnTo>
                  <a:lnTo>
                    <a:pt x="876" y="292"/>
                  </a:lnTo>
                  <a:lnTo>
                    <a:pt x="879" y="293"/>
                  </a:lnTo>
                  <a:lnTo>
                    <a:pt x="882" y="296"/>
                  </a:lnTo>
                  <a:lnTo>
                    <a:pt x="885" y="299"/>
                  </a:lnTo>
                  <a:lnTo>
                    <a:pt x="890" y="299"/>
                  </a:lnTo>
                  <a:lnTo>
                    <a:pt x="894" y="300"/>
                  </a:lnTo>
                  <a:lnTo>
                    <a:pt x="898" y="302"/>
                  </a:lnTo>
                  <a:lnTo>
                    <a:pt x="900" y="306"/>
                  </a:lnTo>
                  <a:lnTo>
                    <a:pt x="901" y="310"/>
                  </a:lnTo>
                  <a:lnTo>
                    <a:pt x="903" y="313"/>
                  </a:lnTo>
                  <a:lnTo>
                    <a:pt x="905" y="316"/>
                  </a:lnTo>
                  <a:lnTo>
                    <a:pt x="906" y="320"/>
                  </a:lnTo>
                  <a:lnTo>
                    <a:pt x="906" y="324"/>
                  </a:lnTo>
                  <a:lnTo>
                    <a:pt x="905" y="327"/>
                  </a:lnTo>
                  <a:lnTo>
                    <a:pt x="907" y="330"/>
                  </a:lnTo>
                  <a:close/>
                </a:path>
              </a:pathLst>
            </a:custGeom>
            <a:solidFill>
              <a:srgbClr val="41B796">
                <a:alpha val="36000"/>
              </a:srgbClr>
            </a:solidFill>
            <a:ln>
              <a:noFill/>
            </a:ln>
          </p:spPr>
          <p:txBody>
            <a:bodyPr anchor="ctr"/>
            <a:lstStyle/>
            <a:p>
              <a:pPr algn="ctr">
                <a:buNone/>
              </a:pPr>
            </a:p>
          </p:txBody>
        </p:sp>
        <p:sp>
          <p:nvSpPr>
            <p:cNvPr id="7683" name="addition:spatial:172">
              <a:extLst>
                <a:ext uri="{FF2B5EF4-FFF2-40B4-BE49-F238E27FC236}">
                  <ns2:creationId id="{927ABEFE-3D37-43C9-B39E-640A3474A71A}"/>
                </a:ext>
              </a:extLst>
            </p:cNvPr>
            <p:cNvSpPr>
              <a:spLocks noGrp="1"/>
            </p:cNvSpPr>
            <p:nvPr/>
          </p:nvSpPr>
          <p:spPr>
            <a:xfrm>
              <a:off x="5648325" y="1666875"/>
              <a:ext cx="1125672" cy="666506"/>
            </a:xfrm>
            <a:custGeom>
              <a:rect l="l" t="t" r="r" b="b"/>
              <a:pathLst>
                <a:path w="849" h="394">
                  <a:moveTo>
                    <a:pt x="0" y="0"/>
                  </a:moveTo>
                  <a:moveTo>
                    <a:pt x="848" y="356"/>
                  </a:moveTo>
                  <a:lnTo>
                    <a:pt x="845" y="359"/>
                  </a:lnTo>
                  <a:lnTo>
                    <a:pt x="844" y="361"/>
                  </a:lnTo>
                  <a:lnTo>
                    <a:pt x="845" y="365"/>
                  </a:lnTo>
                  <a:lnTo>
                    <a:pt x="846" y="368"/>
                  </a:lnTo>
                  <a:lnTo>
                    <a:pt x="844" y="371"/>
                  </a:lnTo>
                  <a:lnTo>
                    <a:pt x="840" y="373"/>
                  </a:lnTo>
                  <a:lnTo>
                    <a:pt x="834" y="374"/>
                  </a:lnTo>
                  <a:lnTo>
                    <a:pt x="829" y="374"/>
                  </a:lnTo>
                  <a:lnTo>
                    <a:pt x="827" y="376"/>
                  </a:lnTo>
                  <a:lnTo>
                    <a:pt x="825" y="380"/>
                  </a:lnTo>
                  <a:lnTo>
                    <a:pt x="823" y="383"/>
                  </a:lnTo>
                  <a:lnTo>
                    <a:pt x="821" y="385"/>
                  </a:lnTo>
                  <a:lnTo>
                    <a:pt x="817" y="388"/>
                  </a:lnTo>
                  <a:lnTo>
                    <a:pt x="814" y="390"/>
                  </a:lnTo>
                  <a:lnTo>
                    <a:pt x="810" y="393"/>
                  </a:lnTo>
                  <a:lnTo>
                    <a:pt x="805" y="394"/>
                  </a:lnTo>
                  <a:lnTo>
                    <a:pt x="801" y="392"/>
                  </a:lnTo>
                  <a:lnTo>
                    <a:pt x="797" y="388"/>
                  </a:lnTo>
                  <a:lnTo>
                    <a:pt x="794" y="384"/>
                  </a:lnTo>
                  <a:lnTo>
                    <a:pt x="790" y="384"/>
                  </a:lnTo>
                  <a:lnTo>
                    <a:pt x="787" y="385"/>
                  </a:lnTo>
                  <a:lnTo>
                    <a:pt x="782" y="386"/>
                  </a:lnTo>
                  <a:lnTo>
                    <a:pt x="779" y="386"/>
                  </a:lnTo>
                  <a:lnTo>
                    <a:pt x="777" y="383"/>
                  </a:lnTo>
                  <a:lnTo>
                    <a:pt x="775" y="380"/>
                  </a:lnTo>
                  <a:lnTo>
                    <a:pt x="773" y="379"/>
                  </a:lnTo>
                  <a:lnTo>
                    <a:pt x="770" y="378"/>
                  </a:lnTo>
                  <a:lnTo>
                    <a:pt x="766" y="377"/>
                  </a:lnTo>
                  <a:lnTo>
                    <a:pt x="764" y="374"/>
                  </a:lnTo>
                  <a:lnTo>
                    <a:pt x="763" y="371"/>
                  </a:lnTo>
                  <a:lnTo>
                    <a:pt x="763" y="368"/>
                  </a:lnTo>
                  <a:lnTo>
                    <a:pt x="762" y="365"/>
                  </a:lnTo>
                  <a:lnTo>
                    <a:pt x="762" y="362"/>
                  </a:lnTo>
                  <a:lnTo>
                    <a:pt x="764" y="359"/>
                  </a:lnTo>
                  <a:lnTo>
                    <a:pt x="768" y="356"/>
                  </a:lnTo>
                  <a:lnTo>
                    <a:pt x="772" y="353"/>
                  </a:lnTo>
                  <a:lnTo>
                    <a:pt x="772" y="351"/>
                  </a:lnTo>
                  <a:lnTo>
                    <a:pt x="769" y="348"/>
                  </a:lnTo>
                  <a:lnTo>
                    <a:pt x="765" y="344"/>
                  </a:lnTo>
                  <a:lnTo>
                    <a:pt x="763" y="339"/>
                  </a:lnTo>
                  <a:lnTo>
                    <a:pt x="765" y="336"/>
                  </a:lnTo>
                  <a:lnTo>
                    <a:pt x="768" y="334"/>
                  </a:lnTo>
                  <a:lnTo>
                    <a:pt x="772" y="333"/>
                  </a:lnTo>
                  <a:lnTo>
                    <a:pt x="774" y="331"/>
                  </a:lnTo>
                  <a:lnTo>
                    <a:pt x="776" y="329"/>
                  </a:lnTo>
                  <a:lnTo>
                    <a:pt x="779" y="327"/>
                  </a:lnTo>
                  <a:lnTo>
                    <a:pt x="782" y="327"/>
                  </a:lnTo>
                  <a:lnTo>
                    <a:pt x="786" y="327"/>
                  </a:lnTo>
                  <a:lnTo>
                    <a:pt x="788" y="326"/>
                  </a:lnTo>
                  <a:lnTo>
                    <a:pt x="791" y="324"/>
                  </a:lnTo>
                  <a:lnTo>
                    <a:pt x="794" y="323"/>
                  </a:lnTo>
                  <a:lnTo>
                    <a:pt x="797" y="323"/>
                  </a:lnTo>
                  <a:lnTo>
                    <a:pt x="800" y="325"/>
                  </a:lnTo>
                  <a:lnTo>
                    <a:pt x="803" y="326"/>
                  </a:lnTo>
                  <a:lnTo>
                    <a:pt x="807" y="324"/>
                  </a:lnTo>
                  <a:lnTo>
                    <a:pt x="812" y="321"/>
                  </a:lnTo>
                  <a:lnTo>
                    <a:pt x="817" y="319"/>
                  </a:lnTo>
                  <a:lnTo>
                    <a:pt x="821" y="321"/>
                  </a:lnTo>
                  <a:lnTo>
                    <a:pt x="824" y="325"/>
                  </a:lnTo>
                  <a:lnTo>
                    <a:pt x="824" y="330"/>
                  </a:lnTo>
                  <a:lnTo>
                    <a:pt x="826" y="334"/>
                  </a:lnTo>
                  <a:lnTo>
                    <a:pt x="828" y="336"/>
                  </a:lnTo>
                  <a:lnTo>
                    <a:pt x="831" y="338"/>
                  </a:lnTo>
                  <a:lnTo>
                    <a:pt x="833" y="340"/>
                  </a:lnTo>
                  <a:lnTo>
                    <a:pt x="836" y="342"/>
                  </a:lnTo>
                  <a:lnTo>
                    <a:pt x="839" y="345"/>
                  </a:lnTo>
                  <a:lnTo>
                    <a:pt x="843" y="347"/>
                  </a:lnTo>
                  <a:lnTo>
                    <a:pt x="847" y="349"/>
                  </a:lnTo>
                  <a:lnTo>
                    <a:pt x="849" y="352"/>
                  </a:lnTo>
                  <a:close/>
                </a:path>
              </a:pathLst>
            </a:custGeom>
            <a:solidFill>
              <a:srgbClr val="41B796">
                <a:alpha val="36000"/>
              </a:srgbClr>
            </a:solidFill>
            <a:ln>
              <a:noFill/>
            </a:ln>
          </p:spPr>
          <p:txBody>
            <a:bodyPr anchor="ctr"/>
            <a:lstStyle/>
            <a:p>
              <a:pPr algn="ctr">
                <a:buNone/>
              </a:pPr>
            </a:p>
          </p:txBody>
        </p:sp>
        <p:sp>
          <p:nvSpPr>
            <p:cNvPr id="7684" name="addition:spatial:173">
              <a:extLst>
                <a:ext uri="{FF2B5EF4-FFF2-40B4-BE49-F238E27FC236}">
                  <ns2:creationId id="{696846AE-292E-4307-8CC9-36E70ABA1F7E}"/>
                </a:ext>
              </a:extLst>
            </p:cNvPr>
            <p:cNvSpPr>
              <a:spLocks noGrp="1"/>
            </p:cNvSpPr>
            <p:nvPr/>
          </p:nvSpPr>
          <p:spPr>
            <a:xfrm>
              <a:off x="5648325" y="1666875"/>
              <a:ext cx="1083244" cy="549783"/>
            </a:xfrm>
            <a:custGeom>
              <a:rect l="l" t="t" r="r" b="b"/>
              <a:pathLst>
                <a:path w="817" h="325">
                  <a:moveTo>
                    <a:pt x="0" y="0"/>
                  </a:moveTo>
                  <a:moveTo>
                    <a:pt x="812" y="296"/>
                  </a:moveTo>
                  <a:lnTo>
                    <a:pt x="811" y="299"/>
                  </a:lnTo>
                  <a:lnTo>
                    <a:pt x="809" y="301"/>
                  </a:lnTo>
                  <a:lnTo>
                    <a:pt x="806" y="303"/>
                  </a:lnTo>
                  <a:lnTo>
                    <a:pt x="804" y="305"/>
                  </a:lnTo>
                  <a:lnTo>
                    <a:pt x="804" y="307"/>
                  </a:lnTo>
                  <a:lnTo>
                    <a:pt x="805" y="311"/>
                  </a:lnTo>
                  <a:lnTo>
                    <a:pt x="807" y="315"/>
                  </a:lnTo>
                  <a:lnTo>
                    <a:pt x="807" y="319"/>
                  </a:lnTo>
                  <a:lnTo>
                    <a:pt x="804" y="321"/>
                  </a:lnTo>
                  <a:lnTo>
                    <a:pt x="800" y="321"/>
                  </a:lnTo>
                  <a:lnTo>
                    <a:pt x="796" y="320"/>
                  </a:lnTo>
                  <a:lnTo>
                    <a:pt x="794" y="321"/>
                  </a:lnTo>
                  <a:lnTo>
                    <a:pt x="792" y="323"/>
                  </a:lnTo>
                  <a:lnTo>
                    <a:pt x="790" y="325"/>
                  </a:lnTo>
                  <a:lnTo>
                    <a:pt x="788" y="325"/>
                  </a:lnTo>
                  <a:lnTo>
                    <a:pt x="785" y="324"/>
                  </a:lnTo>
                  <a:lnTo>
                    <a:pt x="783" y="323"/>
                  </a:lnTo>
                  <a:lnTo>
                    <a:pt x="781" y="324"/>
                  </a:lnTo>
                  <a:lnTo>
                    <a:pt x="778" y="324"/>
                  </a:lnTo>
                  <a:lnTo>
                    <a:pt x="776" y="324"/>
                  </a:lnTo>
                  <a:lnTo>
                    <a:pt x="774" y="324"/>
                  </a:lnTo>
                  <a:lnTo>
                    <a:pt x="771" y="323"/>
                  </a:lnTo>
                  <a:lnTo>
                    <a:pt x="768" y="323"/>
                  </a:lnTo>
                  <a:lnTo>
                    <a:pt x="764" y="324"/>
                  </a:lnTo>
                  <a:lnTo>
                    <a:pt x="760" y="324"/>
                  </a:lnTo>
                  <a:lnTo>
                    <a:pt x="758" y="321"/>
                  </a:lnTo>
                  <a:lnTo>
                    <a:pt x="759" y="316"/>
                  </a:lnTo>
                  <a:lnTo>
                    <a:pt x="760" y="312"/>
                  </a:lnTo>
                  <a:lnTo>
                    <a:pt x="760" y="309"/>
                  </a:lnTo>
                  <a:lnTo>
                    <a:pt x="758" y="307"/>
                  </a:lnTo>
                  <a:lnTo>
                    <a:pt x="755" y="306"/>
                  </a:lnTo>
                  <a:lnTo>
                    <a:pt x="752" y="304"/>
                  </a:lnTo>
                  <a:lnTo>
                    <a:pt x="750" y="301"/>
                  </a:lnTo>
                  <a:lnTo>
                    <a:pt x="749" y="299"/>
                  </a:lnTo>
                  <a:lnTo>
                    <a:pt x="748" y="296"/>
                  </a:lnTo>
                  <a:lnTo>
                    <a:pt x="746" y="293"/>
                  </a:lnTo>
                  <a:lnTo>
                    <a:pt x="746" y="290"/>
                  </a:lnTo>
                  <a:lnTo>
                    <a:pt x="747" y="288"/>
                  </a:lnTo>
                  <a:lnTo>
                    <a:pt x="749" y="286"/>
                  </a:lnTo>
                  <a:lnTo>
                    <a:pt x="751" y="283"/>
                  </a:lnTo>
                  <a:lnTo>
                    <a:pt x="751" y="281"/>
                  </a:lnTo>
                  <a:lnTo>
                    <a:pt x="751" y="278"/>
                  </a:lnTo>
                  <a:lnTo>
                    <a:pt x="753" y="276"/>
                  </a:lnTo>
                  <a:lnTo>
                    <a:pt x="757" y="275"/>
                  </a:lnTo>
                  <a:lnTo>
                    <a:pt x="761" y="276"/>
                  </a:lnTo>
                  <a:lnTo>
                    <a:pt x="765" y="276"/>
                  </a:lnTo>
                  <a:lnTo>
                    <a:pt x="767" y="274"/>
                  </a:lnTo>
                  <a:lnTo>
                    <a:pt x="768" y="270"/>
                  </a:lnTo>
                  <a:lnTo>
                    <a:pt x="770" y="266"/>
                  </a:lnTo>
                  <a:lnTo>
                    <a:pt x="773" y="264"/>
                  </a:lnTo>
                  <a:lnTo>
                    <a:pt x="776" y="263"/>
                  </a:lnTo>
                  <a:lnTo>
                    <a:pt x="780" y="263"/>
                  </a:lnTo>
                  <a:lnTo>
                    <a:pt x="784" y="264"/>
                  </a:lnTo>
                  <a:lnTo>
                    <a:pt x="787" y="265"/>
                  </a:lnTo>
                  <a:lnTo>
                    <a:pt x="790" y="267"/>
                  </a:lnTo>
                  <a:lnTo>
                    <a:pt x="792" y="270"/>
                  </a:lnTo>
                  <a:lnTo>
                    <a:pt x="794" y="272"/>
                  </a:lnTo>
                  <a:lnTo>
                    <a:pt x="797" y="273"/>
                  </a:lnTo>
                  <a:lnTo>
                    <a:pt x="800" y="273"/>
                  </a:lnTo>
                  <a:lnTo>
                    <a:pt x="804" y="272"/>
                  </a:lnTo>
                  <a:lnTo>
                    <a:pt x="807" y="274"/>
                  </a:lnTo>
                  <a:lnTo>
                    <a:pt x="808" y="277"/>
                  </a:lnTo>
                  <a:lnTo>
                    <a:pt x="808" y="280"/>
                  </a:lnTo>
                  <a:lnTo>
                    <a:pt x="809" y="282"/>
                  </a:lnTo>
                  <a:lnTo>
                    <a:pt x="812" y="283"/>
                  </a:lnTo>
                  <a:lnTo>
                    <a:pt x="815" y="285"/>
                  </a:lnTo>
                  <a:lnTo>
                    <a:pt x="817" y="287"/>
                  </a:lnTo>
                  <a:lnTo>
                    <a:pt x="816" y="290"/>
                  </a:lnTo>
                  <a:lnTo>
                    <a:pt x="814" y="293"/>
                  </a:lnTo>
                  <a:close/>
                </a:path>
              </a:pathLst>
            </a:custGeom>
            <a:solidFill>
              <a:srgbClr val="69C6AD">
                <a:alpha val="32000"/>
              </a:srgbClr>
            </a:solidFill>
            <a:ln>
              <a:noFill/>
            </a:ln>
          </p:spPr>
          <p:txBody>
            <a:bodyPr anchor="ctr"/>
            <a:lstStyle/>
            <a:p>
              <a:pPr algn="ctr">
                <a:buNone/>
              </a:pPr>
            </a:p>
          </p:txBody>
        </p:sp>
        <p:sp>
          <p:nvSpPr>
            <p:cNvPr id="7685" name="addition:spatial:174">
              <a:extLst>
                <a:ext uri="{FF2B5EF4-FFF2-40B4-BE49-F238E27FC236}">
                  <ns2:creationId id="{FEA65563-8CBE-4A0F-814B-6120C7921C90}"/>
                </a:ext>
              </a:extLst>
            </p:cNvPr>
            <p:cNvSpPr>
              <a:spLocks noGrp="1"/>
            </p:cNvSpPr>
            <p:nvPr/>
          </p:nvSpPr>
          <p:spPr>
            <a:xfrm>
              <a:off x="5648325" y="1666875"/>
              <a:ext cx="1182685" cy="620832"/>
            </a:xfrm>
            <a:custGeom>
              <a:rect l="l" t="t" r="r" b="b"/>
              <a:pathLst>
                <a:path w="892" h="367">
                  <a:moveTo>
                    <a:pt x="0" y="0"/>
                  </a:moveTo>
                  <a:moveTo>
                    <a:pt x="890" y="340"/>
                  </a:moveTo>
                  <a:lnTo>
                    <a:pt x="888" y="343"/>
                  </a:lnTo>
                  <a:lnTo>
                    <a:pt x="886" y="345"/>
                  </a:lnTo>
                  <a:lnTo>
                    <a:pt x="884" y="347"/>
                  </a:lnTo>
                  <a:lnTo>
                    <a:pt x="881" y="348"/>
                  </a:lnTo>
                  <a:lnTo>
                    <a:pt x="878" y="350"/>
                  </a:lnTo>
                  <a:lnTo>
                    <a:pt x="876" y="352"/>
                  </a:lnTo>
                  <a:lnTo>
                    <a:pt x="876" y="354"/>
                  </a:lnTo>
                  <a:lnTo>
                    <a:pt x="877" y="358"/>
                  </a:lnTo>
                  <a:lnTo>
                    <a:pt x="877" y="361"/>
                  </a:lnTo>
                  <a:lnTo>
                    <a:pt x="874" y="363"/>
                  </a:lnTo>
                  <a:lnTo>
                    <a:pt x="870" y="363"/>
                  </a:lnTo>
                  <a:lnTo>
                    <a:pt x="866" y="363"/>
                  </a:lnTo>
                  <a:lnTo>
                    <a:pt x="864" y="364"/>
                  </a:lnTo>
                  <a:lnTo>
                    <a:pt x="861" y="366"/>
                  </a:lnTo>
                  <a:lnTo>
                    <a:pt x="859" y="367"/>
                  </a:lnTo>
                  <a:lnTo>
                    <a:pt x="856" y="367"/>
                  </a:lnTo>
                  <a:lnTo>
                    <a:pt x="853" y="366"/>
                  </a:lnTo>
                  <a:lnTo>
                    <a:pt x="851" y="365"/>
                  </a:lnTo>
                  <a:lnTo>
                    <a:pt x="849" y="364"/>
                  </a:lnTo>
                  <a:lnTo>
                    <a:pt x="846" y="364"/>
                  </a:lnTo>
                  <a:lnTo>
                    <a:pt x="844" y="363"/>
                  </a:lnTo>
                  <a:lnTo>
                    <a:pt x="842" y="362"/>
                  </a:lnTo>
                  <a:lnTo>
                    <a:pt x="840" y="362"/>
                  </a:lnTo>
                  <a:lnTo>
                    <a:pt x="837" y="362"/>
                  </a:lnTo>
                  <a:lnTo>
                    <a:pt x="833" y="363"/>
                  </a:lnTo>
                  <a:lnTo>
                    <a:pt x="829" y="363"/>
                  </a:lnTo>
                  <a:lnTo>
                    <a:pt x="827" y="361"/>
                  </a:lnTo>
                  <a:lnTo>
                    <a:pt x="828" y="357"/>
                  </a:lnTo>
                  <a:lnTo>
                    <a:pt x="830" y="353"/>
                  </a:lnTo>
                  <a:lnTo>
                    <a:pt x="831" y="350"/>
                  </a:lnTo>
                  <a:lnTo>
                    <a:pt x="830" y="348"/>
                  </a:lnTo>
                  <a:lnTo>
                    <a:pt x="828" y="347"/>
                  </a:lnTo>
                  <a:lnTo>
                    <a:pt x="826" y="345"/>
                  </a:lnTo>
                  <a:lnTo>
                    <a:pt x="825" y="342"/>
                  </a:lnTo>
                  <a:lnTo>
                    <a:pt x="825" y="340"/>
                  </a:lnTo>
                  <a:lnTo>
                    <a:pt x="824" y="338"/>
                  </a:lnTo>
                  <a:lnTo>
                    <a:pt x="823" y="335"/>
                  </a:lnTo>
                  <a:lnTo>
                    <a:pt x="822" y="333"/>
                  </a:lnTo>
                  <a:lnTo>
                    <a:pt x="822" y="330"/>
                  </a:lnTo>
                  <a:lnTo>
                    <a:pt x="824" y="329"/>
                  </a:lnTo>
                  <a:lnTo>
                    <a:pt x="825" y="327"/>
                  </a:lnTo>
                  <a:lnTo>
                    <a:pt x="826" y="324"/>
                  </a:lnTo>
                  <a:lnTo>
                    <a:pt x="826" y="321"/>
                  </a:lnTo>
                  <a:lnTo>
                    <a:pt x="828" y="319"/>
                  </a:lnTo>
                  <a:lnTo>
                    <a:pt x="831" y="319"/>
                  </a:lnTo>
                  <a:lnTo>
                    <a:pt x="835" y="320"/>
                  </a:lnTo>
                  <a:lnTo>
                    <a:pt x="839" y="321"/>
                  </a:lnTo>
                  <a:lnTo>
                    <a:pt x="841" y="320"/>
                  </a:lnTo>
                  <a:lnTo>
                    <a:pt x="842" y="318"/>
                  </a:lnTo>
                  <a:lnTo>
                    <a:pt x="844" y="315"/>
                  </a:lnTo>
                  <a:lnTo>
                    <a:pt x="847" y="312"/>
                  </a:lnTo>
                  <a:lnTo>
                    <a:pt x="850" y="312"/>
                  </a:lnTo>
                  <a:lnTo>
                    <a:pt x="854" y="312"/>
                  </a:lnTo>
                  <a:lnTo>
                    <a:pt x="857" y="312"/>
                  </a:lnTo>
                  <a:lnTo>
                    <a:pt x="861" y="312"/>
                  </a:lnTo>
                  <a:lnTo>
                    <a:pt x="864" y="314"/>
                  </a:lnTo>
                  <a:lnTo>
                    <a:pt x="866" y="316"/>
                  </a:lnTo>
                  <a:lnTo>
                    <a:pt x="868" y="319"/>
                  </a:lnTo>
                  <a:lnTo>
                    <a:pt x="870" y="321"/>
                  </a:lnTo>
                  <a:lnTo>
                    <a:pt x="874" y="321"/>
                  </a:lnTo>
                  <a:lnTo>
                    <a:pt x="878" y="321"/>
                  </a:lnTo>
                  <a:lnTo>
                    <a:pt x="880" y="323"/>
                  </a:lnTo>
                  <a:lnTo>
                    <a:pt x="881" y="325"/>
                  </a:lnTo>
                  <a:lnTo>
                    <a:pt x="881" y="328"/>
                  </a:lnTo>
                  <a:lnTo>
                    <a:pt x="882" y="330"/>
                  </a:lnTo>
                  <a:lnTo>
                    <a:pt x="885" y="331"/>
                  </a:lnTo>
                  <a:lnTo>
                    <a:pt x="889" y="333"/>
                  </a:lnTo>
                  <a:lnTo>
                    <a:pt x="892" y="335"/>
                  </a:lnTo>
                  <a:lnTo>
                    <a:pt x="892" y="338"/>
                  </a:lnTo>
                  <a:close/>
                </a:path>
              </a:pathLst>
            </a:custGeom>
            <a:solidFill>
              <a:srgbClr val="69C6AD">
                <a:alpha val="32000"/>
              </a:srgbClr>
            </a:solidFill>
            <a:ln>
              <a:noFill/>
            </a:ln>
          </p:spPr>
          <p:txBody>
            <a:bodyPr anchor="ctr"/>
            <a:lstStyle/>
            <a:p>
              <a:pPr algn="ctr">
                <a:buNone/>
              </a:pPr>
            </a:p>
          </p:txBody>
        </p:sp>
        <p:sp>
          <p:nvSpPr>
            <p:cNvPr id="7686" name="addition:spatial:175">
              <a:extLst>
                <a:ext uri="{FF2B5EF4-FFF2-40B4-BE49-F238E27FC236}">
                  <ns2:creationId id="{8F07C556-898D-4C16-B440-878164801CE1}"/>
                </a:ext>
              </a:extLst>
            </p:cNvPr>
            <p:cNvSpPr>
              <a:spLocks noGrp="1"/>
            </p:cNvSpPr>
            <p:nvPr/>
          </p:nvSpPr>
          <p:spPr>
            <a:xfrm>
              <a:off x="5648325" y="1666875"/>
              <a:ext cx="1243675" cy="593766"/>
            </a:xfrm>
            <a:custGeom>
              <a:rect l="l" t="t" r="r" b="b"/>
              <a:pathLst>
                <a:path w="938" h="351">
                  <a:moveTo>
                    <a:pt x="0" y="0"/>
                  </a:moveTo>
                  <a:moveTo>
                    <a:pt x="937" y="322"/>
                  </a:moveTo>
                  <a:lnTo>
                    <a:pt x="936" y="324"/>
                  </a:lnTo>
                  <a:lnTo>
                    <a:pt x="936" y="327"/>
                  </a:lnTo>
                  <a:lnTo>
                    <a:pt x="937" y="329"/>
                  </a:lnTo>
                  <a:lnTo>
                    <a:pt x="937" y="332"/>
                  </a:lnTo>
                  <a:lnTo>
                    <a:pt x="936" y="334"/>
                  </a:lnTo>
                  <a:lnTo>
                    <a:pt x="935" y="336"/>
                  </a:lnTo>
                  <a:lnTo>
                    <a:pt x="934" y="338"/>
                  </a:lnTo>
                  <a:lnTo>
                    <a:pt x="935" y="341"/>
                  </a:lnTo>
                  <a:lnTo>
                    <a:pt x="934" y="345"/>
                  </a:lnTo>
                  <a:lnTo>
                    <a:pt x="933" y="346"/>
                  </a:lnTo>
                  <a:lnTo>
                    <a:pt x="930" y="346"/>
                  </a:lnTo>
                  <a:lnTo>
                    <a:pt x="927" y="344"/>
                  </a:lnTo>
                  <a:lnTo>
                    <a:pt x="925" y="343"/>
                  </a:lnTo>
                  <a:lnTo>
                    <a:pt x="923" y="343"/>
                  </a:lnTo>
                  <a:lnTo>
                    <a:pt x="922" y="346"/>
                  </a:lnTo>
                  <a:lnTo>
                    <a:pt x="921" y="348"/>
                  </a:lnTo>
                  <a:lnTo>
                    <a:pt x="919" y="350"/>
                  </a:lnTo>
                  <a:lnTo>
                    <a:pt x="917" y="350"/>
                  </a:lnTo>
                  <a:lnTo>
                    <a:pt x="915" y="350"/>
                  </a:lnTo>
                  <a:lnTo>
                    <a:pt x="912" y="351"/>
                  </a:lnTo>
                  <a:lnTo>
                    <a:pt x="910" y="351"/>
                  </a:lnTo>
                  <a:lnTo>
                    <a:pt x="908" y="349"/>
                  </a:lnTo>
                  <a:lnTo>
                    <a:pt x="906" y="346"/>
                  </a:lnTo>
                  <a:lnTo>
                    <a:pt x="905" y="344"/>
                  </a:lnTo>
                  <a:lnTo>
                    <a:pt x="903" y="342"/>
                  </a:lnTo>
                  <a:lnTo>
                    <a:pt x="901" y="342"/>
                  </a:lnTo>
                  <a:lnTo>
                    <a:pt x="898" y="341"/>
                  </a:lnTo>
                  <a:lnTo>
                    <a:pt x="897" y="338"/>
                  </a:lnTo>
                  <a:lnTo>
                    <a:pt x="897" y="335"/>
                  </a:lnTo>
                  <a:lnTo>
                    <a:pt x="897" y="332"/>
                  </a:lnTo>
                  <a:lnTo>
                    <a:pt x="896" y="330"/>
                  </a:lnTo>
                  <a:lnTo>
                    <a:pt x="893" y="329"/>
                  </a:lnTo>
                  <a:lnTo>
                    <a:pt x="890" y="327"/>
                  </a:lnTo>
                  <a:lnTo>
                    <a:pt x="888" y="325"/>
                  </a:lnTo>
                  <a:lnTo>
                    <a:pt x="888" y="322"/>
                  </a:lnTo>
                  <a:lnTo>
                    <a:pt x="889" y="320"/>
                  </a:lnTo>
                  <a:lnTo>
                    <a:pt x="890" y="317"/>
                  </a:lnTo>
                  <a:lnTo>
                    <a:pt x="891" y="315"/>
                  </a:lnTo>
                  <a:lnTo>
                    <a:pt x="893" y="313"/>
                  </a:lnTo>
                  <a:lnTo>
                    <a:pt x="895" y="311"/>
                  </a:lnTo>
                  <a:lnTo>
                    <a:pt x="898" y="311"/>
                  </a:lnTo>
                  <a:lnTo>
                    <a:pt x="900" y="309"/>
                  </a:lnTo>
                  <a:lnTo>
                    <a:pt x="900" y="306"/>
                  </a:lnTo>
                  <a:lnTo>
                    <a:pt x="900" y="303"/>
                  </a:lnTo>
                  <a:lnTo>
                    <a:pt x="901" y="299"/>
                  </a:lnTo>
                  <a:lnTo>
                    <a:pt x="903" y="298"/>
                  </a:lnTo>
                  <a:lnTo>
                    <a:pt x="906" y="298"/>
                  </a:lnTo>
                  <a:lnTo>
                    <a:pt x="908" y="298"/>
                  </a:lnTo>
                  <a:lnTo>
                    <a:pt x="910" y="297"/>
                  </a:lnTo>
                  <a:lnTo>
                    <a:pt x="912" y="294"/>
                  </a:lnTo>
                  <a:lnTo>
                    <a:pt x="914" y="293"/>
                  </a:lnTo>
                  <a:lnTo>
                    <a:pt x="917" y="293"/>
                  </a:lnTo>
                  <a:lnTo>
                    <a:pt x="919" y="295"/>
                  </a:lnTo>
                  <a:lnTo>
                    <a:pt x="921" y="296"/>
                  </a:lnTo>
                  <a:lnTo>
                    <a:pt x="923" y="297"/>
                  </a:lnTo>
                  <a:lnTo>
                    <a:pt x="925" y="298"/>
                  </a:lnTo>
                  <a:lnTo>
                    <a:pt x="926" y="300"/>
                  </a:lnTo>
                  <a:lnTo>
                    <a:pt x="927" y="301"/>
                  </a:lnTo>
                  <a:lnTo>
                    <a:pt x="929" y="302"/>
                  </a:lnTo>
                  <a:lnTo>
                    <a:pt x="931" y="302"/>
                  </a:lnTo>
                  <a:lnTo>
                    <a:pt x="934" y="301"/>
                  </a:lnTo>
                  <a:lnTo>
                    <a:pt x="937" y="301"/>
                  </a:lnTo>
                  <a:lnTo>
                    <a:pt x="938" y="303"/>
                  </a:lnTo>
                  <a:lnTo>
                    <a:pt x="938" y="307"/>
                  </a:lnTo>
                  <a:lnTo>
                    <a:pt x="936" y="311"/>
                  </a:lnTo>
                  <a:lnTo>
                    <a:pt x="935" y="313"/>
                  </a:lnTo>
                  <a:lnTo>
                    <a:pt x="936" y="316"/>
                  </a:lnTo>
                  <a:lnTo>
                    <a:pt x="937" y="318"/>
                  </a:lnTo>
                  <a:lnTo>
                    <a:pt x="937" y="320"/>
                  </a:lnTo>
                  <a:close/>
                </a:path>
              </a:pathLst>
            </a:custGeom>
            <a:solidFill>
              <a:srgbClr val="86D1BC">
                <a:alpha val="24000"/>
              </a:srgbClr>
            </a:solidFill>
            <a:ln>
              <a:noFill/>
            </a:ln>
          </p:spPr>
          <p:txBody>
            <a:bodyPr anchor="ctr"/>
            <a:lstStyle/>
            <a:p>
              <a:pPr algn="ctr">
                <a:buNone/>
              </a:pPr>
            </a:p>
          </p:txBody>
        </p:sp>
        <p:sp>
          <p:nvSpPr>
            <p:cNvPr id="7687" name="addition:spatial:176">
              <a:extLst>
                <a:ext uri="{FF2B5EF4-FFF2-40B4-BE49-F238E27FC236}">
                  <ns2:creationId id="{CF98E8FA-489A-4D5E-B7CF-FE1D0ADB97DF}"/>
                </a:ext>
              </a:extLst>
            </p:cNvPr>
            <p:cNvSpPr>
              <a:spLocks noGrp="1"/>
            </p:cNvSpPr>
            <p:nvPr/>
          </p:nvSpPr>
          <p:spPr>
            <a:xfrm>
              <a:off x="5648325" y="1666875"/>
              <a:ext cx="1199921" cy="691881"/>
            </a:xfrm>
            <a:custGeom>
              <a:rect l="l" t="t" r="r" b="b"/>
              <a:pathLst>
                <a:path w="905" h="409">
                  <a:moveTo>
                    <a:pt x="0" y="0"/>
                  </a:moveTo>
                  <a:moveTo>
                    <a:pt x="904" y="378"/>
                  </a:moveTo>
                  <a:lnTo>
                    <a:pt x="905" y="381"/>
                  </a:lnTo>
                  <a:lnTo>
                    <a:pt x="904" y="383"/>
                  </a:lnTo>
                  <a:lnTo>
                    <a:pt x="902" y="385"/>
                  </a:lnTo>
                  <a:lnTo>
                    <a:pt x="901" y="387"/>
                  </a:lnTo>
                  <a:lnTo>
                    <a:pt x="901" y="390"/>
                  </a:lnTo>
                  <a:lnTo>
                    <a:pt x="901" y="392"/>
                  </a:lnTo>
                  <a:lnTo>
                    <a:pt x="900" y="395"/>
                  </a:lnTo>
                  <a:lnTo>
                    <a:pt x="898" y="396"/>
                  </a:lnTo>
                  <a:lnTo>
                    <a:pt x="896" y="396"/>
                  </a:lnTo>
                  <a:lnTo>
                    <a:pt x="893" y="397"/>
                  </a:lnTo>
                  <a:lnTo>
                    <a:pt x="892" y="398"/>
                  </a:lnTo>
                  <a:lnTo>
                    <a:pt x="891" y="400"/>
                  </a:lnTo>
                  <a:lnTo>
                    <a:pt x="889" y="401"/>
                  </a:lnTo>
                  <a:lnTo>
                    <a:pt x="887" y="403"/>
                  </a:lnTo>
                  <a:lnTo>
                    <a:pt x="885" y="404"/>
                  </a:lnTo>
                  <a:lnTo>
                    <a:pt x="883" y="406"/>
                  </a:lnTo>
                  <a:lnTo>
                    <a:pt x="881" y="409"/>
                  </a:lnTo>
                  <a:lnTo>
                    <a:pt x="878" y="409"/>
                  </a:lnTo>
                  <a:lnTo>
                    <a:pt x="876" y="407"/>
                  </a:lnTo>
                  <a:lnTo>
                    <a:pt x="874" y="404"/>
                  </a:lnTo>
                  <a:lnTo>
                    <a:pt x="873" y="400"/>
                  </a:lnTo>
                  <a:lnTo>
                    <a:pt x="872" y="399"/>
                  </a:lnTo>
                  <a:lnTo>
                    <a:pt x="870" y="399"/>
                  </a:lnTo>
                  <a:lnTo>
                    <a:pt x="867" y="399"/>
                  </a:lnTo>
                  <a:lnTo>
                    <a:pt x="865" y="399"/>
                  </a:lnTo>
                  <a:lnTo>
                    <a:pt x="864" y="397"/>
                  </a:lnTo>
                  <a:lnTo>
                    <a:pt x="863" y="395"/>
                  </a:lnTo>
                  <a:lnTo>
                    <a:pt x="862" y="394"/>
                  </a:lnTo>
                  <a:lnTo>
                    <a:pt x="860" y="392"/>
                  </a:lnTo>
                  <a:lnTo>
                    <a:pt x="859" y="390"/>
                  </a:lnTo>
                  <a:lnTo>
                    <a:pt x="858" y="388"/>
                  </a:lnTo>
                  <a:lnTo>
                    <a:pt x="859" y="386"/>
                  </a:lnTo>
                  <a:lnTo>
                    <a:pt x="858" y="383"/>
                  </a:lnTo>
                  <a:lnTo>
                    <a:pt x="858" y="381"/>
                  </a:lnTo>
                  <a:lnTo>
                    <a:pt x="858" y="378"/>
                  </a:lnTo>
                  <a:lnTo>
                    <a:pt x="859" y="376"/>
                  </a:lnTo>
                  <a:lnTo>
                    <a:pt x="862" y="374"/>
                  </a:lnTo>
                  <a:lnTo>
                    <a:pt x="864" y="373"/>
                  </a:lnTo>
                  <a:lnTo>
                    <a:pt x="865" y="371"/>
                  </a:lnTo>
                  <a:lnTo>
                    <a:pt x="865" y="368"/>
                  </a:lnTo>
                  <a:lnTo>
                    <a:pt x="864" y="365"/>
                  </a:lnTo>
                  <a:lnTo>
                    <a:pt x="863" y="361"/>
                  </a:lnTo>
                  <a:lnTo>
                    <a:pt x="864" y="359"/>
                  </a:lnTo>
                  <a:lnTo>
                    <a:pt x="866" y="357"/>
                  </a:lnTo>
                  <a:lnTo>
                    <a:pt x="867" y="356"/>
                  </a:lnTo>
                  <a:lnTo>
                    <a:pt x="869" y="355"/>
                  </a:lnTo>
                  <a:lnTo>
                    <a:pt x="871" y="354"/>
                  </a:lnTo>
                  <a:lnTo>
                    <a:pt x="873" y="354"/>
                  </a:lnTo>
                  <a:lnTo>
                    <a:pt x="875" y="355"/>
                  </a:lnTo>
                  <a:lnTo>
                    <a:pt x="876" y="355"/>
                  </a:lnTo>
                  <a:lnTo>
                    <a:pt x="878" y="355"/>
                  </a:lnTo>
                  <a:lnTo>
                    <a:pt x="879" y="353"/>
                  </a:lnTo>
                  <a:lnTo>
                    <a:pt x="881" y="352"/>
                  </a:lnTo>
                  <a:lnTo>
                    <a:pt x="882" y="352"/>
                  </a:lnTo>
                  <a:lnTo>
                    <a:pt x="884" y="354"/>
                  </a:lnTo>
                  <a:lnTo>
                    <a:pt x="885" y="356"/>
                  </a:lnTo>
                  <a:lnTo>
                    <a:pt x="887" y="355"/>
                  </a:lnTo>
                  <a:lnTo>
                    <a:pt x="889" y="354"/>
                  </a:lnTo>
                  <a:lnTo>
                    <a:pt x="892" y="353"/>
                  </a:lnTo>
                  <a:lnTo>
                    <a:pt x="894" y="355"/>
                  </a:lnTo>
                  <a:lnTo>
                    <a:pt x="895" y="357"/>
                  </a:lnTo>
                  <a:lnTo>
                    <a:pt x="895" y="361"/>
                  </a:lnTo>
                  <a:lnTo>
                    <a:pt x="895" y="364"/>
                  </a:lnTo>
                  <a:lnTo>
                    <a:pt x="896" y="366"/>
                  </a:lnTo>
                  <a:lnTo>
                    <a:pt x="896" y="368"/>
                  </a:lnTo>
                  <a:lnTo>
                    <a:pt x="897" y="370"/>
                  </a:lnTo>
                  <a:lnTo>
                    <a:pt x="897" y="372"/>
                  </a:lnTo>
                  <a:lnTo>
                    <a:pt x="899" y="374"/>
                  </a:lnTo>
                  <a:lnTo>
                    <a:pt x="902" y="376"/>
                  </a:lnTo>
                  <a:close/>
                </a:path>
              </a:pathLst>
            </a:custGeom>
            <a:solidFill>
              <a:srgbClr val="86D1BC">
                <a:alpha val="24000"/>
              </a:srgbClr>
            </a:solidFill>
            <a:ln>
              <a:noFill/>
            </a:ln>
          </p:spPr>
          <p:txBody>
            <a:bodyPr anchor="ctr"/>
            <a:lstStyle/>
            <a:p>
              <a:pPr algn="ctr">
                <a:buNone/>
              </a:pPr>
            </a:p>
          </p:txBody>
        </p:sp>
        <p:sp>
          <p:nvSpPr>
            <p:cNvPr id="7688" name="addition:spatial:177">
              <a:extLst>
                <a:ext uri="{FF2B5EF4-FFF2-40B4-BE49-F238E27FC236}">
                  <ns2:creationId id="{98EE6D96-7061-4789-9AA1-F058DF37A76E}"/>
                </a:ext>
              </a:extLst>
            </p:cNvPr>
            <p:cNvSpPr>
              <a:spLocks noGrp="1"/>
            </p:cNvSpPr>
            <p:nvPr/>
          </p:nvSpPr>
          <p:spPr>
            <a:xfrm>
              <a:off x="5648325" y="1666875"/>
              <a:ext cx="1101806" cy="702031"/>
            </a:xfrm>
            <a:custGeom>
              <a:rect l="l" t="t" r="r" b="b"/>
              <a:pathLst>
                <a:path w="831" h="415">
                  <a:moveTo>
                    <a:pt x="0" y="0"/>
                  </a:moveTo>
                  <a:moveTo>
                    <a:pt x="827" y="392"/>
                  </a:moveTo>
                  <a:lnTo>
                    <a:pt x="825" y="394"/>
                  </a:lnTo>
                  <a:lnTo>
                    <a:pt x="824" y="395"/>
                  </a:lnTo>
                  <a:lnTo>
                    <a:pt x="824" y="397"/>
                  </a:lnTo>
                  <a:lnTo>
                    <a:pt x="824" y="399"/>
                  </a:lnTo>
                  <a:lnTo>
                    <a:pt x="824" y="401"/>
                  </a:lnTo>
                  <a:lnTo>
                    <a:pt x="824" y="404"/>
                  </a:lnTo>
                  <a:lnTo>
                    <a:pt x="824" y="406"/>
                  </a:lnTo>
                  <a:lnTo>
                    <a:pt x="824" y="409"/>
                  </a:lnTo>
                  <a:lnTo>
                    <a:pt x="823" y="411"/>
                  </a:lnTo>
                  <a:lnTo>
                    <a:pt x="821" y="412"/>
                  </a:lnTo>
                  <a:lnTo>
                    <a:pt x="818" y="411"/>
                  </a:lnTo>
                  <a:lnTo>
                    <a:pt x="816" y="411"/>
                  </a:lnTo>
                  <a:lnTo>
                    <a:pt x="814" y="411"/>
                  </a:lnTo>
                  <a:lnTo>
                    <a:pt x="813" y="413"/>
                  </a:lnTo>
                  <a:lnTo>
                    <a:pt x="812" y="414"/>
                  </a:lnTo>
                  <a:lnTo>
                    <a:pt x="810" y="415"/>
                  </a:lnTo>
                  <a:lnTo>
                    <a:pt x="808" y="414"/>
                  </a:lnTo>
                  <a:lnTo>
                    <a:pt x="807" y="413"/>
                  </a:lnTo>
                  <a:lnTo>
                    <a:pt x="805" y="412"/>
                  </a:lnTo>
                  <a:lnTo>
                    <a:pt x="803" y="413"/>
                  </a:lnTo>
                  <a:lnTo>
                    <a:pt x="801" y="414"/>
                  </a:lnTo>
                  <a:lnTo>
                    <a:pt x="799" y="415"/>
                  </a:lnTo>
                  <a:lnTo>
                    <a:pt x="797" y="414"/>
                  </a:lnTo>
                  <a:lnTo>
                    <a:pt x="795" y="413"/>
                  </a:lnTo>
                  <a:lnTo>
                    <a:pt x="793" y="412"/>
                  </a:lnTo>
                  <a:lnTo>
                    <a:pt x="791" y="410"/>
                  </a:lnTo>
                  <a:lnTo>
                    <a:pt x="790" y="408"/>
                  </a:lnTo>
                  <a:lnTo>
                    <a:pt x="790" y="405"/>
                  </a:lnTo>
                  <a:lnTo>
                    <a:pt x="791" y="402"/>
                  </a:lnTo>
                  <a:lnTo>
                    <a:pt x="791" y="400"/>
                  </a:lnTo>
                  <a:lnTo>
                    <a:pt x="789" y="399"/>
                  </a:lnTo>
                  <a:lnTo>
                    <a:pt x="786" y="398"/>
                  </a:lnTo>
                  <a:lnTo>
                    <a:pt x="783" y="396"/>
                  </a:lnTo>
                  <a:lnTo>
                    <a:pt x="782" y="394"/>
                  </a:lnTo>
                  <a:lnTo>
                    <a:pt x="782" y="392"/>
                  </a:lnTo>
                  <a:lnTo>
                    <a:pt x="783" y="390"/>
                  </a:lnTo>
                  <a:lnTo>
                    <a:pt x="783" y="388"/>
                  </a:lnTo>
                  <a:lnTo>
                    <a:pt x="782" y="385"/>
                  </a:lnTo>
                  <a:lnTo>
                    <a:pt x="783" y="383"/>
                  </a:lnTo>
                  <a:lnTo>
                    <a:pt x="784" y="382"/>
                  </a:lnTo>
                  <a:lnTo>
                    <a:pt x="786" y="380"/>
                  </a:lnTo>
                  <a:lnTo>
                    <a:pt x="787" y="379"/>
                  </a:lnTo>
                  <a:lnTo>
                    <a:pt x="788" y="377"/>
                  </a:lnTo>
                  <a:lnTo>
                    <a:pt x="790" y="376"/>
                  </a:lnTo>
                  <a:lnTo>
                    <a:pt x="792" y="375"/>
                  </a:lnTo>
                  <a:lnTo>
                    <a:pt x="794" y="375"/>
                  </a:lnTo>
                  <a:lnTo>
                    <a:pt x="797" y="374"/>
                  </a:lnTo>
                  <a:lnTo>
                    <a:pt x="798" y="373"/>
                  </a:lnTo>
                  <a:lnTo>
                    <a:pt x="799" y="369"/>
                  </a:lnTo>
                  <a:lnTo>
                    <a:pt x="801" y="366"/>
                  </a:lnTo>
                  <a:lnTo>
                    <a:pt x="803" y="365"/>
                  </a:lnTo>
                  <a:lnTo>
                    <a:pt x="806" y="366"/>
                  </a:lnTo>
                  <a:lnTo>
                    <a:pt x="809" y="368"/>
                  </a:lnTo>
                  <a:lnTo>
                    <a:pt x="811" y="370"/>
                  </a:lnTo>
                  <a:lnTo>
                    <a:pt x="813" y="371"/>
                  </a:lnTo>
                  <a:lnTo>
                    <a:pt x="815" y="371"/>
                  </a:lnTo>
                  <a:lnTo>
                    <a:pt x="816" y="372"/>
                  </a:lnTo>
                  <a:lnTo>
                    <a:pt x="818" y="373"/>
                  </a:lnTo>
                  <a:lnTo>
                    <a:pt x="820" y="374"/>
                  </a:lnTo>
                  <a:lnTo>
                    <a:pt x="822" y="375"/>
                  </a:lnTo>
                  <a:lnTo>
                    <a:pt x="824" y="375"/>
                  </a:lnTo>
                  <a:lnTo>
                    <a:pt x="826" y="376"/>
                  </a:lnTo>
                  <a:lnTo>
                    <a:pt x="827" y="378"/>
                  </a:lnTo>
                  <a:lnTo>
                    <a:pt x="827" y="380"/>
                  </a:lnTo>
                  <a:lnTo>
                    <a:pt x="827" y="382"/>
                  </a:lnTo>
                  <a:lnTo>
                    <a:pt x="828" y="384"/>
                  </a:lnTo>
                  <a:lnTo>
                    <a:pt x="830" y="385"/>
                  </a:lnTo>
                  <a:lnTo>
                    <a:pt x="831" y="387"/>
                  </a:lnTo>
                  <a:lnTo>
                    <a:pt x="830" y="390"/>
                  </a:lnTo>
                  <a:close/>
                </a:path>
              </a:pathLst>
            </a:custGeom>
            <a:solidFill>
              <a:srgbClr val="86D1BC">
                <a:alpha val="24000"/>
              </a:srgbClr>
            </a:solidFill>
            <a:ln>
              <a:noFill/>
            </a:ln>
          </p:spPr>
          <p:txBody>
            <a:bodyPr anchor="ctr"/>
            <a:lstStyle/>
            <a:p>
              <a:pPr algn="ctr">
                <a:buNone/>
              </a:pPr>
            </a:p>
          </p:txBody>
        </p:sp>
        <p:sp>
          <p:nvSpPr>
            <p:cNvPr id="7689" name="addition:spatial:178">
              <a:extLst>
                <a:ext uri="{FF2B5EF4-FFF2-40B4-BE49-F238E27FC236}">
                  <ns2:creationId id="{14AE7EE5-9B34-4505-B8DE-FFF411F6C407}"/>
                </a:ext>
              </a:extLst>
            </p:cNvPr>
            <p:cNvSpPr>
              <a:spLocks noGrp="1"/>
            </p:cNvSpPr>
            <p:nvPr/>
          </p:nvSpPr>
          <p:spPr>
            <a:xfrm>
              <a:off x="5648325" y="1666875"/>
              <a:ext cx="1016950" cy="664815"/>
            </a:xfrm>
            <a:custGeom>
              <a:rect l="l" t="t" r="r" b="b"/>
              <a:pathLst>
                <a:path w="767" h="393">
                  <a:moveTo>
                    <a:pt x="0" y="0"/>
                  </a:moveTo>
                  <a:moveTo>
                    <a:pt x="767" y="368"/>
                  </a:moveTo>
                  <a:lnTo>
                    <a:pt x="766" y="370"/>
                  </a:lnTo>
                  <a:lnTo>
                    <a:pt x="762" y="372"/>
                  </a:lnTo>
                  <a:lnTo>
                    <a:pt x="758" y="373"/>
                  </a:lnTo>
                  <a:lnTo>
                    <a:pt x="756" y="375"/>
                  </a:lnTo>
                  <a:lnTo>
                    <a:pt x="757" y="377"/>
                  </a:lnTo>
                  <a:lnTo>
                    <a:pt x="758" y="381"/>
                  </a:lnTo>
                  <a:lnTo>
                    <a:pt x="759" y="384"/>
                  </a:lnTo>
                  <a:lnTo>
                    <a:pt x="758" y="386"/>
                  </a:lnTo>
                  <a:lnTo>
                    <a:pt x="755" y="388"/>
                  </a:lnTo>
                  <a:lnTo>
                    <a:pt x="753" y="389"/>
                  </a:lnTo>
                  <a:lnTo>
                    <a:pt x="750" y="390"/>
                  </a:lnTo>
                  <a:lnTo>
                    <a:pt x="748" y="391"/>
                  </a:lnTo>
                  <a:lnTo>
                    <a:pt x="746" y="392"/>
                  </a:lnTo>
                  <a:lnTo>
                    <a:pt x="743" y="392"/>
                  </a:lnTo>
                  <a:lnTo>
                    <a:pt x="741" y="391"/>
                  </a:lnTo>
                  <a:lnTo>
                    <a:pt x="739" y="391"/>
                  </a:lnTo>
                  <a:lnTo>
                    <a:pt x="737" y="393"/>
                  </a:lnTo>
                  <a:lnTo>
                    <a:pt x="735" y="393"/>
                  </a:lnTo>
                  <a:lnTo>
                    <a:pt x="733" y="392"/>
                  </a:lnTo>
                  <a:lnTo>
                    <a:pt x="731" y="391"/>
                  </a:lnTo>
                  <a:lnTo>
                    <a:pt x="729" y="389"/>
                  </a:lnTo>
                  <a:lnTo>
                    <a:pt x="727" y="390"/>
                  </a:lnTo>
                  <a:lnTo>
                    <a:pt x="723" y="391"/>
                  </a:lnTo>
                  <a:lnTo>
                    <a:pt x="720" y="392"/>
                  </a:lnTo>
                  <a:lnTo>
                    <a:pt x="717" y="391"/>
                  </a:lnTo>
                  <a:lnTo>
                    <a:pt x="716" y="388"/>
                  </a:lnTo>
                  <a:lnTo>
                    <a:pt x="716" y="385"/>
                  </a:lnTo>
                  <a:lnTo>
                    <a:pt x="716" y="382"/>
                  </a:lnTo>
                  <a:lnTo>
                    <a:pt x="715" y="380"/>
                  </a:lnTo>
                  <a:lnTo>
                    <a:pt x="714" y="378"/>
                  </a:lnTo>
                  <a:lnTo>
                    <a:pt x="713" y="376"/>
                  </a:lnTo>
                  <a:lnTo>
                    <a:pt x="713" y="374"/>
                  </a:lnTo>
                  <a:lnTo>
                    <a:pt x="711" y="372"/>
                  </a:lnTo>
                  <a:lnTo>
                    <a:pt x="708" y="370"/>
                  </a:lnTo>
                  <a:lnTo>
                    <a:pt x="705" y="368"/>
                  </a:lnTo>
                  <a:lnTo>
                    <a:pt x="704" y="365"/>
                  </a:lnTo>
                  <a:lnTo>
                    <a:pt x="705" y="363"/>
                  </a:lnTo>
                  <a:lnTo>
                    <a:pt x="707" y="361"/>
                  </a:lnTo>
                  <a:lnTo>
                    <a:pt x="708" y="359"/>
                  </a:lnTo>
                  <a:lnTo>
                    <a:pt x="708" y="357"/>
                  </a:lnTo>
                  <a:lnTo>
                    <a:pt x="707" y="354"/>
                  </a:lnTo>
                  <a:lnTo>
                    <a:pt x="708" y="351"/>
                  </a:lnTo>
                  <a:lnTo>
                    <a:pt x="711" y="350"/>
                  </a:lnTo>
                  <a:lnTo>
                    <a:pt x="715" y="350"/>
                  </a:lnTo>
                  <a:lnTo>
                    <a:pt x="718" y="350"/>
                  </a:lnTo>
                  <a:lnTo>
                    <a:pt x="720" y="349"/>
                  </a:lnTo>
                  <a:lnTo>
                    <a:pt x="722" y="347"/>
                  </a:lnTo>
                  <a:lnTo>
                    <a:pt x="724" y="346"/>
                  </a:lnTo>
                  <a:lnTo>
                    <a:pt x="726" y="344"/>
                  </a:lnTo>
                  <a:lnTo>
                    <a:pt x="728" y="343"/>
                  </a:lnTo>
                  <a:lnTo>
                    <a:pt x="731" y="341"/>
                  </a:lnTo>
                  <a:lnTo>
                    <a:pt x="734" y="338"/>
                  </a:lnTo>
                  <a:lnTo>
                    <a:pt x="738" y="338"/>
                  </a:lnTo>
                  <a:lnTo>
                    <a:pt x="741" y="339"/>
                  </a:lnTo>
                  <a:lnTo>
                    <a:pt x="743" y="343"/>
                  </a:lnTo>
                  <a:lnTo>
                    <a:pt x="745" y="346"/>
                  </a:lnTo>
                  <a:lnTo>
                    <a:pt x="747" y="347"/>
                  </a:lnTo>
                  <a:lnTo>
                    <a:pt x="750" y="347"/>
                  </a:lnTo>
                  <a:lnTo>
                    <a:pt x="754" y="347"/>
                  </a:lnTo>
                  <a:lnTo>
                    <a:pt x="756" y="348"/>
                  </a:lnTo>
                  <a:lnTo>
                    <a:pt x="758" y="350"/>
                  </a:lnTo>
                  <a:lnTo>
                    <a:pt x="759" y="352"/>
                  </a:lnTo>
                  <a:lnTo>
                    <a:pt x="760" y="353"/>
                  </a:lnTo>
                  <a:lnTo>
                    <a:pt x="763" y="355"/>
                  </a:lnTo>
                  <a:lnTo>
                    <a:pt x="765" y="356"/>
                  </a:lnTo>
                  <a:lnTo>
                    <a:pt x="766" y="358"/>
                  </a:lnTo>
                  <a:lnTo>
                    <a:pt x="767" y="360"/>
                  </a:lnTo>
                  <a:lnTo>
                    <a:pt x="767" y="363"/>
                  </a:lnTo>
                  <a:lnTo>
                    <a:pt x="767" y="365"/>
                  </a:lnTo>
                  <a:close/>
                </a:path>
              </a:pathLst>
            </a:custGeom>
            <a:solidFill>
              <a:srgbClr val="86D1BC">
                <a:alpha val="24000"/>
              </a:srgbClr>
            </a:solidFill>
            <a:ln>
              <a:noFill/>
            </a:ln>
          </p:spPr>
          <p:txBody>
            <a:bodyPr anchor="ctr"/>
            <a:lstStyle/>
            <a:p>
              <a:pPr algn="ctr">
                <a:buNone/>
              </a:pPr>
            </a:p>
          </p:txBody>
        </p:sp>
        <p:sp>
          <p:nvSpPr>
            <p:cNvPr id="7690" name="addition:spatial:179">
              <a:extLst>
                <a:ext uri="{FF2B5EF4-FFF2-40B4-BE49-F238E27FC236}">
                  <ns2:creationId id="{19B87D93-1444-4D31-AF81-23112A35FE78}"/>
                </a:ext>
              </a:extLst>
            </p:cNvPr>
            <p:cNvSpPr>
              <a:spLocks noGrp="1"/>
            </p:cNvSpPr>
            <p:nvPr/>
          </p:nvSpPr>
          <p:spPr>
            <a:xfrm>
              <a:off x="5648325" y="1666875"/>
              <a:ext cx="993084" cy="563316"/>
            </a:xfrm>
            <a:custGeom>
              <a:rect l="l" t="t" r="r" b="b"/>
              <a:pathLst>
                <a:path w="749" h="333">
                  <a:moveTo>
                    <a:pt x="0" y="0"/>
                  </a:moveTo>
                  <a:moveTo>
                    <a:pt x="749" y="306"/>
                  </a:moveTo>
                  <a:lnTo>
                    <a:pt x="747" y="308"/>
                  </a:lnTo>
                  <a:lnTo>
                    <a:pt x="743" y="310"/>
                  </a:lnTo>
                  <a:lnTo>
                    <a:pt x="740" y="312"/>
                  </a:lnTo>
                  <a:lnTo>
                    <a:pt x="739" y="314"/>
                  </a:lnTo>
                  <a:lnTo>
                    <a:pt x="740" y="316"/>
                  </a:lnTo>
                  <a:lnTo>
                    <a:pt x="742" y="320"/>
                  </a:lnTo>
                  <a:lnTo>
                    <a:pt x="743" y="324"/>
                  </a:lnTo>
                  <a:lnTo>
                    <a:pt x="741" y="326"/>
                  </a:lnTo>
                  <a:lnTo>
                    <a:pt x="739" y="327"/>
                  </a:lnTo>
                  <a:lnTo>
                    <a:pt x="736" y="328"/>
                  </a:lnTo>
                  <a:lnTo>
                    <a:pt x="734" y="329"/>
                  </a:lnTo>
                  <a:lnTo>
                    <a:pt x="732" y="330"/>
                  </a:lnTo>
                  <a:lnTo>
                    <a:pt x="729" y="330"/>
                  </a:lnTo>
                  <a:lnTo>
                    <a:pt x="727" y="330"/>
                  </a:lnTo>
                  <a:lnTo>
                    <a:pt x="725" y="329"/>
                  </a:lnTo>
                  <a:lnTo>
                    <a:pt x="723" y="331"/>
                  </a:lnTo>
                  <a:lnTo>
                    <a:pt x="721" y="332"/>
                  </a:lnTo>
                  <a:lnTo>
                    <a:pt x="719" y="333"/>
                  </a:lnTo>
                  <a:lnTo>
                    <a:pt x="717" y="332"/>
                  </a:lnTo>
                  <a:lnTo>
                    <a:pt x="715" y="330"/>
                  </a:lnTo>
                  <a:lnTo>
                    <a:pt x="713" y="329"/>
                  </a:lnTo>
                  <a:lnTo>
                    <a:pt x="710" y="330"/>
                  </a:lnTo>
                  <a:lnTo>
                    <a:pt x="706" y="331"/>
                  </a:lnTo>
                  <a:lnTo>
                    <a:pt x="703" y="332"/>
                  </a:lnTo>
                  <a:lnTo>
                    <a:pt x="700" y="330"/>
                  </a:lnTo>
                  <a:lnTo>
                    <a:pt x="700" y="327"/>
                  </a:lnTo>
                  <a:lnTo>
                    <a:pt x="699" y="324"/>
                  </a:lnTo>
                  <a:lnTo>
                    <a:pt x="699" y="321"/>
                  </a:lnTo>
                  <a:lnTo>
                    <a:pt x="698" y="319"/>
                  </a:lnTo>
                  <a:lnTo>
                    <a:pt x="697" y="316"/>
                  </a:lnTo>
                  <a:lnTo>
                    <a:pt x="696" y="314"/>
                  </a:lnTo>
                  <a:lnTo>
                    <a:pt x="695" y="312"/>
                  </a:lnTo>
                  <a:lnTo>
                    <a:pt x="692" y="310"/>
                  </a:lnTo>
                  <a:lnTo>
                    <a:pt x="689" y="309"/>
                  </a:lnTo>
                  <a:lnTo>
                    <a:pt x="686" y="306"/>
                  </a:lnTo>
                  <a:lnTo>
                    <a:pt x="685" y="303"/>
                  </a:lnTo>
                  <a:lnTo>
                    <a:pt x="687" y="301"/>
                  </a:lnTo>
                  <a:lnTo>
                    <a:pt x="689" y="299"/>
                  </a:lnTo>
                  <a:lnTo>
                    <a:pt x="691" y="297"/>
                  </a:lnTo>
                  <a:lnTo>
                    <a:pt x="691" y="294"/>
                  </a:lnTo>
                  <a:lnTo>
                    <a:pt x="691" y="292"/>
                  </a:lnTo>
                  <a:lnTo>
                    <a:pt x="692" y="289"/>
                  </a:lnTo>
                  <a:lnTo>
                    <a:pt x="695" y="288"/>
                  </a:lnTo>
                  <a:lnTo>
                    <a:pt x="698" y="288"/>
                  </a:lnTo>
                  <a:lnTo>
                    <a:pt x="701" y="287"/>
                  </a:lnTo>
                  <a:lnTo>
                    <a:pt x="703" y="286"/>
                  </a:lnTo>
                  <a:lnTo>
                    <a:pt x="705" y="284"/>
                  </a:lnTo>
                  <a:lnTo>
                    <a:pt x="707" y="282"/>
                  </a:lnTo>
                  <a:lnTo>
                    <a:pt x="710" y="281"/>
                  </a:lnTo>
                  <a:lnTo>
                    <a:pt x="712" y="279"/>
                  </a:lnTo>
                  <a:lnTo>
                    <a:pt x="715" y="277"/>
                  </a:lnTo>
                  <a:lnTo>
                    <a:pt x="718" y="275"/>
                  </a:lnTo>
                  <a:lnTo>
                    <a:pt x="722" y="275"/>
                  </a:lnTo>
                  <a:lnTo>
                    <a:pt x="725" y="277"/>
                  </a:lnTo>
                  <a:lnTo>
                    <a:pt x="727" y="281"/>
                  </a:lnTo>
                  <a:lnTo>
                    <a:pt x="729" y="284"/>
                  </a:lnTo>
                  <a:lnTo>
                    <a:pt x="731" y="285"/>
                  </a:lnTo>
                  <a:lnTo>
                    <a:pt x="734" y="285"/>
                  </a:lnTo>
                  <a:lnTo>
                    <a:pt x="737" y="284"/>
                  </a:lnTo>
                  <a:lnTo>
                    <a:pt x="739" y="285"/>
                  </a:lnTo>
                  <a:lnTo>
                    <a:pt x="741" y="287"/>
                  </a:lnTo>
                  <a:lnTo>
                    <a:pt x="742" y="289"/>
                  </a:lnTo>
                  <a:lnTo>
                    <a:pt x="744" y="290"/>
                  </a:lnTo>
                  <a:lnTo>
                    <a:pt x="746" y="292"/>
                  </a:lnTo>
                  <a:lnTo>
                    <a:pt x="748" y="294"/>
                  </a:lnTo>
                  <a:lnTo>
                    <a:pt x="748" y="296"/>
                  </a:lnTo>
                  <a:lnTo>
                    <a:pt x="748" y="299"/>
                  </a:lnTo>
                  <a:lnTo>
                    <a:pt x="748" y="301"/>
                  </a:lnTo>
                  <a:lnTo>
                    <a:pt x="749" y="303"/>
                  </a:lnTo>
                  <a:close/>
                </a:path>
              </a:pathLst>
            </a:custGeom>
            <a:solidFill>
              <a:srgbClr val="86D1BC">
                <a:alpha val="24000"/>
              </a:srgbClr>
            </a:solidFill>
            <a:ln>
              <a:noFill/>
            </a:ln>
          </p:spPr>
          <p:txBody>
            <a:bodyPr anchor="ctr"/>
            <a:lstStyle/>
            <a:p>
              <a:pPr algn="ctr">
                <a:buNone/>
              </a:pPr>
            </a:p>
          </p:txBody>
        </p:sp>
        <p:sp>
          <p:nvSpPr>
            <p:cNvPr id="7691" name="addition:spatial:180">
              <a:extLst>
                <a:ext uri="{FF2B5EF4-FFF2-40B4-BE49-F238E27FC236}">
                  <ns2:creationId id="{411E91A0-544D-4455-9CB5-342549890EA8}"/>
                </a:ext>
              </a:extLst>
            </p:cNvPr>
            <p:cNvSpPr>
              <a:spLocks noGrp="1"/>
            </p:cNvSpPr>
            <p:nvPr/>
          </p:nvSpPr>
          <p:spPr>
            <a:xfrm>
              <a:off x="5648325" y="1666875"/>
              <a:ext cx="1030209" cy="475351"/>
            </a:xfrm>
            <a:custGeom>
              <a:rect l="l" t="t" r="r" b="b"/>
              <a:pathLst>
                <a:path w="777" h="281">
                  <a:moveTo>
                    <a:pt x="0" y="0"/>
                  </a:moveTo>
                  <a:moveTo>
                    <a:pt x="776" y="251"/>
                  </a:moveTo>
                  <a:lnTo>
                    <a:pt x="776" y="253"/>
                  </a:lnTo>
                  <a:lnTo>
                    <a:pt x="776" y="256"/>
                  </a:lnTo>
                  <a:lnTo>
                    <a:pt x="776" y="258"/>
                  </a:lnTo>
                  <a:lnTo>
                    <a:pt x="777" y="261"/>
                  </a:lnTo>
                  <a:lnTo>
                    <a:pt x="777" y="263"/>
                  </a:lnTo>
                  <a:lnTo>
                    <a:pt x="775" y="265"/>
                  </a:lnTo>
                  <a:lnTo>
                    <a:pt x="774" y="267"/>
                  </a:lnTo>
                  <a:lnTo>
                    <a:pt x="773" y="268"/>
                  </a:lnTo>
                  <a:lnTo>
                    <a:pt x="771" y="270"/>
                  </a:lnTo>
                  <a:lnTo>
                    <a:pt x="770" y="271"/>
                  </a:lnTo>
                  <a:lnTo>
                    <a:pt x="767" y="271"/>
                  </a:lnTo>
                  <a:lnTo>
                    <a:pt x="764" y="270"/>
                  </a:lnTo>
                  <a:lnTo>
                    <a:pt x="762" y="271"/>
                  </a:lnTo>
                  <a:lnTo>
                    <a:pt x="761" y="273"/>
                  </a:lnTo>
                  <a:lnTo>
                    <a:pt x="760" y="277"/>
                  </a:lnTo>
                  <a:lnTo>
                    <a:pt x="758" y="280"/>
                  </a:lnTo>
                  <a:lnTo>
                    <a:pt x="755" y="281"/>
                  </a:lnTo>
                  <a:lnTo>
                    <a:pt x="753" y="280"/>
                  </a:lnTo>
                  <a:lnTo>
                    <a:pt x="750" y="278"/>
                  </a:lnTo>
                  <a:lnTo>
                    <a:pt x="748" y="277"/>
                  </a:lnTo>
                  <a:lnTo>
                    <a:pt x="746" y="276"/>
                  </a:lnTo>
                  <a:lnTo>
                    <a:pt x="744" y="274"/>
                  </a:lnTo>
                  <a:lnTo>
                    <a:pt x="742" y="273"/>
                  </a:lnTo>
                  <a:lnTo>
                    <a:pt x="741" y="271"/>
                  </a:lnTo>
                  <a:lnTo>
                    <a:pt x="739" y="270"/>
                  </a:lnTo>
                  <a:lnTo>
                    <a:pt x="736" y="269"/>
                  </a:lnTo>
                  <a:lnTo>
                    <a:pt x="734" y="268"/>
                  </a:lnTo>
                  <a:lnTo>
                    <a:pt x="732" y="267"/>
                  </a:lnTo>
                  <a:lnTo>
                    <a:pt x="732" y="264"/>
                  </a:lnTo>
                  <a:lnTo>
                    <a:pt x="732" y="262"/>
                  </a:lnTo>
                  <a:lnTo>
                    <a:pt x="731" y="260"/>
                  </a:lnTo>
                  <a:lnTo>
                    <a:pt x="728" y="258"/>
                  </a:lnTo>
                  <a:lnTo>
                    <a:pt x="726" y="256"/>
                  </a:lnTo>
                  <a:lnTo>
                    <a:pt x="725" y="254"/>
                  </a:lnTo>
                  <a:lnTo>
                    <a:pt x="727" y="251"/>
                  </a:lnTo>
                  <a:lnTo>
                    <a:pt x="730" y="249"/>
                  </a:lnTo>
                  <a:lnTo>
                    <a:pt x="733" y="247"/>
                  </a:lnTo>
                  <a:lnTo>
                    <a:pt x="734" y="245"/>
                  </a:lnTo>
                  <a:lnTo>
                    <a:pt x="735" y="243"/>
                  </a:lnTo>
                  <a:lnTo>
                    <a:pt x="735" y="241"/>
                  </a:lnTo>
                  <a:lnTo>
                    <a:pt x="736" y="239"/>
                  </a:lnTo>
                  <a:lnTo>
                    <a:pt x="737" y="237"/>
                  </a:lnTo>
                  <a:lnTo>
                    <a:pt x="737" y="234"/>
                  </a:lnTo>
                  <a:lnTo>
                    <a:pt x="737" y="230"/>
                  </a:lnTo>
                  <a:lnTo>
                    <a:pt x="739" y="228"/>
                  </a:lnTo>
                  <a:lnTo>
                    <a:pt x="741" y="227"/>
                  </a:lnTo>
                  <a:lnTo>
                    <a:pt x="744" y="228"/>
                  </a:lnTo>
                  <a:lnTo>
                    <a:pt x="746" y="228"/>
                  </a:lnTo>
                  <a:lnTo>
                    <a:pt x="748" y="228"/>
                  </a:lnTo>
                  <a:lnTo>
                    <a:pt x="750" y="226"/>
                  </a:lnTo>
                  <a:lnTo>
                    <a:pt x="751" y="224"/>
                  </a:lnTo>
                  <a:lnTo>
                    <a:pt x="753" y="225"/>
                  </a:lnTo>
                  <a:lnTo>
                    <a:pt x="755" y="227"/>
                  </a:lnTo>
                  <a:lnTo>
                    <a:pt x="756" y="229"/>
                  </a:lnTo>
                  <a:lnTo>
                    <a:pt x="758" y="229"/>
                  </a:lnTo>
                  <a:lnTo>
                    <a:pt x="760" y="228"/>
                  </a:lnTo>
                  <a:lnTo>
                    <a:pt x="762" y="228"/>
                  </a:lnTo>
                  <a:lnTo>
                    <a:pt x="764" y="228"/>
                  </a:lnTo>
                  <a:lnTo>
                    <a:pt x="765" y="228"/>
                  </a:lnTo>
                  <a:lnTo>
                    <a:pt x="768" y="229"/>
                  </a:lnTo>
                  <a:lnTo>
                    <a:pt x="770" y="230"/>
                  </a:lnTo>
                  <a:lnTo>
                    <a:pt x="772" y="232"/>
                  </a:lnTo>
                  <a:lnTo>
                    <a:pt x="772" y="235"/>
                  </a:lnTo>
                  <a:lnTo>
                    <a:pt x="771" y="238"/>
                  </a:lnTo>
                  <a:lnTo>
                    <a:pt x="769" y="241"/>
                  </a:lnTo>
                  <a:lnTo>
                    <a:pt x="769" y="244"/>
                  </a:lnTo>
                  <a:lnTo>
                    <a:pt x="771" y="245"/>
                  </a:lnTo>
                  <a:lnTo>
                    <a:pt x="774" y="247"/>
                  </a:lnTo>
                  <a:lnTo>
                    <a:pt x="776" y="249"/>
                  </a:lnTo>
                  <a:close/>
                </a:path>
              </a:pathLst>
            </a:custGeom>
            <a:solidFill>
              <a:srgbClr val="86D1BC">
                <a:alpha val="24000"/>
              </a:srgbClr>
            </a:solidFill>
            <a:ln>
              <a:noFill/>
            </a:ln>
          </p:spPr>
          <p:txBody>
            <a:bodyPr anchor="ctr"/>
            <a:lstStyle/>
            <a:p>
              <a:pPr algn="ctr">
                <a:buNone/>
              </a:pPr>
            </a:p>
          </p:txBody>
        </p:sp>
        <p:sp>
          <p:nvSpPr>
            <p:cNvPr id="7692" name="addition:spatial:181">
              <a:extLst>
                <a:ext uri="{FF2B5EF4-FFF2-40B4-BE49-F238E27FC236}">
                  <ns2:creationId id="{75FC5B9E-D0F4-41E7-85B2-34EDA6A01035}"/>
                </a:ext>
              </a:extLst>
            </p:cNvPr>
            <p:cNvSpPr>
              <a:spLocks noGrp="1"/>
            </p:cNvSpPr>
            <p:nvPr/>
          </p:nvSpPr>
          <p:spPr>
            <a:xfrm>
              <a:off x="5648325" y="1666875"/>
              <a:ext cx="1134953" cy="431368"/>
            </a:xfrm>
            <a:custGeom>
              <a:rect l="l" t="t" r="r" b="b"/>
              <a:pathLst>
                <a:path w="856" h="255">
                  <a:moveTo>
                    <a:pt x="0" y="0"/>
                  </a:moveTo>
                  <a:moveTo>
                    <a:pt x="853" y="226"/>
                  </a:moveTo>
                  <a:lnTo>
                    <a:pt x="853" y="228"/>
                  </a:lnTo>
                  <a:lnTo>
                    <a:pt x="855" y="230"/>
                  </a:lnTo>
                  <a:lnTo>
                    <a:pt x="856" y="233"/>
                  </a:lnTo>
                  <a:lnTo>
                    <a:pt x="855" y="235"/>
                  </a:lnTo>
                  <a:lnTo>
                    <a:pt x="854" y="237"/>
                  </a:lnTo>
                  <a:lnTo>
                    <a:pt x="853" y="240"/>
                  </a:lnTo>
                  <a:lnTo>
                    <a:pt x="853" y="242"/>
                  </a:lnTo>
                  <a:lnTo>
                    <a:pt x="853" y="245"/>
                  </a:lnTo>
                  <a:lnTo>
                    <a:pt x="851" y="247"/>
                  </a:lnTo>
                  <a:lnTo>
                    <a:pt x="848" y="247"/>
                  </a:lnTo>
                  <a:lnTo>
                    <a:pt x="843" y="246"/>
                  </a:lnTo>
                  <a:lnTo>
                    <a:pt x="840" y="245"/>
                  </a:lnTo>
                  <a:lnTo>
                    <a:pt x="839" y="246"/>
                  </a:lnTo>
                  <a:lnTo>
                    <a:pt x="837" y="249"/>
                  </a:lnTo>
                  <a:lnTo>
                    <a:pt x="836" y="252"/>
                  </a:lnTo>
                  <a:lnTo>
                    <a:pt x="833" y="254"/>
                  </a:lnTo>
                  <a:lnTo>
                    <a:pt x="830" y="254"/>
                  </a:lnTo>
                  <a:lnTo>
                    <a:pt x="827" y="254"/>
                  </a:lnTo>
                  <a:lnTo>
                    <a:pt x="824" y="255"/>
                  </a:lnTo>
                  <a:lnTo>
                    <a:pt x="821" y="254"/>
                  </a:lnTo>
                  <a:lnTo>
                    <a:pt x="818" y="253"/>
                  </a:lnTo>
                  <a:lnTo>
                    <a:pt x="816" y="250"/>
                  </a:lnTo>
                  <a:lnTo>
                    <a:pt x="814" y="247"/>
                  </a:lnTo>
                  <a:lnTo>
                    <a:pt x="811" y="246"/>
                  </a:lnTo>
                  <a:lnTo>
                    <a:pt x="808" y="246"/>
                  </a:lnTo>
                  <a:lnTo>
                    <a:pt x="805" y="245"/>
                  </a:lnTo>
                  <a:lnTo>
                    <a:pt x="803" y="243"/>
                  </a:lnTo>
                  <a:lnTo>
                    <a:pt x="802" y="240"/>
                  </a:lnTo>
                  <a:lnTo>
                    <a:pt x="802" y="238"/>
                  </a:lnTo>
                  <a:lnTo>
                    <a:pt x="801" y="236"/>
                  </a:lnTo>
                  <a:lnTo>
                    <a:pt x="797" y="235"/>
                  </a:lnTo>
                  <a:lnTo>
                    <a:pt x="794" y="233"/>
                  </a:lnTo>
                  <a:lnTo>
                    <a:pt x="791" y="231"/>
                  </a:lnTo>
                  <a:lnTo>
                    <a:pt x="791" y="228"/>
                  </a:lnTo>
                  <a:lnTo>
                    <a:pt x="793" y="226"/>
                  </a:lnTo>
                  <a:lnTo>
                    <a:pt x="794" y="223"/>
                  </a:lnTo>
                  <a:lnTo>
                    <a:pt x="796" y="221"/>
                  </a:lnTo>
                  <a:lnTo>
                    <a:pt x="798" y="219"/>
                  </a:lnTo>
                  <a:lnTo>
                    <a:pt x="801" y="217"/>
                  </a:lnTo>
                  <a:lnTo>
                    <a:pt x="804" y="216"/>
                  </a:lnTo>
                  <a:lnTo>
                    <a:pt x="806" y="214"/>
                  </a:lnTo>
                  <a:lnTo>
                    <a:pt x="805" y="211"/>
                  </a:lnTo>
                  <a:lnTo>
                    <a:pt x="805" y="207"/>
                  </a:lnTo>
                  <a:lnTo>
                    <a:pt x="806" y="204"/>
                  </a:lnTo>
                  <a:lnTo>
                    <a:pt x="808" y="203"/>
                  </a:lnTo>
                  <a:lnTo>
                    <a:pt x="812" y="202"/>
                  </a:lnTo>
                  <a:lnTo>
                    <a:pt x="815" y="202"/>
                  </a:lnTo>
                  <a:lnTo>
                    <a:pt x="818" y="201"/>
                  </a:lnTo>
                  <a:lnTo>
                    <a:pt x="820" y="199"/>
                  </a:lnTo>
                  <a:lnTo>
                    <a:pt x="822" y="197"/>
                  </a:lnTo>
                  <a:lnTo>
                    <a:pt x="825" y="197"/>
                  </a:lnTo>
                  <a:lnTo>
                    <a:pt x="828" y="199"/>
                  </a:lnTo>
                  <a:lnTo>
                    <a:pt x="830" y="200"/>
                  </a:lnTo>
                  <a:lnTo>
                    <a:pt x="832" y="201"/>
                  </a:lnTo>
                  <a:lnTo>
                    <a:pt x="834" y="201"/>
                  </a:lnTo>
                  <a:lnTo>
                    <a:pt x="836" y="202"/>
                  </a:lnTo>
                  <a:lnTo>
                    <a:pt x="838" y="203"/>
                  </a:lnTo>
                  <a:lnTo>
                    <a:pt x="840" y="204"/>
                  </a:lnTo>
                  <a:lnTo>
                    <a:pt x="842" y="203"/>
                  </a:lnTo>
                  <a:lnTo>
                    <a:pt x="846" y="202"/>
                  </a:lnTo>
                  <a:lnTo>
                    <a:pt x="850" y="202"/>
                  </a:lnTo>
                  <a:lnTo>
                    <a:pt x="852" y="205"/>
                  </a:lnTo>
                  <a:lnTo>
                    <a:pt x="851" y="208"/>
                  </a:lnTo>
                  <a:lnTo>
                    <a:pt x="849" y="212"/>
                  </a:lnTo>
                  <a:lnTo>
                    <a:pt x="848" y="215"/>
                  </a:lnTo>
                  <a:lnTo>
                    <a:pt x="850" y="217"/>
                  </a:lnTo>
                  <a:lnTo>
                    <a:pt x="852" y="219"/>
                  </a:lnTo>
                  <a:lnTo>
                    <a:pt x="853" y="221"/>
                  </a:lnTo>
                  <a:lnTo>
                    <a:pt x="853" y="223"/>
                  </a:lnTo>
                  <a:close/>
                </a:path>
              </a:pathLst>
            </a:custGeom>
            <a:solidFill>
              <a:srgbClr val="86D1BC">
                <a:alpha val="24000"/>
              </a:srgbClr>
            </a:solidFill>
            <a:ln>
              <a:noFill/>
            </a:ln>
          </p:spPr>
          <p:txBody>
            <a:bodyPr anchor="ctr"/>
            <a:lstStyle/>
            <a:p>
              <a:pPr algn="ctr">
                <a:buNone/>
              </a:pPr>
            </a:p>
          </p:txBody>
        </p:sp>
        <p:sp>
          <p:nvSpPr>
            <p:cNvPr id="7693" name="addition:spatial:182">
              <a:extLst>
                <a:ext uri="{FF2B5EF4-FFF2-40B4-BE49-F238E27FC236}">
                  <ns2:creationId id="{ADDF6FF6-C341-4143-9813-31339FF5ECF5}"/>
                </a:ext>
              </a:extLst>
            </p:cNvPr>
            <p:cNvSpPr>
              <a:spLocks noGrp="1"/>
            </p:cNvSpPr>
            <p:nvPr/>
          </p:nvSpPr>
          <p:spPr>
            <a:xfrm>
              <a:off x="5648325" y="1666875"/>
              <a:ext cx="1222461" cy="483809"/>
            </a:xfrm>
            <a:custGeom>
              <a:rect l="l" t="t" r="r" b="b"/>
              <a:pathLst>
                <a:path w="922" h="286">
                  <a:moveTo>
                    <a:pt x="0" y="0"/>
                  </a:moveTo>
                  <a:moveTo>
                    <a:pt x="920" y="260"/>
                  </a:moveTo>
                  <a:lnTo>
                    <a:pt x="917" y="262"/>
                  </a:lnTo>
                  <a:lnTo>
                    <a:pt x="915" y="264"/>
                  </a:lnTo>
                  <a:lnTo>
                    <a:pt x="914" y="265"/>
                  </a:lnTo>
                  <a:lnTo>
                    <a:pt x="915" y="268"/>
                  </a:lnTo>
                  <a:lnTo>
                    <a:pt x="915" y="270"/>
                  </a:lnTo>
                  <a:lnTo>
                    <a:pt x="914" y="273"/>
                  </a:lnTo>
                  <a:lnTo>
                    <a:pt x="914" y="275"/>
                  </a:lnTo>
                  <a:lnTo>
                    <a:pt x="914" y="278"/>
                  </a:lnTo>
                  <a:lnTo>
                    <a:pt x="913" y="281"/>
                  </a:lnTo>
                  <a:lnTo>
                    <a:pt x="912" y="283"/>
                  </a:lnTo>
                  <a:lnTo>
                    <a:pt x="909" y="283"/>
                  </a:lnTo>
                  <a:lnTo>
                    <a:pt x="906" y="282"/>
                  </a:lnTo>
                  <a:lnTo>
                    <a:pt x="904" y="281"/>
                  </a:lnTo>
                  <a:lnTo>
                    <a:pt x="903" y="282"/>
                  </a:lnTo>
                  <a:lnTo>
                    <a:pt x="902" y="284"/>
                  </a:lnTo>
                  <a:lnTo>
                    <a:pt x="900" y="286"/>
                  </a:lnTo>
                  <a:lnTo>
                    <a:pt x="898" y="285"/>
                  </a:lnTo>
                  <a:lnTo>
                    <a:pt x="897" y="284"/>
                  </a:lnTo>
                  <a:lnTo>
                    <a:pt x="895" y="282"/>
                  </a:lnTo>
                  <a:lnTo>
                    <a:pt x="894" y="282"/>
                  </a:lnTo>
                  <a:lnTo>
                    <a:pt x="892" y="284"/>
                  </a:lnTo>
                  <a:lnTo>
                    <a:pt x="889" y="284"/>
                  </a:lnTo>
                  <a:lnTo>
                    <a:pt x="887" y="284"/>
                  </a:lnTo>
                  <a:lnTo>
                    <a:pt x="885" y="283"/>
                  </a:lnTo>
                  <a:lnTo>
                    <a:pt x="883" y="281"/>
                  </a:lnTo>
                  <a:lnTo>
                    <a:pt x="882" y="280"/>
                  </a:lnTo>
                  <a:lnTo>
                    <a:pt x="880" y="278"/>
                  </a:lnTo>
                  <a:lnTo>
                    <a:pt x="880" y="275"/>
                  </a:lnTo>
                  <a:lnTo>
                    <a:pt x="881" y="271"/>
                  </a:lnTo>
                  <a:lnTo>
                    <a:pt x="881" y="269"/>
                  </a:lnTo>
                  <a:lnTo>
                    <a:pt x="880" y="267"/>
                  </a:lnTo>
                  <a:lnTo>
                    <a:pt x="878" y="266"/>
                  </a:lnTo>
                  <a:lnTo>
                    <a:pt x="874" y="264"/>
                  </a:lnTo>
                  <a:lnTo>
                    <a:pt x="872" y="262"/>
                  </a:lnTo>
                  <a:lnTo>
                    <a:pt x="872" y="260"/>
                  </a:lnTo>
                  <a:lnTo>
                    <a:pt x="873" y="257"/>
                  </a:lnTo>
                  <a:lnTo>
                    <a:pt x="873" y="255"/>
                  </a:lnTo>
                  <a:lnTo>
                    <a:pt x="873" y="253"/>
                  </a:lnTo>
                  <a:lnTo>
                    <a:pt x="873" y="250"/>
                  </a:lnTo>
                  <a:lnTo>
                    <a:pt x="874" y="248"/>
                  </a:lnTo>
                  <a:lnTo>
                    <a:pt x="875" y="246"/>
                  </a:lnTo>
                  <a:lnTo>
                    <a:pt x="877" y="245"/>
                  </a:lnTo>
                  <a:lnTo>
                    <a:pt x="879" y="243"/>
                  </a:lnTo>
                  <a:lnTo>
                    <a:pt x="880" y="242"/>
                  </a:lnTo>
                  <a:lnTo>
                    <a:pt x="882" y="240"/>
                  </a:lnTo>
                  <a:lnTo>
                    <a:pt x="884" y="240"/>
                  </a:lnTo>
                  <a:lnTo>
                    <a:pt x="886" y="240"/>
                  </a:lnTo>
                  <a:lnTo>
                    <a:pt x="888" y="239"/>
                  </a:lnTo>
                  <a:lnTo>
                    <a:pt x="890" y="236"/>
                  </a:lnTo>
                  <a:lnTo>
                    <a:pt x="891" y="232"/>
                  </a:lnTo>
                  <a:lnTo>
                    <a:pt x="893" y="230"/>
                  </a:lnTo>
                  <a:lnTo>
                    <a:pt x="896" y="230"/>
                  </a:lnTo>
                  <a:lnTo>
                    <a:pt x="899" y="232"/>
                  </a:lnTo>
                  <a:lnTo>
                    <a:pt x="901" y="234"/>
                  </a:lnTo>
                  <a:lnTo>
                    <a:pt x="903" y="236"/>
                  </a:lnTo>
                  <a:lnTo>
                    <a:pt x="905" y="237"/>
                  </a:lnTo>
                  <a:lnTo>
                    <a:pt x="907" y="238"/>
                  </a:lnTo>
                  <a:lnTo>
                    <a:pt x="909" y="239"/>
                  </a:lnTo>
                  <a:lnTo>
                    <a:pt x="910" y="240"/>
                  </a:lnTo>
                  <a:lnTo>
                    <a:pt x="912" y="241"/>
                  </a:lnTo>
                  <a:lnTo>
                    <a:pt x="914" y="241"/>
                  </a:lnTo>
                  <a:lnTo>
                    <a:pt x="917" y="242"/>
                  </a:lnTo>
                  <a:lnTo>
                    <a:pt x="918" y="244"/>
                  </a:lnTo>
                  <a:lnTo>
                    <a:pt x="918" y="246"/>
                  </a:lnTo>
                  <a:lnTo>
                    <a:pt x="918" y="249"/>
                  </a:lnTo>
                  <a:lnTo>
                    <a:pt x="919" y="251"/>
                  </a:lnTo>
                  <a:lnTo>
                    <a:pt x="921" y="252"/>
                  </a:lnTo>
                  <a:lnTo>
                    <a:pt x="922" y="254"/>
                  </a:lnTo>
                  <a:lnTo>
                    <a:pt x="922" y="257"/>
                  </a:lnTo>
                  <a:close/>
                </a:path>
              </a:pathLst>
            </a:custGeom>
            <a:solidFill>
              <a:srgbClr val="86D1BC">
                <a:alpha val="24000"/>
              </a:srgbClr>
            </a:solidFill>
            <a:ln>
              <a:noFill/>
            </a:ln>
          </p:spPr>
          <p:txBody>
            <a:bodyPr anchor="ctr"/>
            <a:lstStyle/>
            <a:p>
              <a:pPr algn="ctr">
                <a:buNone/>
              </a:pPr>
            </a:p>
          </p:txBody>
        </p:sp>
        <p:sp>
          <p:nvSpPr>
            <p:cNvPr id="7694" name="addition:spatial:183">
              <a:extLst>
                <a:ext uri="{FF2B5EF4-FFF2-40B4-BE49-F238E27FC236}">
                  <ns2:creationId id="{E7386AC6-7438-4295-B63F-2191C0FCDC34}"/>
                </a:ext>
              </a:extLst>
            </p:cNvPr>
            <p:cNvSpPr>
              <a:spLocks noGrp="1"/>
            </p:cNvSpPr>
            <p:nvPr/>
          </p:nvSpPr>
          <p:spPr>
            <a:xfrm>
              <a:off x="5648325" y="1666875"/>
              <a:ext cx="1689171" cy="833979"/>
            </a:xfrm>
            <a:custGeom>
              <a:rect l="l" t="t" r="r" b="b"/>
              <a:pathLst>
                <a:path w="1274" h="493">
                  <a:moveTo>
                    <a:pt x="0" y="0"/>
                  </a:moveTo>
                  <a:moveTo>
                    <a:pt x="1267" y="354"/>
                  </a:moveTo>
                  <a:lnTo>
                    <a:pt x="1255" y="367"/>
                  </a:lnTo>
                  <a:lnTo>
                    <a:pt x="1237" y="377"/>
                  </a:lnTo>
                  <a:lnTo>
                    <a:pt x="1218" y="385"/>
                  </a:lnTo>
                  <a:lnTo>
                    <a:pt x="1208" y="394"/>
                  </a:lnTo>
                  <a:lnTo>
                    <a:pt x="1212" y="407"/>
                  </a:lnTo>
                  <a:lnTo>
                    <a:pt x="1220" y="425"/>
                  </a:lnTo>
                  <a:lnTo>
                    <a:pt x="1221" y="442"/>
                  </a:lnTo>
                  <a:lnTo>
                    <a:pt x="1210" y="453"/>
                  </a:lnTo>
                  <a:lnTo>
                    <a:pt x="1193" y="458"/>
                  </a:lnTo>
                  <a:lnTo>
                    <a:pt x="1176" y="462"/>
                  </a:lnTo>
                  <a:lnTo>
                    <a:pt x="1165" y="470"/>
                  </a:lnTo>
                  <a:lnTo>
                    <a:pt x="1156" y="482"/>
                  </a:lnTo>
                  <a:lnTo>
                    <a:pt x="1145" y="491"/>
                  </a:lnTo>
                  <a:lnTo>
                    <a:pt x="1130" y="493"/>
                  </a:lnTo>
                  <a:lnTo>
                    <a:pt x="1115" y="490"/>
                  </a:lnTo>
                  <a:lnTo>
                    <a:pt x="1101" y="486"/>
                  </a:lnTo>
                  <a:lnTo>
                    <a:pt x="1089" y="485"/>
                  </a:lnTo>
                  <a:lnTo>
                    <a:pt x="1077" y="485"/>
                  </a:lnTo>
                  <a:lnTo>
                    <a:pt x="1066" y="480"/>
                  </a:lnTo>
                  <a:lnTo>
                    <a:pt x="1056" y="473"/>
                  </a:lnTo>
                  <a:lnTo>
                    <a:pt x="1046" y="469"/>
                  </a:lnTo>
                  <a:lnTo>
                    <a:pt x="1032" y="474"/>
                  </a:lnTo>
                  <a:lnTo>
                    <a:pt x="1012" y="484"/>
                  </a:lnTo>
                  <a:lnTo>
                    <a:pt x="990" y="490"/>
                  </a:lnTo>
                  <a:lnTo>
                    <a:pt x="975" y="483"/>
                  </a:lnTo>
                  <a:lnTo>
                    <a:pt x="972" y="466"/>
                  </a:lnTo>
                  <a:lnTo>
                    <a:pt x="975" y="446"/>
                  </a:lnTo>
                  <a:lnTo>
                    <a:pt x="975" y="430"/>
                  </a:lnTo>
                  <a:lnTo>
                    <a:pt x="969" y="420"/>
                  </a:lnTo>
                  <a:lnTo>
                    <a:pt x="959" y="411"/>
                  </a:lnTo>
                  <a:lnTo>
                    <a:pt x="951" y="400"/>
                  </a:lnTo>
                  <a:lnTo>
                    <a:pt x="948" y="388"/>
                  </a:lnTo>
                  <a:lnTo>
                    <a:pt x="944" y="377"/>
                  </a:lnTo>
                  <a:lnTo>
                    <a:pt x="936" y="366"/>
                  </a:lnTo>
                  <a:lnTo>
                    <a:pt x="925" y="354"/>
                  </a:lnTo>
                  <a:lnTo>
                    <a:pt x="918" y="341"/>
                  </a:lnTo>
                  <a:lnTo>
                    <a:pt x="920" y="329"/>
                  </a:lnTo>
                  <a:lnTo>
                    <a:pt x="926" y="317"/>
                  </a:lnTo>
                  <a:lnTo>
                    <a:pt x="928" y="305"/>
                  </a:lnTo>
                  <a:lnTo>
                    <a:pt x="923" y="291"/>
                  </a:lnTo>
                  <a:lnTo>
                    <a:pt x="918" y="274"/>
                  </a:lnTo>
                  <a:lnTo>
                    <a:pt x="924" y="261"/>
                  </a:lnTo>
                  <a:lnTo>
                    <a:pt x="943" y="257"/>
                  </a:lnTo>
                  <a:lnTo>
                    <a:pt x="967" y="260"/>
                  </a:lnTo>
                  <a:lnTo>
                    <a:pt x="987" y="263"/>
                  </a:lnTo>
                  <a:lnTo>
                    <a:pt x="999" y="259"/>
                  </a:lnTo>
                  <a:lnTo>
                    <a:pt x="1005" y="247"/>
                  </a:lnTo>
                  <a:lnTo>
                    <a:pt x="1013" y="232"/>
                  </a:lnTo>
                  <a:lnTo>
                    <a:pt x="1025" y="222"/>
                  </a:lnTo>
                  <a:lnTo>
                    <a:pt x="1040" y="215"/>
                  </a:lnTo>
                  <a:lnTo>
                    <a:pt x="1056" y="208"/>
                  </a:lnTo>
                  <a:lnTo>
                    <a:pt x="1074" y="201"/>
                  </a:lnTo>
                  <a:lnTo>
                    <a:pt x="1092" y="198"/>
                  </a:lnTo>
                  <a:lnTo>
                    <a:pt x="1111" y="205"/>
                  </a:lnTo>
                  <a:lnTo>
                    <a:pt x="1126" y="218"/>
                  </a:lnTo>
                  <a:lnTo>
                    <a:pt x="1139" y="232"/>
                  </a:lnTo>
                  <a:lnTo>
                    <a:pt x="1153" y="237"/>
                  </a:lnTo>
                  <a:lnTo>
                    <a:pt x="1171" y="236"/>
                  </a:lnTo>
                  <a:lnTo>
                    <a:pt x="1190" y="236"/>
                  </a:lnTo>
                  <a:lnTo>
                    <a:pt x="1203" y="244"/>
                  </a:lnTo>
                  <a:lnTo>
                    <a:pt x="1208" y="259"/>
                  </a:lnTo>
                  <a:lnTo>
                    <a:pt x="1210" y="274"/>
                  </a:lnTo>
                  <a:lnTo>
                    <a:pt x="1218" y="282"/>
                  </a:lnTo>
                  <a:lnTo>
                    <a:pt x="1235" y="287"/>
                  </a:lnTo>
                  <a:lnTo>
                    <a:pt x="1255" y="291"/>
                  </a:lnTo>
                  <a:lnTo>
                    <a:pt x="1269" y="300"/>
                  </a:lnTo>
                  <a:lnTo>
                    <a:pt x="1274" y="313"/>
                  </a:lnTo>
                  <a:lnTo>
                    <a:pt x="1273" y="327"/>
                  </a:lnTo>
                  <a:lnTo>
                    <a:pt x="1271" y="341"/>
                  </a:lnTo>
                  <a:close/>
                </a:path>
              </a:pathLst>
            </a:custGeom>
            <a:solidFill>
              <a:srgbClr val="EFD4E3">
                <a:alpha val="43000"/>
              </a:srgbClr>
            </a:solidFill>
            <a:ln>
              <a:noFill/>
            </a:ln>
          </p:spPr>
          <p:txBody>
            <a:bodyPr anchor="ctr"/>
            <a:lstStyle/>
            <a:p>
              <a:pPr algn="ctr">
                <a:buNone/>
              </a:pPr>
            </a:p>
          </p:txBody>
        </p:sp>
        <p:sp>
          <p:nvSpPr>
            <p:cNvPr id="7695" name="addition:spatial:184">
              <a:extLst>
                <a:ext uri="{FF2B5EF4-FFF2-40B4-BE49-F238E27FC236}">
                  <ns2:creationId id="{3D88671D-D008-4476-BD49-18DB613DD48C}"/>
                </a:ext>
              </a:extLst>
            </p:cNvPr>
            <p:cNvSpPr>
              <a:spLocks noGrp="1"/>
            </p:cNvSpPr>
            <p:nvPr/>
          </p:nvSpPr>
          <p:spPr>
            <a:xfrm>
              <a:off x="5648325" y="1666875"/>
              <a:ext cx="1620225" cy="842437"/>
            </a:xfrm>
            <a:custGeom>
              <a:rect l="l" t="t" r="r" b="b"/>
              <a:pathLst>
                <a:path w="1222" h="498">
                  <a:moveTo>
                    <a:pt x="0" y="0"/>
                  </a:moveTo>
                  <a:moveTo>
                    <a:pt x="1201" y="359"/>
                  </a:moveTo>
                  <a:lnTo>
                    <a:pt x="1215" y="370"/>
                  </a:lnTo>
                  <a:lnTo>
                    <a:pt x="1222" y="382"/>
                  </a:lnTo>
                  <a:lnTo>
                    <a:pt x="1217" y="392"/>
                  </a:lnTo>
                  <a:lnTo>
                    <a:pt x="1207" y="400"/>
                  </a:lnTo>
                  <a:lnTo>
                    <a:pt x="1200" y="409"/>
                  </a:lnTo>
                  <a:lnTo>
                    <a:pt x="1201" y="420"/>
                  </a:lnTo>
                  <a:lnTo>
                    <a:pt x="1204" y="434"/>
                  </a:lnTo>
                  <a:lnTo>
                    <a:pt x="1201" y="445"/>
                  </a:lnTo>
                  <a:lnTo>
                    <a:pt x="1190" y="451"/>
                  </a:lnTo>
                  <a:lnTo>
                    <a:pt x="1175" y="452"/>
                  </a:lnTo>
                  <a:lnTo>
                    <a:pt x="1162" y="453"/>
                  </a:lnTo>
                  <a:lnTo>
                    <a:pt x="1151" y="455"/>
                  </a:lnTo>
                  <a:lnTo>
                    <a:pt x="1141" y="459"/>
                  </a:lnTo>
                  <a:lnTo>
                    <a:pt x="1130" y="460"/>
                  </a:lnTo>
                  <a:lnTo>
                    <a:pt x="1119" y="460"/>
                  </a:lnTo>
                  <a:lnTo>
                    <a:pt x="1108" y="464"/>
                  </a:lnTo>
                  <a:lnTo>
                    <a:pt x="1097" y="475"/>
                  </a:lnTo>
                  <a:lnTo>
                    <a:pt x="1083" y="490"/>
                  </a:lnTo>
                  <a:lnTo>
                    <a:pt x="1066" y="498"/>
                  </a:lnTo>
                  <a:lnTo>
                    <a:pt x="1051" y="494"/>
                  </a:lnTo>
                  <a:lnTo>
                    <a:pt x="1039" y="480"/>
                  </a:lnTo>
                  <a:lnTo>
                    <a:pt x="1030" y="464"/>
                  </a:lnTo>
                  <a:lnTo>
                    <a:pt x="1021" y="455"/>
                  </a:lnTo>
                  <a:lnTo>
                    <a:pt x="1007" y="451"/>
                  </a:lnTo>
                  <a:lnTo>
                    <a:pt x="992" y="449"/>
                  </a:lnTo>
                  <a:lnTo>
                    <a:pt x="981" y="443"/>
                  </a:lnTo>
                  <a:lnTo>
                    <a:pt x="973" y="433"/>
                  </a:lnTo>
                  <a:lnTo>
                    <a:pt x="967" y="423"/>
                  </a:lnTo>
                  <a:lnTo>
                    <a:pt x="957" y="416"/>
                  </a:lnTo>
                  <a:lnTo>
                    <a:pt x="945" y="409"/>
                  </a:lnTo>
                  <a:lnTo>
                    <a:pt x="936" y="401"/>
                  </a:lnTo>
                  <a:lnTo>
                    <a:pt x="931" y="391"/>
                  </a:lnTo>
                  <a:lnTo>
                    <a:pt x="930" y="380"/>
                  </a:lnTo>
                  <a:lnTo>
                    <a:pt x="924" y="370"/>
                  </a:lnTo>
                  <a:lnTo>
                    <a:pt x="915" y="359"/>
                  </a:lnTo>
                  <a:lnTo>
                    <a:pt x="910" y="347"/>
                  </a:lnTo>
                  <a:lnTo>
                    <a:pt x="915" y="335"/>
                  </a:lnTo>
                  <a:lnTo>
                    <a:pt x="934" y="327"/>
                  </a:lnTo>
                  <a:lnTo>
                    <a:pt x="957" y="322"/>
                  </a:lnTo>
                  <a:lnTo>
                    <a:pt x="974" y="317"/>
                  </a:lnTo>
                  <a:lnTo>
                    <a:pt x="979" y="309"/>
                  </a:lnTo>
                  <a:lnTo>
                    <a:pt x="977" y="296"/>
                  </a:lnTo>
                  <a:lnTo>
                    <a:pt x="978" y="282"/>
                  </a:lnTo>
                  <a:lnTo>
                    <a:pt x="985" y="271"/>
                  </a:lnTo>
                  <a:lnTo>
                    <a:pt x="995" y="263"/>
                  </a:lnTo>
                  <a:lnTo>
                    <a:pt x="1006" y="255"/>
                  </a:lnTo>
                  <a:lnTo>
                    <a:pt x="1017" y="246"/>
                  </a:lnTo>
                  <a:lnTo>
                    <a:pt x="1030" y="240"/>
                  </a:lnTo>
                  <a:lnTo>
                    <a:pt x="1045" y="240"/>
                  </a:lnTo>
                  <a:lnTo>
                    <a:pt x="1060" y="244"/>
                  </a:lnTo>
                  <a:lnTo>
                    <a:pt x="1073" y="248"/>
                  </a:lnTo>
                  <a:lnTo>
                    <a:pt x="1085" y="246"/>
                  </a:lnTo>
                  <a:lnTo>
                    <a:pt x="1096" y="241"/>
                  </a:lnTo>
                  <a:lnTo>
                    <a:pt x="1108" y="239"/>
                  </a:lnTo>
                  <a:lnTo>
                    <a:pt x="1118" y="245"/>
                  </a:lnTo>
                  <a:lnTo>
                    <a:pt x="1125" y="257"/>
                  </a:lnTo>
                  <a:lnTo>
                    <a:pt x="1131" y="267"/>
                  </a:lnTo>
                  <a:lnTo>
                    <a:pt x="1140" y="268"/>
                  </a:lnTo>
                  <a:lnTo>
                    <a:pt x="1155" y="263"/>
                  </a:lnTo>
                  <a:lnTo>
                    <a:pt x="1173" y="259"/>
                  </a:lnTo>
                  <a:lnTo>
                    <a:pt x="1187" y="262"/>
                  </a:lnTo>
                  <a:lnTo>
                    <a:pt x="1194" y="271"/>
                  </a:lnTo>
                  <a:lnTo>
                    <a:pt x="1197" y="283"/>
                  </a:lnTo>
                  <a:lnTo>
                    <a:pt x="1200" y="295"/>
                  </a:lnTo>
                  <a:lnTo>
                    <a:pt x="1201" y="306"/>
                  </a:lnTo>
                  <a:lnTo>
                    <a:pt x="1199" y="318"/>
                  </a:lnTo>
                  <a:lnTo>
                    <a:pt x="1192" y="331"/>
                  </a:lnTo>
                  <a:lnTo>
                    <a:pt x="1186" y="341"/>
                  </a:lnTo>
                  <a:lnTo>
                    <a:pt x="1188" y="350"/>
                  </a:lnTo>
                  <a:close/>
                </a:path>
              </a:pathLst>
            </a:custGeom>
            <a:solidFill>
              <a:srgbClr val="DA9FC0">
                <a:alpha val="43000"/>
              </a:srgbClr>
            </a:solidFill>
            <a:ln>
              <a:noFill/>
            </a:ln>
          </p:spPr>
          <p:txBody>
            <a:bodyPr anchor="ctr"/>
            <a:lstStyle/>
            <a:p>
              <a:pPr algn="ctr">
                <a:buNone/>
              </a:pPr>
            </a:p>
          </p:txBody>
        </p:sp>
        <p:sp>
          <p:nvSpPr>
            <p:cNvPr id="7696" name="addition:spatial:185">
              <a:extLst>
                <a:ext uri="{FF2B5EF4-FFF2-40B4-BE49-F238E27FC236}">
                  <ns2:creationId id="{85C39FE4-7C4B-403C-BD72-390151F72A51}"/>
                </a:ext>
              </a:extLst>
            </p:cNvPr>
            <p:cNvSpPr>
              <a:spLocks noGrp="1"/>
            </p:cNvSpPr>
            <p:nvPr/>
          </p:nvSpPr>
          <p:spPr>
            <a:xfrm>
              <a:off x="5648325" y="1666875"/>
              <a:ext cx="1614922" cy="793379"/>
            </a:xfrm>
            <a:custGeom>
              <a:rect l="l" t="t" r="r" b="b"/>
              <a:pathLst>
                <a:path w="1218" h="469">
                  <a:moveTo>
                    <a:pt x="0" y="0"/>
                  </a:moveTo>
                  <a:moveTo>
                    <a:pt x="1194" y="364"/>
                  </a:moveTo>
                  <a:lnTo>
                    <a:pt x="1178" y="372"/>
                  </a:lnTo>
                  <a:lnTo>
                    <a:pt x="1170" y="379"/>
                  </a:lnTo>
                  <a:lnTo>
                    <a:pt x="1170" y="388"/>
                  </a:lnTo>
                  <a:lnTo>
                    <a:pt x="1172" y="397"/>
                  </a:lnTo>
                  <a:lnTo>
                    <a:pt x="1172" y="407"/>
                  </a:lnTo>
                  <a:lnTo>
                    <a:pt x="1168" y="416"/>
                  </a:lnTo>
                  <a:lnTo>
                    <a:pt x="1164" y="425"/>
                  </a:lnTo>
                  <a:lnTo>
                    <a:pt x="1162" y="436"/>
                  </a:lnTo>
                  <a:lnTo>
                    <a:pt x="1157" y="446"/>
                  </a:lnTo>
                  <a:lnTo>
                    <a:pt x="1147" y="452"/>
                  </a:lnTo>
                  <a:lnTo>
                    <a:pt x="1134" y="453"/>
                  </a:lnTo>
                  <a:lnTo>
                    <a:pt x="1122" y="452"/>
                  </a:lnTo>
                  <a:lnTo>
                    <a:pt x="1112" y="455"/>
                  </a:lnTo>
                  <a:lnTo>
                    <a:pt x="1105" y="462"/>
                  </a:lnTo>
                  <a:lnTo>
                    <a:pt x="1098" y="469"/>
                  </a:lnTo>
                  <a:lnTo>
                    <a:pt x="1088" y="469"/>
                  </a:lnTo>
                  <a:lnTo>
                    <a:pt x="1078" y="462"/>
                  </a:lnTo>
                  <a:lnTo>
                    <a:pt x="1069" y="453"/>
                  </a:lnTo>
                  <a:lnTo>
                    <a:pt x="1062" y="449"/>
                  </a:lnTo>
                  <a:lnTo>
                    <a:pt x="1053" y="453"/>
                  </a:lnTo>
                  <a:lnTo>
                    <a:pt x="1042" y="461"/>
                  </a:lnTo>
                  <a:lnTo>
                    <a:pt x="1029" y="465"/>
                  </a:lnTo>
                  <a:lnTo>
                    <a:pt x="1017" y="464"/>
                  </a:lnTo>
                  <a:lnTo>
                    <a:pt x="1008" y="458"/>
                  </a:lnTo>
                  <a:lnTo>
                    <a:pt x="998" y="452"/>
                  </a:lnTo>
                  <a:lnTo>
                    <a:pt x="990" y="446"/>
                  </a:lnTo>
                  <a:lnTo>
                    <a:pt x="985" y="436"/>
                  </a:lnTo>
                  <a:lnTo>
                    <a:pt x="985" y="423"/>
                  </a:lnTo>
                  <a:lnTo>
                    <a:pt x="989" y="410"/>
                  </a:lnTo>
                  <a:lnTo>
                    <a:pt x="988" y="401"/>
                  </a:lnTo>
                  <a:lnTo>
                    <a:pt x="979" y="395"/>
                  </a:lnTo>
                  <a:lnTo>
                    <a:pt x="964" y="390"/>
                  </a:lnTo>
                  <a:lnTo>
                    <a:pt x="951" y="383"/>
                  </a:lnTo>
                  <a:lnTo>
                    <a:pt x="946" y="374"/>
                  </a:lnTo>
                  <a:lnTo>
                    <a:pt x="950" y="364"/>
                  </a:lnTo>
                  <a:lnTo>
                    <a:pt x="953" y="355"/>
                  </a:lnTo>
                  <a:lnTo>
                    <a:pt x="951" y="346"/>
                  </a:lnTo>
                  <a:lnTo>
                    <a:pt x="944" y="335"/>
                  </a:lnTo>
                  <a:lnTo>
                    <a:pt x="940" y="324"/>
                  </a:lnTo>
                  <a:lnTo>
                    <a:pt x="944" y="315"/>
                  </a:lnTo>
                  <a:lnTo>
                    <a:pt x="953" y="308"/>
                  </a:lnTo>
                  <a:lnTo>
                    <a:pt x="964" y="303"/>
                  </a:lnTo>
                  <a:lnTo>
                    <a:pt x="973" y="298"/>
                  </a:lnTo>
                  <a:lnTo>
                    <a:pt x="982" y="293"/>
                  </a:lnTo>
                  <a:lnTo>
                    <a:pt x="993" y="290"/>
                  </a:lnTo>
                  <a:lnTo>
                    <a:pt x="1006" y="290"/>
                  </a:lnTo>
                  <a:lnTo>
                    <a:pt x="1016" y="288"/>
                  </a:lnTo>
                  <a:lnTo>
                    <a:pt x="1023" y="280"/>
                  </a:lnTo>
                  <a:lnTo>
                    <a:pt x="1029" y="266"/>
                  </a:lnTo>
                  <a:lnTo>
                    <a:pt x="1038" y="251"/>
                  </a:lnTo>
                  <a:lnTo>
                    <a:pt x="1051" y="244"/>
                  </a:lnTo>
                  <a:lnTo>
                    <a:pt x="1066" y="248"/>
                  </a:lnTo>
                  <a:lnTo>
                    <a:pt x="1080" y="257"/>
                  </a:lnTo>
                  <a:lnTo>
                    <a:pt x="1092" y="265"/>
                  </a:lnTo>
                  <a:lnTo>
                    <a:pt x="1104" y="268"/>
                  </a:lnTo>
                  <a:lnTo>
                    <a:pt x="1116" y="268"/>
                  </a:lnTo>
                  <a:lnTo>
                    <a:pt x="1128" y="271"/>
                  </a:lnTo>
                  <a:lnTo>
                    <a:pt x="1137" y="278"/>
                  </a:lnTo>
                  <a:lnTo>
                    <a:pt x="1145" y="285"/>
                  </a:lnTo>
                  <a:lnTo>
                    <a:pt x="1154" y="289"/>
                  </a:lnTo>
                  <a:lnTo>
                    <a:pt x="1164" y="293"/>
                  </a:lnTo>
                  <a:lnTo>
                    <a:pt x="1174" y="297"/>
                  </a:lnTo>
                  <a:lnTo>
                    <a:pt x="1180" y="305"/>
                  </a:lnTo>
                  <a:lnTo>
                    <a:pt x="1183" y="313"/>
                  </a:lnTo>
                  <a:lnTo>
                    <a:pt x="1188" y="320"/>
                  </a:lnTo>
                  <a:lnTo>
                    <a:pt x="1199" y="326"/>
                  </a:lnTo>
                  <a:lnTo>
                    <a:pt x="1212" y="333"/>
                  </a:lnTo>
                  <a:lnTo>
                    <a:pt x="1218" y="342"/>
                  </a:lnTo>
                  <a:lnTo>
                    <a:pt x="1211" y="354"/>
                  </a:lnTo>
                  <a:close/>
                </a:path>
              </a:pathLst>
            </a:custGeom>
            <a:solidFill>
              <a:srgbClr val="CC79A7">
                <a:alpha val="35000"/>
              </a:srgbClr>
            </a:solidFill>
            <a:ln>
              <a:noFill/>
            </a:ln>
          </p:spPr>
          <p:txBody>
            <a:bodyPr anchor="ctr"/>
            <a:lstStyle/>
            <a:p>
              <a:pPr algn="ctr">
                <a:buNone/>
              </a:pPr>
            </a:p>
          </p:txBody>
        </p:sp>
        <p:sp>
          <p:nvSpPr>
            <p:cNvPr id="7697" name="addition:spatial:186">
              <a:extLst>
                <a:ext uri="{FF2B5EF4-FFF2-40B4-BE49-F238E27FC236}">
                  <ns2:creationId id="{4662E673-62C0-41C4-B9D2-0FC976063719}"/>
                </a:ext>
              </a:extLst>
            </p:cNvPr>
            <p:cNvSpPr>
              <a:spLocks noGrp="1"/>
            </p:cNvSpPr>
            <p:nvPr/>
          </p:nvSpPr>
          <p:spPr>
            <a:xfrm>
              <a:off x="5648325" y="1666875"/>
              <a:ext cx="1418692" cy="644515"/>
            </a:xfrm>
            <a:custGeom>
              <a:rect l="l" t="t" r="r" b="b"/>
              <a:pathLst>
                <a:path w="1070" h="381">
                  <a:moveTo>
                    <a:pt x="0" y="0"/>
                  </a:moveTo>
                  <a:moveTo>
                    <a:pt x="1066" y="334"/>
                  </a:moveTo>
                  <a:lnTo>
                    <a:pt x="1068" y="338"/>
                  </a:lnTo>
                  <a:lnTo>
                    <a:pt x="1070" y="342"/>
                  </a:lnTo>
                  <a:lnTo>
                    <a:pt x="1070" y="346"/>
                  </a:lnTo>
                  <a:lnTo>
                    <a:pt x="1069" y="349"/>
                  </a:lnTo>
                  <a:lnTo>
                    <a:pt x="1068" y="353"/>
                  </a:lnTo>
                  <a:lnTo>
                    <a:pt x="1068" y="357"/>
                  </a:lnTo>
                  <a:lnTo>
                    <a:pt x="1068" y="362"/>
                  </a:lnTo>
                  <a:lnTo>
                    <a:pt x="1067" y="366"/>
                  </a:lnTo>
                  <a:lnTo>
                    <a:pt x="1061" y="367"/>
                  </a:lnTo>
                  <a:lnTo>
                    <a:pt x="1054" y="366"/>
                  </a:lnTo>
                  <a:lnTo>
                    <a:pt x="1048" y="364"/>
                  </a:lnTo>
                  <a:lnTo>
                    <a:pt x="1044" y="364"/>
                  </a:lnTo>
                  <a:lnTo>
                    <a:pt x="1042" y="368"/>
                  </a:lnTo>
                  <a:lnTo>
                    <a:pt x="1040" y="373"/>
                  </a:lnTo>
                  <a:lnTo>
                    <a:pt x="1036" y="377"/>
                  </a:lnTo>
                  <a:lnTo>
                    <a:pt x="1031" y="379"/>
                  </a:lnTo>
                  <a:lnTo>
                    <a:pt x="1026" y="380"/>
                  </a:lnTo>
                  <a:lnTo>
                    <a:pt x="1020" y="380"/>
                  </a:lnTo>
                  <a:lnTo>
                    <a:pt x="1015" y="381"/>
                  </a:lnTo>
                  <a:lnTo>
                    <a:pt x="1009" y="379"/>
                  </a:lnTo>
                  <a:lnTo>
                    <a:pt x="1005" y="376"/>
                  </a:lnTo>
                  <a:lnTo>
                    <a:pt x="1001" y="372"/>
                  </a:lnTo>
                  <a:lnTo>
                    <a:pt x="997" y="369"/>
                  </a:lnTo>
                  <a:lnTo>
                    <a:pt x="992" y="368"/>
                  </a:lnTo>
                  <a:lnTo>
                    <a:pt x="986" y="368"/>
                  </a:lnTo>
                  <a:lnTo>
                    <a:pt x="982" y="366"/>
                  </a:lnTo>
                  <a:lnTo>
                    <a:pt x="980" y="361"/>
                  </a:lnTo>
                  <a:lnTo>
                    <a:pt x="980" y="356"/>
                  </a:lnTo>
                  <a:lnTo>
                    <a:pt x="978" y="353"/>
                  </a:lnTo>
                  <a:lnTo>
                    <a:pt x="974" y="351"/>
                  </a:lnTo>
                  <a:lnTo>
                    <a:pt x="967" y="350"/>
                  </a:lnTo>
                  <a:lnTo>
                    <a:pt x="961" y="347"/>
                  </a:lnTo>
                  <a:lnTo>
                    <a:pt x="959" y="343"/>
                  </a:lnTo>
                  <a:lnTo>
                    <a:pt x="960" y="338"/>
                  </a:lnTo>
                  <a:lnTo>
                    <a:pt x="963" y="334"/>
                  </a:lnTo>
                  <a:lnTo>
                    <a:pt x="966" y="330"/>
                  </a:lnTo>
                  <a:lnTo>
                    <a:pt x="969" y="326"/>
                  </a:lnTo>
                  <a:lnTo>
                    <a:pt x="973" y="323"/>
                  </a:lnTo>
                  <a:lnTo>
                    <a:pt x="979" y="321"/>
                  </a:lnTo>
                  <a:lnTo>
                    <a:pt x="982" y="318"/>
                  </a:lnTo>
                  <a:lnTo>
                    <a:pt x="983" y="315"/>
                  </a:lnTo>
                  <a:lnTo>
                    <a:pt x="981" y="309"/>
                  </a:lnTo>
                  <a:lnTo>
                    <a:pt x="981" y="304"/>
                  </a:lnTo>
                  <a:lnTo>
                    <a:pt x="985" y="300"/>
                  </a:lnTo>
                  <a:lnTo>
                    <a:pt x="990" y="299"/>
                  </a:lnTo>
                  <a:lnTo>
                    <a:pt x="996" y="299"/>
                  </a:lnTo>
                  <a:lnTo>
                    <a:pt x="1001" y="297"/>
                  </a:lnTo>
                  <a:lnTo>
                    <a:pt x="1004" y="293"/>
                  </a:lnTo>
                  <a:lnTo>
                    <a:pt x="1007" y="290"/>
                  </a:lnTo>
                  <a:lnTo>
                    <a:pt x="1012" y="288"/>
                  </a:lnTo>
                  <a:lnTo>
                    <a:pt x="1017" y="290"/>
                  </a:lnTo>
                  <a:lnTo>
                    <a:pt x="1021" y="293"/>
                  </a:lnTo>
                  <a:lnTo>
                    <a:pt x="1025" y="294"/>
                  </a:lnTo>
                  <a:lnTo>
                    <a:pt x="1029" y="295"/>
                  </a:lnTo>
                  <a:lnTo>
                    <a:pt x="1032" y="296"/>
                  </a:lnTo>
                  <a:lnTo>
                    <a:pt x="1035" y="297"/>
                  </a:lnTo>
                  <a:lnTo>
                    <a:pt x="1038" y="298"/>
                  </a:lnTo>
                  <a:lnTo>
                    <a:pt x="1043" y="298"/>
                  </a:lnTo>
                  <a:lnTo>
                    <a:pt x="1049" y="296"/>
                  </a:lnTo>
                  <a:lnTo>
                    <a:pt x="1055" y="295"/>
                  </a:lnTo>
                  <a:lnTo>
                    <a:pt x="1060" y="297"/>
                  </a:lnTo>
                  <a:lnTo>
                    <a:pt x="1061" y="302"/>
                  </a:lnTo>
                  <a:lnTo>
                    <a:pt x="1059" y="308"/>
                  </a:lnTo>
                  <a:lnTo>
                    <a:pt x="1057" y="314"/>
                  </a:lnTo>
                  <a:lnTo>
                    <a:pt x="1058" y="317"/>
                  </a:lnTo>
                  <a:lnTo>
                    <a:pt x="1061" y="320"/>
                  </a:lnTo>
                  <a:lnTo>
                    <a:pt x="1064" y="323"/>
                  </a:lnTo>
                  <a:lnTo>
                    <a:pt x="1066" y="327"/>
                  </a:lnTo>
                  <a:lnTo>
                    <a:pt x="1065" y="330"/>
                  </a:lnTo>
                  <a:close/>
                </a:path>
              </a:pathLst>
            </a:custGeom>
            <a:solidFill>
              <a:srgbClr val="DA9FC0">
                <a:alpha val="32000"/>
              </a:srgbClr>
            </a:solidFill>
            <a:ln>
              <a:noFill/>
            </a:ln>
          </p:spPr>
          <p:txBody>
            <a:bodyPr anchor="ctr"/>
            <a:lstStyle/>
            <a:p>
              <a:pPr algn="ctr">
                <a:buNone/>
              </a:pPr>
            </a:p>
          </p:txBody>
        </p:sp>
        <p:sp>
          <p:nvSpPr>
            <p:cNvPr id="7698" name="addition:spatial:187">
              <a:extLst>
                <a:ext uri="{FF2B5EF4-FFF2-40B4-BE49-F238E27FC236}">
                  <ns2:creationId id="{AE3D757A-0FBC-4D47-91C5-03238630366C}"/>
                </a:ext>
              </a:extLst>
            </p:cNvPr>
            <p:cNvSpPr>
              <a:spLocks noGrp="1"/>
            </p:cNvSpPr>
            <p:nvPr/>
          </p:nvSpPr>
          <p:spPr>
            <a:xfrm>
              <a:off x="5648325" y="1666875"/>
              <a:ext cx="1473053" cy="585307"/>
            </a:xfrm>
            <a:custGeom>
              <a:rect l="l" t="t" r="r" b="b"/>
              <a:pathLst>
                <a:path w="1111" h="346">
                  <a:moveTo>
                    <a:pt x="0" y="0"/>
                  </a:moveTo>
                  <a:moveTo>
                    <a:pt x="1100" y="300"/>
                  </a:moveTo>
                  <a:lnTo>
                    <a:pt x="1104" y="303"/>
                  </a:lnTo>
                  <a:lnTo>
                    <a:pt x="1106" y="307"/>
                  </a:lnTo>
                  <a:lnTo>
                    <a:pt x="1105" y="311"/>
                  </a:lnTo>
                  <a:lnTo>
                    <a:pt x="1103" y="314"/>
                  </a:lnTo>
                  <a:lnTo>
                    <a:pt x="1103" y="318"/>
                  </a:lnTo>
                  <a:lnTo>
                    <a:pt x="1102" y="322"/>
                  </a:lnTo>
                  <a:lnTo>
                    <a:pt x="1101" y="326"/>
                  </a:lnTo>
                  <a:lnTo>
                    <a:pt x="1099" y="329"/>
                  </a:lnTo>
                  <a:lnTo>
                    <a:pt x="1095" y="330"/>
                  </a:lnTo>
                  <a:lnTo>
                    <a:pt x="1092" y="332"/>
                  </a:lnTo>
                  <a:lnTo>
                    <a:pt x="1089" y="335"/>
                  </a:lnTo>
                  <a:lnTo>
                    <a:pt x="1087" y="338"/>
                  </a:lnTo>
                  <a:lnTo>
                    <a:pt x="1083" y="339"/>
                  </a:lnTo>
                  <a:lnTo>
                    <a:pt x="1078" y="337"/>
                  </a:lnTo>
                  <a:lnTo>
                    <a:pt x="1074" y="334"/>
                  </a:lnTo>
                  <a:lnTo>
                    <a:pt x="1070" y="333"/>
                  </a:lnTo>
                  <a:lnTo>
                    <a:pt x="1067" y="336"/>
                  </a:lnTo>
                  <a:lnTo>
                    <a:pt x="1063" y="342"/>
                  </a:lnTo>
                  <a:lnTo>
                    <a:pt x="1058" y="346"/>
                  </a:lnTo>
                  <a:lnTo>
                    <a:pt x="1053" y="346"/>
                  </a:lnTo>
                  <a:lnTo>
                    <a:pt x="1048" y="344"/>
                  </a:lnTo>
                  <a:lnTo>
                    <a:pt x="1044" y="341"/>
                  </a:lnTo>
                  <a:lnTo>
                    <a:pt x="1040" y="338"/>
                  </a:lnTo>
                  <a:lnTo>
                    <a:pt x="1037" y="335"/>
                  </a:lnTo>
                  <a:lnTo>
                    <a:pt x="1034" y="332"/>
                  </a:lnTo>
                  <a:lnTo>
                    <a:pt x="1032" y="327"/>
                  </a:lnTo>
                  <a:lnTo>
                    <a:pt x="1030" y="324"/>
                  </a:lnTo>
                  <a:lnTo>
                    <a:pt x="1026" y="322"/>
                  </a:lnTo>
                  <a:lnTo>
                    <a:pt x="1020" y="320"/>
                  </a:lnTo>
                  <a:lnTo>
                    <a:pt x="1015" y="318"/>
                  </a:lnTo>
                  <a:lnTo>
                    <a:pt x="1013" y="315"/>
                  </a:lnTo>
                  <a:lnTo>
                    <a:pt x="1013" y="310"/>
                  </a:lnTo>
                  <a:lnTo>
                    <a:pt x="1014" y="306"/>
                  </a:lnTo>
                  <a:lnTo>
                    <a:pt x="1012" y="303"/>
                  </a:lnTo>
                  <a:lnTo>
                    <a:pt x="1007" y="300"/>
                  </a:lnTo>
                  <a:lnTo>
                    <a:pt x="1003" y="295"/>
                  </a:lnTo>
                  <a:lnTo>
                    <a:pt x="1003" y="291"/>
                  </a:lnTo>
                  <a:lnTo>
                    <a:pt x="1007" y="287"/>
                  </a:lnTo>
                  <a:lnTo>
                    <a:pt x="1013" y="285"/>
                  </a:lnTo>
                  <a:lnTo>
                    <a:pt x="1018" y="283"/>
                  </a:lnTo>
                  <a:lnTo>
                    <a:pt x="1021" y="280"/>
                  </a:lnTo>
                  <a:lnTo>
                    <a:pt x="1024" y="277"/>
                  </a:lnTo>
                  <a:lnTo>
                    <a:pt x="1028" y="275"/>
                  </a:lnTo>
                  <a:lnTo>
                    <a:pt x="1031" y="273"/>
                  </a:lnTo>
                  <a:lnTo>
                    <a:pt x="1034" y="269"/>
                  </a:lnTo>
                  <a:lnTo>
                    <a:pt x="1035" y="264"/>
                  </a:lnTo>
                  <a:lnTo>
                    <a:pt x="1037" y="258"/>
                  </a:lnTo>
                  <a:lnTo>
                    <a:pt x="1041" y="255"/>
                  </a:lnTo>
                  <a:lnTo>
                    <a:pt x="1047" y="255"/>
                  </a:lnTo>
                  <a:lnTo>
                    <a:pt x="1054" y="258"/>
                  </a:lnTo>
                  <a:lnTo>
                    <a:pt x="1059" y="260"/>
                  </a:lnTo>
                  <a:lnTo>
                    <a:pt x="1063" y="259"/>
                  </a:lnTo>
                  <a:lnTo>
                    <a:pt x="1068" y="257"/>
                  </a:lnTo>
                  <a:lnTo>
                    <a:pt x="1072" y="257"/>
                  </a:lnTo>
                  <a:lnTo>
                    <a:pt x="1076" y="259"/>
                  </a:lnTo>
                  <a:lnTo>
                    <a:pt x="1079" y="262"/>
                  </a:lnTo>
                  <a:lnTo>
                    <a:pt x="1082" y="265"/>
                  </a:lnTo>
                  <a:lnTo>
                    <a:pt x="1085" y="266"/>
                  </a:lnTo>
                  <a:lnTo>
                    <a:pt x="1089" y="267"/>
                  </a:lnTo>
                  <a:lnTo>
                    <a:pt x="1093" y="268"/>
                  </a:lnTo>
                  <a:lnTo>
                    <a:pt x="1096" y="269"/>
                  </a:lnTo>
                  <a:lnTo>
                    <a:pt x="1099" y="271"/>
                  </a:lnTo>
                  <a:lnTo>
                    <a:pt x="1103" y="273"/>
                  </a:lnTo>
                  <a:lnTo>
                    <a:pt x="1108" y="275"/>
                  </a:lnTo>
                  <a:lnTo>
                    <a:pt x="1111" y="278"/>
                  </a:lnTo>
                  <a:lnTo>
                    <a:pt x="1109" y="283"/>
                  </a:lnTo>
                  <a:lnTo>
                    <a:pt x="1104" y="289"/>
                  </a:lnTo>
                  <a:lnTo>
                    <a:pt x="1099" y="293"/>
                  </a:lnTo>
                  <a:lnTo>
                    <a:pt x="1098" y="296"/>
                  </a:lnTo>
                  <a:close/>
                </a:path>
              </a:pathLst>
            </a:custGeom>
            <a:solidFill>
              <a:srgbClr val="DA9FC0">
                <a:alpha val="32000"/>
              </a:srgbClr>
            </a:solidFill>
            <a:ln>
              <a:noFill/>
            </a:ln>
          </p:spPr>
          <p:txBody>
            <a:bodyPr anchor="ctr"/>
            <a:lstStyle/>
            <a:p>
              <a:pPr algn="ctr">
                <a:buNone/>
              </a:pPr>
            </a:p>
          </p:txBody>
        </p:sp>
        <p:sp>
          <p:nvSpPr>
            <p:cNvPr id="7699" name="addition:spatial:188">
              <a:extLst>
                <a:ext uri="{FF2B5EF4-FFF2-40B4-BE49-F238E27FC236}">
                  <ns2:creationId id="{11F05947-4FFC-4B90-BD18-B5109A3733C3}"/>
                </a:ext>
              </a:extLst>
            </p:cNvPr>
            <p:cNvSpPr>
              <a:spLocks noGrp="1"/>
            </p:cNvSpPr>
            <p:nvPr/>
          </p:nvSpPr>
          <p:spPr>
            <a:xfrm>
              <a:off x="5648325" y="1666875"/>
              <a:ext cx="1548628" cy="608990"/>
            </a:xfrm>
            <a:custGeom>
              <a:rect l="l" t="t" r="r" b="b"/>
              <a:pathLst>
                <a:path w="1168" h="360">
                  <a:moveTo>
                    <a:pt x="0" y="0"/>
                  </a:moveTo>
                  <a:moveTo>
                    <a:pt x="1167" y="309"/>
                  </a:moveTo>
                  <a:lnTo>
                    <a:pt x="1168" y="313"/>
                  </a:lnTo>
                  <a:lnTo>
                    <a:pt x="1166" y="317"/>
                  </a:lnTo>
                  <a:lnTo>
                    <a:pt x="1162" y="321"/>
                  </a:lnTo>
                  <a:lnTo>
                    <a:pt x="1159" y="324"/>
                  </a:lnTo>
                  <a:lnTo>
                    <a:pt x="1157" y="328"/>
                  </a:lnTo>
                  <a:lnTo>
                    <a:pt x="1155" y="332"/>
                  </a:lnTo>
                  <a:lnTo>
                    <a:pt x="1153" y="336"/>
                  </a:lnTo>
                  <a:lnTo>
                    <a:pt x="1148" y="338"/>
                  </a:lnTo>
                  <a:lnTo>
                    <a:pt x="1142" y="338"/>
                  </a:lnTo>
                  <a:lnTo>
                    <a:pt x="1137" y="340"/>
                  </a:lnTo>
                  <a:lnTo>
                    <a:pt x="1135" y="344"/>
                  </a:lnTo>
                  <a:lnTo>
                    <a:pt x="1134" y="351"/>
                  </a:lnTo>
                  <a:lnTo>
                    <a:pt x="1131" y="357"/>
                  </a:lnTo>
                  <a:lnTo>
                    <a:pt x="1126" y="360"/>
                  </a:lnTo>
                  <a:lnTo>
                    <a:pt x="1120" y="359"/>
                  </a:lnTo>
                  <a:lnTo>
                    <a:pt x="1114" y="356"/>
                  </a:lnTo>
                  <a:lnTo>
                    <a:pt x="1109" y="353"/>
                  </a:lnTo>
                  <a:lnTo>
                    <a:pt x="1105" y="352"/>
                  </a:lnTo>
                  <a:lnTo>
                    <a:pt x="1101" y="351"/>
                  </a:lnTo>
                  <a:lnTo>
                    <a:pt x="1098" y="349"/>
                  </a:lnTo>
                  <a:lnTo>
                    <a:pt x="1094" y="347"/>
                  </a:lnTo>
                  <a:lnTo>
                    <a:pt x="1091" y="347"/>
                  </a:lnTo>
                  <a:lnTo>
                    <a:pt x="1086" y="348"/>
                  </a:lnTo>
                  <a:lnTo>
                    <a:pt x="1081" y="349"/>
                  </a:lnTo>
                  <a:lnTo>
                    <a:pt x="1076" y="348"/>
                  </a:lnTo>
                  <a:lnTo>
                    <a:pt x="1075" y="343"/>
                  </a:lnTo>
                  <a:lnTo>
                    <a:pt x="1074" y="339"/>
                  </a:lnTo>
                  <a:lnTo>
                    <a:pt x="1073" y="335"/>
                  </a:lnTo>
                  <a:lnTo>
                    <a:pt x="1069" y="333"/>
                  </a:lnTo>
                  <a:lnTo>
                    <a:pt x="1065" y="330"/>
                  </a:lnTo>
                  <a:lnTo>
                    <a:pt x="1062" y="327"/>
                  </a:lnTo>
                  <a:lnTo>
                    <a:pt x="1064" y="322"/>
                  </a:lnTo>
                  <a:lnTo>
                    <a:pt x="1068" y="317"/>
                  </a:lnTo>
                  <a:lnTo>
                    <a:pt x="1071" y="313"/>
                  </a:lnTo>
                  <a:lnTo>
                    <a:pt x="1072" y="309"/>
                  </a:lnTo>
                  <a:lnTo>
                    <a:pt x="1071" y="305"/>
                  </a:lnTo>
                  <a:lnTo>
                    <a:pt x="1070" y="302"/>
                  </a:lnTo>
                  <a:lnTo>
                    <a:pt x="1069" y="298"/>
                  </a:lnTo>
                  <a:lnTo>
                    <a:pt x="1068" y="293"/>
                  </a:lnTo>
                  <a:lnTo>
                    <a:pt x="1066" y="288"/>
                  </a:lnTo>
                  <a:lnTo>
                    <a:pt x="1064" y="282"/>
                  </a:lnTo>
                  <a:lnTo>
                    <a:pt x="1065" y="278"/>
                  </a:lnTo>
                  <a:lnTo>
                    <a:pt x="1070" y="276"/>
                  </a:lnTo>
                  <a:lnTo>
                    <a:pt x="1076" y="276"/>
                  </a:lnTo>
                  <a:lnTo>
                    <a:pt x="1082" y="277"/>
                  </a:lnTo>
                  <a:lnTo>
                    <a:pt x="1085" y="276"/>
                  </a:lnTo>
                  <a:lnTo>
                    <a:pt x="1087" y="272"/>
                  </a:lnTo>
                  <a:lnTo>
                    <a:pt x="1089" y="268"/>
                  </a:lnTo>
                  <a:lnTo>
                    <a:pt x="1093" y="266"/>
                  </a:lnTo>
                  <a:lnTo>
                    <a:pt x="1097" y="266"/>
                  </a:lnTo>
                  <a:lnTo>
                    <a:pt x="1101" y="267"/>
                  </a:lnTo>
                  <a:lnTo>
                    <a:pt x="1105" y="267"/>
                  </a:lnTo>
                  <a:lnTo>
                    <a:pt x="1109" y="264"/>
                  </a:lnTo>
                  <a:lnTo>
                    <a:pt x="1114" y="262"/>
                  </a:lnTo>
                  <a:lnTo>
                    <a:pt x="1119" y="262"/>
                  </a:lnTo>
                  <a:lnTo>
                    <a:pt x="1124" y="263"/>
                  </a:lnTo>
                  <a:lnTo>
                    <a:pt x="1129" y="265"/>
                  </a:lnTo>
                  <a:lnTo>
                    <a:pt x="1135" y="265"/>
                  </a:lnTo>
                  <a:lnTo>
                    <a:pt x="1140" y="267"/>
                  </a:lnTo>
                  <a:lnTo>
                    <a:pt x="1143" y="272"/>
                  </a:lnTo>
                  <a:lnTo>
                    <a:pt x="1143" y="278"/>
                  </a:lnTo>
                  <a:lnTo>
                    <a:pt x="1143" y="284"/>
                  </a:lnTo>
                  <a:lnTo>
                    <a:pt x="1144" y="288"/>
                  </a:lnTo>
                  <a:lnTo>
                    <a:pt x="1150" y="289"/>
                  </a:lnTo>
                  <a:lnTo>
                    <a:pt x="1158" y="290"/>
                  </a:lnTo>
                  <a:lnTo>
                    <a:pt x="1164" y="292"/>
                  </a:lnTo>
                  <a:lnTo>
                    <a:pt x="1167" y="296"/>
                  </a:lnTo>
                  <a:lnTo>
                    <a:pt x="1167" y="300"/>
                  </a:lnTo>
                  <a:lnTo>
                    <a:pt x="1167" y="305"/>
                  </a:lnTo>
                  <a:close/>
                </a:path>
              </a:pathLst>
            </a:custGeom>
            <a:solidFill>
              <a:srgbClr val="DA9FC0">
                <a:alpha val="32000"/>
              </a:srgbClr>
            </a:solidFill>
            <a:ln>
              <a:noFill/>
            </a:ln>
          </p:spPr>
          <p:txBody>
            <a:bodyPr anchor="ctr"/>
            <a:lstStyle/>
            <a:p>
              <a:pPr algn="ctr">
                <a:buNone/>
              </a:pPr>
            </a:p>
          </p:txBody>
        </p:sp>
        <p:sp>
          <p:nvSpPr>
            <p:cNvPr id="7700" name="addition:spatial:189">
              <a:extLst>
                <a:ext uri="{FF2B5EF4-FFF2-40B4-BE49-F238E27FC236}">
                  <ns2:creationId id="{7AEB84F9-DCC5-40DD-ADC6-52A4C9213F39}"/>
                </a:ext>
              </a:extLst>
            </p:cNvPr>
            <p:cNvSpPr>
              <a:spLocks noGrp="1"/>
            </p:cNvSpPr>
            <p:nvPr/>
          </p:nvSpPr>
          <p:spPr>
            <a:xfrm>
              <a:off x="5648325" y="1666875"/>
              <a:ext cx="1610944" cy="676656"/>
            </a:xfrm>
            <a:custGeom>
              <a:rect l="l" t="t" r="r" b="b"/>
              <a:pathLst>
                <a:path w="1215" h="400">
                  <a:moveTo>
                    <a:pt x="0" y="0"/>
                  </a:moveTo>
                  <a:moveTo>
                    <a:pt x="1205" y="347"/>
                  </a:moveTo>
                  <a:lnTo>
                    <a:pt x="1211" y="352"/>
                  </a:lnTo>
                  <a:lnTo>
                    <a:pt x="1215" y="357"/>
                  </a:lnTo>
                  <a:lnTo>
                    <a:pt x="1214" y="362"/>
                  </a:lnTo>
                  <a:lnTo>
                    <a:pt x="1209" y="366"/>
                  </a:lnTo>
                  <a:lnTo>
                    <a:pt x="1202" y="368"/>
                  </a:lnTo>
                  <a:lnTo>
                    <a:pt x="1197" y="371"/>
                  </a:lnTo>
                  <a:lnTo>
                    <a:pt x="1193" y="373"/>
                  </a:lnTo>
                  <a:lnTo>
                    <a:pt x="1189" y="376"/>
                  </a:lnTo>
                  <a:lnTo>
                    <a:pt x="1185" y="378"/>
                  </a:lnTo>
                  <a:lnTo>
                    <a:pt x="1181" y="381"/>
                  </a:lnTo>
                  <a:lnTo>
                    <a:pt x="1179" y="385"/>
                  </a:lnTo>
                  <a:lnTo>
                    <a:pt x="1177" y="392"/>
                  </a:lnTo>
                  <a:lnTo>
                    <a:pt x="1173" y="398"/>
                  </a:lnTo>
                  <a:lnTo>
                    <a:pt x="1168" y="400"/>
                  </a:lnTo>
                  <a:lnTo>
                    <a:pt x="1161" y="399"/>
                  </a:lnTo>
                  <a:lnTo>
                    <a:pt x="1155" y="396"/>
                  </a:lnTo>
                  <a:lnTo>
                    <a:pt x="1149" y="394"/>
                  </a:lnTo>
                  <a:lnTo>
                    <a:pt x="1144" y="395"/>
                  </a:lnTo>
                  <a:lnTo>
                    <a:pt x="1138" y="397"/>
                  </a:lnTo>
                  <a:lnTo>
                    <a:pt x="1133" y="397"/>
                  </a:lnTo>
                  <a:lnTo>
                    <a:pt x="1129" y="394"/>
                  </a:lnTo>
                  <a:lnTo>
                    <a:pt x="1126" y="389"/>
                  </a:lnTo>
                  <a:lnTo>
                    <a:pt x="1123" y="385"/>
                  </a:lnTo>
                  <a:lnTo>
                    <a:pt x="1119" y="384"/>
                  </a:lnTo>
                  <a:lnTo>
                    <a:pt x="1114" y="383"/>
                  </a:lnTo>
                  <a:lnTo>
                    <a:pt x="1110" y="381"/>
                  </a:lnTo>
                  <a:lnTo>
                    <a:pt x="1107" y="379"/>
                  </a:lnTo>
                  <a:lnTo>
                    <a:pt x="1103" y="377"/>
                  </a:lnTo>
                  <a:lnTo>
                    <a:pt x="1098" y="374"/>
                  </a:lnTo>
                  <a:lnTo>
                    <a:pt x="1093" y="372"/>
                  </a:lnTo>
                  <a:lnTo>
                    <a:pt x="1091" y="367"/>
                  </a:lnTo>
                  <a:lnTo>
                    <a:pt x="1094" y="361"/>
                  </a:lnTo>
                  <a:lnTo>
                    <a:pt x="1100" y="355"/>
                  </a:lnTo>
                  <a:lnTo>
                    <a:pt x="1106" y="351"/>
                  </a:lnTo>
                  <a:lnTo>
                    <a:pt x="1107" y="347"/>
                  </a:lnTo>
                  <a:lnTo>
                    <a:pt x="1105" y="343"/>
                  </a:lnTo>
                  <a:lnTo>
                    <a:pt x="1102" y="339"/>
                  </a:lnTo>
                  <a:lnTo>
                    <a:pt x="1101" y="334"/>
                  </a:lnTo>
                  <a:lnTo>
                    <a:pt x="1103" y="330"/>
                  </a:lnTo>
                  <a:lnTo>
                    <a:pt x="1106" y="326"/>
                  </a:lnTo>
                  <a:lnTo>
                    <a:pt x="1107" y="322"/>
                  </a:lnTo>
                  <a:lnTo>
                    <a:pt x="1108" y="317"/>
                  </a:lnTo>
                  <a:lnTo>
                    <a:pt x="1109" y="313"/>
                  </a:lnTo>
                  <a:lnTo>
                    <a:pt x="1113" y="310"/>
                  </a:lnTo>
                  <a:lnTo>
                    <a:pt x="1117" y="308"/>
                  </a:lnTo>
                  <a:lnTo>
                    <a:pt x="1121" y="305"/>
                  </a:lnTo>
                  <a:lnTo>
                    <a:pt x="1124" y="302"/>
                  </a:lnTo>
                  <a:lnTo>
                    <a:pt x="1127" y="300"/>
                  </a:lnTo>
                  <a:lnTo>
                    <a:pt x="1132" y="300"/>
                  </a:lnTo>
                  <a:lnTo>
                    <a:pt x="1137" y="303"/>
                  </a:lnTo>
                  <a:lnTo>
                    <a:pt x="1141" y="307"/>
                  </a:lnTo>
                  <a:lnTo>
                    <a:pt x="1145" y="307"/>
                  </a:lnTo>
                  <a:lnTo>
                    <a:pt x="1148" y="303"/>
                  </a:lnTo>
                  <a:lnTo>
                    <a:pt x="1153" y="298"/>
                  </a:lnTo>
                  <a:lnTo>
                    <a:pt x="1159" y="294"/>
                  </a:lnTo>
                  <a:lnTo>
                    <a:pt x="1164" y="294"/>
                  </a:lnTo>
                  <a:lnTo>
                    <a:pt x="1169" y="298"/>
                  </a:lnTo>
                  <a:lnTo>
                    <a:pt x="1173" y="301"/>
                  </a:lnTo>
                  <a:lnTo>
                    <a:pt x="1177" y="304"/>
                  </a:lnTo>
                  <a:lnTo>
                    <a:pt x="1181" y="308"/>
                  </a:lnTo>
                  <a:lnTo>
                    <a:pt x="1183" y="312"/>
                  </a:lnTo>
                  <a:lnTo>
                    <a:pt x="1185" y="317"/>
                  </a:lnTo>
                  <a:lnTo>
                    <a:pt x="1187" y="321"/>
                  </a:lnTo>
                  <a:lnTo>
                    <a:pt x="1191" y="324"/>
                  </a:lnTo>
                  <a:lnTo>
                    <a:pt x="1197" y="326"/>
                  </a:lnTo>
                  <a:lnTo>
                    <a:pt x="1202" y="330"/>
                  </a:lnTo>
                  <a:lnTo>
                    <a:pt x="1203" y="334"/>
                  </a:lnTo>
                  <a:lnTo>
                    <a:pt x="1202" y="339"/>
                  </a:lnTo>
                  <a:lnTo>
                    <a:pt x="1202" y="343"/>
                  </a:lnTo>
                  <a:close/>
                </a:path>
              </a:pathLst>
            </a:custGeom>
            <a:solidFill>
              <a:srgbClr val="DA9FC0">
                <a:alpha val="32000"/>
              </a:srgbClr>
            </a:solidFill>
            <a:ln>
              <a:noFill/>
            </a:ln>
          </p:spPr>
          <p:txBody>
            <a:bodyPr anchor="ctr"/>
            <a:lstStyle/>
            <a:p>
              <a:pPr algn="ctr">
                <a:buNone/>
              </a:pPr>
            </a:p>
          </p:txBody>
        </p:sp>
        <p:sp>
          <p:nvSpPr>
            <p:cNvPr id="7701" name="addition:spatial:190">
              <a:extLst>
                <a:ext uri="{FF2B5EF4-FFF2-40B4-BE49-F238E27FC236}">
                  <ns2:creationId id="{11C069C2-521D-4676-9496-0B220A603230}"/>
                </a:ext>
              </a:extLst>
            </p:cNvPr>
            <p:cNvSpPr>
              <a:spLocks noGrp="1"/>
            </p:cNvSpPr>
            <p:nvPr/>
          </p:nvSpPr>
          <p:spPr>
            <a:xfrm>
              <a:off x="5648325" y="1666875"/>
              <a:ext cx="1585752" cy="754471"/>
            </a:xfrm>
            <a:custGeom>
              <a:rect l="l" t="t" r="r" b="b"/>
              <a:pathLst>
                <a:path w="1196" h="446">
                  <a:moveTo>
                    <a:pt x="0" y="0"/>
                  </a:moveTo>
                  <a:moveTo>
                    <a:pt x="1190" y="389"/>
                  </a:moveTo>
                  <a:lnTo>
                    <a:pt x="1184" y="393"/>
                  </a:lnTo>
                  <a:lnTo>
                    <a:pt x="1180" y="397"/>
                  </a:lnTo>
                  <a:lnTo>
                    <a:pt x="1178" y="402"/>
                  </a:lnTo>
                  <a:lnTo>
                    <a:pt x="1177" y="406"/>
                  </a:lnTo>
                  <a:lnTo>
                    <a:pt x="1174" y="410"/>
                  </a:lnTo>
                  <a:lnTo>
                    <a:pt x="1168" y="413"/>
                  </a:lnTo>
                  <a:lnTo>
                    <a:pt x="1164" y="416"/>
                  </a:lnTo>
                  <a:lnTo>
                    <a:pt x="1161" y="420"/>
                  </a:lnTo>
                  <a:lnTo>
                    <a:pt x="1158" y="425"/>
                  </a:lnTo>
                  <a:lnTo>
                    <a:pt x="1153" y="428"/>
                  </a:lnTo>
                  <a:lnTo>
                    <a:pt x="1147" y="430"/>
                  </a:lnTo>
                  <a:lnTo>
                    <a:pt x="1141" y="432"/>
                  </a:lnTo>
                  <a:lnTo>
                    <a:pt x="1136" y="435"/>
                  </a:lnTo>
                  <a:lnTo>
                    <a:pt x="1131" y="441"/>
                  </a:lnTo>
                  <a:lnTo>
                    <a:pt x="1126" y="445"/>
                  </a:lnTo>
                  <a:lnTo>
                    <a:pt x="1119" y="446"/>
                  </a:lnTo>
                  <a:lnTo>
                    <a:pt x="1112" y="441"/>
                  </a:lnTo>
                  <a:lnTo>
                    <a:pt x="1106" y="435"/>
                  </a:lnTo>
                  <a:lnTo>
                    <a:pt x="1102" y="430"/>
                  </a:lnTo>
                  <a:lnTo>
                    <a:pt x="1098" y="430"/>
                  </a:lnTo>
                  <a:lnTo>
                    <a:pt x="1092" y="432"/>
                  </a:lnTo>
                  <a:lnTo>
                    <a:pt x="1087" y="433"/>
                  </a:lnTo>
                  <a:lnTo>
                    <a:pt x="1081" y="433"/>
                  </a:lnTo>
                  <a:lnTo>
                    <a:pt x="1076" y="431"/>
                  </a:lnTo>
                  <a:lnTo>
                    <a:pt x="1071" y="430"/>
                  </a:lnTo>
                  <a:lnTo>
                    <a:pt x="1065" y="428"/>
                  </a:lnTo>
                  <a:lnTo>
                    <a:pt x="1061" y="425"/>
                  </a:lnTo>
                  <a:lnTo>
                    <a:pt x="1060" y="420"/>
                  </a:lnTo>
                  <a:lnTo>
                    <a:pt x="1061" y="414"/>
                  </a:lnTo>
                  <a:lnTo>
                    <a:pt x="1062" y="409"/>
                  </a:lnTo>
                  <a:lnTo>
                    <a:pt x="1060" y="406"/>
                  </a:lnTo>
                  <a:lnTo>
                    <a:pt x="1055" y="402"/>
                  </a:lnTo>
                  <a:lnTo>
                    <a:pt x="1052" y="398"/>
                  </a:lnTo>
                  <a:lnTo>
                    <a:pt x="1054" y="393"/>
                  </a:lnTo>
                  <a:lnTo>
                    <a:pt x="1060" y="389"/>
                  </a:lnTo>
                  <a:lnTo>
                    <a:pt x="1064" y="385"/>
                  </a:lnTo>
                  <a:lnTo>
                    <a:pt x="1063" y="381"/>
                  </a:lnTo>
                  <a:lnTo>
                    <a:pt x="1058" y="376"/>
                  </a:lnTo>
                  <a:lnTo>
                    <a:pt x="1053" y="370"/>
                  </a:lnTo>
                  <a:lnTo>
                    <a:pt x="1051" y="365"/>
                  </a:lnTo>
                  <a:lnTo>
                    <a:pt x="1053" y="360"/>
                  </a:lnTo>
                  <a:lnTo>
                    <a:pt x="1056" y="356"/>
                  </a:lnTo>
                  <a:lnTo>
                    <a:pt x="1060" y="353"/>
                  </a:lnTo>
                  <a:lnTo>
                    <a:pt x="1064" y="350"/>
                  </a:lnTo>
                  <a:lnTo>
                    <a:pt x="1071" y="349"/>
                  </a:lnTo>
                  <a:lnTo>
                    <a:pt x="1078" y="350"/>
                  </a:lnTo>
                  <a:lnTo>
                    <a:pt x="1084" y="352"/>
                  </a:lnTo>
                  <a:lnTo>
                    <a:pt x="1088" y="350"/>
                  </a:lnTo>
                  <a:lnTo>
                    <a:pt x="1091" y="345"/>
                  </a:lnTo>
                  <a:lnTo>
                    <a:pt x="1094" y="339"/>
                  </a:lnTo>
                  <a:lnTo>
                    <a:pt x="1099" y="336"/>
                  </a:lnTo>
                  <a:lnTo>
                    <a:pt x="1106" y="337"/>
                  </a:lnTo>
                  <a:lnTo>
                    <a:pt x="1112" y="339"/>
                  </a:lnTo>
                  <a:lnTo>
                    <a:pt x="1118" y="341"/>
                  </a:lnTo>
                  <a:lnTo>
                    <a:pt x="1125" y="339"/>
                  </a:lnTo>
                  <a:lnTo>
                    <a:pt x="1132" y="338"/>
                  </a:lnTo>
                  <a:lnTo>
                    <a:pt x="1140" y="338"/>
                  </a:lnTo>
                  <a:lnTo>
                    <a:pt x="1145" y="341"/>
                  </a:lnTo>
                  <a:lnTo>
                    <a:pt x="1150" y="346"/>
                  </a:lnTo>
                  <a:lnTo>
                    <a:pt x="1154" y="350"/>
                  </a:lnTo>
                  <a:lnTo>
                    <a:pt x="1158" y="354"/>
                  </a:lnTo>
                  <a:lnTo>
                    <a:pt x="1162" y="358"/>
                  </a:lnTo>
                  <a:lnTo>
                    <a:pt x="1164" y="362"/>
                  </a:lnTo>
                  <a:lnTo>
                    <a:pt x="1165" y="367"/>
                  </a:lnTo>
                  <a:lnTo>
                    <a:pt x="1169" y="370"/>
                  </a:lnTo>
                  <a:lnTo>
                    <a:pt x="1177" y="372"/>
                  </a:lnTo>
                  <a:lnTo>
                    <a:pt x="1188" y="374"/>
                  </a:lnTo>
                  <a:lnTo>
                    <a:pt x="1195" y="378"/>
                  </a:lnTo>
                  <a:lnTo>
                    <a:pt x="1196" y="383"/>
                  </a:lnTo>
                  <a:close/>
                </a:path>
              </a:pathLst>
            </a:custGeom>
            <a:solidFill>
              <a:srgbClr val="DA9FC0">
                <a:alpha val="32000"/>
              </a:srgbClr>
            </a:solidFill>
            <a:ln>
              <a:noFill/>
            </a:ln>
          </p:spPr>
          <p:txBody>
            <a:bodyPr anchor="ctr"/>
            <a:lstStyle/>
            <a:p>
              <a:pPr algn="ctr">
                <a:buNone/>
              </a:pPr>
            </a:p>
          </p:txBody>
        </p:sp>
        <p:sp>
          <p:nvSpPr>
            <p:cNvPr id="7702" name="addition:spatial:191">
              <a:extLst>
                <a:ext uri="{FF2B5EF4-FFF2-40B4-BE49-F238E27FC236}">
                  <ns2:creationId id="{1DBDE440-B4C6-4400-B901-21F697FFF29F}"/>
                </a:ext>
              </a:extLst>
            </p:cNvPr>
            <p:cNvSpPr>
              <a:spLocks noGrp="1"/>
            </p:cNvSpPr>
            <p:nvPr/>
          </p:nvSpPr>
          <p:spPr>
            <a:xfrm>
              <a:off x="5648325" y="1666875"/>
              <a:ext cx="1471727" cy="754471"/>
            </a:xfrm>
            <a:custGeom>
              <a:rect l="l" t="t" r="r" b="b"/>
              <a:pathLst>
                <a:path w="1110" h="446">
                  <a:moveTo>
                    <a:pt x="0" y="0"/>
                  </a:moveTo>
                  <a:moveTo>
                    <a:pt x="1104" y="394"/>
                  </a:moveTo>
                  <a:lnTo>
                    <a:pt x="1107" y="398"/>
                  </a:lnTo>
                  <a:lnTo>
                    <a:pt x="1110" y="403"/>
                  </a:lnTo>
                  <a:lnTo>
                    <a:pt x="1110" y="407"/>
                  </a:lnTo>
                  <a:lnTo>
                    <a:pt x="1108" y="411"/>
                  </a:lnTo>
                  <a:lnTo>
                    <a:pt x="1106" y="415"/>
                  </a:lnTo>
                  <a:lnTo>
                    <a:pt x="1106" y="420"/>
                  </a:lnTo>
                  <a:lnTo>
                    <a:pt x="1106" y="425"/>
                  </a:lnTo>
                  <a:lnTo>
                    <a:pt x="1103" y="429"/>
                  </a:lnTo>
                  <a:lnTo>
                    <a:pt x="1096" y="430"/>
                  </a:lnTo>
                  <a:lnTo>
                    <a:pt x="1088" y="428"/>
                  </a:lnTo>
                  <a:lnTo>
                    <a:pt x="1082" y="427"/>
                  </a:lnTo>
                  <a:lnTo>
                    <a:pt x="1078" y="428"/>
                  </a:lnTo>
                  <a:lnTo>
                    <a:pt x="1076" y="434"/>
                  </a:lnTo>
                  <a:lnTo>
                    <a:pt x="1073" y="440"/>
                  </a:lnTo>
                  <a:lnTo>
                    <a:pt x="1069" y="445"/>
                  </a:lnTo>
                  <a:lnTo>
                    <a:pt x="1063" y="446"/>
                  </a:lnTo>
                  <a:lnTo>
                    <a:pt x="1057" y="446"/>
                  </a:lnTo>
                  <a:lnTo>
                    <a:pt x="1050" y="446"/>
                  </a:lnTo>
                  <a:lnTo>
                    <a:pt x="1044" y="446"/>
                  </a:lnTo>
                  <a:lnTo>
                    <a:pt x="1038" y="444"/>
                  </a:lnTo>
                  <a:lnTo>
                    <a:pt x="1033" y="440"/>
                  </a:lnTo>
                  <a:lnTo>
                    <a:pt x="1029" y="435"/>
                  </a:lnTo>
                  <a:lnTo>
                    <a:pt x="1025" y="433"/>
                  </a:lnTo>
                  <a:lnTo>
                    <a:pt x="1019" y="432"/>
                  </a:lnTo>
                  <a:lnTo>
                    <a:pt x="1012" y="432"/>
                  </a:lnTo>
                  <a:lnTo>
                    <a:pt x="1008" y="429"/>
                  </a:lnTo>
                  <a:lnTo>
                    <a:pt x="1006" y="424"/>
                  </a:lnTo>
                  <a:lnTo>
                    <a:pt x="1006" y="419"/>
                  </a:lnTo>
                  <a:lnTo>
                    <a:pt x="1004" y="416"/>
                  </a:lnTo>
                  <a:lnTo>
                    <a:pt x="997" y="414"/>
                  </a:lnTo>
                  <a:lnTo>
                    <a:pt x="990" y="412"/>
                  </a:lnTo>
                  <a:lnTo>
                    <a:pt x="985" y="408"/>
                  </a:lnTo>
                  <a:lnTo>
                    <a:pt x="984" y="404"/>
                  </a:lnTo>
                  <a:lnTo>
                    <a:pt x="987" y="398"/>
                  </a:lnTo>
                  <a:lnTo>
                    <a:pt x="991" y="394"/>
                  </a:lnTo>
                  <a:lnTo>
                    <a:pt x="994" y="389"/>
                  </a:lnTo>
                  <a:lnTo>
                    <a:pt x="998" y="385"/>
                  </a:lnTo>
                  <a:lnTo>
                    <a:pt x="1003" y="382"/>
                  </a:lnTo>
                  <a:lnTo>
                    <a:pt x="1007" y="379"/>
                  </a:lnTo>
                  <a:lnTo>
                    <a:pt x="1010" y="375"/>
                  </a:lnTo>
                  <a:lnTo>
                    <a:pt x="1010" y="370"/>
                  </a:lnTo>
                  <a:lnTo>
                    <a:pt x="1008" y="364"/>
                  </a:lnTo>
                  <a:lnTo>
                    <a:pt x="1008" y="358"/>
                  </a:lnTo>
                  <a:lnTo>
                    <a:pt x="1012" y="354"/>
                  </a:lnTo>
                  <a:lnTo>
                    <a:pt x="1019" y="354"/>
                  </a:lnTo>
                  <a:lnTo>
                    <a:pt x="1025" y="353"/>
                  </a:lnTo>
                  <a:lnTo>
                    <a:pt x="1029" y="351"/>
                  </a:lnTo>
                  <a:lnTo>
                    <a:pt x="1033" y="347"/>
                  </a:lnTo>
                  <a:lnTo>
                    <a:pt x="1037" y="343"/>
                  </a:lnTo>
                  <a:lnTo>
                    <a:pt x="1042" y="343"/>
                  </a:lnTo>
                  <a:lnTo>
                    <a:pt x="1047" y="345"/>
                  </a:lnTo>
                  <a:lnTo>
                    <a:pt x="1051" y="348"/>
                  </a:lnTo>
                  <a:lnTo>
                    <a:pt x="1055" y="349"/>
                  </a:lnTo>
                  <a:lnTo>
                    <a:pt x="1059" y="349"/>
                  </a:lnTo>
                  <a:lnTo>
                    <a:pt x="1063" y="350"/>
                  </a:lnTo>
                  <a:lnTo>
                    <a:pt x="1067" y="351"/>
                  </a:lnTo>
                  <a:lnTo>
                    <a:pt x="1071" y="351"/>
                  </a:lnTo>
                  <a:lnTo>
                    <a:pt x="1076" y="351"/>
                  </a:lnTo>
                  <a:lnTo>
                    <a:pt x="1083" y="349"/>
                  </a:lnTo>
                  <a:lnTo>
                    <a:pt x="1090" y="348"/>
                  </a:lnTo>
                  <a:lnTo>
                    <a:pt x="1094" y="352"/>
                  </a:lnTo>
                  <a:lnTo>
                    <a:pt x="1094" y="358"/>
                  </a:lnTo>
                  <a:lnTo>
                    <a:pt x="1092" y="366"/>
                  </a:lnTo>
                  <a:lnTo>
                    <a:pt x="1090" y="371"/>
                  </a:lnTo>
                  <a:lnTo>
                    <a:pt x="1093" y="375"/>
                  </a:lnTo>
                  <a:lnTo>
                    <a:pt x="1097" y="377"/>
                  </a:lnTo>
                  <a:lnTo>
                    <a:pt x="1101" y="381"/>
                  </a:lnTo>
                  <a:lnTo>
                    <a:pt x="1103" y="385"/>
                  </a:lnTo>
                  <a:lnTo>
                    <a:pt x="1103" y="389"/>
                  </a:lnTo>
                  <a:close/>
                </a:path>
              </a:pathLst>
            </a:custGeom>
            <a:solidFill>
              <a:srgbClr val="DA9FC0">
                <a:alpha val="32000"/>
              </a:srgbClr>
            </a:solidFill>
            <a:ln>
              <a:noFill/>
            </a:ln>
          </p:spPr>
          <p:txBody>
            <a:bodyPr anchor="ctr"/>
            <a:lstStyle/>
            <a:p>
              <a:pPr algn="ctr">
                <a:buNone/>
              </a:pPr>
            </a:p>
          </p:txBody>
        </p:sp>
        <p:sp>
          <p:nvSpPr>
            <p:cNvPr id="7703" name="addition:spatial:192">
              <a:extLst>
                <a:ext uri="{FF2B5EF4-FFF2-40B4-BE49-F238E27FC236}">
                  <ns2:creationId id="{76AE9260-12EB-4CC7-BE8D-C1ACCBF1135A}"/>
                </a:ext>
              </a:extLst>
            </p:cNvPr>
            <p:cNvSpPr>
              <a:spLocks noGrp="1"/>
            </p:cNvSpPr>
            <p:nvPr/>
          </p:nvSpPr>
          <p:spPr>
            <a:xfrm>
              <a:off x="5648325" y="1666875"/>
              <a:ext cx="1388196" cy="717255"/>
            </a:xfrm>
            <a:custGeom>
              <a:rect l="l" t="t" r="r" b="b"/>
              <a:pathLst>
                <a:path w="1047" h="424">
                  <a:moveTo>
                    <a:pt x="0" y="0"/>
                  </a:moveTo>
                  <a:moveTo>
                    <a:pt x="1043" y="376"/>
                  </a:moveTo>
                  <a:lnTo>
                    <a:pt x="1046" y="380"/>
                  </a:lnTo>
                  <a:lnTo>
                    <a:pt x="1047" y="384"/>
                  </a:lnTo>
                  <a:lnTo>
                    <a:pt x="1044" y="387"/>
                  </a:lnTo>
                  <a:lnTo>
                    <a:pt x="1042" y="390"/>
                  </a:lnTo>
                  <a:lnTo>
                    <a:pt x="1041" y="393"/>
                  </a:lnTo>
                  <a:lnTo>
                    <a:pt x="1043" y="398"/>
                  </a:lnTo>
                  <a:lnTo>
                    <a:pt x="1044" y="403"/>
                  </a:lnTo>
                  <a:lnTo>
                    <a:pt x="1042" y="407"/>
                  </a:lnTo>
                  <a:lnTo>
                    <a:pt x="1038" y="408"/>
                  </a:lnTo>
                  <a:lnTo>
                    <a:pt x="1032" y="408"/>
                  </a:lnTo>
                  <a:lnTo>
                    <a:pt x="1027" y="407"/>
                  </a:lnTo>
                  <a:lnTo>
                    <a:pt x="1024" y="408"/>
                  </a:lnTo>
                  <a:lnTo>
                    <a:pt x="1021" y="410"/>
                  </a:lnTo>
                  <a:lnTo>
                    <a:pt x="1018" y="411"/>
                  </a:lnTo>
                  <a:lnTo>
                    <a:pt x="1015" y="413"/>
                  </a:lnTo>
                  <a:lnTo>
                    <a:pt x="1011" y="415"/>
                  </a:lnTo>
                  <a:lnTo>
                    <a:pt x="1007" y="419"/>
                  </a:lnTo>
                  <a:lnTo>
                    <a:pt x="1003" y="423"/>
                  </a:lnTo>
                  <a:lnTo>
                    <a:pt x="997" y="424"/>
                  </a:lnTo>
                  <a:lnTo>
                    <a:pt x="993" y="421"/>
                  </a:lnTo>
                  <a:lnTo>
                    <a:pt x="989" y="416"/>
                  </a:lnTo>
                  <a:lnTo>
                    <a:pt x="986" y="412"/>
                  </a:lnTo>
                  <a:lnTo>
                    <a:pt x="982" y="410"/>
                  </a:lnTo>
                  <a:lnTo>
                    <a:pt x="977" y="410"/>
                  </a:lnTo>
                  <a:lnTo>
                    <a:pt x="972" y="409"/>
                  </a:lnTo>
                  <a:lnTo>
                    <a:pt x="969" y="406"/>
                  </a:lnTo>
                  <a:lnTo>
                    <a:pt x="967" y="402"/>
                  </a:lnTo>
                  <a:lnTo>
                    <a:pt x="966" y="398"/>
                  </a:lnTo>
                  <a:lnTo>
                    <a:pt x="963" y="395"/>
                  </a:lnTo>
                  <a:lnTo>
                    <a:pt x="959" y="393"/>
                  </a:lnTo>
                  <a:lnTo>
                    <a:pt x="955" y="390"/>
                  </a:lnTo>
                  <a:lnTo>
                    <a:pt x="953" y="387"/>
                  </a:lnTo>
                  <a:lnTo>
                    <a:pt x="951" y="383"/>
                  </a:lnTo>
                  <a:lnTo>
                    <a:pt x="950" y="380"/>
                  </a:lnTo>
                  <a:lnTo>
                    <a:pt x="948" y="376"/>
                  </a:lnTo>
                  <a:lnTo>
                    <a:pt x="947" y="371"/>
                  </a:lnTo>
                  <a:lnTo>
                    <a:pt x="951" y="368"/>
                  </a:lnTo>
                  <a:lnTo>
                    <a:pt x="958" y="365"/>
                  </a:lnTo>
                  <a:lnTo>
                    <a:pt x="964" y="363"/>
                  </a:lnTo>
                  <a:lnTo>
                    <a:pt x="968" y="361"/>
                  </a:lnTo>
                  <a:lnTo>
                    <a:pt x="968" y="357"/>
                  </a:lnTo>
                  <a:lnTo>
                    <a:pt x="967" y="352"/>
                  </a:lnTo>
                  <a:lnTo>
                    <a:pt x="968" y="347"/>
                  </a:lnTo>
                  <a:lnTo>
                    <a:pt x="971" y="344"/>
                  </a:lnTo>
                  <a:lnTo>
                    <a:pt x="975" y="342"/>
                  </a:lnTo>
                  <a:lnTo>
                    <a:pt x="979" y="340"/>
                  </a:lnTo>
                  <a:lnTo>
                    <a:pt x="982" y="337"/>
                  </a:lnTo>
                  <a:lnTo>
                    <a:pt x="986" y="335"/>
                  </a:lnTo>
                  <a:lnTo>
                    <a:pt x="991" y="334"/>
                  </a:lnTo>
                  <a:lnTo>
                    <a:pt x="995" y="334"/>
                  </a:lnTo>
                  <a:lnTo>
                    <a:pt x="999" y="335"/>
                  </a:lnTo>
                  <a:lnTo>
                    <a:pt x="1003" y="334"/>
                  </a:lnTo>
                  <a:lnTo>
                    <a:pt x="1007" y="333"/>
                  </a:lnTo>
                  <a:lnTo>
                    <a:pt x="1011" y="334"/>
                  </a:lnTo>
                  <a:lnTo>
                    <a:pt x="1014" y="337"/>
                  </a:lnTo>
                  <a:lnTo>
                    <a:pt x="1016" y="341"/>
                  </a:lnTo>
                  <a:lnTo>
                    <a:pt x="1018" y="344"/>
                  </a:lnTo>
                  <a:lnTo>
                    <a:pt x="1022" y="343"/>
                  </a:lnTo>
                  <a:lnTo>
                    <a:pt x="1027" y="340"/>
                  </a:lnTo>
                  <a:lnTo>
                    <a:pt x="1033" y="339"/>
                  </a:lnTo>
                  <a:lnTo>
                    <a:pt x="1037" y="340"/>
                  </a:lnTo>
                  <a:lnTo>
                    <a:pt x="1038" y="345"/>
                  </a:lnTo>
                  <a:lnTo>
                    <a:pt x="1038" y="350"/>
                  </a:lnTo>
                  <a:lnTo>
                    <a:pt x="1039" y="354"/>
                  </a:lnTo>
                  <a:lnTo>
                    <a:pt x="1039" y="358"/>
                  </a:lnTo>
                  <a:lnTo>
                    <a:pt x="1039" y="362"/>
                  </a:lnTo>
                  <a:lnTo>
                    <a:pt x="1038" y="366"/>
                  </a:lnTo>
                  <a:lnTo>
                    <a:pt x="1038" y="369"/>
                  </a:lnTo>
                  <a:lnTo>
                    <a:pt x="1039" y="372"/>
                  </a:lnTo>
                  <a:close/>
                </a:path>
              </a:pathLst>
            </a:custGeom>
            <a:solidFill>
              <a:srgbClr val="DA9FC0">
                <a:alpha val="32000"/>
              </a:srgbClr>
            </a:solidFill>
            <a:ln>
              <a:noFill/>
            </a:ln>
          </p:spPr>
          <p:txBody>
            <a:bodyPr anchor="ctr"/>
            <a:lstStyle/>
            <a:p>
              <a:pPr algn="ctr">
                <a:buNone/>
              </a:pPr>
            </a:p>
          </p:txBody>
        </p:sp>
        <p:sp>
          <p:nvSpPr>
            <p:cNvPr id="7704" name="addition:spatial:193">
              <a:extLst>
                <a:ext uri="{FF2B5EF4-FFF2-40B4-BE49-F238E27FC236}">
                  <ns2:creationId id="{7F2E0169-D50B-4BE9-9AF7-D75C26DFD1B7}"/>
                </a:ext>
              </a:extLst>
            </p:cNvPr>
            <p:cNvSpPr>
              <a:spLocks noGrp="1"/>
            </p:cNvSpPr>
            <p:nvPr/>
          </p:nvSpPr>
          <p:spPr>
            <a:xfrm>
              <a:off x="5648325" y="1666875"/>
              <a:ext cx="1543324" cy="717255"/>
            </a:xfrm>
            <a:custGeom>
              <a:rect l="l" t="t" r="r" b="b"/>
              <a:pathLst>
                <a:path w="1164" h="424">
                  <a:moveTo>
                    <a:pt x="0" y="0"/>
                  </a:moveTo>
                  <a:moveTo>
                    <a:pt x="1146" y="369"/>
                  </a:moveTo>
                  <a:lnTo>
                    <a:pt x="1141" y="373"/>
                  </a:lnTo>
                  <a:lnTo>
                    <a:pt x="1141" y="377"/>
                  </a:lnTo>
                  <a:lnTo>
                    <a:pt x="1143" y="382"/>
                  </a:lnTo>
                  <a:lnTo>
                    <a:pt x="1144" y="387"/>
                  </a:lnTo>
                  <a:lnTo>
                    <a:pt x="1140" y="392"/>
                  </a:lnTo>
                  <a:lnTo>
                    <a:pt x="1135" y="395"/>
                  </a:lnTo>
                  <a:lnTo>
                    <a:pt x="1131" y="399"/>
                  </a:lnTo>
                  <a:lnTo>
                    <a:pt x="1129" y="404"/>
                  </a:lnTo>
                  <a:lnTo>
                    <a:pt x="1127" y="409"/>
                  </a:lnTo>
                  <a:lnTo>
                    <a:pt x="1123" y="413"/>
                  </a:lnTo>
                  <a:lnTo>
                    <a:pt x="1117" y="416"/>
                  </a:lnTo>
                  <a:lnTo>
                    <a:pt x="1112" y="418"/>
                  </a:lnTo>
                  <a:lnTo>
                    <a:pt x="1107" y="421"/>
                  </a:lnTo>
                  <a:lnTo>
                    <a:pt x="1102" y="424"/>
                  </a:lnTo>
                  <a:lnTo>
                    <a:pt x="1096" y="424"/>
                  </a:lnTo>
                  <a:lnTo>
                    <a:pt x="1090" y="420"/>
                  </a:lnTo>
                  <a:lnTo>
                    <a:pt x="1084" y="415"/>
                  </a:lnTo>
                  <a:lnTo>
                    <a:pt x="1080" y="411"/>
                  </a:lnTo>
                  <a:lnTo>
                    <a:pt x="1076" y="413"/>
                  </a:lnTo>
                  <a:lnTo>
                    <a:pt x="1070" y="418"/>
                  </a:lnTo>
                  <a:lnTo>
                    <a:pt x="1063" y="423"/>
                  </a:lnTo>
                  <a:lnTo>
                    <a:pt x="1056" y="424"/>
                  </a:lnTo>
                  <a:lnTo>
                    <a:pt x="1051" y="421"/>
                  </a:lnTo>
                  <a:lnTo>
                    <a:pt x="1047" y="416"/>
                  </a:lnTo>
                  <a:lnTo>
                    <a:pt x="1043" y="413"/>
                  </a:lnTo>
                  <a:lnTo>
                    <a:pt x="1039" y="409"/>
                  </a:lnTo>
                  <a:lnTo>
                    <a:pt x="1035" y="405"/>
                  </a:lnTo>
                  <a:lnTo>
                    <a:pt x="1034" y="400"/>
                  </a:lnTo>
                  <a:lnTo>
                    <a:pt x="1033" y="394"/>
                  </a:lnTo>
                  <a:lnTo>
                    <a:pt x="1031" y="390"/>
                  </a:lnTo>
                  <a:lnTo>
                    <a:pt x="1026" y="387"/>
                  </a:lnTo>
                  <a:lnTo>
                    <a:pt x="1020" y="383"/>
                  </a:lnTo>
                  <a:lnTo>
                    <a:pt x="1018" y="378"/>
                  </a:lnTo>
                  <a:lnTo>
                    <a:pt x="1020" y="373"/>
                  </a:lnTo>
                  <a:lnTo>
                    <a:pt x="1022" y="369"/>
                  </a:lnTo>
                  <a:lnTo>
                    <a:pt x="1020" y="364"/>
                  </a:lnTo>
                  <a:lnTo>
                    <a:pt x="1014" y="359"/>
                  </a:lnTo>
                  <a:lnTo>
                    <a:pt x="1007" y="352"/>
                  </a:lnTo>
                  <a:lnTo>
                    <a:pt x="1004" y="346"/>
                  </a:lnTo>
                  <a:lnTo>
                    <a:pt x="1008" y="342"/>
                  </a:lnTo>
                  <a:lnTo>
                    <a:pt x="1016" y="339"/>
                  </a:lnTo>
                  <a:lnTo>
                    <a:pt x="1024" y="338"/>
                  </a:lnTo>
                  <a:lnTo>
                    <a:pt x="1029" y="336"/>
                  </a:lnTo>
                  <a:lnTo>
                    <a:pt x="1034" y="333"/>
                  </a:lnTo>
                  <a:lnTo>
                    <a:pt x="1039" y="331"/>
                  </a:lnTo>
                  <a:lnTo>
                    <a:pt x="1045" y="329"/>
                  </a:lnTo>
                  <a:lnTo>
                    <a:pt x="1049" y="326"/>
                  </a:lnTo>
                  <a:lnTo>
                    <a:pt x="1053" y="321"/>
                  </a:lnTo>
                  <a:lnTo>
                    <a:pt x="1057" y="315"/>
                  </a:lnTo>
                  <a:lnTo>
                    <a:pt x="1063" y="310"/>
                  </a:lnTo>
                  <a:lnTo>
                    <a:pt x="1071" y="310"/>
                  </a:lnTo>
                  <a:lnTo>
                    <a:pt x="1079" y="313"/>
                  </a:lnTo>
                  <a:lnTo>
                    <a:pt x="1086" y="316"/>
                  </a:lnTo>
                  <a:lnTo>
                    <a:pt x="1093" y="316"/>
                  </a:lnTo>
                  <a:lnTo>
                    <a:pt x="1100" y="314"/>
                  </a:lnTo>
                  <a:lnTo>
                    <a:pt x="1108" y="313"/>
                  </a:lnTo>
                  <a:lnTo>
                    <a:pt x="1115" y="316"/>
                  </a:lnTo>
                  <a:lnTo>
                    <a:pt x="1119" y="322"/>
                  </a:lnTo>
                  <a:lnTo>
                    <a:pt x="1121" y="328"/>
                  </a:lnTo>
                  <a:lnTo>
                    <a:pt x="1125" y="332"/>
                  </a:lnTo>
                  <a:lnTo>
                    <a:pt x="1130" y="334"/>
                  </a:lnTo>
                  <a:lnTo>
                    <a:pt x="1136" y="336"/>
                  </a:lnTo>
                  <a:lnTo>
                    <a:pt x="1141" y="338"/>
                  </a:lnTo>
                  <a:lnTo>
                    <a:pt x="1146" y="341"/>
                  </a:lnTo>
                  <a:lnTo>
                    <a:pt x="1152" y="344"/>
                  </a:lnTo>
                  <a:lnTo>
                    <a:pt x="1159" y="347"/>
                  </a:lnTo>
                  <a:lnTo>
                    <a:pt x="1164" y="352"/>
                  </a:lnTo>
                  <a:lnTo>
                    <a:pt x="1163" y="358"/>
                  </a:lnTo>
                  <a:lnTo>
                    <a:pt x="1155" y="364"/>
                  </a:lnTo>
                  <a:close/>
                </a:path>
              </a:pathLst>
            </a:custGeom>
            <a:solidFill>
              <a:srgbClr val="DA9FC0">
                <a:alpha val="32000"/>
              </a:srgbClr>
            </a:solidFill>
            <a:ln>
              <a:noFill/>
            </a:ln>
          </p:spPr>
          <p:txBody>
            <a:bodyPr anchor="ctr"/>
            <a:lstStyle/>
            <a:p>
              <a:pPr algn="ctr">
                <a:buNone/>
              </a:pPr>
            </a:p>
          </p:txBody>
        </p:sp>
        <p:sp>
          <p:nvSpPr>
            <p:cNvPr id="7705" name="addition:spatial:194">
              <a:extLst>
                <a:ext uri="{FF2B5EF4-FFF2-40B4-BE49-F238E27FC236}">
                  <ns2:creationId id="{63E99D23-D872-449E-B8FA-D09DE6274FDC}"/>
                </a:ext>
              </a:extLst>
            </p:cNvPr>
            <p:cNvSpPr>
              <a:spLocks noGrp="1"/>
            </p:cNvSpPr>
            <p:nvPr/>
          </p:nvSpPr>
          <p:spPr>
            <a:xfrm>
              <a:off x="5648325" y="1666875"/>
              <a:ext cx="1580449" cy="779846"/>
            </a:xfrm>
            <a:custGeom>
              <a:rect l="l" t="t" r="r" b="b"/>
              <a:pathLst>
                <a:path w="1192" h="461">
                  <a:moveTo>
                    <a:pt x="0" y="0"/>
                  </a:moveTo>
                  <a:moveTo>
                    <a:pt x="1191" y="359"/>
                  </a:moveTo>
                  <a:lnTo>
                    <a:pt x="1192" y="367"/>
                  </a:lnTo>
                  <a:lnTo>
                    <a:pt x="1187" y="375"/>
                  </a:lnTo>
                  <a:lnTo>
                    <a:pt x="1182" y="382"/>
                  </a:lnTo>
                  <a:lnTo>
                    <a:pt x="1182" y="390"/>
                  </a:lnTo>
                  <a:lnTo>
                    <a:pt x="1186" y="400"/>
                  </a:lnTo>
                  <a:lnTo>
                    <a:pt x="1188" y="410"/>
                  </a:lnTo>
                  <a:lnTo>
                    <a:pt x="1182" y="417"/>
                  </a:lnTo>
                  <a:lnTo>
                    <a:pt x="1169" y="419"/>
                  </a:lnTo>
                  <a:lnTo>
                    <a:pt x="1155" y="418"/>
                  </a:lnTo>
                  <a:lnTo>
                    <a:pt x="1145" y="418"/>
                  </a:lnTo>
                  <a:lnTo>
                    <a:pt x="1138" y="423"/>
                  </a:lnTo>
                  <a:lnTo>
                    <a:pt x="1133" y="429"/>
                  </a:lnTo>
                  <a:lnTo>
                    <a:pt x="1126" y="435"/>
                  </a:lnTo>
                  <a:lnTo>
                    <a:pt x="1117" y="440"/>
                  </a:lnTo>
                  <a:lnTo>
                    <a:pt x="1108" y="446"/>
                  </a:lnTo>
                  <a:lnTo>
                    <a:pt x="1099" y="454"/>
                  </a:lnTo>
                  <a:lnTo>
                    <a:pt x="1087" y="461"/>
                  </a:lnTo>
                  <a:lnTo>
                    <a:pt x="1075" y="461"/>
                  </a:lnTo>
                  <a:lnTo>
                    <a:pt x="1064" y="453"/>
                  </a:lnTo>
                  <a:lnTo>
                    <a:pt x="1055" y="442"/>
                  </a:lnTo>
                  <a:lnTo>
                    <a:pt x="1047" y="434"/>
                  </a:lnTo>
                  <a:lnTo>
                    <a:pt x="1037" y="433"/>
                  </a:lnTo>
                  <a:lnTo>
                    <a:pt x="1025" y="434"/>
                  </a:lnTo>
                  <a:lnTo>
                    <a:pt x="1014" y="434"/>
                  </a:lnTo>
                  <a:lnTo>
                    <a:pt x="1007" y="428"/>
                  </a:lnTo>
                  <a:lnTo>
                    <a:pt x="1003" y="419"/>
                  </a:lnTo>
                  <a:lnTo>
                    <a:pt x="1000" y="412"/>
                  </a:lnTo>
                  <a:lnTo>
                    <a:pt x="992" y="407"/>
                  </a:lnTo>
                  <a:lnTo>
                    <a:pt x="982" y="404"/>
                  </a:lnTo>
                  <a:lnTo>
                    <a:pt x="973" y="399"/>
                  </a:lnTo>
                  <a:lnTo>
                    <a:pt x="968" y="392"/>
                  </a:lnTo>
                  <a:lnTo>
                    <a:pt x="966" y="384"/>
                  </a:lnTo>
                  <a:lnTo>
                    <a:pt x="964" y="376"/>
                  </a:lnTo>
                  <a:lnTo>
                    <a:pt x="962" y="368"/>
                  </a:lnTo>
                  <a:lnTo>
                    <a:pt x="964" y="359"/>
                  </a:lnTo>
                  <a:lnTo>
                    <a:pt x="974" y="351"/>
                  </a:lnTo>
                  <a:lnTo>
                    <a:pt x="989" y="345"/>
                  </a:lnTo>
                  <a:lnTo>
                    <a:pt x="1001" y="340"/>
                  </a:lnTo>
                  <a:lnTo>
                    <a:pt x="1005" y="334"/>
                  </a:lnTo>
                  <a:lnTo>
                    <a:pt x="1000" y="324"/>
                  </a:lnTo>
                  <a:lnTo>
                    <a:pt x="994" y="313"/>
                  </a:lnTo>
                  <a:lnTo>
                    <a:pt x="995" y="303"/>
                  </a:lnTo>
                  <a:lnTo>
                    <a:pt x="1002" y="296"/>
                  </a:lnTo>
                  <a:lnTo>
                    <a:pt x="1012" y="292"/>
                  </a:lnTo>
                  <a:lnTo>
                    <a:pt x="1021" y="288"/>
                  </a:lnTo>
                  <a:lnTo>
                    <a:pt x="1027" y="282"/>
                  </a:lnTo>
                  <a:lnTo>
                    <a:pt x="1035" y="277"/>
                  </a:lnTo>
                  <a:lnTo>
                    <a:pt x="1044" y="275"/>
                  </a:lnTo>
                  <a:lnTo>
                    <a:pt x="1054" y="276"/>
                  </a:lnTo>
                  <a:lnTo>
                    <a:pt x="1062" y="276"/>
                  </a:lnTo>
                  <a:lnTo>
                    <a:pt x="1070" y="274"/>
                  </a:lnTo>
                  <a:lnTo>
                    <a:pt x="1077" y="272"/>
                  </a:lnTo>
                  <a:lnTo>
                    <a:pt x="1085" y="273"/>
                  </a:lnTo>
                  <a:lnTo>
                    <a:pt x="1092" y="278"/>
                  </a:lnTo>
                  <a:lnTo>
                    <a:pt x="1098" y="284"/>
                  </a:lnTo>
                  <a:lnTo>
                    <a:pt x="1104" y="286"/>
                  </a:lnTo>
                  <a:lnTo>
                    <a:pt x="1115" y="281"/>
                  </a:lnTo>
                  <a:lnTo>
                    <a:pt x="1128" y="274"/>
                  </a:lnTo>
                  <a:lnTo>
                    <a:pt x="1141" y="272"/>
                  </a:lnTo>
                  <a:lnTo>
                    <a:pt x="1149" y="278"/>
                  </a:lnTo>
                  <a:lnTo>
                    <a:pt x="1151" y="289"/>
                  </a:lnTo>
                  <a:lnTo>
                    <a:pt x="1152" y="300"/>
                  </a:lnTo>
                  <a:lnTo>
                    <a:pt x="1153" y="309"/>
                  </a:lnTo>
                  <a:lnTo>
                    <a:pt x="1157" y="316"/>
                  </a:lnTo>
                  <a:lnTo>
                    <a:pt x="1161" y="324"/>
                  </a:lnTo>
                  <a:lnTo>
                    <a:pt x="1162" y="331"/>
                  </a:lnTo>
                  <a:lnTo>
                    <a:pt x="1165" y="338"/>
                  </a:lnTo>
                  <a:lnTo>
                    <a:pt x="1172" y="344"/>
                  </a:lnTo>
                  <a:lnTo>
                    <a:pt x="1183" y="351"/>
                  </a:lnTo>
                  <a:close/>
                </a:path>
              </a:pathLst>
            </a:custGeom>
            <a:solidFill>
              <a:srgbClr val="CC79A7">
                <a:alpha val="37000"/>
              </a:srgbClr>
            </a:solidFill>
            <a:ln>
              <a:noFill/>
            </a:ln>
          </p:spPr>
          <p:txBody>
            <a:bodyPr anchor="ctr"/>
            <a:lstStyle/>
            <a:p>
              <a:pPr algn="ctr">
                <a:buNone/>
              </a:pPr>
            </a:p>
          </p:txBody>
        </p:sp>
        <p:sp>
          <p:nvSpPr>
            <p:cNvPr id="7706" name="addition:spatial:195">
              <a:extLst>
                <a:ext uri="{FF2B5EF4-FFF2-40B4-BE49-F238E27FC236}">
                  <ns2:creationId id="{83F3A4AF-94C1-4758-8ACF-26CE6DEF79D8}"/>
                </a:ext>
              </a:extLst>
            </p:cNvPr>
            <p:cNvSpPr>
              <a:spLocks noGrp="1"/>
            </p:cNvSpPr>
            <p:nvPr/>
          </p:nvSpPr>
          <p:spPr>
            <a:xfrm>
              <a:off x="5648325" y="1666875"/>
              <a:ext cx="1443883" cy="636057"/>
            </a:xfrm>
            <a:custGeom>
              <a:rect l="l" t="t" r="r" b="b"/>
              <a:pathLst>
                <a:path w="1089" h="376">
                  <a:moveTo>
                    <a:pt x="0" y="0"/>
                  </a:moveTo>
                  <a:moveTo>
                    <a:pt x="1087" y="338"/>
                  </a:moveTo>
                  <a:lnTo>
                    <a:pt x="1085" y="341"/>
                  </a:lnTo>
                  <a:lnTo>
                    <a:pt x="1083" y="345"/>
                  </a:lnTo>
                  <a:lnTo>
                    <a:pt x="1082" y="348"/>
                  </a:lnTo>
                  <a:lnTo>
                    <a:pt x="1079" y="351"/>
                  </a:lnTo>
                  <a:lnTo>
                    <a:pt x="1074" y="353"/>
                  </a:lnTo>
                  <a:lnTo>
                    <a:pt x="1070" y="355"/>
                  </a:lnTo>
                  <a:lnTo>
                    <a:pt x="1069" y="358"/>
                  </a:lnTo>
                  <a:lnTo>
                    <a:pt x="1070" y="363"/>
                  </a:lnTo>
                  <a:lnTo>
                    <a:pt x="1071" y="369"/>
                  </a:lnTo>
                  <a:lnTo>
                    <a:pt x="1070" y="374"/>
                  </a:lnTo>
                  <a:lnTo>
                    <a:pt x="1066" y="376"/>
                  </a:lnTo>
                  <a:lnTo>
                    <a:pt x="1060" y="375"/>
                  </a:lnTo>
                  <a:lnTo>
                    <a:pt x="1055" y="374"/>
                  </a:lnTo>
                  <a:lnTo>
                    <a:pt x="1052" y="374"/>
                  </a:lnTo>
                  <a:lnTo>
                    <a:pt x="1048" y="375"/>
                  </a:lnTo>
                  <a:lnTo>
                    <a:pt x="1045" y="375"/>
                  </a:lnTo>
                  <a:lnTo>
                    <a:pt x="1042" y="374"/>
                  </a:lnTo>
                  <a:lnTo>
                    <a:pt x="1039" y="373"/>
                  </a:lnTo>
                  <a:lnTo>
                    <a:pt x="1036" y="374"/>
                  </a:lnTo>
                  <a:lnTo>
                    <a:pt x="1033" y="376"/>
                  </a:lnTo>
                  <a:lnTo>
                    <a:pt x="1029" y="376"/>
                  </a:lnTo>
                  <a:lnTo>
                    <a:pt x="1026" y="375"/>
                  </a:lnTo>
                  <a:lnTo>
                    <a:pt x="1024" y="372"/>
                  </a:lnTo>
                  <a:lnTo>
                    <a:pt x="1021" y="369"/>
                  </a:lnTo>
                  <a:lnTo>
                    <a:pt x="1018" y="369"/>
                  </a:lnTo>
                  <a:lnTo>
                    <a:pt x="1012" y="369"/>
                  </a:lnTo>
                  <a:lnTo>
                    <a:pt x="1008" y="368"/>
                  </a:lnTo>
                  <a:lnTo>
                    <a:pt x="1006" y="364"/>
                  </a:lnTo>
                  <a:lnTo>
                    <a:pt x="1008" y="358"/>
                  </a:lnTo>
                  <a:lnTo>
                    <a:pt x="1010" y="353"/>
                  </a:lnTo>
                  <a:lnTo>
                    <a:pt x="1011" y="349"/>
                  </a:lnTo>
                  <a:lnTo>
                    <a:pt x="1009" y="347"/>
                  </a:lnTo>
                  <a:lnTo>
                    <a:pt x="1006" y="344"/>
                  </a:lnTo>
                  <a:lnTo>
                    <a:pt x="1004" y="341"/>
                  </a:lnTo>
                  <a:lnTo>
                    <a:pt x="1002" y="338"/>
                  </a:lnTo>
                  <a:lnTo>
                    <a:pt x="999" y="334"/>
                  </a:lnTo>
                  <a:lnTo>
                    <a:pt x="996" y="330"/>
                  </a:lnTo>
                  <a:lnTo>
                    <a:pt x="994" y="326"/>
                  </a:lnTo>
                  <a:lnTo>
                    <a:pt x="995" y="322"/>
                  </a:lnTo>
                  <a:lnTo>
                    <a:pt x="999" y="320"/>
                  </a:lnTo>
                  <a:lnTo>
                    <a:pt x="1004" y="318"/>
                  </a:lnTo>
                  <a:lnTo>
                    <a:pt x="1007" y="316"/>
                  </a:lnTo>
                  <a:lnTo>
                    <a:pt x="1008" y="313"/>
                  </a:lnTo>
                  <a:lnTo>
                    <a:pt x="1008" y="309"/>
                  </a:lnTo>
                  <a:lnTo>
                    <a:pt x="1011" y="306"/>
                  </a:lnTo>
                  <a:lnTo>
                    <a:pt x="1015" y="305"/>
                  </a:lnTo>
                  <a:lnTo>
                    <a:pt x="1020" y="306"/>
                  </a:lnTo>
                  <a:lnTo>
                    <a:pt x="1024" y="306"/>
                  </a:lnTo>
                  <a:lnTo>
                    <a:pt x="1027" y="304"/>
                  </a:lnTo>
                  <a:lnTo>
                    <a:pt x="1030" y="300"/>
                  </a:lnTo>
                  <a:lnTo>
                    <a:pt x="1034" y="297"/>
                  </a:lnTo>
                  <a:lnTo>
                    <a:pt x="1038" y="295"/>
                  </a:lnTo>
                  <a:lnTo>
                    <a:pt x="1043" y="295"/>
                  </a:lnTo>
                  <a:lnTo>
                    <a:pt x="1048" y="295"/>
                  </a:lnTo>
                  <a:lnTo>
                    <a:pt x="1053" y="295"/>
                  </a:lnTo>
                  <a:lnTo>
                    <a:pt x="1057" y="297"/>
                  </a:lnTo>
                  <a:lnTo>
                    <a:pt x="1060" y="301"/>
                  </a:lnTo>
                  <a:lnTo>
                    <a:pt x="1062" y="307"/>
                  </a:lnTo>
                  <a:lnTo>
                    <a:pt x="1063" y="311"/>
                  </a:lnTo>
                  <a:lnTo>
                    <a:pt x="1067" y="312"/>
                  </a:lnTo>
                  <a:lnTo>
                    <a:pt x="1072" y="311"/>
                  </a:lnTo>
                  <a:lnTo>
                    <a:pt x="1078" y="311"/>
                  </a:lnTo>
                  <a:lnTo>
                    <a:pt x="1082" y="313"/>
                  </a:lnTo>
                  <a:lnTo>
                    <a:pt x="1083" y="317"/>
                  </a:lnTo>
                  <a:lnTo>
                    <a:pt x="1083" y="320"/>
                  </a:lnTo>
                  <a:lnTo>
                    <a:pt x="1085" y="324"/>
                  </a:lnTo>
                  <a:lnTo>
                    <a:pt x="1087" y="327"/>
                  </a:lnTo>
                  <a:lnTo>
                    <a:pt x="1089" y="330"/>
                  </a:lnTo>
                  <a:lnTo>
                    <a:pt x="1089" y="334"/>
                  </a:lnTo>
                  <a:close/>
                </a:path>
              </a:pathLst>
            </a:custGeom>
            <a:solidFill>
              <a:srgbClr val="CC79A7">
                <a:alpha val="36000"/>
              </a:srgbClr>
            </a:solidFill>
            <a:ln>
              <a:noFill/>
            </a:ln>
          </p:spPr>
          <p:txBody>
            <a:bodyPr anchor="ctr"/>
            <a:lstStyle/>
            <a:p>
              <a:pPr algn="ctr">
                <a:buNone/>
              </a:pPr>
            </a:p>
          </p:txBody>
        </p:sp>
        <p:sp>
          <p:nvSpPr>
            <p:cNvPr id="7707" name="addition:spatial:196">
              <a:extLst>
                <a:ext uri="{FF2B5EF4-FFF2-40B4-BE49-F238E27FC236}">
                  <ns2:creationId id="{C9A9F17A-E74C-4DB4-BE71-D641CCCC5D07}"/>
                </a:ext>
              </a:extLst>
            </p:cNvPr>
            <p:cNvSpPr>
              <a:spLocks noGrp="1"/>
            </p:cNvSpPr>
            <p:nvPr/>
          </p:nvSpPr>
          <p:spPr>
            <a:xfrm>
              <a:off x="5648325" y="1666875"/>
              <a:ext cx="1512829" cy="605607"/>
            </a:xfrm>
            <a:custGeom>
              <a:rect l="l" t="t" r="r" b="b"/>
              <a:pathLst>
                <a:path w="1141" h="358">
                  <a:moveTo>
                    <a:pt x="0" y="0"/>
                  </a:moveTo>
                  <a:moveTo>
                    <a:pt x="1137" y="326"/>
                  </a:moveTo>
                  <a:lnTo>
                    <a:pt x="1139" y="328"/>
                  </a:lnTo>
                  <a:lnTo>
                    <a:pt x="1140" y="331"/>
                  </a:lnTo>
                  <a:lnTo>
                    <a:pt x="1140" y="334"/>
                  </a:lnTo>
                  <a:lnTo>
                    <a:pt x="1141" y="337"/>
                  </a:lnTo>
                  <a:lnTo>
                    <a:pt x="1140" y="340"/>
                  </a:lnTo>
                  <a:lnTo>
                    <a:pt x="1137" y="342"/>
                  </a:lnTo>
                  <a:lnTo>
                    <a:pt x="1132" y="343"/>
                  </a:lnTo>
                  <a:lnTo>
                    <a:pt x="1127" y="343"/>
                  </a:lnTo>
                  <a:lnTo>
                    <a:pt x="1124" y="343"/>
                  </a:lnTo>
                  <a:lnTo>
                    <a:pt x="1123" y="346"/>
                  </a:lnTo>
                  <a:lnTo>
                    <a:pt x="1123" y="349"/>
                  </a:lnTo>
                  <a:lnTo>
                    <a:pt x="1121" y="353"/>
                  </a:lnTo>
                  <a:lnTo>
                    <a:pt x="1118" y="355"/>
                  </a:lnTo>
                  <a:lnTo>
                    <a:pt x="1115" y="355"/>
                  </a:lnTo>
                  <a:lnTo>
                    <a:pt x="1111" y="355"/>
                  </a:lnTo>
                  <a:lnTo>
                    <a:pt x="1108" y="356"/>
                  </a:lnTo>
                  <a:lnTo>
                    <a:pt x="1104" y="357"/>
                  </a:lnTo>
                  <a:lnTo>
                    <a:pt x="1100" y="358"/>
                  </a:lnTo>
                  <a:lnTo>
                    <a:pt x="1097" y="356"/>
                  </a:lnTo>
                  <a:lnTo>
                    <a:pt x="1093" y="355"/>
                  </a:lnTo>
                  <a:lnTo>
                    <a:pt x="1090" y="354"/>
                  </a:lnTo>
                  <a:lnTo>
                    <a:pt x="1087" y="353"/>
                  </a:lnTo>
                  <a:lnTo>
                    <a:pt x="1084" y="352"/>
                  </a:lnTo>
                  <a:lnTo>
                    <a:pt x="1082" y="349"/>
                  </a:lnTo>
                  <a:lnTo>
                    <a:pt x="1082" y="346"/>
                  </a:lnTo>
                  <a:lnTo>
                    <a:pt x="1080" y="344"/>
                  </a:lnTo>
                  <a:lnTo>
                    <a:pt x="1077" y="343"/>
                  </a:lnTo>
                  <a:lnTo>
                    <a:pt x="1072" y="343"/>
                  </a:lnTo>
                  <a:lnTo>
                    <a:pt x="1067" y="343"/>
                  </a:lnTo>
                  <a:lnTo>
                    <a:pt x="1065" y="341"/>
                  </a:lnTo>
                  <a:lnTo>
                    <a:pt x="1065" y="338"/>
                  </a:lnTo>
                  <a:lnTo>
                    <a:pt x="1067" y="334"/>
                  </a:lnTo>
                  <a:lnTo>
                    <a:pt x="1068" y="331"/>
                  </a:lnTo>
                  <a:lnTo>
                    <a:pt x="1069" y="328"/>
                  </a:lnTo>
                  <a:lnTo>
                    <a:pt x="1070" y="326"/>
                  </a:lnTo>
                  <a:lnTo>
                    <a:pt x="1072" y="323"/>
                  </a:lnTo>
                  <a:lnTo>
                    <a:pt x="1074" y="321"/>
                  </a:lnTo>
                  <a:lnTo>
                    <a:pt x="1075" y="319"/>
                  </a:lnTo>
                  <a:lnTo>
                    <a:pt x="1074" y="316"/>
                  </a:lnTo>
                  <a:lnTo>
                    <a:pt x="1074" y="313"/>
                  </a:lnTo>
                  <a:lnTo>
                    <a:pt x="1075" y="310"/>
                  </a:lnTo>
                  <a:lnTo>
                    <a:pt x="1077" y="308"/>
                  </a:lnTo>
                  <a:lnTo>
                    <a:pt x="1081" y="307"/>
                  </a:lnTo>
                  <a:lnTo>
                    <a:pt x="1083" y="305"/>
                  </a:lnTo>
                  <a:lnTo>
                    <a:pt x="1083" y="302"/>
                  </a:lnTo>
                  <a:lnTo>
                    <a:pt x="1084" y="298"/>
                  </a:lnTo>
                  <a:lnTo>
                    <a:pt x="1086" y="295"/>
                  </a:lnTo>
                  <a:lnTo>
                    <a:pt x="1090" y="296"/>
                  </a:lnTo>
                  <a:lnTo>
                    <a:pt x="1093" y="297"/>
                  </a:lnTo>
                  <a:lnTo>
                    <a:pt x="1097" y="299"/>
                  </a:lnTo>
                  <a:lnTo>
                    <a:pt x="1099" y="300"/>
                  </a:lnTo>
                  <a:lnTo>
                    <a:pt x="1101" y="299"/>
                  </a:lnTo>
                  <a:lnTo>
                    <a:pt x="1103" y="299"/>
                  </a:lnTo>
                  <a:lnTo>
                    <a:pt x="1106" y="298"/>
                  </a:lnTo>
                  <a:lnTo>
                    <a:pt x="1108" y="298"/>
                  </a:lnTo>
                  <a:lnTo>
                    <a:pt x="1112" y="297"/>
                  </a:lnTo>
                  <a:lnTo>
                    <a:pt x="1115" y="295"/>
                  </a:lnTo>
                  <a:lnTo>
                    <a:pt x="1119" y="295"/>
                  </a:lnTo>
                  <a:lnTo>
                    <a:pt x="1121" y="298"/>
                  </a:lnTo>
                  <a:lnTo>
                    <a:pt x="1122" y="302"/>
                  </a:lnTo>
                  <a:lnTo>
                    <a:pt x="1122" y="305"/>
                  </a:lnTo>
                  <a:lnTo>
                    <a:pt x="1124" y="307"/>
                  </a:lnTo>
                  <a:lnTo>
                    <a:pt x="1127" y="309"/>
                  </a:lnTo>
                  <a:lnTo>
                    <a:pt x="1131" y="310"/>
                  </a:lnTo>
                  <a:lnTo>
                    <a:pt x="1132" y="313"/>
                  </a:lnTo>
                  <a:lnTo>
                    <a:pt x="1132" y="316"/>
                  </a:lnTo>
                  <a:lnTo>
                    <a:pt x="1131" y="319"/>
                  </a:lnTo>
                  <a:lnTo>
                    <a:pt x="1132" y="321"/>
                  </a:lnTo>
                  <a:lnTo>
                    <a:pt x="1135" y="323"/>
                  </a:lnTo>
                  <a:close/>
                </a:path>
              </a:pathLst>
            </a:custGeom>
            <a:solidFill>
              <a:srgbClr val="CC79A7">
                <a:alpha val="36000"/>
              </a:srgbClr>
            </a:solidFill>
            <a:ln>
              <a:noFill/>
            </a:ln>
          </p:spPr>
          <p:txBody>
            <a:bodyPr anchor="ctr"/>
            <a:lstStyle/>
            <a:p>
              <a:pPr algn="ctr">
                <a:buNone/>
              </a:pPr>
            </a:p>
          </p:txBody>
        </p:sp>
        <p:sp>
          <p:nvSpPr>
            <p:cNvPr id="7708" name="addition:spatial:197">
              <a:extLst>
                <a:ext uri="{FF2B5EF4-FFF2-40B4-BE49-F238E27FC236}">
                  <ns2:creationId id="{AE95F4D6-45D6-4DED-996C-418A11D48140}"/>
                </a:ext>
              </a:extLst>
            </p:cNvPr>
            <p:cNvSpPr>
              <a:spLocks noGrp="1"/>
            </p:cNvSpPr>
            <p:nvPr/>
          </p:nvSpPr>
          <p:spPr>
            <a:xfrm>
              <a:off x="5648325" y="1666875"/>
              <a:ext cx="1563213" cy="715564"/>
            </a:xfrm>
            <a:custGeom>
              <a:rect l="l" t="t" r="r" b="b"/>
              <a:pathLst>
                <a:path w="1179" h="423">
                  <a:moveTo>
                    <a:pt x="0" y="0"/>
                  </a:moveTo>
                  <a:moveTo>
                    <a:pt x="1172" y="378"/>
                  </a:moveTo>
                  <a:lnTo>
                    <a:pt x="1172" y="381"/>
                  </a:lnTo>
                  <a:lnTo>
                    <a:pt x="1174" y="385"/>
                  </a:lnTo>
                  <a:lnTo>
                    <a:pt x="1177" y="389"/>
                  </a:lnTo>
                  <a:lnTo>
                    <a:pt x="1179" y="394"/>
                  </a:lnTo>
                  <a:lnTo>
                    <a:pt x="1178" y="397"/>
                  </a:lnTo>
                  <a:lnTo>
                    <a:pt x="1175" y="400"/>
                  </a:lnTo>
                  <a:lnTo>
                    <a:pt x="1171" y="402"/>
                  </a:lnTo>
                  <a:lnTo>
                    <a:pt x="1167" y="404"/>
                  </a:lnTo>
                  <a:lnTo>
                    <a:pt x="1164" y="405"/>
                  </a:lnTo>
                  <a:lnTo>
                    <a:pt x="1159" y="406"/>
                  </a:lnTo>
                  <a:lnTo>
                    <a:pt x="1155" y="406"/>
                  </a:lnTo>
                  <a:lnTo>
                    <a:pt x="1151" y="407"/>
                  </a:lnTo>
                  <a:lnTo>
                    <a:pt x="1149" y="410"/>
                  </a:lnTo>
                  <a:lnTo>
                    <a:pt x="1147" y="416"/>
                  </a:lnTo>
                  <a:lnTo>
                    <a:pt x="1143" y="421"/>
                  </a:lnTo>
                  <a:lnTo>
                    <a:pt x="1138" y="423"/>
                  </a:lnTo>
                  <a:lnTo>
                    <a:pt x="1133" y="421"/>
                  </a:lnTo>
                  <a:lnTo>
                    <a:pt x="1128" y="418"/>
                  </a:lnTo>
                  <a:lnTo>
                    <a:pt x="1123" y="416"/>
                  </a:lnTo>
                  <a:lnTo>
                    <a:pt x="1119" y="416"/>
                  </a:lnTo>
                  <a:lnTo>
                    <a:pt x="1114" y="416"/>
                  </a:lnTo>
                  <a:lnTo>
                    <a:pt x="1109" y="415"/>
                  </a:lnTo>
                  <a:lnTo>
                    <a:pt x="1106" y="412"/>
                  </a:lnTo>
                  <a:lnTo>
                    <a:pt x="1103" y="409"/>
                  </a:lnTo>
                  <a:lnTo>
                    <a:pt x="1100" y="406"/>
                  </a:lnTo>
                  <a:lnTo>
                    <a:pt x="1097" y="405"/>
                  </a:lnTo>
                  <a:lnTo>
                    <a:pt x="1093" y="403"/>
                  </a:lnTo>
                  <a:lnTo>
                    <a:pt x="1091" y="400"/>
                  </a:lnTo>
                  <a:lnTo>
                    <a:pt x="1089" y="397"/>
                  </a:lnTo>
                  <a:lnTo>
                    <a:pt x="1086" y="395"/>
                  </a:lnTo>
                  <a:lnTo>
                    <a:pt x="1081" y="393"/>
                  </a:lnTo>
                  <a:lnTo>
                    <a:pt x="1076" y="390"/>
                  </a:lnTo>
                  <a:lnTo>
                    <a:pt x="1074" y="386"/>
                  </a:lnTo>
                  <a:lnTo>
                    <a:pt x="1077" y="382"/>
                  </a:lnTo>
                  <a:lnTo>
                    <a:pt x="1084" y="378"/>
                  </a:lnTo>
                  <a:lnTo>
                    <a:pt x="1090" y="375"/>
                  </a:lnTo>
                  <a:lnTo>
                    <a:pt x="1092" y="372"/>
                  </a:lnTo>
                  <a:lnTo>
                    <a:pt x="1092" y="369"/>
                  </a:lnTo>
                  <a:lnTo>
                    <a:pt x="1091" y="365"/>
                  </a:lnTo>
                  <a:lnTo>
                    <a:pt x="1092" y="362"/>
                  </a:lnTo>
                  <a:lnTo>
                    <a:pt x="1095" y="358"/>
                  </a:lnTo>
                  <a:lnTo>
                    <a:pt x="1096" y="355"/>
                  </a:lnTo>
                  <a:lnTo>
                    <a:pt x="1097" y="351"/>
                  </a:lnTo>
                  <a:lnTo>
                    <a:pt x="1099" y="347"/>
                  </a:lnTo>
                  <a:lnTo>
                    <a:pt x="1103" y="345"/>
                  </a:lnTo>
                  <a:lnTo>
                    <a:pt x="1107" y="344"/>
                  </a:lnTo>
                  <a:lnTo>
                    <a:pt x="1112" y="344"/>
                  </a:lnTo>
                  <a:lnTo>
                    <a:pt x="1115" y="342"/>
                  </a:lnTo>
                  <a:lnTo>
                    <a:pt x="1118" y="339"/>
                  </a:lnTo>
                  <a:lnTo>
                    <a:pt x="1121" y="337"/>
                  </a:lnTo>
                  <a:lnTo>
                    <a:pt x="1125" y="337"/>
                  </a:lnTo>
                  <a:lnTo>
                    <a:pt x="1129" y="341"/>
                  </a:lnTo>
                  <a:lnTo>
                    <a:pt x="1132" y="345"/>
                  </a:lnTo>
                  <a:lnTo>
                    <a:pt x="1134" y="346"/>
                  </a:lnTo>
                  <a:lnTo>
                    <a:pt x="1138" y="344"/>
                  </a:lnTo>
                  <a:lnTo>
                    <a:pt x="1142" y="341"/>
                  </a:lnTo>
                  <a:lnTo>
                    <a:pt x="1147" y="340"/>
                  </a:lnTo>
                  <a:lnTo>
                    <a:pt x="1151" y="340"/>
                  </a:lnTo>
                  <a:lnTo>
                    <a:pt x="1154" y="342"/>
                  </a:lnTo>
                  <a:lnTo>
                    <a:pt x="1158" y="344"/>
                  </a:lnTo>
                  <a:lnTo>
                    <a:pt x="1161" y="347"/>
                  </a:lnTo>
                  <a:lnTo>
                    <a:pt x="1163" y="350"/>
                  </a:lnTo>
                  <a:lnTo>
                    <a:pt x="1162" y="355"/>
                  </a:lnTo>
                  <a:lnTo>
                    <a:pt x="1161" y="360"/>
                  </a:lnTo>
                  <a:lnTo>
                    <a:pt x="1162" y="363"/>
                  </a:lnTo>
                  <a:lnTo>
                    <a:pt x="1165" y="366"/>
                  </a:lnTo>
                  <a:lnTo>
                    <a:pt x="1170" y="368"/>
                  </a:lnTo>
                  <a:lnTo>
                    <a:pt x="1174" y="371"/>
                  </a:lnTo>
                  <a:lnTo>
                    <a:pt x="1174" y="374"/>
                  </a:lnTo>
                  <a:close/>
                </a:path>
              </a:pathLst>
            </a:custGeom>
            <a:solidFill>
              <a:srgbClr val="CC79A7">
                <a:alpha val="36000"/>
              </a:srgbClr>
            </a:solidFill>
            <a:ln>
              <a:noFill/>
            </a:ln>
          </p:spPr>
          <p:txBody>
            <a:bodyPr anchor="ctr"/>
            <a:lstStyle/>
            <a:p>
              <a:pPr algn="ctr">
                <a:buNone/>
              </a:pPr>
            </a:p>
          </p:txBody>
        </p:sp>
        <p:sp>
          <p:nvSpPr>
            <p:cNvPr id="7709" name="addition:spatial:198">
              <a:extLst>
                <a:ext uri="{FF2B5EF4-FFF2-40B4-BE49-F238E27FC236}">
                  <ns2:creationId id="{45EE442D-04B7-4247-9B4F-4590BCBCFF76}"/>
                </a:ext>
              </a:extLst>
            </p:cNvPr>
            <p:cNvSpPr>
              <a:spLocks noGrp="1"/>
            </p:cNvSpPr>
            <p:nvPr/>
          </p:nvSpPr>
          <p:spPr>
            <a:xfrm>
              <a:off x="5648325" y="1666875"/>
              <a:ext cx="1473053" cy="742630"/>
            </a:xfrm>
            <a:custGeom>
              <a:rect l="l" t="t" r="r" b="b"/>
              <a:pathLst>
                <a:path w="1111" h="439">
                  <a:moveTo>
                    <a:pt x="0" y="0"/>
                  </a:moveTo>
                  <a:moveTo>
                    <a:pt x="1101" y="401"/>
                  </a:moveTo>
                  <a:lnTo>
                    <a:pt x="1107" y="404"/>
                  </a:lnTo>
                  <a:lnTo>
                    <a:pt x="1111" y="408"/>
                  </a:lnTo>
                  <a:lnTo>
                    <a:pt x="1111" y="411"/>
                  </a:lnTo>
                  <a:lnTo>
                    <a:pt x="1108" y="414"/>
                  </a:lnTo>
                  <a:lnTo>
                    <a:pt x="1104" y="415"/>
                  </a:lnTo>
                  <a:lnTo>
                    <a:pt x="1102" y="418"/>
                  </a:lnTo>
                  <a:lnTo>
                    <a:pt x="1100" y="420"/>
                  </a:lnTo>
                  <a:lnTo>
                    <a:pt x="1098" y="422"/>
                  </a:lnTo>
                  <a:lnTo>
                    <a:pt x="1095" y="424"/>
                  </a:lnTo>
                  <a:lnTo>
                    <a:pt x="1092" y="425"/>
                  </a:lnTo>
                  <a:lnTo>
                    <a:pt x="1089" y="426"/>
                  </a:lnTo>
                  <a:lnTo>
                    <a:pt x="1087" y="429"/>
                  </a:lnTo>
                  <a:lnTo>
                    <a:pt x="1084" y="431"/>
                  </a:lnTo>
                  <a:lnTo>
                    <a:pt x="1081" y="432"/>
                  </a:lnTo>
                  <a:lnTo>
                    <a:pt x="1077" y="432"/>
                  </a:lnTo>
                  <a:lnTo>
                    <a:pt x="1073" y="432"/>
                  </a:lnTo>
                  <a:lnTo>
                    <a:pt x="1069" y="434"/>
                  </a:lnTo>
                  <a:lnTo>
                    <a:pt x="1065" y="437"/>
                  </a:lnTo>
                  <a:lnTo>
                    <a:pt x="1060" y="439"/>
                  </a:lnTo>
                  <a:lnTo>
                    <a:pt x="1055" y="439"/>
                  </a:lnTo>
                  <a:lnTo>
                    <a:pt x="1052" y="435"/>
                  </a:lnTo>
                  <a:lnTo>
                    <a:pt x="1049" y="430"/>
                  </a:lnTo>
                  <a:lnTo>
                    <a:pt x="1047" y="426"/>
                  </a:lnTo>
                  <a:lnTo>
                    <a:pt x="1045" y="425"/>
                  </a:lnTo>
                  <a:lnTo>
                    <a:pt x="1041" y="424"/>
                  </a:lnTo>
                  <a:lnTo>
                    <a:pt x="1037" y="423"/>
                  </a:lnTo>
                  <a:lnTo>
                    <a:pt x="1034" y="421"/>
                  </a:lnTo>
                  <a:lnTo>
                    <a:pt x="1031" y="420"/>
                  </a:lnTo>
                  <a:lnTo>
                    <a:pt x="1027" y="418"/>
                  </a:lnTo>
                  <a:lnTo>
                    <a:pt x="1023" y="417"/>
                  </a:lnTo>
                  <a:lnTo>
                    <a:pt x="1021" y="414"/>
                  </a:lnTo>
                  <a:lnTo>
                    <a:pt x="1022" y="410"/>
                  </a:lnTo>
                  <a:lnTo>
                    <a:pt x="1024" y="407"/>
                  </a:lnTo>
                  <a:lnTo>
                    <a:pt x="1026" y="404"/>
                  </a:lnTo>
                  <a:lnTo>
                    <a:pt x="1026" y="401"/>
                  </a:lnTo>
                  <a:lnTo>
                    <a:pt x="1024" y="398"/>
                  </a:lnTo>
                  <a:lnTo>
                    <a:pt x="1024" y="394"/>
                  </a:lnTo>
                  <a:lnTo>
                    <a:pt x="1028" y="392"/>
                  </a:lnTo>
                  <a:lnTo>
                    <a:pt x="1033" y="390"/>
                  </a:lnTo>
                  <a:lnTo>
                    <a:pt x="1037" y="388"/>
                  </a:lnTo>
                  <a:lnTo>
                    <a:pt x="1039" y="386"/>
                  </a:lnTo>
                  <a:lnTo>
                    <a:pt x="1038" y="382"/>
                  </a:lnTo>
                  <a:lnTo>
                    <a:pt x="1038" y="378"/>
                  </a:lnTo>
                  <a:lnTo>
                    <a:pt x="1040" y="375"/>
                  </a:lnTo>
                  <a:lnTo>
                    <a:pt x="1042" y="372"/>
                  </a:lnTo>
                  <a:lnTo>
                    <a:pt x="1045" y="370"/>
                  </a:lnTo>
                  <a:lnTo>
                    <a:pt x="1048" y="368"/>
                  </a:lnTo>
                  <a:lnTo>
                    <a:pt x="1051" y="366"/>
                  </a:lnTo>
                  <a:lnTo>
                    <a:pt x="1055" y="367"/>
                  </a:lnTo>
                  <a:lnTo>
                    <a:pt x="1060" y="370"/>
                  </a:lnTo>
                  <a:lnTo>
                    <a:pt x="1063" y="373"/>
                  </a:lnTo>
                  <a:lnTo>
                    <a:pt x="1066" y="373"/>
                  </a:lnTo>
                  <a:lnTo>
                    <a:pt x="1068" y="370"/>
                  </a:lnTo>
                  <a:lnTo>
                    <a:pt x="1071" y="368"/>
                  </a:lnTo>
                  <a:lnTo>
                    <a:pt x="1075" y="367"/>
                  </a:lnTo>
                  <a:lnTo>
                    <a:pt x="1077" y="368"/>
                  </a:lnTo>
                  <a:lnTo>
                    <a:pt x="1080" y="371"/>
                  </a:lnTo>
                  <a:lnTo>
                    <a:pt x="1082" y="372"/>
                  </a:lnTo>
                  <a:lnTo>
                    <a:pt x="1086" y="372"/>
                  </a:lnTo>
                  <a:lnTo>
                    <a:pt x="1090" y="373"/>
                  </a:lnTo>
                  <a:lnTo>
                    <a:pt x="1093" y="374"/>
                  </a:lnTo>
                  <a:lnTo>
                    <a:pt x="1095" y="377"/>
                  </a:lnTo>
                  <a:lnTo>
                    <a:pt x="1096" y="380"/>
                  </a:lnTo>
                  <a:lnTo>
                    <a:pt x="1097" y="383"/>
                  </a:lnTo>
                  <a:lnTo>
                    <a:pt x="1099" y="386"/>
                  </a:lnTo>
                  <a:lnTo>
                    <a:pt x="1099" y="389"/>
                  </a:lnTo>
                  <a:lnTo>
                    <a:pt x="1098" y="393"/>
                  </a:lnTo>
                  <a:lnTo>
                    <a:pt x="1096" y="396"/>
                  </a:lnTo>
                  <a:lnTo>
                    <a:pt x="1097" y="398"/>
                  </a:lnTo>
                  <a:close/>
                </a:path>
              </a:pathLst>
            </a:custGeom>
            <a:solidFill>
              <a:srgbClr val="CC79A7">
                <a:alpha val="36000"/>
              </a:srgbClr>
            </a:solidFill>
            <a:ln>
              <a:noFill/>
            </a:ln>
          </p:spPr>
          <p:txBody>
            <a:bodyPr anchor="ctr"/>
            <a:lstStyle/>
            <a:p>
              <a:pPr algn="ctr">
                <a:buNone/>
              </a:pPr>
            </a:p>
          </p:txBody>
        </p:sp>
        <p:sp>
          <p:nvSpPr>
            <p:cNvPr id="7710" name="addition:spatial:199">
              <a:extLst>
                <a:ext uri="{FF2B5EF4-FFF2-40B4-BE49-F238E27FC236}">
                  <ns2:creationId id="{07D6570B-749F-4682-BDDC-234A9C0CEADB}"/>
                </a:ext>
              </a:extLst>
            </p:cNvPr>
            <p:cNvSpPr>
              <a:spLocks noGrp="1"/>
            </p:cNvSpPr>
            <p:nvPr/>
          </p:nvSpPr>
          <p:spPr>
            <a:xfrm>
              <a:off x="5648325" y="1666875"/>
              <a:ext cx="1427973" cy="632673"/>
            </a:xfrm>
            <a:custGeom>
              <a:rect l="l" t="t" r="r" b="b"/>
              <a:pathLst>
                <a:path w="1077" h="374">
                  <a:moveTo>
                    <a:pt x="0" y="0"/>
                  </a:moveTo>
                  <a:moveTo>
                    <a:pt x="1074" y="341"/>
                  </a:moveTo>
                  <a:lnTo>
                    <a:pt x="1072" y="344"/>
                  </a:lnTo>
                  <a:lnTo>
                    <a:pt x="1071" y="346"/>
                  </a:lnTo>
                  <a:lnTo>
                    <a:pt x="1072" y="348"/>
                  </a:lnTo>
                  <a:lnTo>
                    <a:pt x="1075" y="352"/>
                  </a:lnTo>
                  <a:lnTo>
                    <a:pt x="1077" y="356"/>
                  </a:lnTo>
                  <a:lnTo>
                    <a:pt x="1077" y="359"/>
                  </a:lnTo>
                  <a:lnTo>
                    <a:pt x="1075" y="361"/>
                  </a:lnTo>
                  <a:lnTo>
                    <a:pt x="1071" y="362"/>
                  </a:lnTo>
                  <a:lnTo>
                    <a:pt x="1068" y="362"/>
                  </a:lnTo>
                  <a:lnTo>
                    <a:pt x="1066" y="363"/>
                  </a:lnTo>
                  <a:lnTo>
                    <a:pt x="1064" y="364"/>
                  </a:lnTo>
                  <a:lnTo>
                    <a:pt x="1061" y="365"/>
                  </a:lnTo>
                  <a:lnTo>
                    <a:pt x="1059" y="365"/>
                  </a:lnTo>
                  <a:lnTo>
                    <a:pt x="1057" y="367"/>
                  </a:lnTo>
                  <a:lnTo>
                    <a:pt x="1055" y="369"/>
                  </a:lnTo>
                  <a:lnTo>
                    <a:pt x="1053" y="372"/>
                  </a:lnTo>
                  <a:lnTo>
                    <a:pt x="1050" y="374"/>
                  </a:lnTo>
                  <a:lnTo>
                    <a:pt x="1047" y="373"/>
                  </a:lnTo>
                  <a:lnTo>
                    <a:pt x="1044" y="371"/>
                  </a:lnTo>
                  <a:lnTo>
                    <a:pt x="1041" y="369"/>
                  </a:lnTo>
                  <a:lnTo>
                    <a:pt x="1037" y="370"/>
                  </a:lnTo>
                  <a:lnTo>
                    <a:pt x="1034" y="371"/>
                  </a:lnTo>
                  <a:lnTo>
                    <a:pt x="1030" y="370"/>
                  </a:lnTo>
                  <a:lnTo>
                    <a:pt x="1028" y="368"/>
                  </a:lnTo>
                  <a:lnTo>
                    <a:pt x="1027" y="364"/>
                  </a:lnTo>
                  <a:lnTo>
                    <a:pt x="1026" y="360"/>
                  </a:lnTo>
                  <a:lnTo>
                    <a:pt x="1024" y="358"/>
                  </a:lnTo>
                  <a:lnTo>
                    <a:pt x="1022" y="357"/>
                  </a:lnTo>
                  <a:lnTo>
                    <a:pt x="1019" y="355"/>
                  </a:lnTo>
                  <a:lnTo>
                    <a:pt x="1017" y="353"/>
                  </a:lnTo>
                  <a:lnTo>
                    <a:pt x="1015" y="351"/>
                  </a:lnTo>
                  <a:lnTo>
                    <a:pt x="1012" y="349"/>
                  </a:lnTo>
                  <a:lnTo>
                    <a:pt x="1009" y="347"/>
                  </a:lnTo>
                  <a:lnTo>
                    <a:pt x="1007" y="344"/>
                  </a:lnTo>
                  <a:lnTo>
                    <a:pt x="1008" y="341"/>
                  </a:lnTo>
                  <a:lnTo>
                    <a:pt x="1012" y="338"/>
                  </a:lnTo>
                  <a:lnTo>
                    <a:pt x="1016" y="336"/>
                  </a:lnTo>
                  <a:lnTo>
                    <a:pt x="1018" y="334"/>
                  </a:lnTo>
                  <a:lnTo>
                    <a:pt x="1018" y="331"/>
                  </a:lnTo>
                  <a:lnTo>
                    <a:pt x="1017" y="328"/>
                  </a:lnTo>
                  <a:lnTo>
                    <a:pt x="1019" y="326"/>
                  </a:lnTo>
                  <a:lnTo>
                    <a:pt x="1021" y="324"/>
                  </a:lnTo>
                  <a:lnTo>
                    <a:pt x="1025" y="323"/>
                  </a:lnTo>
                  <a:lnTo>
                    <a:pt x="1027" y="321"/>
                  </a:lnTo>
                  <a:lnTo>
                    <a:pt x="1028" y="318"/>
                  </a:lnTo>
                  <a:lnTo>
                    <a:pt x="1030" y="315"/>
                  </a:lnTo>
                  <a:lnTo>
                    <a:pt x="1032" y="313"/>
                  </a:lnTo>
                  <a:lnTo>
                    <a:pt x="1035" y="312"/>
                  </a:lnTo>
                  <a:lnTo>
                    <a:pt x="1038" y="311"/>
                  </a:lnTo>
                  <a:lnTo>
                    <a:pt x="1041" y="310"/>
                  </a:lnTo>
                  <a:lnTo>
                    <a:pt x="1044" y="309"/>
                  </a:lnTo>
                  <a:lnTo>
                    <a:pt x="1047" y="309"/>
                  </a:lnTo>
                  <a:lnTo>
                    <a:pt x="1050" y="312"/>
                  </a:lnTo>
                  <a:lnTo>
                    <a:pt x="1051" y="316"/>
                  </a:lnTo>
                  <a:lnTo>
                    <a:pt x="1053" y="318"/>
                  </a:lnTo>
                  <a:lnTo>
                    <a:pt x="1055" y="317"/>
                  </a:lnTo>
                  <a:lnTo>
                    <a:pt x="1059" y="315"/>
                  </a:lnTo>
                  <a:lnTo>
                    <a:pt x="1062" y="313"/>
                  </a:lnTo>
                  <a:lnTo>
                    <a:pt x="1065" y="314"/>
                  </a:lnTo>
                  <a:lnTo>
                    <a:pt x="1067" y="316"/>
                  </a:lnTo>
                  <a:lnTo>
                    <a:pt x="1068" y="319"/>
                  </a:lnTo>
                  <a:lnTo>
                    <a:pt x="1069" y="321"/>
                  </a:lnTo>
                  <a:lnTo>
                    <a:pt x="1071" y="323"/>
                  </a:lnTo>
                  <a:lnTo>
                    <a:pt x="1072" y="325"/>
                  </a:lnTo>
                  <a:lnTo>
                    <a:pt x="1072" y="328"/>
                  </a:lnTo>
                  <a:lnTo>
                    <a:pt x="1072" y="331"/>
                  </a:lnTo>
                  <a:lnTo>
                    <a:pt x="1072" y="334"/>
                  </a:lnTo>
                  <a:lnTo>
                    <a:pt x="1073" y="336"/>
                  </a:lnTo>
                  <a:lnTo>
                    <a:pt x="1075" y="338"/>
                  </a:lnTo>
                  <a:close/>
                </a:path>
              </a:pathLst>
            </a:custGeom>
            <a:solidFill>
              <a:srgbClr val="CC79A7">
                <a:alpha val="32000"/>
              </a:srgbClr>
            </a:solidFill>
            <a:ln>
              <a:noFill/>
            </a:ln>
          </p:spPr>
          <p:txBody>
            <a:bodyPr anchor="ctr"/>
            <a:lstStyle/>
            <a:p>
              <a:pPr algn="ctr">
                <a:buNone/>
              </a:pPr>
            </a:p>
          </p:txBody>
        </p:sp>
        <p:sp>
          <p:nvSpPr>
            <p:cNvPr id="7711" name="addition:spatial:200">
              <a:extLst>
                <a:ext uri="{FF2B5EF4-FFF2-40B4-BE49-F238E27FC236}">
                  <ns2:creationId id="{3CCE64F7-CC2F-45AA-A085-1EA2371B4C72}"/>
                </a:ext>
              </a:extLst>
            </p:cNvPr>
            <p:cNvSpPr>
              <a:spLocks noGrp="1"/>
            </p:cNvSpPr>
            <p:nvPr/>
          </p:nvSpPr>
          <p:spPr>
            <a:xfrm>
              <a:off x="5648325" y="1666875"/>
              <a:ext cx="1526088" cy="700339"/>
            </a:xfrm>
            <a:custGeom>
              <a:rect l="l" t="t" r="r" b="b"/>
              <a:pathLst>
                <a:path w="1151" h="414">
                  <a:moveTo>
                    <a:pt x="0" y="0"/>
                  </a:moveTo>
                  <a:moveTo>
                    <a:pt x="1145" y="385"/>
                  </a:moveTo>
                  <a:lnTo>
                    <a:pt x="1146" y="387"/>
                  </a:lnTo>
                  <a:lnTo>
                    <a:pt x="1148" y="390"/>
                  </a:lnTo>
                  <a:lnTo>
                    <a:pt x="1150" y="393"/>
                  </a:lnTo>
                  <a:lnTo>
                    <a:pt x="1151" y="396"/>
                  </a:lnTo>
                  <a:lnTo>
                    <a:pt x="1150" y="398"/>
                  </a:lnTo>
                  <a:lnTo>
                    <a:pt x="1148" y="400"/>
                  </a:lnTo>
                  <a:lnTo>
                    <a:pt x="1145" y="401"/>
                  </a:lnTo>
                  <a:lnTo>
                    <a:pt x="1143" y="403"/>
                  </a:lnTo>
                  <a:lnTo>
                    <a:pt x="1140" y="403"/>
                  </a:lnTo>
                  <a:lnTo>
                    <a:pt x="1137" y="403"/>
                  </a:lnTo>
                  <a:lnTo>
                    <a:pt x="1134" y="403"/>
                  </a:lnTo>
                  <a:lnTo>
                    <a:pt x="1132" y="404"/>
                  </a:lnTo>
                  <a:lnTo>
                    <a:pt x="1130" y="408"/>
                  </a:lnTo>
                  <a:lnTo>
                    <a:pt x="1129" y="411"/>
                  </a:lnTo>
                  <a:lnTo>
                    <a:pt x="1126" y="414"/>
                  </a:lnTo>
                  <a:lnTo>
                    <a:pt x="1123" y="414"/>
                  </a:lnTo>
                  <a:lnTo>
                    <a:pt x="1119" y="413"/>
                  </a:lnTo>
                  <a:lnTo>
                    <a:pt x="1116" y="411"/>
                  </a:lnTo>
                  <a:lnTo>
                    <a:pt x="1113" y="411"/>
                  </a:lnTo>
                  <a:lnTo>
                    <a:pt x="1109" y="411"/>
                  </a:lnTo>
                  <a:lnTo>
                    <a:pt x="1106" y="411"/>
                  </a:lnTo>
                  <a:lnTo>
                    <a:pt x="1103" y="410"/>
                  </a:lnTo>
                  <a:lnTo>
                    <a:pt x="1101" y="407"/>
                  </a:lnTo>
                  <a:lnTo>
                    <a:pt x="1099" y="406"/>
                  </a:lnTo>
                  <a:lnTo>
                    <a:pt x="1096" y="404"/>
                  </a:lnTo>
                  <a:lnTo>
                    <a:pt x="1094" y="403"/>
                  </a:lnTo>
                  <a:lnTo>
                    <a:pt x="1092" y="401"/>
                  </a:lnTo>
                  <a:lnTo>
                    <a:pt x="1091" y="399"/>
                  </a:lnTo>
                  <a:lnTo>
                    <a:pt x="1090" y="398"/>
                  </a:lnTo>
                  <a:lnTo>
                    <a:pt x="1087" y="397"/>
                  </a:lnTo>
                  <a:lnTo>
                    <a:pt x="1082" y="395"/>
                  </a:lnTo>
                  <a:lnTo>
                    <a:pt x="1079" y="393"/>
                  </a:lnTo>
                  <a:lnTo>
                    <a:pt x="1079" y="391"/>
                  </a:lnTo>
                  <a:lnTo>
                    <a:pt x="1082" y="388"/>
                  </a:lnTo>
                  <a:lnTo>
                    <a:pt x="1086" y="385"/>
                  </a:lnTo>
                  <a:lnTo>
                    <a:pt x="1089" y="383"/>
                  </a:lnTo>
                  <a:lnTo>
                    <a:pt x="1090" y="381"/>
                  </a:lnTo>
                  <a:lnTo>
                    <a:pt x="1090" y="379"/>
                  </a:lnTo>
                  <a:lnTo>
                    <a:pt x="1090" y="376"/>
                  </a:lnTo>
                  <a:lnTo>
                    <a:pt x="1092" y="374"/>
                  </a:lnTo>
                  <a:lnTo>
                    <a:pt x="1093" y="372"/>
                  </a:lnTo>
                  <a:lnTo>
                    <a:pt x="1094" y="370"/>
                  </a:lnTo>
                  <a:lnTo>
                    <a:pt x="1094" y="367"/>
                  </a:lnTo>
                  <a:lnTo>
                    <a:pt x="1096" y="365"/>
                  </a:lnTo>
                  <a:lnTo>
                    <a:pt x="1099" y="364"/>
                  </a:lnTo>
                  <a:lnTo>
                    <a:pt x="1102" y="363"/>
                  </a:lnTo>
                  <a:lnTo>
                    <a:pt x="1104" y="362"/>
                  </a:lnTo>
                  <a:lnTo>
                    <a:pt x="1106" y="360"/>
                  </a:lnTo>
                  <a:lnTo>
                    <a:pt x="1108" y="358"/>
                  </a:lnTo>
                  <a:lnTo>
                    <a:pt x="1111" y="357"/>
                  </a:lnTo>
                  <a:lnTo>
                    <a:pt x="1114" y="359"/>
                  </a:lnTo>
                  <a:lnTo>
                    <a:pt x="1116" y="362"/>
                  </a:lnTo>
                  <a:lnTo>
                    <a:pt x="1118" y="364"/>
                  </a:lnTo>
                  <a:lnTo>
                    <a:pt x="1120" y="364"/>
                  </a:lnTo>
                  <a:lnTo>
                    <a:pt x="1123" y="362"/>
                  </a:lnTo>
                  <a:lnTo>
                    <a:pt x="1126" y="360"/>
                  </a:lnTo>
                  <a:lnTo>
                    <a:pt x="1129" y="360"/>
                  </a:lnTo>
                  <a:lnTo>
                    <a:pt x="1131" y="360"/>
                  </a:lnTo>
                  <a:lnTo>
                    <a:pt x="1134" y="361"/>
                  </a:lnTo>
                  <a:lnTo>
                    <a:pt x="1136" y="362"/>
                  </a:lnTo>
                  <a:lnTo>
                    <a:pt x="1139" y="364"/>
                  </a:lnTo>
                  <a:lnTo>
                    <a:pt x="1139" y="367"/>
                  </a:lnTo>
                  <a:lnTo>
                    <a:pt x="1139" y="370"/>
                  </a:lnTo>
                  <a:lnTo>
                    <a:pt x="1138" y="373"/>
                  </a:lnTo>
                  <a:lnTo>
                    <a:pt x="1140" y="375"/>
                  </a:lnTo>
                  <a:lnTo>
                    <a:pt x="1143" y="376"/>
                  </a:lnTo>
                  <a:lnTo>
                    <a:pt x="1146" y="378"/>
                  </a:lnTo>
                  <a:lnTo>
                    <a:pt x="1147" y="380"/>
                  </a:lnTo>
                  <a:lnTo>
                    <a:pt x="1146" y="383"/>
                  </a:lnTo>
                  <a:close/>
                </a:path>
              </a:pathLst>
            </a:custGeom>
            <a:solidFill>
              <a:srgbClr val="CC79A7">
                <a:alpha val="32000"/>
              </a:srgbClr>
            </a:solidFill>
            <a:ln>
              <a:noFill/>
            </a:ln>
          </p:spPr>
          <p:txBody>
            <a:bodyPr anchor="ctr"/>
            <a:lstStyle/>
            <a:p>
              <a:pPr algn="ctr">
                <a:buNone/>
              </a:pPr>
            </a:p>
          </p:txBody>
        </p:sp>
        <p:sp>
          <p:nvSpPr>
            <p:cNvPr id="7712" name="addition:spatial:201">
              <a:extLst>
                <a:ext uri="{FF2B5EF4-FFF2-40B4-BE49-F238E27FC236}">
                  <ns2:creationId id="{EF51E996-F83D-4BE6-906B-52502A3DD9B3}"/>
                </a:ext>
              </a:extLst>
            </p:cNvPr>
            <p:cNvSpPr>
              <a:spLocks noGrp="1"/>
            </p:cNvSpPr>
            <p:nvPr/>
          </p:nvSpPr>
          <p:spPr>
            <a:xfrm>
              <a:off x="5648325" y="1666875"/>
              <a:ext cx="1593708" cy="663123"/>
            </a:xfrm>
            <a:custGeom>
              <a:rect l="l" t="t" r="r" b="b"/>
              <a:pathLst>
                <a:path w="1202" h="392">
                  <a:moveTo>
                    <a:pt x="0" y="0"/>
                  </a:moveTo>
                  <a:moveTo>
                    <a:pt x="1200" y="367"/>
                  </a:moveTo>
                  <a:lnTo>
                    <a:pt x="1200" y="369"/>
                  </a:lnTo>
                  <a:lnTo>
                    <a:pt x="1201" y="371"/>
                  </a:lnTo>
                  <a:lnTo>
                    <a:pt x="1202" y="374"/>
                  </a:lnTo>
                  <a:lnTo>
                    <a:pt x="1201" y="376"/>
                  </a:lnTo>
                  <a:lnTo>
                    <a:pt x="1200" y="377"/>
                  </a:lnTo>
                  <a:lnTo>
                    <a:pt x="1200" y="379"/>
                  </a:lnTo>
                  <a:lnTo>
                    <a:pt x="1200" y="382"/>
                  </a:lnTo>
                  <a:lnTo>
                    <a:pt x="1200" y="384"/>
                  </a:lnTo>
                  <a:lnTo>
                    <a:pt x="1198" y="386"/>
                  </a:lnTo>
                  <a:lnTo>
                    <a:pt x="1195" y="385"/>
                  </a:lnTo>
                  <a:lnTo>
                    <a:pt x="1192" y="384"/>
                  </a:lnTo>
                  <a:lnTo>
                    <a:pt x="1189" y="383"/>
                  </a:lnTo>
                  <a:lnTo>
                    <a:pt x="1188" y="385"/>
                  </a:lnTo>
                  <a:lnTo>
                    <a:pt x="1187" y="387"/>
                  </a:lnTo>
                  <a:lnTo>
                    <a:pt x="1186" y="390"/>
                  </a:lnTo>
                  <a:lnTo>
                    <a:pt x="1183" y="391"/>
                  </a:lnTo>
                  <a:lnTo>
                    <a:pt x="1181" y="392"/>
                  </a:lnTo>
                  <a:lnTo>
                    <a:pt x="1178" y="392"/>
                  </a:lnTo>
                  <a:lnTo>
                    <a:pt x="1176" y="392"/>
                  </a:lnTo>
                  <a:lnTo>
                    <a:pt x="1173" y="392"/>
                  </a:lnTo>
                  <a:lnTo>
                    <a:pt x="1171" y="390"/>
                  </a:lnTo>
                  <a:lnTo>
                    <a:pt x="1169" y="388"/>
                  </a:lnTo>
                  <a:lnTo>
                    <a:pt x="1167" y="386"/>
                  </a:lnTo>
                  <a:lnTo>
                    <a:pt x="1165" y="385"/>
                  </a:lnTo>
                  <a:lnTo>
                    <a:pt x="1163" y="385"/>
                  </a:lnTo>
                  <a:lnTo>
                    <a:pt x="1160" y="384"/>
                  </a:lnTo>
                  <a:lnTo>
                    <a:pt x="1158" y="382"/>
                  </a:lnTo>
                  <a:lnTo>
                    <a:pt x="1158" y="380"/>
                  </a:lnTo>
                  <a:lnTo>
                    <a:pt x="1158" y="378"/>
                  </a:lnTo>
                  <a:lnTo>
                    <a:pt x="1157" y="376"/>
                  </a:lnTo>
                  <a:lnTo>
                    <a:pt x="1154" y="375"/>
                  </a:lnTo>
                  <a:lnTo>
                    <a:pt x="1151" y="374"/>
                  </a:lnTo>
                  <a:lnTo>
                    <a:pt x="1149" y="372"/>
                  </a:lnTo>
                  <a:lnTo>
                    <a:pt x="1149" y="370"/>
                  </a:lnTo>
                  <a:lnTo>
                    <a:pt x="1150" y="367"/>
                  </a:lnTo>
                  <a:lnTo>
                    <a:pt x="1152" y="365"/>
                  </a:lnTo>
                  <a:lnTo>
                    <a:pt x="1153" y="363"/>
                  </a:lnTo>
                  <a:lnTo>
                    <a:pt x="1155" y="361"/>
                  </a:lnTo>
                  <a:lnTo>
                    <a:pt x="1158" y="360"/>
                  </a:lnTo>
                  <a:lnTo>
                    <a:pt x="1160" y="359"/>
                  </a:lnTo>
                  <a:lnTo>
                    <a:pt x="1161" y="357"/>
                  </a:lnTo>
                  <a:lnTo>
                    <a:pt x="1161" y="355"/>
                  </a:lnTo>
                  <a:lnTo>
                    <a:pt x="1160" y="352"/>
                  </a:lnTo>
                  <a:lnTo>
                    <a:pt x="1161" y="349"/>
                  </a:lnTo>
                  <a:lnTo>
                    <a:pt x="1163" y="348"/>
                  </a:lnTo>
                  <a:lnTo>
                    <a:pt x="1166" y="348"/>
                  </a:lnTo>
                  <a:lnTo>
                    <a:pt x="1169" y="347"/>
                  </a:lnTo>
                  <a:lnTo>
                    <a:pt x="1171" y="346"/>
                  </a:lnTo>
                  <a:lnTo>
                    <a:pt x="1172" y="344"/>
                  </a:lnTo>
                  <a:lnTo>
                    <a:pt x="1174" y="343"/>
                  </a:lnTo>
                  <a:lnTo>
                    <a:pt x="1177" y="343"/>
                  </a:lnTo>
                  <a:lnTo>
                    <a:pt x="1179" y="345"/>
                  </a:lnTo>
                  <a:lnTo>
                    <a:pt x="1181" y="346"/>
                  </a:lnTo>
                  <a:lnTo>
                    <a:pt x="1182" y="346"/>
                  </a:lnTo>
                  <a:lnTo>
                    <a:pt x="1184" y="347"/>
                  </a:lnTo>
                  <a:lnTo>
                    <a:pt x="1186" y="347"/>
                  </a:lnTo>
                  <a:lnTo>
                    <a:pt x="1187" y="348"/>
                  </a:lnTo>
                  <a:lnTo>
                    <a:pt x="1189" y="349"/>
                  </a:lnTo>
                  <a:lnTo>
                    <a:pt x="1191" y="348"/>
                  </a:lnTo>
                  <a:lnTo>
                    <a:pt x="1194" y="347"/>
                  </a:lnTo>
                  <a:lnTo>
                    <a:pt x="1197" y="348"/>
                  </a:lnTo>
                  <a:lnTo>
                    <a:pt x="1198" y="350"/>
                  </a:lnTo>
                  <a:lnTo>
                    <a:pt x="1198" y="353"/>
                  </a:lnTo>
                  <a:lnTo>
                    <a:pt x="1196" y="356"/>
                  </a:lnTo>
                  <a:lnTo>
                    <a:pt x="1196" y="358"/>
                  </a:lnTo>
                  <a:lnTo>
                    <a:pt x="1197" y="360"/>
                  </a:lnTo>
                  <a:lnTo>
                    <a:pt x="1198" y="361"/>
                  </a:lnTo>
                  <a:lnTo>
                    <a:pt x="1200" y="363"/>
                  </a:lnTo>
                  <a:lnTo>
                    <a:pt x="1200" y="365"/>
                  </a:lnTo>
                  <a:close/>
                </a:path>
              </a:pathLst>
            </a:custGeom>
            <a:solidFill>
              <a:srgbClr val="DA9FC0">
                <a:alpha val="24000"/>
              </a:srgbClr>
            </a:solidFill>
            <a:ln>
              <a:noFill/>
            </a:ln>
          </p:spPr>
          <p:txBody>
            <a:bodyPr anchor="ctr"/>
            <a:lstStyle/>
            <a:p>
              <a:pPr algn="ctr">
                <a:buNone/>
              </a:pPr>
            </a:p>
          </p:txBody>
        </p:sp>
        <p:sp>
          <p:nvSpPr>
            <p:cNvPr id="7713" name="addition:spatial:202">
              <a:extLst>
                <a:ext uri="{FF2B5EF4-FFF2-40B4-BE49-F238E27FC236}">
                  <ns2:creationId id="{2DFF2D82-5430-4D67-A28A-D365EFEB7524}"/>
                </a:ext>
              </a:extLst>
            </p:cNvPr>
            <p:cNvSpPr>
              <a:spLocks noGrp="1"/>
            </p:cNvSpPr>
            <p:nvPr/>
          </p:nvSpPr>
          <p:spPr>
            <a:xfrm>
              <a:off x="5648325" y="1666875"/>
              <a:ext cx="1559235" cy="768005"/>
            </a:xfrm>
            <a:custGeom>
              <a:rect l="l" t="t" r="r" b="b"/>
              <a:pathLst>
                <a:path w="1176" h="454">
                  <a:moveTo>
                    <a:pt x="0" y="0"/>
                  </a:moveTo>
                  <a:moveTo>
                    <a:pt x="1174" y="426"/>
                  </a:moveTo>
                  <a:lnTo>
                    <a:pt x="1175" y="428"/>
                  </a:lnTo>
                  <a:lnTo>
                    <a:pt x="1175" y="431"/>
                  </a:lnTo>
                  <a:lnTo>
                    <a:pt x="1176" y="434"/>
                  </a:lnTo>
                  <a:lnTo>
                    <a:pt x="1175" y="436"/>
                  </a:lnTo>
                  <a:lnTo>
                    <a:pt x="1173" y="438"/>
                  </a:lnTo>
                  <a:lnTo>
                    <a:pt x="1170" y="439"/>
                  </a:lnTo>
                  <a:lnTo>
                    <a:pt x="1166" y="439"/>
                  </a:lnTo>
                  <a:lnTo>
                    <a:pt x="1164" y="440"/>
                  </a:lnTo>
                  <a:lnTo>
                    <a:pt x="1163" y="442"/>
                  </a:lnTo>
                  <a:lnTo>
                    <a:pt x="1163" y="445"/>
                  </a:lnTo>
                  <a:lnTo>
                    <a:pt x="1162" y="448"/>
                  </a:lnTo>
                  <a:lnTo>
                    <a:pt x="1160" y="450"/>
                  </a:lnTo>
                  <a:lnTo>
                    <a:pt x="1157" y="450"/>
                  </a:lnTo>
                  <a:lnTo>
                    <a:pt x="1154" y="450"/>
                  </a:lnTo>
                  <a:lnTo>
                    <a:pt x="1151" y="451"/>
                  </a:lnTo>
                  <a:lnTo>
                    <a:pt x="1149" y="453"/>
                  </a:lnTo>
                  <a:lnTo>
                    <a:pt x="1146" y="454"/>
                  </a:lnTo>
                  <a:lnTo>
                    <a:pt x="1143" y="454"/>
                  </a:lnTo>
                  <a:lnTo>
                    <a:pt x="1140" y="453"/>
                  </a:lnTo>
                  <a:lnTo>
                    <a:pt x="1138" y="451"/>
                  </a:lnTo>
                  <a:lnTo>
                    <a:pt x="1135" y="451"/>
                  </a:lnTo>
                  <a:lnTo>
                    <a:pt x="1133" y="449"/>
                  </a:lnTo>
                  <a:lnTo>
                    <a:pt x="1131" y="447"/>
                  </a:lnTo>
                  <a:lnTo>
                    <a:pt x="1131" y="444"/>
                  </a:lnTo>
                  <a:lnTo>
                    <a:pt x="1130" y="443"/>
                  </a:lnTo>
                  <a:lnTo>
                    <a:pt x="1127" y="442"/>
                  </a:lnTo>
                  <a:lnTo>
                    <a:pt x="1123" y="443"/>
                  </a:lnTo>
                  <a:lnTo>
                    <a:pt x="1119" y="443"/>
                  </a:lnTo>
                  <a:lnTo>
                    <a:pt x="1117" y="442"/>
                  </a:lnTo>
                  <a:lnTo>
                    <a:pt x="1117" y="439"/>
                  </a:lnTo>
                  <a:lnTo>
                    <a:pt x="1119" y="436"/>
                  </a:lnTo>
                  <a:lnTo>
                    <a:pt x="1120" y="433"/>
                  </a:lnTo>
                  <a:lnTo>
                    <a:pt x="1120" y="430"/>
                  </a:lnTo>
                  <a:lnTo>
                    <a:pt x="1120" y="428"/>
                  </a:lnTo>
                  <a:lnTo>
                    <a:pt x="1121" y="426"/>
                  </a:lnTo>
                  <a:lnTo>
                    <a:pt x="1122" y="424"/>
                  </a:lnTo>
                  <a:lnTo>
                    <a:pt x="1123" y="422"/>
                  </a:lnTo>
                  <a:lnTo>
                    <a:pt x="1123" y="419"/>
                  </a:lnTo>
                  <a:lnTo>
                    <a:pt x="1123" y="417"/>
                  </a:lnTo>
                  <a:lnTo>
                    <a:pt x="1123" y="415"/>
                  </a:lnTo>
                  <a:lnTo>
                    <a:pt x="1125" y="413"/>
                  </a:lnTo>
                  <a:lnTo>
                    <a:pt x="1127" y="411"/>
                  </a:lnTo>
                  <a:lnTo>
                    <a:pt x="1128" y="410"/>
                  </a:lnTo>
                  <a:lnTo>
                    <a:pt x="1128" y="406"/>
                  </a:lnTo>
                  <a:lnTo>
                    <a:pt x="1128" y="403"/>
                  </a:lnTo>
                  <a:lnTo>
                    <a:pt x="1129" y="401"/>
                  </a:lnTo>
                  <a:lnTo>
                    <a:pt x="1132" y="400"/>
                  </a:lnTo>
                  <a:lnTo>
                    <a:pt x="1136" y="402"/>
                  </a:lnTo>
                  <a:lnTo>
                    <a:pt x="1138" y="404"/>
                  </a:lnTo>
                  <a:lnTo>
                    <a:pt x="1140" y="404"/>
                  </a:lnTo>
                  <a:lnTo>
                    <a:pt x="1142" y="403"/>
                  </a:lnTo>
                  <a:lnTo>
                    <a:pt x="1143" y="402"/>
                  </a:lnTo>
                  <a:lnTo>
                    <a:pt x="1145" y="402"/>
                  </a:lnTo>
                  <a:lnTo>
                    <a:pt x="1147" y="401"/>
                  </a:lnTo>
                  <a:lnTo>
                    <a:pt x="1150" y="400"/>
                  </a:lnTo>
                  <a:lnTo>
                    <a:pt x="1152" y="399"/>
                  </a:lnTo>
                  <a:lnTo>
                    <a:pt x="1155" y="399"/>
                  </a:lnTo>
                  <a:lnTo>
                    <a:pt x="1157" y="401"/>
                  </a:lnTo>
                  <a:lnTo>
                    <a:pt x="1158" y="404"/>
                  </a:lnTo>
                  <a:lnTo>
                    <a:pt x="1159" y="406"/>
                  </a:lnTo>
                  <a:lnTo>
                    <a:pt x="1161" y="408"/>
                  </a:lnTo>
                  <a:lnTo>
                    <a:pt x="1164" y="409"/>
                  </a:lnTo>
                  <a:lnTo>
                    <a:pt x="1166" y="410"/>
                  </a:lnTo>
                  <a:lnTo>
                    <a:pt x="1168" y="412"/>
                  </a:lnTo>
                  <a:lnTo>
                    <a:pt x="1167" y="415"/>
                  </a:lnTo>
                  <a:lnTo>
                    <a:pt x="1167" y="418"/>
                  </a:lnTo>
                  <a:lnTo>
                    <a:pt x="1167" y="420"/>
                  </a:lnTo>
                  <a:lnTo>
                    <a:pt x="1169" y="422"/>
                  </a:lnTo>
                  <a:lnTo>
                    <a:pt x="1172" y="424"/>
                  </a:lnTo>
                  <a:close/>
                </a:path>
              </a:pathLst>
            </a:custGeom>
            <a:solidFill>
              <a:srgbClr val="DA9FC0">
                <a:alpha val="24000"/>
              </a:srgbClr>
            </a:solidFill>
            <a:ln>
              <a:noFill/>
            </a:ln>
          </p:spPr>
          <p:txBody>
            <a:bodyPr anchor="ctr"/>
            <a:lstStyle/>
            <a:p>
              <a:pPr algn="ctr">
                <a:buNone/>
              </a:pPr>
            </a:p>
          </p:txBody>
        </p:sp>
        <p:sp>
          <p:nvSpPr>
            <p:cNvPr id="7714" name="addition:spatial:203">
              <a:extLst>
                <a:ext uri="{FF2B5EF4-FFF2-40B4-BE49-F238E27FC236}">
                  <ns2:creationId id="{FA3A65AF-402C-4841-9314-849F63773657}"/>
                </a:ext>
              </a:extLst>
            </p:cNvPr>
            <p:cNvSpPr>
              <a:spLocks noGrp="1"/>
            </p:cNvSpPr>
            <p:nvPr/>
          </p:nvSpPr>
          <p:spPr>
            <a:xfrm>
              <a:off x="5648325" y="1666875"/>
              <a:ext cx="1459794" cy="795071"/>
            </a:xfrm>
            <a:custGeom>
              <a:rect l="l" t="t" r="r" b="b"/>
              <a:pathLst>
                <a:path w="1101" h="470">
                  <a:moveTo>
                    <a:pt x="0" y="0"/>
                  </a:moveTo>
                  <a:moveTo>
                    <a:pt x="1094" y="442"/>
                  </a:moveTo>
                  <a:lnTo>
                    <a:pt x="1094" y="444"/>
                  </a:lnTo>
                  <a:lnTo>
                    <a:pt x="1094" y="446"/>
                  </a:lnTo>
                  <a:lnTo>
                    <a:pt x="1093" y="448"/>
                  </a:lnTo>
                  <a:lnTo>
                    <a:pt x="1092" y="450"/>
                  </a:lnTo>
                  <a:lnTo>
                    <a:pt x="1091" y="453"/>
                  </a:lnTo>
                  <a:lnTo>
                    <a:pt x="1091" y="455"/>
                  </a:lnTo>
                  <a:lnTo>
                    <a:pt x="1090" y="458"/>
                  </a:lnTo>
                  <a:lnTo>
                    <a:pt x="1089" y="460"/>
                  </a:lnTo>
                  <a:lnTo>
                    <a:pt x="1087" y="461"/>
                  </a:lnTo>
                  <a:lnTo>
                    <a:pt x="1085" y="463"/>
                  </a:lnTo>
                  <a:lnTo>
                    <a:pt x="1084" y="465"/>
                  </a:lnTo>
                  <a:lnTo>
                    <a:pt x="1083" y="468"/>
                  </a:lnTo>
                  <a:lnTo>
                    <a:pt x="1081" y="470"/>
                  </a:lnTo>
                  <a:lnTo>
                    <a:pt x="1078" y="469"/>
                  </a:lnTo>
                  <a:lnTo>
                    <a:pt x="1075" y="466"/>
                  </a:lnTo>
                  <a:lnTo>
                    <a:pt x="1073" y="464"/>
                  </a:lnTo>
                  <a:lnTo>
                    <a:pt x="1071" y="464"/>
                  </a:lnTo>
                  <a:lnTo>
                    <a:pt x="1070" y="465"/>
                  </a:lnTo>
                  <a:lnTo>
                    <a:pt x="1068" y="467"/>
                  </a:lnTo>
                  <a:lnTo>
                    <a:pt x="1065" y="468"/>
                  </a:lnTo>
                  <a:lnTo>
                    <a:pt x="1063" y="468"/>
                  </a:lnTo>
                  <a:lnTo>
                    <a:pt x="1061" y="468"/>
                  </a:lnTo>
                  <a:lnTo>
                    <a:pt x="1058" y="468"/>
                  </a:lnTo>
                  <a:lnTo>
                    <a:pt x="1056" y="467"/>
                  </a:lnTo>
                  <a:lnTo>
                    <a:pt x="1054" y="464"/>
                  </a:lnTo>
                  <a:lnTo>
                    <a:pt x="1054" y="461"/>
                  </a:lnTo>
                  <a:lnTo>
                    <a:pt x="1053" y="458"/>
                  </a:lnTo>
                  <a:lnTo>
                    <a:pt x="1052" y="456"/>
                  </a:lnTo>
                  <a:lnTo>
                    <a:pt x="1050" y="455"/>
                  </a:lnTo>
                  <a:lnTo>
                    <a:pt x="1047" y="453"/>
                  </a:lnTo>
                  <a:lnTo>
                    <a:pt x="1046" y="451"/>
                  </a:lnTo>
                  <a:lnTo>
                    <a:pt x="1046" y="448"/>
                  </a:lnTo>
                  <a:lnTo>
                    <a:pt x="1047" y="446"/>
                  </a:lnTo>
                  <a:lnTo>
                    <a:pt x="1047" y="444"/>
                  </a:lnTo>
                  <a:lnTo>
                    <a:pt x="1045" y="442"/>
                  </a:lnTo>
                  <a:lnTo>
                    <a:pt x="1042" y="439"/>
                  </a:lnTo>
                  <a:lnTo>
                    <a:pt x="1040" y="436"/>
                  </a:lnTo>
                  <a:lnTo>
                    <a:pt x="1040" y="434"/>
                  </a:lnTo>
                  <a:lnTo>
                    <a:pt x="1041" y="431"/>
                  </a:lnTo>
                  <a:lnTo>
                    <a:pt x="1042" y="429"/>
                  </a:lnTo>
                  <a:lnTo>
                    <a:pt x="1044" y="427"/>
                  </a:lnTo>
                  <a:lnTo>
                    <a:pt x="1046" y="426"/>
                  </a:lnTo>
                  <a:lnTo>
                    <a:pt x="1049" y="425"/>
                  </a:lnTo>
                  <a:lnTo>
                    <a:pt x="1052" y="425"/>
                  </a:lnTo>
                  <a:lnTo>
                    <a:pt x="1055" y="424"/>
                  </a:lnTo>
                  <a:lnTo>
                    <a:pt x="1055" y="422"/>
                  </a:lnTo>
                  <a:lnTo>
                    <a:pt x="1056" y="418"/>
                  </a:lnTo>
                  <a:lnTo>
                    <a:pt x="1057" y="415"/>
                  </a:lnTo>
                  <a:lnTo>
                    <a:pt x="1060" y="413"/>
                  </a:lnTo>
                  <a:lnTo>
                    <a:pt x="1063" y="414"/>
                  </a:lnTo>
                  <a:lnTo>
                    <a:pt x="1066" y="415"/>
                  </a:lnTo>
                  <a:lnTo>
                    <a:pt x="1069" y="415"/>
                  </a:lnTo>
                  <a:lnTo>
                    <a:pt x="1072" y="414"/>
                  </a:lnTo>
                  <a:lnTo>
                    <a:pt x="1075" y="413"/>
                  </a:lnTo>
                  <a:lnTo>
                    <a:pt x="1078" y="414"/>
                  </a:lnTo>
                  <a:lnTo>
                    <a:pt x="1080" y="416"/>
                  </a:lnTo>
                  <a:lnTo>
                    <a:pt x="1082" y="418"/>
                  </a:lnTo>
                  <a:lnTo>
                    <a:pt x="1084" y="419"/>
                  </a:lnTo>
                  <a:lnTo>
                    <a:pt x="1086" y="420"/>
                  </a:lnTo>
                  <a:lnTo>
                    <a:pt x="1088" y="422"/>
                  </a:lnTo>
                  <a:lnTo>
                    <a:pt x="1089" y="424"/>
                  </a:lnTo>
                  <a:lnTo>
                    <a:pt x="1090" y="426"/>
                  </a:lnTo>
                  <a:lnTo>
                    <a:pt x="1092" y="427"/>
                  </a:lnTo>
                  <a:lnTo>
                    <a:pt x="1096" y="427"/>
                  </a:lnTo>
                  <a:lnTo>
                    <a:pt x="1100" y="428"/>
                  </a:lnTo>
                  <a:lnTo>
                    <a:pt x="1101" y="430"/>
                  </a:lnTo>
                  <a:lnTo>
                    <a:pt x="1100" y="434"/>
                  </a:lnTo>
                  <a:lnTo>
                    <a:pt x="1097" y="437"/>
                  </a:lnTo>
                  <a:lnTo>
                    <a:pt x="1095" y="439"/>
                  </a:lnTo>
                  <a:close/>
                </a:path>
              </a:pathLst>
            </a:custGeom>
            <a:solidFill>
              <a:srgbClr val="DA9FC0">
                <a:alpha val="24000"/>
              </a:srgbClr>
            </a:solidFill>
            <a:ln>
              <a:noFill/>
            </a:ln>
          </p:spPr>
          <p:txBody>
            <a:bodyPr anchor="ctr"/>
            <a:lstStyle/>
            <a:p>
              <a:pPr algn="ctr">
                <a:buNone/>
              </a:pPr>
            </a:p>
          </p:txBody>
        </p:sp>
        <p:sp>
          <p:nvSpPr>
            <p:cNvPr id="7715" name="addition:spatial:204">
              <a:extLst>
                <a:ext uri="{FF2B5EF4-FFF2-40B4-BE49-F238E27FC236}">
                  <ns2:creationId id="{4EB0A35D-F070-4101-93ED-207F202D9682}"/>
                </a:ext>
              </a:extLst>
            </p:cNvPr>
            <p:cNvSpPr>
              <a:spLocks noGrp="1"/>
            </p:cNvSpPr>
            <p:nvPr/>
          </p:nvSpPr>
          <p:spPr>
            <a:xfrm>
              <a:off x="5648325" y="1666875"/>
              <a:ext cx="1363005" cy="747705"/>
            </a:xfrm>
            <a:custGeom>
              <a:rect l="l" t="t" r="r" b="b"/>
              <a:pathLst>
                <a:path w="1028" h="442">
                  <a:moveTo>
                    <a:pt x="0" y="0"/>
                  </a:moveTo>
                  <a:moveTo>
                    <a:pt x="1028" y="413"/>
                  </a:moveTo>
                  <a:lnTo>
                    <a:pt x="1028" y="416"/>
                  </a:lnTo>
                  <a:lnTo>
                    <a:pt x="1026" y="418"/>
                  </a:lnTo>
                  <a:lnTo>
                    <a:pt x="1025" y="420"/>
                  </a:lnTo>
                  <a:lnTo>
                    <a:pt x="1025" y="423"/>
                  </a:lnTo>
                  <a:lnTo>
                    <a:pt x="1024" y="425"/>
                  </a:lnTo>
                  <a:lnTo>
                    <a:pt x="1023" y="427"/>
                  </a:lnTo>
                  <a:lnTo>
                    <a:pt x="1020" y="428"/>
                  </a:lnTo>
                  <a:lnTo>
                    <a:pt x="1017" y="429"/>
                  </a:lnTo>
                  <a:lnTo>
                    <a:pt x="1015" y="429"/>
                  </a:lnTo>
                  <a:lnTo>
                    <a:pt x="1014" y="431"/>
                  </a:lnTo>
                  <a:lnTo>
                    <a:pt x="1013" y="435"/>
                  </a:lnTo>
                  <a:lnTo>
                    <a:pt x="1012" y="439"/>
                  </a:lnTo>
                  <a:lnTo>
                    <a:pt x="1011" y="441"/>
                  </a:lnTo>
                  <a:lnTo>
                    <a:pt x="1008" y="442"/>
                  </a:lnTo>
                  <a:lnTo>
                    <a:pt x="1005" y="442"/>
                  </a:lnTo>
                  <a:lnTo>
                    <a:pt x="1003" y="441"/>
                  </a:lnTo>
                  <a:lnTo>
                    <a:pt x="1000" y="441"/>
                  </a:lnTo>
                  <a:lnTo>
                    <a:pt x="998" y="440"/>
                  </a:lnTo>
                  <a:lnTo>
                    <a:pt x="996" y="438"/>
                  </a:lnTo>
                  <a:lnTo>
                    <a:pt x="995" y="436"/>
                  </a:lnTo>
                  <a:lnTo>
                    <a:pt x="993" y="436"/>
                  </a:lnTo>
                  <a:lnTo>
                    <a:pt x="991" y="437"/>
                  </a:lnTo>
                  <a:lnTo>
                    <a:pt x="988" y="437"/>
                  </a:lnTo>
                  <a:lnTo>
                    <a:pt x="986" y="437"/>
                  </a:lnTo>
                  <a:lnTo>
                    <a:pt x="985" y="434"/>
                  </a:lnTo>
                  <a:lnTo>
                    <a:pt x="985" y="432"/>
                  </a:lnTo>
                  <a:lnTo>
                    <a:pt x="984" y="430"/>
                  </a:lnTo>
                  <a:lnTo>
                    <a:pt x="982" y="429"/>
                  </a:lnTo>
                  <a:lnTo>
                    <a:pt x="979" y="429"/>
                  </a:lnTo>
                  <a:lnTo>
                    <a:pt x="978" y="427"/>
                  </a:lnTo>
                  <a:lnTo>
                    <a:pt x="978" y="424"/>
                  </a:lnTo>
                  <a:lnTo>
                    <a:pt x="979" y="420"/>
                  </a:lnTo>
                  <a:lnTo>
                    <a:pt x="981" y="418"/>
                  </a:lnTo>
                  <a:lnTo>
                    <a:pt x="981" y="415"/>
                  </a:lnTo>
                  <a:lnTo>
                    <a:pt x="982" y="413"/>
                  </a:lnTo>
                  <a:lnTo>
                    <a:pt x="982" y="411"/>
                  </a:lnTo>
                  <a:lnTo>
                    <a:pt x="983" y="409"/>
                  </a:lnTo>
                  <a:lnTo>
                    <a:pt x="982" y="407"/>
                  </a:lnTo>
                  <a:lnTo>
                    <a:pt x="981" y="404"/>
                  </a:lnTo>
                  <a:lnTo>
                    <a:pt x="979" y="400"/>
                  </a:lnTo>
                  <a:lnTo>
                    <a:pt x="979" y="397"/>
                  </a:lnTo>
                  <a:lnTo>
                    <a:pt x="980" y="395"/>
                  </a:lnTo>
                  <a:lnTo>
                    <a:pt x="983" y="395"/>
                  </a:lnTo>
                  <a:lnTo>
                    <a:pt x="986" y="394"/>
                  </a:lnTo>
                  <a:lnTo>
                    <a:pt x="987" y="393"/>
                  </a:lnTo>
                  <a:lnTo>
                    <a:pt x="988" y="391"/>
                  </a:lnTo>
                  <a:lnTo>
                    <a:pt x="989" y="389"/>
                  </a:lnTo>
                  <a:lnTo>
                    <a:pt x="991" y="388"/>
                  </a:lnTo>
                  <a:lnTo>
                    <a:pt x="993" y="389"/>
                  </a:lnTo>
                  <a:lnTo>
                    <a:pt x="995" y="389"/>
                  </a:lnTo>
                  <a:lnTo>
                    <a:pt x="996" y="389"/>
                  </a:lnTo>
                  <a:lnTo>
                    <a:pt x="998" y="388"/>
                  </a:lnTo>
                  <a:lnTo>
                    <a:pt x="1000" y="387"/>
                  </a:lnTo>
                  <a:lnTo>
                    <a:pt x="1002" y="387"/>
                  </a:lnTo>
                  <a:lnTo>
                    <a:pt x="1004" y="387"/>
                  </a:lnTo>
                  <a:lnTo>
                    <a:pt x="1007" y="386"/>
                  </a:lnTo>
                  <a:lnTo>
                    <a:pt x="1010" y="385"/>
                  </a:lnTo>
                  <a:lnTo>
                    <a:pt x="1012" y="385"/>
                  </a:lnTo>
                  <a:lnTo>
                    <a:pt x="1014" y="388"/>
                  </a:lnTo>
                  <a:lnTo>
                    <a:pt x="1015" y="392"/>
                  </a:lnTo>
                  <a:lnTo>
                    <a:pt x="1015" y="396"/>
                  </a:lnTo>
                  <a:lnTo>
                    <a:pt x="1015" y="399"/>
                  </a:lnTo>
                  <a:lnTo>
                    <a:pt x="1017" y="400"/>
                  </a:lnTo>
                  <a:lnTo>
                    <a:pt x="1020" y="400"/>
                  </a:lnTo>
                  <a:lnTo>
                    <a:pt x="1023" y="401"/>
                  </a:lnTo>
                  <a:lnTo>
                    <a:pt x="1024" y="404"/>
                  </a:lnTo>
                  <a:lnTo>
                    <a:pt x="1025" y="406"/>
                  </a:lnTo>
                  <a:lnTo>
                    <a:pt x="1026" y="408"/>
                  </a:lnTo>
                  <a:lnTo>
                    <a:pt x="1027" y="411"/>
                  </a:lnTo>
                  <a:close/>
                </a:path>
              </a:pathLst>
            </a:custGeom>
            <a:solidFill>
              <a:srgbClr val="DA9FC0">
                <a:alpha val="24000"/>
              </a:srgbClr>
            </a:solidFill>
            <a:ln>
              <a:noFill/>
            </a:ln>
          </p:spPr>
          <p:txBody>
            <a:bodyPr anchor="ctr"/>
            <a:lstStyle/>
            <a:p>
              <a:pPr algn="ctr">
                <a:buNone/>
              </a:pPr>
            </a:p>
          </p:txBody>
        </p:sp>
        <p:sp>
          <p:nvSpPr>
            <p:cNvPr id="7716" name="addition:spatial:205">
              <a:extLst>
                <a:ext uri="{FF2B5EF4-FFF2-40B4-BE49-F238E27FC236}">
                  <ns2:creationId id="{F345EAB5-A4C4-4044-9A1A-15291B7B483F}"/>
                </a:ext>
              </a:extLst>
            </p:cNvPr>
            <p:cNvSpPr>
              <a:spLocks noGrp="1"/>
            </p:cNvSpPr>
            <p:nvPr/>
          </p:nvSpPr>
          <p:spPr>
            <a:xfrm>
              <a:off x="5648325" y="1666875"/>
              <a:ext cx="1336487" cy="637748"/>
            </a:xfrm>
            <a:custGeom>
              <a:rect l="l" t="t" r="r" b="b"/>
              <a:pathLst>
                <a:path w="1008" h="377">
                  <a:moveTo>
                    <a:pt x="0" y="0"/>
                  </a:moveTo>
                  <a:moveTo>
                    <a:pt x="1006" y="351"/>
                  </a:moveTo>
                  <a:lnTo>
                    <a:pt x="1006" y="353"/>
                  </a:lnTo>
                  <a:lnTo>
                    <a:pt x="1005" y="355"/>
                  </a:lnTo>
                  <a:lnTo>
                    <a:pt x="1004" y="357"/>
                  </a:lnTo>
                  <a:lnTo>
                    <a:pt x="1002" y="359"/>
                  </a:lnTo>
                  <a:lnTo>
                    <a:pt x="1001" y="361"/>
                  </a:lnTo>
                  <a:lnTo>
                    <a:pt x="1000" y="363"/>
                  </a:lnTo>
                  <a:lnTo>
                    <a:pt x="999" y="365"/>
                  </a:lnTo>
                  <a:lnTo>
                    <a:pt x="998" y="366"/>
                  </a:lnTo>
                  <a:lnTo>
                    <a:pt x="996" y="367"/>
                  </a:lnTo>
                  <a:lnTo>
                    <a:pt x="995" y="368"/>
                  </a:lnTo>
                  <a:lnTo>
                    <a:pt x="994" y="371"/>
                  </a:lnTo>
                  <a:lnTo>
                    <a:pt x="993" y="375"/>
                  </a:lnTo>
                  <a:lnTo>
                    <a:pt x="992" y="377"/>
                  </a:lnTo>
                  <a:lnTo>
                    <a:pt x="989" y="377"/>
                  </a:lnTo>
                  <a:lnTo>
                    <a:pt x="987" y="375"/>
                  </a:lnTo>
                  <a:lnTo>
                    <a:pt x="985" y="373"/>
                  </a:lnTo>
                  <a:lnTo>
                    <a:pt x="983" y="372"/>
                  </a:lnTo>
                  <a:lnTo>
                    <a:pt x="982" y="372"/>
                  </a:lnTo>
                  <a:lnTo>
                    <a:pt x="980" y="373"/>
                  </a:lnTo>
                  <a:lnTo>
                    <a:pt x="979" y="373"/>
                  </a:lnTo>
                  <a:lnTo>
                    <a:pt x="977" y="372"/>
                  </a:lnTo>
                  <a:lnTo>
                    <a:pt x="976" y="372"/>
                  </a:lnTo>
                  <a:lnTo>
                    <a:pt x="974" y="373"/>
                  </a:lnTo>
                  <a:lnTo>
                    <a:pt x="972" y="373"/>
                  </a:lnTo>
                  <a:lnTo>
                    <a:pt x="970" y="371"/>
                  </a:lnTo>
                  <a:lnTo>
                    <a:pt x="970" y="369"/>
                  </a:lnTo>
                  <a:lnTo>
                    <a:pt x="970" y="366"/>
                  </a:lnTo>
                  <a:lnTo>
                    <a:pt x="969" y="365"/>
                  </a:lnTo>
                  <a:lnTo>
                    <a:pt x="967" y="364"/>
                  </a:lnTo>
                  <a:lnTo>
                    <a:pt x="965" y="362"/>
                  </a:lnTo>
                  <a:lnTo>
                    <a:pt x="965" y="360"/>
                  </a:lnTo>
                  <a:lnTo>
                    <a:pt x="966" y="357"/>
                  </a:lnTo>
                  <a:lnTo>
                    <a:pt x="967" y="355"/>
                  </a:lnTo>
                  <a:lnTo>
                    <a:pt x="968" y="353"/>
                  </a:lnTo>
                  <a:lnTo>
                    <a:pt x="967" y="351"/>
                  </a:lnTo>
                  <a:lnTo>
                    <a:pt x="965" y="349"/>
                  </a:lnTo>
                  <a:lnTo>
                    <a:pt x="964" y="347"/>
                  </a:lnTo>
                  <a:lnTo>
                    <a:pt x="963" y="344"/>
                  </a:lnTo>
                  <a:lnTo>
                    <a:pt x="963" y="342"/>
                  </a:lnTo>
                  <a:lnTo>
                    <a:pt x="963" y="339"/>
                  </a:lnTo>
                  <a:lnTo>
                    <a:pt x="963" y="337"/>
                  </a:lnTo>
                  <a:lnTo>
                    <a:pt x="964" y="335"/>
                  </a:lnTo>
                  <a:lnTo>
                    <a:pt x="967" y="335"/>
                  </a:lnTo>
                  <a:lnTo>
                    <a:pt x="969" y="335"/>
                  </a:lnTo>
                  <a:lnTo>
                    <a:pt x="971" y="335"/>
                  </a:lnTo>
                  <a:lnTo>
                    <a:pt x="972" y="333"/>
                  </a:lnTo>
                  <a:lnTo>
                    <a:pt x="973" y="331"/>
                  </a:lnTo>
                  <a:lnTo>
                    <a:pt x="974" y="328"/>
                  </a:lnTo>
                  <a:lnTo>
                    <a:pt x="976" y="328"/>
                  </a:lnTo>
                  <a:lnTo>
                    <a:pt x="978" y="328"/>
                  </a:lnTo>
                  <a:lnTo>
                    <a:pt x="980" y="329"/>
                  </a:lnTo>
                  <a:lnTo>
                    <a:pt x="981" y="328"/>
                  </a:lnTo>
                  <a:lnTo>
                    <a:pt x="983" y="326"/>
                  </a:lnTo>
                  <a:lnTo>
                    <a:pt x="986" y="325"/>
                  </a:lnTo>
                  <a:lnTo>
                    <a:pt x="988" y="325"/>
                  </a:lnTo>
                  <a:lnTo>
                    <a:pt x="990" y="326"/>
                  </a:lnTo>
                  <a:lnTo>
                    <a:pt x="992" y="328"/>
                  </a:lnTo>
                  <a:lnTo>
                    <a:pt x="994" y="329"/>
                  </a:lnTo>
                  <a:lnTo>
                    <a:pt x="996" y="331"/>
                  </a:lnTo>
                  <a:lnTo>
                    <a:pt x="997" y="333"/>
                  </a:lnTo>
                  <a:lnTo>
                    <a:pt x="997" y="336"/>
                  </a:lnTo>
                  <a:lnTo>
                    <a:pt x="998" y="338"/>
                  </a:lnTo>
                  <a:lnTo>
                    <a:pt x="999" y="339"/>
                  </a:lnTo>
                  <a:lnTo>
                    <a:pt x="1003" y="339"/>
                  </a:lnTo>
                  <a:lnTo>
                    <a:pt x="1006" y="340"/>
                  </a:lnTo>
                  <a:lnTo>
                    <a:pt x="1008" y="341"/>
                  </a:lnTo>
                  <a:lnTo>
                    <a:pt x="1008" y="344"/>
                  </a:lnTo>
                  <a:lnTo>
                    <a:pt x="1007" y="346"/>
                  </a:lnTo>
                  <a:lnTo>
                    <a:pt x="1006" y="349"/>
                  </a:lnTo>
                  <a:close/>
                </a:path>
              </a:pathLst>
            </a:custGeom>
            <a:solidFill>
              <a:srgbClr val="DA9FC0">
                <a:alpha val="24000"/>
              </a:srgbClr>
            </a:solidFill>
            <a:ln>
              <a:noFill/>
            </a:ln>
          </p:spPr>
          <p:txBody>
            <a:bodyPr anchor="ctr"/>
            <a:lstStyle/>
            <a:p>
              <a:pPr algn="ctr">
                <a:buNone/>
              </a:pPr>
            </a:p>
          </p:txBody>
        </p:sp>
        <p:sp>
          <p:nvSpPr>
            <p:cNvPr id="7717" name="addition:spatial:206">
              <a:extLst>
                <a:ext uri="{FF2B5EF4-FFF2-40B4-BE49-F238E27FC236}">
                  <ns2:creationId id="{E7AD33AC-A3D3-4EB7-A0B9-91AA524BEBBC}"/>
                </a:ext>
              </a:extLst>
            </p:cNvPr>
            <p:cNvSpPr>
              <a:spLocks noGrp="1"/>
            </p:cNvSpPr>
            <p:nvPr/>
          </p:nvSpPr>
          <p:spPr>
            <a:xfrm>
              <a:off x="5648325" y="1666875"/>
              <a:ext cx="1386870" cy="539633"/>
            </a:xfrm>
            <a:custGeom>
              <a:rect l="l" t="t" r="r" b="b"/>
              <a:pathLst>
                <a:path w="1046" h="319">
                  <a:moveTo>
                    <a:pt x="0" y="0"/>
                  </a:moveTo>
                  <a:moveTo>
                    <a:pt x="1044" y="295"/>
                  </a:moveTo>
                  <a:lnTo>
                    <a:pt x="1043" y="297"/>
                  </a:lnTo>
                  <a:lnTo>
                    <a:pt x="1041" y="299"/>
                  </a:lnTo>
                  <a:lnTo>
                    <a:pt x="1038" y="300"/>
                  </a:lnTo>
                  <a:lnTo>
                    <a:pt x="1037" y="302"/>
                  </a:lnTo>
                  <a:lnTo>
                    <a:pt x="1038" y="304"/>
                  </a:lnTo>
                  <a:lnTo>
                    <a:pt x="1040" y="307"/>
                  </a:lnTo>
                  <a:lnTo>
                    <a:pt x="1041" y="311"/>
                  </a:lnTo>
                  <a:lnTo>
                    <a:pt x="1040" y="313"/>
                  </a:lnTo>
                  <a:lnTo>
                    <a:pt x="1037" y="314"/>
                  </a:lnTo>
                  <a:lnTo>
                    <a:pt x="1034" y="314"/>
                  </a:lnTo>
                  <a:lnTo>
                    <a:pt x="1031" y="315"/>
                  </a:lnTo>
                  <a:lnTo>
                    <a:pt x="1029" y="315"/>
                  </a:lnTo>
                  <a:lnTo>
                    <a:pt x="1028" y="316"/>
                  </a:lnTo>
                  <a:lnTo>
                    <a:pt x="1025" y="317"/>
                  </a:lnTo>
                  <a:lnTo>
                    <a:pt x="1023" y="316"/>
                  </a:lnTo>
                  <a:lnTo>
                    <a:pt x="1021" y="317"/>
                  </a:lnTo>
                  <a:lnTo>
                    <a:pt x="1019" y="318"/>
                  </a:lnTo>
                  <a:lnTo>
                    <a:pt x="1017" y="319"/>
                  </a:lnTo>
                  <a:lnTo>
                    <a:pt x="1015" y="319"/>
                  </a:lnTo>
                  <a:lnTo>
                    <a:pt x="1013" y="318"/>
                  </a:lnTo>
                  <a:lnTo>
                    <a:pt x="1011" y="317"/>
                  </a:lnTo>
                  <a:lnTo>
                    <a:pt x="1008" y="316"/>
                  </a:lnTo>
                  <a:lnTo>
                    <a:pt x="1005" y="317"/>
                  </a:lnTo>
                  <a:lnTo>
                    <a:pt x="1001" y="318"/>
                  </a:lnTo>
                  <a:lnTo>
                    <a:pt x="998" y="317"/>
                  </a:lnTo>
                  <a:lnTo>
                    <a:pt x="997" y="314"/>
                  </a:lnTo>
                  <a:lnTo>
                    <a:pt x="998" y="310"/>
                  </a:lnTo>
                  <a:lnTo>
                    <a:pt x="998" y="307"/>
                  </a:lnTo>
                  <a:lnTo>
                    <a:pt x="997" y="305"/>
                  </a:lnTo>
                  <a:lnTo>
                    <a:pt x="995" y="304"/>
                  </a:lnTo>
                  <a:lnTo>
                    <a:pt x="993" y="302"/>
                  </a:lnTo>
                  <a:lnTo>
                    <a:pt x="991" y="301"/>
                  </a:lnTo>
                  <a:lnTo>
                    <a:pt x="989" y="299"/>
                  </a:lnTo>
                  <a:lnTo>
                    <a:pt x="987" y="297"/>
                  </a:lnTo>
                  <a:lnTo>
                    <a:pt x="984" y="295"/>
                  </a:lnTo>
                  <a:lnTo>
                    <a:pt x="983" y="292"/>
                  </a:lnTo>
                  <a:lnTo>
                    <a:pt x="984" y="290"/>
                  </a:lnTo>
                  <a:lnTo>
                    <a:pt x="987" y="288"/>
                  </a:lnTo>
                  <a:lnTo>
                    <a:pt x="990" y="286"/>
                  </a:lnTo>
                  <a:lnTo>
                    <a:pt x="990" y="285"/>
                  </a:lnTo>
                  <a:lnTo>
                    <a:pt x="990" y="282"/>
                  </a:lnTo>
                  <a:lnTo>
                    <a:pt x="991" y="280"/>
                  </a:lnTo>
                  <a:lnTo>
                    <a:pt x="993" y="278"/>
                  </a:lnTo>
                  <a:lnTo>
                    <a:pt x="997" y="278"/>
                  </a:lnTo>
                  <a:lnTo>
                    <a:pt x="1000" y="278"/>
                  </a:lnTo>
                  <a:lnTo>
                    <a:pt x="1002" y="277"/>
                  </a:lnTo>
                  <a:lnTo>
                    <a:pt x="1004" y="275"/>
                  </a:lnTo>
                  <a:lnTo>
                    <a:pt x="1005" y="272"/>
                  </a:lnTo>
                  <a:lnTo>
                    <a:pt x="1008" y="270"/>
                  </a:lnTo>
                  <a:lnTo>
                    <a:pt x="1011" y="269"/>
                  </a:lnTo>
                  <a:lnTo>
                    <a:pt x="1014" y="268"/>
                  </a:lnTo>
                  <a:lnTo>
                    <a:pt x="1017" y="267"/>
                  </a:lnTo>
                  <a:lnTo>
                    <a:pt x="1020" y="267"/>
                  </a:lnTo>
                  <a:lnTo>
                    <a:pt x="1023" y="269"/>
                  </a:lnTo>
                  <a:lnTo>
                    <a:pt x="1025" y="272"/>
                  </a:lnTo>
                  <a:lnTo>
                    <a:pt x="1027" y="275"/>
                  </a:lnTo>
                  <a:lnTo>
                    <a:pt x="1029" y="276"/>
                  </a:lnTo>
                  <a:lnTo>
                    <a:pt x="1031" y="276"/>
                  </a:lnTo>
                  <a:lnTo>
                    <a:pt x="1035" y="275"/>
                  </a:lnTo>
                  <a:lnTo>
                    <a:pt x="1038" y="275"/>
                  </a:lnTo>
                  <a:lnTo>
                    <a:pt x="1040" y="276"/>
                  </a:lnTo>
                  <a:lnTo>
                    <a:pt x="1040" y="278"/>
                  </a:lnTo>
                  <a:lnTo>
                    <a:pt x="1041" y="280"/>
                  </a:lnTo>
                  <a:lnTo>
                    <a:pt x="1043" y="282"/>
                  </a:lnTo>
                  <a:lnTo>
                    <a:pt x="1045" y="283"/>
                  </a:lnTo>
                  <a:lnTo>
                    <a:pt x="1046" y="285"/>
                  </a:lnTo>
                  <a:lnTo>
                    <a:pt x="1046" y="288"/>
                  </a:lnTo>
                  <a:lnTo>
                    <a:pt x="1045" y="290"/>
                  </a:lnTo>
                  <a:lnTo>
                    <a:pt x="1045" y="292"/>
                  </a:lnTo>
                  <a:close/>
                </a:path>
              </a:pathLst>
            </a:custGeom>
            <a:solidFill>
              <a:srgbClr val="DA9FC0">
                <a:alpha val="24000"/>
              </a:srgbClr>
            </a:solidFill>
            <a:ln>
              <a:noFill/>
            </a:ln>
          </p:spPr>
          <p:txBody>
            <a:bodyPr anchor="ctr"/>
            <a:lstStyle/>
            <a:p>
              <a:pPr algn="ctr">
                <a:buNone/>
              </a:pPr>
            </a:p>
          </p:txBody>
        </p:sp>
        <p:sp>
          <p:nvSpPr>
            <p:cNvPr id="7718" name="addition:spatial:207">
              <a:extLst>
                <a:ext uri="{FF2B5EF4-FFF2-40B4-BE49-F238E27FC236}">
                  <ns2:creationId id="{D2433AC4-02C5-4E10-AC73-6E9397B10037}"/>
                </a:ext>
              </a:extLst>
            </p:cNvPr>
            <p:cNvSpPr>
              <a:spLocks noGrp="1"/>
            </p:cNvSpPr>
            <p:nvPr/>
          </p:nvSpPr>
          <p:spPr>
            <a:xfrm>
              <a:off x="5648325" y="1666875"/>
              <a:ext cx="1479682" cy="502417"/>
            </a:xfrm>
            <a:custGeom>
              <a:rect l="l" t="t" r="r" b="b"/>
              <a:pathLst>
                <a:path w="1116" h="297">
                  <a:moveTo>
                    <a:pt x="0" y="0"/>
                  </a:moveTo>
                  <a:moveTo>
                    <a:pt x="1114" y="274"/>
                  </a:moveTo>
                  <a:lnTo>
                    <a:pt x="1112" y="276"/>
                  </a:lnTo>
                  <a:lnTo>
                    <a:pt x="1112" y="278"/>
                  </a:lnTo>
                  <a:lnTo>
                    <a:pt x="1112" y="280"/>
                  </a:lnTo>
                  <a:lnTo>
                    <a:pt x="1112" y="282"/>
                  </a:lnTo>
                  <a:lnTo>
                    <a:pt x="1110" y="284"/>
                  </a:lnTo>
                  <a:lnTo>
                    <a:pt x="1107" y="285"/>
                  </a:lnTo>
                  <a:lnTo>
                    <a:pt x="1105" y="286"/>
                  </a:lnTo>
                  <a:lnTo>
                    <a:pt x="1104" y="287"/>
                  </a:lnTo>
                  <a:lnTo>
                    <a:pt x="1104" y="290"/>
                  </a:lnTo>
                  <a:lnTo>
                    <a:pt x="1104" y="293"/>
                  </a:lnTo>
                  <a:lnTo>
                    <a:pt x="1103" y="296"/>
                  </a:lnTo>
                  <a:lnTo>
                    <a:pt x="1100" y="297"/>
                  </a:lnTo>
                  <a:lnTo>
                    <a:pt x="1098" y="297"/>
                  </a:lnTo>
                  <a:lnTo>
                    <a:pt x="1096" y="297"/>
                  </a:lnTo>
                  <a:lnTo>
                    <a:pt x="1094" y="297"/>
                  </a:lnTo>
                  <a:lnTo>
                    <a:pt x="1092" y="296"/>
                  </a:lnTo>
                  <a:lnTo>
                    <a:pt x="1090" y="295"/>
                  </a:lnTo>
                  <a:lnTo>
                    <a:pt x="1088" y="293"/>
                  </a:lnTo>
                  <a:lnTo>
                    <a:pt x="1087" y="293"/>
                  </a:lnTo>
                  <a:lnTo>
                    <a:pt x="1085" y="295"/>
                  </a:lnTo>
                  <a:lnTo>
                    <a:pt x="1083" y="297"/>
                  </a:lnTo>
                  <a:lnTo>
                    <a:pt x="1081" y="297"/>
                  </a:lnTo>
                  <a:lnTo>
                    <a:pt x="1079" y="296"/>
                  </a:lnTo>
                  <a:lnTo>
                    <a:pt x="1079" y="293"/>
                  </a:lnTo>
                  <a:lnTo>
                    <a:pt x="1078" y="292"/>
                  </a:lnTo>
                  <a:lnTo>
                    <a:pt x="1076" y="291"/>
                  </a:lnTo>
                  <a:lnTo>
                    <a:pt x="1074" y="290"/>
                  </a:lnTo>
                  <a:lnTo>
                    <a:pt x="1072" y="289"/>
                  </a:lnTo>
                  <a:lnTo>
                    <a:pt x="1071" y="287"/>
                  </a:lnTo>
                  <a:lnTo>
                    <a:pt x="1072" y="284"/>
                  </a:lnTo>
                  <a:lnTo>
                    <a:pt x="1072" y="282"/>
                  </a:lnTo>
                  <a:lnTo>
                    <a:pt x="1072" y="280"/>
                  </a:lnTo>
                  <a:lnTo>
                    <a:pt x="1071" y="278"/>
                  </a:lnTo>
                  <a:lnTo>
                    <a:pt x="1071" y="276"/>
                  </a:lnTo>
                  <a:lnTo>
                    <a:pt x="1071" y="274"/>
                  </a:lnTo>
                  <a:lnTo>
                    <a:pt x="1071" y="272"/>
                  </a:lnTo>
                  <a:lnTo>
                    <a:pt x="1069" y="270"/>
                  </a:lnTo>
                  <a:lnTo>
                    <a:pt x="1066" y="267"/>
                  </a:lnTo>
                  <a:lnTo>
                    <a:pt x="1065" y="265"/>
                  </a:lnTo>
                  <a:lnTo>
                    <a:pt x="1066" y="263"/>
                  </a:lnTo>
                  <a:lnTo>
                    <a:pt x="1069" y="262"/>
                  </a:lnTo>
                  <a:lnTo>
                    <a:pt x="1071" y="261"/>
                  </a:lnTo>
                  <a:lnTo>
                    <a:pt x="1073" y="260"/>
                  </a:lnTo>
                  <a:lnTo>
                    <a:pt x="1074" y="259"/>
                  </a:lnTo>
                  <a:lnTo>
                    <a:pt x="1075" y="257"/>
                  </a:lnTo>
                  <a:lnTo>
                    <a:pt x="1076" y="256"/>
                  </a:lnTo>
                  <a:lnTo>
                    <a:pt x="1078" y="255"/>
                  </a:lnTo>
                  <a:lnTo>
                    <a:pt x="1080" y="255"/>
                  </a:lnTo>
                  <a:lnTo>
                    <a:pt x="1082" y="254"/>
                  </a:lnTo>
                  <a:lnTo>
                    <a:pt x="1084" y="252"/>
                  </a:lnTo>
                  <a:lnTo>
                    <a:pt x="1086" y="251"/>
                  </a:lnTo>
                  <a:lnTo>
                    <a:pt x="1088" y="251"/>
                  </a:lnTo>
                  <a:lnTo>
                    <a:pt x="1090" y="251"/>
                  </a:lnTo>
                  <a:lnTo>
                    <a:pt x="1093" y="251"/>
                  </a:lnTo>
                  <a:lnTo>
                    <a:pt x="1095" y="250"/>
                  </a:lnTo>
                  <a:lnTo>
                    <a:pt x="1098" y="249"/>
                  </a:lnTo>
                  <a:lnTo>
                    <a:pt x="1100" y="251"/>
                  </a:lnTo>
                  <a:lnTo>
                    <a:pt x="1102" y="254"/>
                  </a:lnTo>
                  <a:lnTo>
                    <a:pt x="1102" y="257"/>
                  </a:lnTo>
                  <a:lnTo>
                    <a:pt x="1103" y="260"/>
                  </a:lnTo>
                  <a:lnTo>
                    <a:pt x="1104" y="261"/>
                  </a:lnTo>
                  <a:lnTo>
                    <a:pt x="1107" y="261"/>
                  </a:lnTo>
                  <a:lnTo>
                    <a:pt x="1110" y="261"/>
                  </a:lnTo>
                  <a:lnTo>
                    <a:pt x="1112" y="262"/>
                  </a:lnTo>
                  <a:lnTo>
                    <a:pt x="1113" y="264"/>
                  </a:lnTo>
                  <a:lnTo>
                    <a:pt x="1114" y="266"/>
                  </a:lnTo>
                  <a:lnTo>
                    <a:pt x="1116" y="268"/>
                  </a:lnTo>
                  <a:lnTo>
                    <a:pt x="1116" y="270"/>
                  </a:lnTo>
                  <a:lnTo>
                    <a:pt x="1115" y="272"/>
                  </a:lnTo>
                  <a:close/>
                </a:path>
              </a:pathLst>
            </a:custGeom>
            <a:solidFill>
              <a:srgbClr val="DA9FC0">
                <a:alpha val="24000"/>
              </a:srgbClr>
            </a:solidFill>
            <a:ln>
              <a:noFill/>
            </a:ln>
          </p:spPr>
          <p:txBody>
            <a:bodyPr anchor="ctr"/>
            <a:lstStyle/>
            <a:p>
              <a:pPr algn="ctr">
                <a:buNone/>
              </a:pPr>
            </a:p>
          </p:txBody>
        </p:sp>
        <p:sp>
          <p:nvSpPr>
            <p:cNvPr id="7719" name="addition:spatial:208">
              <a:extLst>
                <a:ext uri="{FF2B5EF4-FFF2-40B4-BE49-F238E27FC236}">
                  <ns2:creationId id="{D0235368-6A8B-44AF-95A8-D8127AA50675}"/>
                </a:ext>
              </a:extLst>
            </p:cNvPr>
            <p:cNvSpPr>
              <a:spLocks noGrp="1"/>
            </p:cNvSpPr>
            <p:nvPr/>
          </p:nvSpPr>
          <p:spPr>
            <a:xfrm>
              <a:off x="5648325" y="1666875"/>
              <a:ext cx="1577797" cy="559933"/>
            </a:xfrm>
            <a:custGeom>
              <a:rect l="l" t="t" r="r" b="b"/>
              <a:pathLst>
                <a:path w="1190" h="331">
                  <a:moveTo>
                    <a:pt x="0" y="0"/>
                  </a:moveTo>
                  <a:moveTo>
                    <a:pt x="1186" y="303"/>
                  </a:moveTo>
                  <a:lnTo>
                    <a:pt x="1185" y="305"/>
                  </a:lnTo>
                  <a:lnTo>
                    <a:pt x="1187" y="307"/>
                  </a:lnTo>
                  <a:lnTo>
                    <a:pt x="1189" y="310"/>
                  </a:lnTo>
                  <a:lnTo>
                    <a:pt x="1190" y="313"/>
                  </a:lnTo>
                  <a:lnTo>
                    <a:pt x="1190" y="315"/>
                  </a:lnTo>
                  <a:lnTo>
                    <a:pt x="1188" y="317"/>
                  </a:lnTo>
                  <a:lnTo>
                    <a:pt x="1185" y="318"/>
                  </a:lnTo>
                  <a:lnTo>
                    <a:pt x="1183" y="319"/>
                  </a:lnTo>
                  <a:lnTo>
                    <a:pt x="1181" y="320"/>
                  </a:lnTo>
                  <a:lnTo>
                    <a:pt x="1179" y="320"/>
                  </a:lnTo>
                  <a:lnTo>
                    <a:pt x="1176" y="321"/>
                  </a:lnTo>
                  <a:lnTo>
                    <a:pt x="1174" y="321"/>
                  </a:lnTo>
                  <a:lnTo>
                    <a:pt x="1173" y="323"/>
                  </a:lnTo>
                  <a:lnTo>
                    <a:pt x="1172" y="327"/>
                  </a:lnTo>
                  <a:lnTo>
                    <a:pt x="1170" y="330"/>
                  </a:lnTo>
                  <a:lnTo>
                    <a:pt x="1167" y="331"/>
                  </a:lnTo>
                  <a:lnTo>
                    <a:pt x="1164" y="330"/>
                  </a:lnTo>
                  <a:lnTo>
                    <a:pt x="1161" y="328"/>
                  </a:lnTo>
                  <a:lnTo>
                    <a:pt x="1159" y="327"/>
                  </a:lnTo>
                  <a:lnTo>
                    <a:pt x="1156" y="327"/>
                  </a:lnTo>
                  <a:lnTo>
                    <a:pt x="1153" y="327"/>
                  </a:lnTo>
                  <a:lnTo>
                    <a:pt x="1151" y="327"/>
                  </a:lnTo>
                  <a:lnTo>
                    <a:pt x="1149" y="325"/>
                  </a:lnTo>
                  <a:lnTo>
                    <a:pt x="1147" y="322"/>
                  </a:lnTo>
                  <a:lnTo>
                    <a:pt x="1146" y="320"/>
                  </a:lnTo>
                  <a:lnTo>
                    <a:pt x="1144" y="319"/>
                  </a:lnTo>
                  <a:lnTo>
                    <a:pt x="1142" y="318"/>
                  </a:lnTo>
                  <a:lnTo>
                    <a:pt x="1140" y="317"/>
                  </a:lnTo>
                  <a:lnTo>
                    <a:pt x="1139" y="315"/>
                  </a:lnTo>
                  <a:lnTo>
                    <a:pt x="1137" y="313"/>
                  </a:lnTo>
                  <a:lnTo>
                    <a:pt x="1135" y="312"/>
                  </a:lnTo>
                  <a:lnTo>
                    <a:pt x="1132" y="310"/>
                  </a:lnTo>
                  <a:lnTo>
                    <a:pt x="1131" y="308"/>
                  </a:lnTo>
                  <a:lnTo>
                    <a:pt x="1133" y="305"/>
                  </a:lnTo>
                  <a:lnTo>
                    <a:pt x="1136" y="303"/>
                  </a:lnTo>
                  <a:lnTo>
                    <a:pt x="1140" y="301"/>
                  </a:lnTo>
                  <a:lnTo>
                    <a:pt x="1141" y="299"/>
                  </a:lnTo>
                  <a:lnTo>
                    <a:pt x="1141" y="297"/>
                  </a:lnTo>
                  <a:lnTo>
                    <a:pt x="1140" y="294"/>
                  </a:lnTo>
                  <a:lnTo>
                    <a:pt x="1141" y="292"/>
                  </a:lnTo>
                  <a:lnTo>
                    <a:pt x="1142" y="290"/>
                  </a:lnTo>
                  <a:lnTo>
                    <a:pt x="1144" y="288"/>
                  </a:lnTo>
                  <a:lnTo>
                    <a:pt x="1145" y="286"/>
                  </a:lnTo>
                  <a:lnTo>
                    <a:pt x="1145" y="284"/>
                  </a:lnTo>
                  <a:lnTo>
                    <a:pt x="1147" y="282"/>
                  </a:lnTo>
                  <a:lnTo>
                    <a:pt x="1149" y="281"/>
                  </a:lnTo>
                  <a:lnTo>
                    <a:pt x="1152" y="281"/>
                  </a:lnTo>
                  <a:lnTo>
                    <a:pt x="1154" y="279"/>
                  </a:lnTo>
                  <a:lnTo>
                    <a:pt x="1155" y="278"/>
                  </a:lnTo>
                  <a:lnTo>
                    <a:pt x="1157" y="277"/>
                  </a:lnTo>
                  <a:lnTo>
                    <a:pt x="1160" y="277"/>
                  </a:lnTo>
                  <a:lnTo>
                    <a:pt x="1162" y="279"/>
                  </a:lnTo>
                  <a:lnTo>
                    <a:pt x="1163" y="282"/>
                  </a:lnTo>
                  <a:lnTo>
                    <a:pt x="1165" y="283"/>
                  </a:lnTo>
                  <a:lnTo>
                    <a:pt x="1167" y="281"/>
                  </a:lnTo>
                  <a:lnTo>
                    <a:pt x="1169" y="279"/>
                  </a:lnTo>
                  <a:lnTo>
                    <a:pt x="1172" y="278"/>
                  </a:lnTo>
                  <a:lnTo>
                    <a:pt x="1174" y="278"/>
                  </a:lnTo>
                  <a:lnTo>
                    <a:pt x="1176" y="280"/>
                  </a:lnTo>
                  <a:lnTo>
                    <a:pt x="1178" y="282"/>
                  </a:lnTo>
                  <a:lnTo>
                    <a:pt x="1179" y="283"/>
                  </a:lnTo>
                  <a:lnTo>
                    <a:pt x="1180" y="285"/>
                  </a:lnTo>
                  <a:lnTo>
                    <a:pt x="1181" y="288"/>
                  </a:lnTo>
                  <a:lnTo>
                    <a:pt x="1180" y="291"/>
                  </a:lnTo>
                  <a:lnTo>
                    <a:pt x="1181" y="293"/>
                  </a:lnTo>
                  <a:lnTo>
                    <a:pt x="1182" y="295"/>
                  </a:lnTo>
                  <a:lnTo>
                    <a:pt x="1185" y="296"/>
                  </a:lnTo>
                  <a:lnTo>
                    <a:pt x="1187" y="298"/>
                  </a:lnTo>
                  <a:lnTo>
                    <a:pt x="1187" y="300"/>
                  </a:lnTo>
                  <a:close/>
                </a:path>
              </a:pathLst>
            </a:custGeom>
            <a:solidFill>
              <a:srgbClr val="DA9FC0">
                <a:alpha val="24000"/>
              </a:srgbClr>
            </a:solidFill>
            <a:ln>
              <a:noFill/>
            </a:ln>
          </p:spPr>
          <p:txBody>
            <a:bodyPr anchor="ctr"/>
            <a:lstStyle/>
            <a:p>
              <a:pPr algn="ctr">
                <a:buNone/>
              </a:pPr>
            </a:p>
          </p:txBody>
        </p:sp>
        <p:sp>
          <p:nvSpPr>
            <p:cNvPr id="7720" name="addition:spatial:209">
              <a:extLst>
                <a:ext uri="{FF2B5EF4-FFF2-40B4-BE49-F238E27FC236}">
                  <ns2:creationId id="{BF306446-BAAE-4FAA-B2FF-3169B53C6F36}"/>
                </a:ext>
              </a:extLst>
            </p:cNvPr>
            <p:cNvSpPr>
              <a:spLocks noGrp="1"/>
            </p:cNvSpPr>
            <p:nvPr/>
          </p:nvSpPr>
          <p:spPr>
            <a:xfrm>
              <a:off x="5648325" y="1666875"/>
              <a:ext cx="1284778" cy="1527551"/>
            </a:xfrm>
            <a:custGeom>
              <a:rect l="l" t="t" r="r" b="b"/>
              <a:pathLst>
                <a:path w="969" h="903">
                  <a:moveTo>
                    <a:pt x="0" y="0"/>
                  </a:moveTo>
                  <a:moveTo>
                    <a:pt x="107" y="321"/>
                  </a:moveTo>
                  <a:lnTo>
                    <a:pt x="969" y="321"/>
                  </a:lnTo>
                  <a:lnTo>
                    <a:pt x="969" y="903"/>
                  </a:lnTo>
                  <a:lnTo>
                    <a:pt x="107" y="817"/>
                  </a:lnTo>
                  <a:close/>
                </a:path>
              </a:pathLst>
            </a:custGeom>
            <a:solidFill>
              <a:srgbClr val="EAF7FF">
                <a:alpha val="6000"/>
              </a:srgbClr>
            </a:solidFill>
            <a:ln>
              <a:noFill/>
            </a:ln>
          </p:spPr>
          <p:txBody>
            <a:bodyPr anchor="ctr"/>
            <a:lstStyle/>
            <a:p>
              <a:pPr algn="ctr">
                <a:buNone/>
              </a:pPr>
            </a:p>
          </p:txBody>
        </p:sp>
        <p:sp>
          <p:nvSpPr>
            <p:cNvPr id="7721" name="addition:spatial:210">
              <a:extLst>
                <a:ext uri="{FF2B5EF4-FFF2-40B4-BE49-F238E27FC236}">
                  <ns2:creationId id="{A7903E79-476B-445B-B53E-AE624F5A4B18}"/>
                </a:ext>
              </a:extLst>
            </p:cNvPr>
            <p:cNvSpPr>
              <a:spLocks noGrp="1"/>
            </p:cNvSpPr>
            <p:nvPr/>
          </p:nvSpPr>
          <p:spPr>
            <a:xfrm>
              <a:off x="5917744" y="2116513"/>
              <a:ext cx="0" cy="839053"/>
            </a:xfrm>
            <a:prstGeom prst="line">
              <a:avLst/>
            </a:prstGeom>
            <a:ln w="4286">
              <a:solidFill>
                <a:srgbClr val="56A1CC">
                  <a:alpha val="22000"/>
                </a:srgbClr>
              </a:solidFill>
            </a:ln>
          </p:spPr>
        </p:sp>
        <p:sp>
          <p:nvSpPr>
            <p:cNvPr id="7722" name="addition:spatial:211">
              <a:extLst>
                <a:ext uri="{FF2B5EF4-FFF2-40B4-BE49-F238E27FC236}">
                  <ns2:creationId id="{DE036C1B-ED7F-4BD6-9015-EAD50C0C956A}"/>
                </a:ext>
              </a:extLst>
            </p:cNvPr>
            <p:cNvSpPr>
              <a:spLocks noGrp="1"/>
            </p:cNvSpPr>
            <p:nvPr/>
          </p:nvSpPr>
          <p:spPr>
            <a:xfrm>
              <a:off x="7060652" y="2116513"/>
              <a:ext cx="0" cy="984534"/>
            </a:xfrm>
            <a:prstGeom prst="line">
              <a:avLst/>
            </a:prstGeom>
            <a:ln w="4286">
              <a:solidFill>
                <a:srgbClr val="56A1CC">
                  <a:alpha val="28000"/>
                </a:srgbClr>
              </a:solidFill>
            </a:ln>
          </p:spPr>
        </p:sp>
        <p:sp>
          <p:nvSpPr>
            <p:cNvPr id="7723" name="addition:spatial:212">
              <a:extLst>
                <a:ext uri="{FF2B5EF4-FFF2-40B4-BE49-F238E27FC236}">
                  <ns2:creationId id="{ACA62DDF-D42E-4399-8FF4-F79AB4F43F23}"/>
                </a:ext>
              </a:extLst>
            </p:cNvPr>
            <p:cNvSpPr>
              <a:spLocks noGrp="1"/>
            </p:cNvSpPr>
            <p:nvPr/>
          </p:nvSpPr>
          <p:spPr>
            <a:xfrm>
              <a:off x="5917744" y="2116513"/>
              <a:ext cx="1142909" cy="0"/>
            </a:xfrm>
            <a:prstGeom prst="line">
              <a:avLst/>
            </a:prstGeom>
            <a:ln w="4286">
              <a:solidFill>
                <a:srgbClr val="56A1CC">
                  <a:alpha val="35000"/>
                </a:srgbClr>
              </a:solidFill>
            </a:ln>
          </p:spPr>
        </p:sp>
        <p:sp>
          <p:nvSpPr>
            <p:cNvPr id="7724" name="addition:spatial:213">
              <a:extLst>
                <a:ext uri="{FF2B5EF4-FFF2-40B4-BE49-F238E27FC236}">
                  <ns2:creationId id="{E0712B5B-E931-4B58-990C-D7A575DBB77D}"/>
                </a:ext>
              </a:extLst>
            </p:cNvPr>
            <p:cNvSpPr>
              <a:spLocks noGrp="1"/>
            </p:cNvSpPr>
            <p:nvPr/>
          </p:nvSpPr>
          <p:spPr>
            <a:xfrm>
              <a:off x="6045293" y="2023134"/>
              <a:ext cx="0" cy="839053"/>
            </a:xfrm>
            <a:prstGeom prst="line">
              <a:avLst/>
            </a:prstGeom>
            <a:ln w="4286">
              <a:solidFill>
                <a:srgbClr val="56A1CC">
                  <a:alpha val="22000"/>
                </a:srgbClr>
              </a:solidFill>
            </a:ln>
          </p:spPr>
        </p:sp>
        <p:sp>
          <p:nvSpPr>
            <p:cNvPr id="7725" name="addition:spatial:214">
              <a:extLst>
                <a:ext uri="{FF2B5EF4-FFF2-40B4-BE49-F238E27FC236}">
                  <ns2:creationId id="{21AF70A9-7096-450B-B462-0B6A0B3CBB6A}"/>
                </a:ext>
              </a:extLst>
            </p:cNvPr>
            <p:cNvSpPr>
              <a:spLocks noGrp="1"/>
            </p:cNvSpPr>
            <p:nvPr/>
          </p:nvSpPr>
          <p:spPr>
            <a:xfrm>
              <a:off x="7188202" y="2023134"/>
              <a:ext cx="0" cy="984534"/>
            </a:xfrm>
            <a:prstGeom prst="line">
              <a:avLst/>
            </a:prstGeom>
            <a:ln w="4286">
              <a:solidFill>
                <a:srgbClr val="56A1CC">
                  <a:alpha val="28000"/>
                </a:srgbClr>
              </a:solidFill>
            </a:ln>
          </p:spPr>
        </p:sp>
        <p:sp>
          <p:nvSpPr>
            <p:cNvPr id="7726" name="addition:spatial:215">
              <a:extLst>
                <a:ext uri="{FF2B5EF4-FFF2-40B4-BE49-F238E27FC236}">
                  <ns2:creationId id="{F1ECC819-2123-47A7-AAD1-FB45F97221B5}"/>
                </a:ext>
              </a:extLst>
            </p:cNvPr>
            <p:cNvSpPr>
              <a:spLocks noGrp="1"/>
            </p:cNvSpPr>
            <p:nvPr/>
          </p:nvSpPr>
          <p:spPr>
            <a:xfrm>
              <a:off x="6045293" y="2023134"/>
              <a:ext cx="1142909" cy="0"/>
            </a:xfrm>
            <a:prstGeom prst="line">
              <a:avLst/>
            </a:prstGeom>
            <a:ln w="4286">
              <a:solidFill>
                <a:srgbClr val="56A1CC">
                  <a:alpha val="35000"/>
                </a:srgbClr>
              </a:solidFill>
            </a:ln>
          </p:spPr>
        </p:sp>
        <p:sp>
          <p:nvSpPr>
            <p:cNvPr id="7727" name="addition:spatial:216">
              <a:extLst>
                <a:ext uri="{FF2B5EF4-FFF2-40B4-BE49-F238E27FC236}">
                  <ns2:creationId id="{3388E236-BF02-4324-BA1B-F1DB4E1878D8}"/>
                </a:ext>
              </a:extLst>
            </p:cNvPr>
            <p:cNvSpPr>
              <a:spLocks noGrp="1"/>
            </p:cNvSpPr>
            <p:nvPr/>
          </p:nvSpPr>
          <p:spPr>
            <a:xfrm>
              <a:off x="6172843" y="1929756"/>
              <a:ext cx="0" cy="839053"/>
            </a:xfrm>
            <a:prstGeom prst="line">
              <a:avLst/>
            </a:prstGeom>
            <a:ln w="4286">
              <a:solidFill>
                <a:srgbClr val="56A1CC">
                  <a:alpha val="22000"/>
                </a:srgbClr>
              </a:solidFill>
            </a:ln>
          </p:spPr>
        </p:sp>
        <p:sp>
          <p:nvSpPr>
            <p:cNvPr id="7728" name="addition:spatial:217">
              <a:extLst>
                <a:ext uri="{FF2B5EF4-FFF2-40B4-BE49-F238E27FC236}">
                  <ns2:creationId id="{A8766826-ACAF-41D1-8FB9-A03ED02E94FF}"/>
                </a:ext>
              </a:extLst>
            </p:cNvPr>
            <p:cNvSpPr>
              <a:spLocks noGrp="1"/>
            </p:cNvSpPr>
            <p:nvPr/>
          </p:nvSpPr>
          <p:spPr>
            <a:xfrm>
              <a:off x="7315752" y="1929756"/>
              <a:ext cx="0" cy="984534"/>
            </a:xfrm>
            <a:prstGeom prst="line">
              <a:avLst/>
            </a:prstGeom>
            <a:ln w="4286">
              <a:solidFill>
                <a:srgbClr val="56A1CC">
                  <a:alpha val="28000"/>
                </a:srgbClr>
              </a:solidFill>
            </a:ln>
          </p:spPr>
        </p:sp>
        <p:sp>
          <p:nvSpPr>
            <p:cNvPr id="7729" name="addition:spatial:218">
              <a:extLst>
                <a:ext uri="{FF2B5EF4-FFF2-40B4-BE49-F238E27FC236}">
                  <ns2:creationId id="{541A1A3A-7CC8-45AF-9002-3A965A147720}"/>
                </a:ext>
              </a:extLst>
            </p:cNvPr>
            <p:cNvSpPr>
              <a:spLocks noGrp="1"/>
            </p:cNvSpPr>
            <p:nvPr/>
          </p:nvSpPr>
          <p:spPr>
            <a:xfrm>
              <a:off x="6172843" y="1929756"/>
              <a:ext cx="1142909" cy="0"/>
            </a:xfrm>
            <a:prstGeom prst="line">
              <a:avLst/>
            </a:prstGeom>
            <a:ln w="4286">
              <a:solidFill>
                <a:srgbClr val="56A1CC">
                  <a:alpha val="35000"/>
                </a:srgbClr>
              </a:solidFill>
            </a:ln>
          </p:spPr>
        </p:sp>
        <p:sp>
          <p:nvSpPr>
            <p:cNvPr id="7730" name="addition:spatial:219">
              <a:extLst>
                <a:ext uri="{FF2B5EF4-FFF2-40B4-BE49-F238E27FC236}">
                  <ns2:creationId id="{94565430-FCCE-46FF-A07A-63BC67977318}"/>
                </a:ext>
              </a:extLst>
            </p:cNvPr>
            <p:cNvSpPr>
              <a:spLocks noGrp="1"/>
            </p:cNvSpPr>
            <p:nvPr/>
          </p:nvSpPr>
          <p:spPr>
            <a:xfrm>
              <a:off x="6300393" y="1836377"/>
              <a:ext cx="0" cy="839053"/>
            </a:xfrm>
            <a:prstGeom prst="line">
              <a:avLst/>
            </a:prstGeom>
            <a:ln w="4286">
              <a:solidFill>
                <a:srgbClr val="56A1CC">
                  <a:alpha val="22000"/>
                </a:srgbClr>
              </a:solidFill>
            </a:ln>
          </p:spPr>
        </p:sp>
        <p:sp>
          <p:nvSpPr>
            <p:cNvPr id="7731" name="addition:spatial:220">
              <a:extLst>
                <a:ext uri="{FF2B5EF4-FFF2-40B4-BE49-F238E27FC236}">
                  <ns2:creationId id="{E7578DF9-1F6A-4FCD-AA46-654D8DCA75A1}"/>
                </a:ext>
              </a:extLst>
            </p:cNvPr>
            <p:cNvSpPr>
              <a:spLocks noGrp="1"/>
            </p:cNvSpPr>
            <p:nvPr/>
          </p:nvSpPr>
          <p:spPr>
            <a:xfrm>
              <a:off x="7443301" y="1836377"/>
              <a:ext cx="0" cy="984534"/>
            </a:xfrm>
            <a:prstGeom prst="line">
              <a:avLst/>
            </a:prstGeom>
            <a:ln w="4286">
              <a:solidFill>
                <a:srgbClr val="56A1CC">
                  <a:alpha val="28000"/>
                </a:srgbClr>
              </a:solidFill>
            </a:ln>
          </p:spPr>
        </p:sp>
        <p:sp>
          <p:nvSpPr>
            <p:cNvPr id="7732" name="addition:spatial:221">
              <a:extLst>
                <a:ext uri="{FF2B5EF4-FFF2-40B4-BE49-F238E27FC236}">
                  <ns2:creationId id="{7E310CDF-EBC0-4CE8-819F-2F37248D1393}"/>
                </a:ext>
              </a:extLst>
            </p:cNvPr>
            <p:cNvSpPr>
              <a:spLocks noGrp="1"/>
            </p:cNvSpPr>
            <p:nvPr/>
          </p:nvSpPr>
          <p:spPr>
            <a:xfrm>
              <a:off x="6300393" y="1836377"/>
              <a:ext cx="1142909" cy="0"/>
            </a:xfrm>
            <a:prstGeom prst="line">
              <a:avLst/>
            </a:prstGeom>
            <a:ln w="4286">
              <a:solidFill>
                <a:srgbClr val="56A1CC">
                  <a:alpha val="35000"/>
                </a:srgbClr>
              </a:solidFill>
            </a:ln>
          </p:spPr>
        </p:sp>
        <p:sp>
          <p:nvSpPr>
            <p:cNvPr id="7733" name="addition:spatial:222">
              <a:extLst>
                <a:ext uri="{FF2B5EF4-FFF2-40B4-BE49-F238E27FC236}">
                  <ns2:creationId id="{1FD0738F-90A8-4714-A47B-55520E09FE1A}"/>
                </a:ext>
              </a:extLst>
            </p:cNvPr>
            <p:cNvSpPr>
              <a:spLocks noGrp="1"/>
            </p:cNvSpPr>
            <p:nvPr/>
          </p:nvSpPr>
          <p:spPr>
            <a:xfrm>
              <a:off x="5796824" y="2478388"/>
              <a:ext cx="1129650" cy="46554"/>
            </a:xfrm>
            <a:prstGeom prst="line">
              <a:avLst/>
            </a:prstGeom>
            <a:ln w="4286">
              <a:solidFill>
                <a:srgbClr val="56A1CC">
                  <a:alpha val="20000"/>
                </a:srgbClr>
              </a:solidFill>
            </a:ln>
          </p:spPr>
        </p:sp>
        <p:sp>
          <p:nvSpPr>
            <p:cNvPr id="7734" name="addition:spatial:223">
              <a:extLst>
                <a:ext uri="{FF2B5EF4-FFF2-40B4-BE49-F238E27FC236}">
                  <ns2:creationId id="{D1754375-7E5A-4FD0-B33E-908BC0DCB67F}"/>
                </a:ext>
              </a:extLst>
            </p:cNvPr>
            <p:cNvSpPr>
              <a:spLocks noGrp="1"/>
            </p:cNvSpPr>
            <p:nvPr/>
          </p:nvSpPr>
          <p:spPr>
            <a:xfrm>
              <a:off x="5796824" y="2755276"/>
              <a:ext cx="1129650" cy="94563"/>
            </a:xfrm>
            <a:prstGeom prst="line">
              <a:avLst/>
            </a:prstGeom>
            <a:ln w="4286">
              <a:solidFill>
                <a:srgbClr val="56A1CC">
                  <a:alpha val="20000"/>
                </a:srgbClr>
              </a:solidFill>
            </a:ln>
          </p:spPr>
        </p:sp>
        <p:sp>
          <p:nvSpPr>
            <p:cNvPr id="7735" name="addition:spatial:224">
              <a:extLst>
                <a:ext uri="{FF2B5EF4-FFF2-40B4-BE49-F238E27FC236}">
                  <ns2:creationId id="{6CF43FC4-9F8E-4056-8041-BAAE44327E5E}"/>
                </a:ext>
              </a:extLst>
            </p:cNvPr>
            <p:cNvSpPr>
              <a:spLocks noGrp="1"/>
            </p:cNvSpPr>
            <p:nvPr/>
          </p:nvSpPr>
          <p:spPr>
            <a:xfrm>
              <a:off x="5790194" y="2209891"/>
              <a:ext cx="1142909" cy="0"/>
            </a:xfrm>
            <a:prstGeom prst="line">
              <a:avLst/>
            </a:prstGeom>
            <a:ln w="4286">
              <a:solidFill>
                <a:srgbClr val="0072B2">
                  <a:alpha val="82000"/>
                </a:srgbClr>
              </a:solidFill>
            </a:ln>
          </p:spPr>
        </p:sp>
        <p:sp>
          <p:nvSpPr>
            <p:cNvPr id="7736" name="addition:spatial:225">
              <a:extLst>
                <a:ext uri="{FF2B5EF4-FFF2-40B4-BE49-F238E27FC236}">
                  <ns2:creationId id="{4CFB4A77-FCA1-4506-AE0B-D7ABC74499D1}"/>
                </a:ext>
              </a:extLst>
            </p:cNvPr>
            <p:cNvSpPr>
              <a:spLocks noGrp="1"/>
            </p:cNvSpPr>
            <p:nvPr/>
          </p:nvSpPr>
          <p:spPr>
            <a:xfrm>
              <a:off x="6933103" y="2209891"/>
              <a:ext cx="0" cy="984534"/>
            </a:xfrm>
            <a:prstGeom prst="line">
              <a:avLst/>
            </a:prstGeom>
            <a:ln w="4286">
              <a:solidFill>
                <a:srgbClr val="0072B2">
                  <a:alpha val="82000"/>
                </a:srgbClr>
              </a:solidFill>
            </a:ln>
          </p:spPr>
        </p:sp>
        <p:sp>
          <p:nvSpPr>
            <p:cNvPr id="7737" name="addition:spatial:226">
              <a:extLst>
                <a:ext uri="{FF2B5EF4-FFF2-40B4-BE49-F238E27FC236}">
                  <ns2:creationId id="{01DF6915-23A2-4D33-870D-448257B1C15D}"/>
                </a:ext>
              </a:extLst>
            </p:cNvPr>
            <p:cNvSpPr>
              <a:spLocks noGrp="1"/>
            </p:cNvSpPr>
            <p:nvPr/>
          </p:nvSpPr>
          <p:spPr>
            <a:xfrm flipH="1" flipV="1">
              <a:off x="5790194" y="3048945"/>
              <a:ext cx="1142909" cy="145481"/>
            </a:xfrm>
            <a:prstGeom prst="line">
              <a:avLst/>
            </a:prstGeom>
            <a:ln w="4286">
              <a:solidFill>
                <a:srgbClr val="0072B2">
                  <a:alpha val="86000"/>
                </a:srgbClr>
              </a:solidFill>
            </a:ln>
          </p:spPr>
        </p:sp>
        <p:sp>
          <p:nvSpPr>
            <p:cNvPr id="7738" name="addition:spatial:227">
              <a:extLst>
                <a:ext uri="{FF2B5EF4-FFF2-40B4-BE49-F238E27FC236}">
                  <ns2:creationId id="{8B674523-9EB7-48E4-A1A2-13BCAEDF60CC}"/>
                </a:ext>
              </a:extLst>
            </p:cNvPr>
            <p:cNvSpPr>
              <a:spLocks noGrp="1"/>
            </p:cNvSpPr>
            <p:nvPr/>
          </p:nvSpPr>
          <p:spPr>
            <a:xfrm flipV="1">
              <a:off x="5790194" y="2209891"/>
              <a:ext cx="0" cy="839053"/>
            </a:xfrm>
            <a:prstGeom prst="line">
              <a:avLst/>
            </a:prstGeom>
            <a:ln w="4286">
              <a:solidFill>
                <a:srgbClr val="0072B2">
                  <a:alpha val="82000"/>
                </a:srgbClr>
              </a:solidFill>
            </a:ln>
          </p:spPr>
        </p:sp>
        <p:sp>
          <p:nvSpPr>
            <p:cNvPr id="7739" name="addition:spatial:228">
              <a:extLst>
                <a:ext uri="{FF2B5EF4-FFF2-40B4-BE49-F238E27FC236}">
                  <ns2:creationId id="{656D1310-7322-45CC-AC67-90DDBB49F6BD}"/>
                </a:ext>
              </a:extLst>
            </p:cNvPr>
            <p:cNvSpPr>
              <a:spLocks noGrp="1"/>
            </p:cNvSpPr>
            <p:nvPr/>
          </p:nvSpPr>
          <p:spPr>
            <a:xfrm>
              <a:off x="6503518" y="1744690"/>
              <a:ext cx="1069985" cy="0"/>
            </a:xfrm>
            <a:prstGeom prst="line">
              <a:avLst/>
            </a:prstGeom>
            <a:ln w="4420">
              <a:solidFill>
                <a:srgbClr val="0072B2">
                  <a:alpha val="78000"/>
                </a:srgbClr>
              </a:solidFill>
            </a:ln>
          </p:spPr>
        </p:sp>
        <p:sp>
          <p:nvSpPr>
            <p:cNvPr id="7740" name="addition:spatial:229">
              <a:extLst>
                <a:ext uri="{FF2B5EF4-FFF2-40B4-BE49-F238E27FC236}">
                  <ns2:creationId id="{86DF0127-2FA2-4938-8FFE-636BA82C3AD8}"/>
                </a:ext>
              </a:extLst>
            </p:cNvPr>
            <p:cNvSpPr>
              <a:spLocks noGrp="1"/>
            </p:cNvSpPr>
            <p:nvPr/>
          </p:nvSpPr>
          <p:spPr>
            <a:xfrm>
              <a:off x="7573503" y="1744690"/>
              <a:ext cx="0" cy="789996"/>
            </a:xfrm>
            <a:prstGeom prst="line">
              <a:avLst/>
            </a:prstGeom>
            <a:ln w="4286">
              <a:solidFill>
                <a:srgbClr val="0072B2">
                  <a:alpha val="78000"/>
                </a:srgbClr>
              </a:solidFill>
            </a:ln>
          </p:spPr>
        </p:sp>
        <p:sp>
          <p:nvSpPr>
            <p:cNvPr id="7741" name="addition:spatial:230">
              <a:extLst>
                <a:ext uri="{FF2B5EF4-FFF2-40B4-BE49-F238E27FC236}">
                  <ns2:creationId id="{78B6F931-104A-464D-81EF-ECCF70020910}"/>
                </a:ext>
              </a:extLst>
            </p:cNvPr>
            <p:cNvSpPr>
              <a:spLocks noGrp="1"/>
            </p:cNvSpPr>
            <p:nvPr/>
          </p:nvSpPr>
          <p:spPr>
            <a:xfrm flipV="1">
              <a:off x="5790194" y="1744690"/>
              <a:ext cx="713323" cy="465201"/>
            </a:xfrm>
            <a:prstGeom prst="line">
              <a:avLst/>
            </a:prstGeom>
            <a:ln w="4420">
              <a:solidFill>
                <a:srgbClr val="0072B2">
                  <a:alpha val="84000"/>
                </a:srgbClr>
              </a:solidFill>
            </a:ln>
          </p:spPr>
        </p:sp>
        <p:sp>
          <p:nvSpPr>
            <p:cNvPr id="7742" name="addition:spatial:231">
              <a:extLst>
                <a:ext uri="{FF2B5EF4-FFF2-40B4-BE49-F238E27FC236}">
                  <ns2:creationId id="{57756073-06E7-4B21-9542-A6871A31F9AC}"/>
                </a:ext>
              </a:extLst>
            </p:cNvPr>
            <p:cNvSpPr>
              <a:spLocks noGrp="1"/>
            </p:cNvSpPr>
            <p:nvPr/>
          </p:nvSpPr>
          <p:spPr>
            <a:xfrm flipV="1">
              <a:off x="6933103" y="1744690"/>
              <a:ext cx="640400" cy="465201"/>
            </a:xfrm>
            <a:prstGeom prst="line">
              <a:avLst/>
            </a:prstGeom>
            <a:ln w="4420">
              <a:solidFill>
                <a:srgbClr val="0072B2">
                  <a:alpha val="84000"/>
                </a:srgbClr>
              </a:solidFill>
            </a:ln>
          </p:spPr>
        </p:sp>
        <p:sp>
          <p:nvSpPr>
            <p:cNvPr id="7743" name="addition:spatial:232">
              <a:extLst>
                <a:ext uri="{FF2B5EF4-FFF2-40B4-BE49-F238E27FC236}">
                  <ns2:creationId id="{CA087794-5E73-4D7D-860E-5E6AC34D1345}"/>
                </a:ext>
              </a:extLst>
            </p:cNvPr>
            <p:cNvSpPr>
              <a:spLocks noGrp="1"/>
            </p:cNvSpPr>
            <p:nvPr/>
          </p:nvSpPr>
          <p:spPr>
            <a:xfrm flipV="1">
              <a:off x="6933103" y="2534686"/>
              <a:ext cx="640400" cy="659740"/>
            </a:xfrm>
            <a:prstGeom prst="line">
              <a:avLst/>
            </a:prstGeom>
            <a:ln w="4286">
              <a:solidFill>
                <a:srgbClr val="0072B2">
                  <a:alpha val="84000"/>
                </a:srgbClr>
              </a:solidFill>
            </a:ln>
          </p:spPr>
        </p:sp>
        <p:sp>
          <p:nvSpPr>
            <p:cNvPr id="7744" name="addition:spatial:233">
              <a:extLst>
                <a:ext uri="{FF2B5EF4-FFF2-40B4-BE49-F238E27FC236}">
                  <ns2:creationId id="{245F7521-261B-4CEA-85CE-F41F084BDC06}"/>
                </a:ext>
              </a:extLst>
            </p:cNvPr>
            <p:cNvSpPr>
              <a:spLocks noGrp="1"/>
            </p:cNvSpPr>
            <p:nvPr/>
          </p:nvSpPr>
          <p:spPr>
            <a:xfrm flipV="1">
              <a:off x="5790194" y="2582052"/>
              <a:ext cx="713323" cy="466893"/>
            </a:xfrm>
            <a:prstGeom prst="line">
              <a:avLst/>
            </a:prstGeom>
            <a:ln w="4286">
              <a:solidFill>
                <a:srgbClr val="0072B2">
                  <a:alpha val="34000"/>
                </a:srgbClr>
              </a:solidFill>
            </a:ln>
          </p:spPr>
        </p:sp>
        <p:sp>
          <p:nvSpPr>
            <p:cNvPr id="7745" name="addition:spatial:234">
              <a:extLst>
                <a:ext uri="{FF2B5EF4-FFF2-40B4-BE49-F238E27FC236}">
                  <ns2:creationId id="{046AA3A7-964C-4F78-896F-A92D37609532}"/>
                </a:ext>
              </a:extLst>
            </p:cNvPr>
            <p:cNvSpPr>
              <a:spLocks noGrp="1"/>
            </p:cNvSpPr>
            <p:nvPr/>
          </p:nvSpPr>
          <p:spPr>
            <a:xfrm flipV="1">
              <a:off x="6503518" y="2534686"/>
              <a:ext cx="1069985" cy="47366"/>
            </a:xfrm>
            <a:prstGeom prst="line">
              <a:avLst/>
            </a:prstGeom>
            <a:ln w="4286">
              <a:solidFill>
                <a:srgbClr val="0072B2">
                  <a:alpha val="32000"/>
                </a:srgbClr>
              </a:solidFill>
            </a:ln>
          </p:spPr>
        </p:sp>
        <p:sp>
          <p:nvSpPr>
            <p:cNvPr id="7746" name="addition:spatial:235">
              <a:extLst>
                <a:ext uri="{FF2B5EF4-FFF2-40B4-BE49-F238E27FC236}">
                  <ns2:creationId id="{F9465291-E965-4613-8BDB-FFA44710965D}"/>
                </a:ext>
              </a:extLst>
            </p:cNvPr>
            <p:cNvSpPr>
              <a:spLocks noGrp="1"/>
            </p:cNvSpPr>
            <p:nvPr/>
          </p:nvSpPr>
          <p:spPr>
            <a:xfrm>
              <a:off x="6503518" y="1744690"/>
              <a:ext cx="0" cy="837362"/>
            </a:xfrm>
            <a:prstGeom prst="line">
              <a:avLst/>
            </a:prstGeom>
            <a:ln w="4286">
              <a:solidFill>
                <a:srgbClr val="0072B2">
                  <a:alpha val="40000"/>
                </a:srgbClr>
              </a:solidFill>
            </a:ln>
          </p:spPr>
        </p:sp>
        <p:sp>
          <p:nvSpPr>
            <p:cNvPr id="7747" name="addition:spatial:236">
              <a:extLst>
                <a:ext uri="{FF2B5EF4-FFF2-40B4-BE49-F238E27FC236}">
                  <ns2:creationId id="{CA930465-172B-4CFC-A9FD-79170AD2ED69}"/>
                </a:ext>
              </a:extLst>
            </p:cNvPr>
            <p:cNvSpPr>
              <a:spLocks noGrp="1"/>
            </p:cNvSpPr>
            <p:nvPr/>
          </p:nvSpPr>
          <p:spPr>
            <a:xfrm flipV="1">
              <a:off x="6079236" y="2539761"/>
              <a:ext cx="1316599" cy="537942"/>
            </a:xfrm>
            <a:prstGeom prst="line">
              <a:avLst/>
            </a:prstGeom>
            <a:ln w="7366">
              <a:solidFill>
                <a:srgbClr val="20252B">
                  <a:alpha val="100000"/>
                </a:srgbClr>
              </a:solidFill>
            </a:ln>
          </p:spPr>
        </p:sp>
        <p:sp>
          <p:nvSpPr>
            <p:cNvPr id="7748" name="addition:spatial:237">
              <a:extLst>
                <a:ext uri="{FF2B5EF4-FFF2-40B4-BE49-F238E27FC236}">
                  <ns2:creationId id="{8E86F16F-A988-47B3-B6C7-234A54916F9A}"/>
                </a:ext>
              </a:extLst>
            </p:cNvPr>
            <p:cNvSpPr>
              <a:spLocks noGrp="1"/>
            </p:cNvSpPr>
            <p:nvPr/>
          </p:nvSpPr>
          <p:spPr>
            <a:xfrm>
              <a:off x="5648325" y="1666875"/>
              <a:ext cx="1747510" cy="901644"/>
            </a:xfrm>
            <a:custGeom>
              <a:rect l="l" t="t" r="r" b="b"/>
              <a:pathLst>
                <a:path w="1318" h="533">
                  <a:moveTo>
                    <a:pt x="0" y="0"/>
                  </a:moveTo>
                  <a:moveTo>
                    <a:pt x="1318" y="516"/>
                  </a:moveTo>
                  <a:lnTo>
                    <a:pt x="1298" y="533"/>
                  </a:lnTo>
                  <a:lnTo>
                    <a:pt x="1292" y="513"/>
                  </a:lnTo>
                  <a:close/>
                </a:path>
              </a:pathLst>
            </a:custGeom>
            <a:solidFill>
              <a:srgbClr val="20252B">
                <a:alpha val="100000"/>
              </a:srgbClr>
            </a:solidFill>
            <a:ln>
              <a:noFill/>
            </a:ln>
          </p:spPr>
          <p:txBody>
            <a:bodyPr anchor="ctr"/>
            <a:lstStyle/>
            <a:p>
              <a:pPr algn="ctr">
                <a:buNone/>
              </a:pPr>
            </a:p>
          </p:txBody>
        </p:sp>
        <p:sp>
          <p:nvSpPr>
            <p:cNvPr id="7750" name="addition:spatial:d">
              <a:extLst>
                <a:ext uri="{FF2B5EF4-FFF2-40B4-BE49-F238E27FC236}">
                  <ns2:creationId id="{28332B9D-C9B1-4DC2-924B-754F93E16CCA}"/>
                </a:ext>
              </a:extLst>
            </p:cNvPr>
            <p:cNvSpPr>
              <a:spLocks noGrp="1"/>
            </p:cNvSpPr>
            <p:nvPr/>
          </p:nvSpPr>
          <p:spPr>
            <a:xfrm>
              <a:off x="7429500" y="2428875"/>
              <a:ext cx="219075" cy="295275"/>
            </a:xfrm>
            <a:prstGeom prst="rect">
              <a:avLst/>
            </a:prstGeom>
            <a:noFill/>
            <a:ln w="0">
              <a:noFill/>
            </a:ln>
          </p:spPr>
          <p:txBody>
            <a:bodyPr wrap="none" lIns="0" tIns="0" rIns="0" bIns="0" anchor="ctr"/>
            <a:lstStyle>
              <a:defPPr>
                <a:defRPr sz="1950">
                  <a:solidFill>
                    <a:srgbClr val="263238"/>
                  </a:solidFill>
                  <a:latin typeface="Arial"/>
                  <a:ea typeface="Arial"/>
                  <a:cs typeface="Arial"/>
                </a:defRPr>
              </a:defPPr>
              <a:lvl1pPr>
                <a:defRPr sz="1950">
                  <a:solidFill>
                    <a:srgbClr val="263238"/>
                  </a:solidFill>
                  <a:latin typeface="Arial"/>
                  <a:ea typeface="Arial"/>
                  <a:cs typeface="Arial"/>
                </a:defRPr>
              </a:lvl1pPr>
              <a:lvl2pPr>
                <a:defRPr sz="1950">
                  <a:solidFill>
                    <a:srgbClr val="263238"/>
                  </a:solidFill>
                  <a:latin typeface="Arial"/>
                  <a:ea typeface="Arial"/>
                  <a:cs typeface="Arial"/>
                </a:defRPr>
              </a:lvl2pPr>
              <a:lvl3pPr>
                <a:defRPr sz="1950">
                  <a:solidFill>
                    <a:srgbClr val="263238"/>
                  </a:solidFill>
                  <a:latin typeface="Arial"/>
                  <a:ea typeface="Arial"/>
                  <a:cs typeface="Arial"/>
                </a:defRPr>
              </a:lvl3pPr>
              <a:lvl4pPr>
                <a:defRPr sz="1950">
                  <a:solidFill>
                    <a:srgbClr val="263238"/>
                  </a:solidFill>
                  <a:latin typeface="Arial"/>
                  <a:ea typeface="Arial"/>
                  <a:cs typeface="Arial"/>
                </a:defRPr>
              </a:lvl4pPr>
              <a:lvl5pPr>
                <a:defRPr sz="1950">
                  <a:solidFill>
                    <a:srgbClr val="263238"/>
                  </a:solidFill>
                  <a:latin typeface="Arial"/>
                  <a:ea typeface="Arial"/>
                  <a:cs typeface="Arial"/>
                </a:defRPr>
              </a:lvl5pPr>
              <a:lvl6pPr>
                <a:defRPr sz="1950">
                  <a:solidFill>
                    <a:srgbClr val="263238"/>
                  </a:solidFill>
                  <a:latin typeface="Arial"/>
                  <a:ea typeface="Arial"/>
                  <a:cs typeface="Arial"/>
                </a:defRPr>
              </a:lvl6pPr>
              <a:lvl7pPr>
                <a:defRPr sz="1950">
                  <a:solidFill>
                    <a:srgbClr val="263238"/>
                  </a:solidFill>
                  <a:latin typeface="Arial"/>
                  <a:ea typeface="Arial"/>
                  <a:cs typeface="Arial"/>
                </a:defRPr>
              </a:lvl7pPr>
              <a:lvl8pPr>
                <a:defRPr sz="1950">
                  <a:solidFill>
                    <a:srgbClr val="263238"/>
                  </a:solidFill>
                  <a:latin typeface="Arial"/>
                  <a:ea typeface="Arial"/>
                  <a:cs typeface="Arial"/>
                </a:defRPr>
              </a:lvl8pPr>
              <a:lvl9pPr>
                <a:defRPr sz="1950">
                  <a:solidFill>
                    <a:srgbClr val="263238"/>
                  </a:solidFill>
                  <a:latin typeface="Arial"/>
                  <a:ea typeface="Arial"/>
                  <a:cs typeface="Arial"/>
                </a:defRPr>
              </a:lvl9pPr>
            </a:lstStyle>
            <a:p>
              <a:pPr>
                <a:defRPr sz="1950">
                  <a:solidFill>
                    <a:srgbClr val="263238"/>
                  </a:solidFill>
                  <a:latin typeface="Arial"/>
                  <a:ea typeface="Arial"/>
                  <a:cs typeface="Arial"/>
                </a:defRPr>
              </a:pPr>
              <a:r>
                <a:rPr sz="1950">
                  <a:solidFill>
                    <a:srgbClr val="263238"/>
                  </a:solidFill>
                  <a:latin typeface="Arial"/>
                  <a:ea typeface="Arial"/>
                  <a:cs typeface="Arial"/>
                </a:rPr>
                <a:t>d</a:t>
              </a:r>
            </a:p>
          </p:txBody>
        </p:sp>
        <p:sp>
          <p:nvSpPr>
            <p:cNvPr id="17001" name="original-2d:602">
              <a:extLst>
                <a:ext uri="{FF2B5EF4-FFF2-40B4-BE49-F238E27FC236}">
                  <ns2:creationId id="{06791C95-931C-44D9-A19F-643E51F79BA2}"/>
                </a:ext>
              </a:extLst>
            </p:cNvPr>
            <p:cNvSpPr>
              <a:spLocks noGrp="1"/>
            </p:cNvSpPr>
            <p:nvPr/>
          </p:nvSpPr>
          <p:spPr>
            <a:xfrm rot="0" flipH="0" flipV="0">
              <a:off x="3593783" y="1646873"/>
              <a:ext cx="84723" cy="94121"/>
            </a:xfrm>
            <a:prstGeom prst="rect">
              <a:avLst/>
            </a:prstGeom>
            <a:solidFill>
              <a:srgbClr val="DCE8ED"/>
            </a:solidFill>
            <a:ln w="0">
              <a:noFill/>
              <a:prstDash val="solid"/>
            </a:ln>
          </p:spPr>
        </p:sp>
        <p:sp>
          <p:nvSpPr>
            <p:cNvPr id="17002" name="original-2d:603">
              <a:extLst>
                <a:ext uri="{FF2B5EF4-FFF2-40B4-BE49-F238E27FC236}">
                  <ns2:creationId id="{BAA82ADD-3F54-47C7-96FE-AAE9DE46983F}"/>
                </a:ext>
              </a:extLst>
            </p:cNvPr>
            <p:cNvSpPr>
              <a:spLocks noGrp="1"/>
            </p:cNvSpPr>
            <p:nvPr/>
          </p:nvSpPr>
          <p:spPr>
            <a:xfrm rot="0" flipH="0" flipV="0">
              <a:off x="3678365" y="1646873"/>
              <a:ext cx="84723" cy="94121"/>
            </a:xfrm>
            <a:prstGeom prst="rect">
              <a:avLst/>
            </a:prstGeom>
            <a:solidFill>
              <a:srgbClr val="DCE8ED"/>
            </a:solidFill>
            <a:ln w="0">
              <a:noFill/>
              <a:prstDash val="solid"/>
            </a:ln>
          </p:spPr>
        </p:sp>
        <p:sp>
          <p:nvSpPr>
            <p:cNvPr id="17003" name="original-2d:604">
              <a:extLst>
                <a:ext uri="{FF2B5EF4-FFF2-40B4-BE49-F238E27FC236}">
                  <ns2:creationId id="{91E6E8B8-9634-4A9C-B758-09AF8D24637B}"/>
                </a:ext>
              </a:extLst>
            </p:cNvPr>
            <p:cNvSpPr>
              <a:spLocks noGrp="1"/>
            </p:cNvSpPr>
            <p:nvPr/>
          </p:nvSpPr>
          <p:spPr>
            <a:xfrm rot="0" flipH="0" flipV="0">
              <a:off x="3762947" y="1646873"/>
              <a:ext cx="84723" cy="94121"/>
            </a:xfrm>
            <a:prstGeom prst="rect">
              <a:avLst/>
            </a:prstGeom>
            <a:solidFill>
              <a:srgbClr val="DCE8ED"/>
            </a:solidFill>
            <a:ln w="0">
              <a:noFill/>
              <a:prstDash val="solid"/>
            </a:ln>
          </p:spPr>
        </p:sp>
        <p:sp>
          <p:nvSpPr>
            <p:cNvPr id="17004" name="original-2d:605">
              <a:extLst>
                <a:ext uri="{FF2B5EF4-FFF2-40B4-BE49-F238E27FC236}">
                  <ns2:creationId id="{CF326BA0-275F-494F-8EFE-F60E6DB3BB4D}"/>
                </a:ext>
              </a:extLst>
            </p:cNvPr>
            <p:cNvSpPr>
              <a:spLocks noGrp="1"/>
            </p:cNvSpPr>
            <p:nvPr/>
          </p:nvSpPr>
          <p:spPr>
            <a:xfrm rot="0" flipH="0" flipV="0">
              <a:off x="3847529" y="1646873"/>
              <a:ext cx="84723" cy="94121"/>
            </a:xfrm>
            <a:prstGeom prst="rect">
              <a:avLst/>
            </a:prstGeom>
            <a:solidFill>
              <a:srgbClr val="DCE8ED"/>
            </a:solidFill>
            <a:ln w="0">
              <a:noFill/>
              <a:prstDash val="solid"/>
            </a:ln>
          </p:spPr>
        </p:sp>
        <p:sp>
          <p:nvSpPr>
            <p:cNvPr id="17005" name="original-2d:606">
              <a:extLst>
                <a:ext uri="{FF2B5EF4-FFF2-40B4-BE49-F238E27FC236}">
                  <ns2:creationId id="{3F24C855-B2AA-432A-9ECC-A3193D3C5A5F}"/>
                </a:ext>
              </a:extLst>
            </p:cNvPr>
            <p:cNvSpPr>
              <a:spLocks noGrp="1"/>
            </p:cNvSpPr>
            <p:nvPr/>
          </p:nvSpPr>
          <p:spPr>
            <a:xfrm rot="0" flipH="0" flipV="0">
              <a:off x="3932111" y="1646873"/>
              <a:ext cx="84723" cy="94121"/>
            </a:xfrm>
            <a:prstGeom prst="rect">
              <a:avLst/>
            </a:prstGeom>
            <a:solidFill>
              <a:srgbClr val="DCE8ED"/>
            </a:solidFill>
            <a:ln w="0">
              <a:noFill/>
              <a:prstDash val="solid"/>
            </a:ln>
          </p:spPr>
        </p:sp>
        <p:sp>
          <p:nvSpPr>
            <p:cNvPr id="17006" name="original-2d:607">
              <a:extLst>
                <a:ext uri="{FF2B5EF4-FFF2-40B4-BE49-F238E27FC236}">
                  <ns2:creationId id="{891B9A1E-2CA8-4C1E-A145-54DD43361C30}"/>
                </a:ext>
              </a:extLst>
            </p:cNvPr>
            <p:cNvSpPr>
              <a:spLocks noGrp="1"/>
            </p:cNvSpPr>
            <p:nvPr/>
          </p:nvSpPr>
          <p:spPr>
            <a:xfrm rot="0" flipH="0" flipV="0">
              <a:off x="4016693" y="1646873"/>
              <a:ext cx="84723" cy="94121"/>
            </a:xfrm>
            <a:prstGeom prst="rect">
              <a:avLst/>
            </a:prstGeom>
            <a:solidFill>
              <a:srgbClr val="DCE8ED"/>
            </a:solidFill>
            <a:ln w="0">
              <a:noFill/>
              <a:prstDash val="solid"/>
            </a:ln>
          </p:spPr>
        </p:sp>
        <p:sp>
          <p:nvSpPr>
            <p:cNvPr id="17007" name="original-2d:608">
              <a:extLst>
                <a:ext uri="{FF2B5EF4-FFF2-40B4-BE49-F238E27FC236}">
                  <ns2:creationId id="{06AE4989-72B5-4E8F-AB87-4E215E8107AB}"/>
                </a:ext>
              </a:extLst>
            </p:cNvPr>
            <p:cNvSpPr>
              <a:spLocks noGrp="1"/>
            </p:cNvSpPr>
            <p:nvPr/>
          </p:nvSpPr>
          <p:spPr>
            <a:xfrm rot="0" flipH="0" flipV="0">
              <a:off x="4101275" y="1646873"/>
              <a:ext cx="84723" cy="94121"/>
            </a:xfrm>
            <a:prstGeom prst="rect">
              <a:avLst/>
            </a:prstGeom>
            <a:solidFill>
              <a:srgbClr val="DCE8ED"/>
            </a:solidFill>
            <a:ln w="0">
              <a:noFill/>
              <a:prstDash val="solid"/>
            </a:ln>
          </p:spPr>
        </p:sp>
        <p:sp>
          <p:nvSpPr>
            <p:cNvPr id="17008" name="original-2d:609">
              <a:extLst>
                <a:ext uri="{FF2B5EF4-FFF2-40B4-BE49-F238E27FC236}">
                  <ns2:creationId id="{9C6A93A3-3ECE-4AB2-8AE8-198473D6F24C}"/>
                </a:ext>
              </a:extLst>
            </p:cNvPr>
            <p:cNvSpPr>
              <a:spLocks noGrp="1"/>
            </p:cNvSpPr>
            <p:nvPr/>
          </p:nvSpPr>
          <p:spPr>
            <a:xfrm rot="0" flipH="0" flipV="0">
              <a:off x="4185857" y="1646873"/>
              <a:ext cx="84723" cy="94121"/>
            </a:xfrm>
            <a:prstGeom prst="rect">
              <a:avLst/>
            </a:prstGeom>
            <a:solidFill>
              <a:srgbClr val="DCE8ED"/>
            </a:solidFill>
            <a:ln w="0">
              <a:noFill/>
              <a:prstDash val="solid"/>
            </a:ln>
          </p:spPr>
        </p:sp>
        <p:sp>
          <p:nvSpPr>
            <p:cNvPr id="17009" name="original-2d:610">
              <a:extLst>
                <a:ext uri="{FF2B5EF4-FFF2-40B4-BE49-F238E27FC236}">
                  <ns2:creationId id="{6418F53D-4A43-4AF5-80BE-36BCE4A4DED2}"/>
                </a:ext>
              </a:extLst>
            </p:cNvPr>
            <p:cNvSpPr>
              <a:spLocks noGrp="1"/>
            </p:cNvSpPr>
            <p:nvPr/>
          </p:nvSpPr>
          <p:spPr>
            <a:xfrm rot="0" flipH="0" flipV="0">
              <a:off x="4270439" y="1646873"/>
              <a:ext cx="84723" cy="94121"/>
            </a:xfrm>
            <a:prstGeom prst="rect">
              <a:avLst/>
            </a:prstGeom>
            <a:solidFill>
              <a:srgbClr val="D4B4CC"/>
            </a:solidFill>
            <a:ln w="0">
              <a:noFill/>
              <a:prstDash val="solid"/>
            </a:ln>
          </p:spPr>
        </p:sp>
        <p:sp>
          <p:nvSpPr>
            <p:cNvPr id="17010" name="original-2d:611">
              <a:extLst>
                <a:ext uri="{FF2B5EF4-FFF2-40B4-BE49-F238E27FC236}">
                  <ns2:creationId id="{C1330F5F-22D0-4206-B84A-A4622A78D126}"/>
                </a:ext>
              </a:extLst>
            </p:cNvPr>
            <p:cNvSpPr>
              <a:spLocks noGrp="1"/>
            </p:cNvSpPr>
            <p:nvPr/>
          </p:nvSpPr>
          <p:spPr>
            <a:xfrm rot="0" flipH="0" flipV="0">
              <a:off x="4355021" y="1646873"/>
              <a:ext cx="84723" cy="94121"/>
            </a:xfrm>
            <a:prstGeom prst="rect">
              <a:avLst/>
            </a:prstGeom>
            <a:solidFill>
              <a:srgbClr val="D4B4CC"/>
            </a:solidFill>
            <a:ln w="0">
              <a:noFill/>
              <a:prstDash val="solid"/>
            </a:ln>
          </p:spPr>
        </p:sp>
        <p:sp>
          <p:nvSpPr>
            <p:cNvPr id="17011" name="original-2d:612">
              <a:extLst>
                <a:ext uri="{FF2B5EF4-FFF2-40B4-BE49-F238E27FC236}">
                  <ns2:creationId id="{0467641D-494D-45D6-A761-AF566430DF94}"/>
                </a:ext>
              </a:extLst>
            </p:cNvPr>
            <p:cNvSpPr>
              <a:spLocks noGrp="1"/>
            </p:cNvSpPr>
            <p:nvPr/>
          </p:nvSpPr>
          <p:spPr>
            <a:xfrm rot="0" flipH="0" flipV="0">
              <a:off x="4439603" y="1646873"/>
              <a:ext cx="84723" cy="94121"/>
            </a:xfrm>
            <a:prstGeom prst="rect">
              <a:avLst/>
            </a:prstGeom>
            <a:solidFill>
              <a:srgbClr val="D4B4CC"/>
            </a:solidFill>
            <a:ln w="0">
              <a:noFill/>
              <a:prstDash val="solid"/>
            </a:ln>
          </p:spPr>
        </p:sp>
        <p:sp>
          <p:nvSpPr>
            <p:cNvPr id="17012" name="original-2d:613">
              <a:extLst>
                <a:ext uri="{FF2B5EF4-FFF2-40B4-BE49-F238E27FC236}">
                  <ns2:creationId id="{D5031889-CFE7-48C0-A38E-D12A1E8524A5}"/>
                </a:ext>
              </a:extLst>
            </p:cNvPr>
            <p:cNvSpPr>
              <a:spLocks noGrp="1"/>
            </p:cNvSpPr>
            <p:nvPr/>
          </p:nvSpPr>
          <p:spPr>
            <a:xfrm rot="0" flipH="0" flipV="0">
              <a:off x="4524185" y="1646873"/>
              <a:ext cx="84723" cy="94121"/>
            </a:xfrm>
            <a:prstGeom prst="rect">
              <a:avLst/>
            </a:prstGeom>
            <a:solidFill>
              <a:srgbClr val="CC79A7"/>
            </a:solidFill>
            <a:ln w="0">
              <a:noFill/>
              <a:prstDash val="solid"/>
            </a:ln>
          </p:spPr>
        </p:sp>
        <p:sp>
          <p:nvSpPr>
            <p:cNvPr id="17013" name="original-2d:614">
              <a:extLst>
                <a:ext uri="{FF2B5EF4-FFF2-40B4-BE49-F238E27FC236}">
                  <ns2:creationId id="{AF798DDD-F2BF-4A90-9F38-AE3D3C9F4D8E}"/>
                </a:ext>
              </a:extLst>
            </p:cNvPr>
            <p:cNvSpPr>
              <a:spLocks noGrp="1"/>
            </p:cNvSpPr>
            <p:nvPr/>
          </p:nvSpPr>
          <p:spPr>
            <a:xfrm rot="0" flipH="0" flipV="0">
              <a:off x="4608767" y="1646873"/>
              <a:ext cx="84723" cy="94121"/>
            </a:xfrm>
            <a:prstGeom prst="rect">
              <a:avLst/>
            </a:prstGeom>
            <a:solidFill>
              <a:srgbClr val="CC79A7"/>
            </a:solidFill>
            <a:ln w="0">
              <a:noFill/>
              <a:prstDash val="solid"/>
            </a:ln>
          </p:spPr>
        </p:sp>
        <p:sp>
          <p:nvSpPr>
            <p:cNvPr id="17014" name="original-2d:615">
              <a:extLst>
                <a:ext uri="{FF2B5EF4-FFF2-40B4-BE49-F238E27FC236}">
                  <ns2:creationId id="{18CFB7E4-52D9-437C-9D84-0E406ACF93C5}"/>
                </a:ext>
              </a:extLst>
            </p:cNvPr>
            <p:cNvSpPr>
              <a:spLocks noGrp="1"/>
            </p:cNvSpPr>
            <p:nvPr/>
          </p:nvSpPr>
          <p:spPr>
            <a:xfrm rot="0" flipH="0" flipV="0">
              <a:off x="4693349" y="1646873"/>
              <a:ext cx="84723" cy="94121"/>
            </a:xfrm>
            <a:prstGeom prst="rect">
              <a:avLst/>
            </a:prstGeom>
            <a:solidFill>
              <a:srgbClr val="CC79A7"/>
            </a:solidFill>
            <a:ln w="0">
              <a:noFill/>
              <a:prstDash val="solid"/>
            </a:ln>
          </p:spPr>
        </p:sp>
        <p:sp>
          <p:nvSpPr>
            <p:cNvPr id="17015" name="original-2d:616">
              <a:extLst>
                <a:ext uri="{FF2B5EF4-FFF2-40B4-BE49-F238E27FC236}">
                  <ns2:creationId id="{CF77F7B4-AC9B-4A77-8478-3E6737951E06}"/>
                </a:ext>
              </a:extLst>
            </p:cNvPr>
            <p:cNvSpPr>
              <a:spLocks noGrp="1"/>
            </p:cNvSpPr>
            <p:nvPr/>
          </p:nvSpPr>
          <p:spPr>
            <a:xfrm rot="0" flipH="0" flipV="0">
              <a:off x="4777931" y="1646873"/>
              <a:ext cx="84723" cy="94121"/>
            </a:xfrm>
            <a:prstGeom prst="rect">
              <a:avLst/>
            </a:prstGeom>
            <a:solidFill>
              <a:srgbClr val="CC79A7"/>
            </a:solidFill>
            <a:ln w="0">
              <a:noFill/>
              <a:prstDash val="solid"/>
            </a:ln>
          </p:spPr>
        </p:sp>
        <p:sp>
          <p:nvSpPr>
            <p:cNvPr id="17016" name="original-2d:617">
              <a:extLst>
                <a:ext uri="{FF2B5EF4-FFF2-40B4-BE49-F238E27FC236}">
                  <ns2:creationId id="{7DCFFE00-0C88-424A-9562-ED7437E71CE3}"/>
                </a:ext>
              </a:extLst>
            </p:cNvPr>
            <p:cNvSpPr>
              <a:spLocks noGrp="1"/>
            </p:cNvSpPr>
            <p:nvPr/>
          </p:nvSpPr>
          <p:spPr>
            <a:xfrm rot="0" flipH="0" flipV="0">
              <a:off x="4862513" y="1646873"/>
              <a:ext cx="84723" cy="94121"/>
            </a:xfrm>
            <a:prstGeom prst="rect">
              <a:avLst/>
            </a:prstGeom>
            <a:solidFill>
              <a:srgbClr val="CC79A7"/>
            </a:solidFill>
            <a:ln w="0">
              <a:noFill/>
              <a:prstDash val="solid"/>
            </a:ln>
          </p:spPr>
        </p:sp>
        <p:sp>
          <p:nvSpPr>
            <p:cNvPr id="17017" name="original-2d:618">
              <a:extLst>
                <a:ext uri="{FF2B5EF4-FFF2-40B4-BE49-F238E27FC236}">
                  <ns2:creationId id="{D1C661EC-0EB4-46D3-837D-76B1D2C2EBAE}"/>
                </a:ext>
              </a:extLst>
            </p:cNvPr>
            <p:cNvSpPr>
              <a:spLocks noGrp="1"/>
            </p:cNvSpPr>
            <p:nvPr/>
          </p:nvSpPr>
          <p:spPr>
            <a:xfrm rot="0" flipH="0" flipV="0">
              <a:off x="4947095" y="1646873"/>
              <a:ext cx="84723" cy="94121"/>
            </a:xfrm>
            <a:prstGeom prst="rect">
              <a:avLst/>
            </a:prstGeom>
            <a:solidFill>
              <a:srgbClr val="CC79A7"/>
            </a:solidFill>
            <a:ln w="0">
              <a:noFill/>
              <a:prstDash val="solid"/>
            </a:ln>
          </p:spPr>
        </p:sp>
        <p:sp>
          <p:nvSpPr>
            <p:cNvPr id="17018" name="original-2d:619">
              <a:extLst>
                <a:ext uri="{FF2B5EF4-FFF2-40B4-BE49-F238E27FC236}">
                  <ns2:creationId id="{57B3CE2A-66E9-4716-85F5-E64D218F78C9}"/>
                </a:ext>
              </a:extLst>
            </p:cNvPr>
            <p:cNvSpPr>
              <a:spLocks noGrp="1"/>
            </p:cNvSpPr>
            <p:nvPr/>
          </p:nvSpPr>
          <p:spPr>
            <a:xfrm rot="0" flipH="0" flipV="0">
              <a:off x="5031677" y="1646873"/>
              <a:ext cx="84723" cy="94121"/>
            </a:xfrm>
            <a:prstGeom prst="rect">
              <a:avLst/>
            </a:prstGeom>
            <a:solidFill>
              <a:srgbClr val="CC79A7"/>
            </a:solidFill>
            <a:ln w="0">
              <a:noFill/>
              <a:prstDash val="solid"/>
            </a:ln>
          </p:spPr>
        </p:sp>
        <p:sp>
          <p:nvSpPr>
            <p:cNvPr id="17019" name="original-2d:620">
              <a:extLst>
                <a:ext uri="{FF2B5EF4-FFF2-40B4-BE49-F238E27FC236}">
                  <ns2:creationId id="{4C7A6CD3-7255-4ADF-866B-325B23A23DAA}"/>
                </a:ext>
              </a:extLst>
            </p:cNvPr>
            <p:cNvSpPr>
              <a:spLocks noGrp="1"/>
            </p:cNvSpPr>
            <p:nvPr/>
          </p:nvSpPr>
          <p:spPr>
            <a:xfrm rot="0" flipH="0" flipV="0">
              <a:off x="5116259" y="1646873"/>
              <a:ext cx="84723" cy="94121"/>
            </a:xfrm>
            <a:prstGeom prst="rect">
              <a:avLst/>
            </a:prstGeom>
            <a:solidFill>
              <a:srgbClr val="CC79A7"/>
            </a:solidFill>
            <a:ln w="0">
              <a:noFill/>
              <a:prstDash val="solid"/>
            </a:ln>
          </p:spPr>
        </p:sp>
        <p:sp>
          <p:nvSpPr>
            <p:cNvPr id="17020" name="original-2d:621">
              <a:extLst>
                <a:ext uri="{FF2B5EF4-FFF2-40B4-BE49-F238E27FC236}">
                  <ns2:creationId id="{58F4C769-5353-4650-88F8-031ADC3F634A}"/>
                </a:ext>
              </a:extLst>
            </p:cNvPr>
            <p:cNvSpPr>
              <a:spLocks noGrp="1"/>
            </p:cNvSpPr>
            <p:nvPr/>
          </p:nvSpPr>
          <p:spPr>
            <a:xfrm rot="0" flipH="0" flipV="0">
              <a:off x="5200841" y="1646873"/>
              <a:ext cx="84723" cy="94121"/>
            </a:xfrm>
            <a:prstGeom prst="rect">
              <a:avLst/>
            </a:prstGeom>
            <a:solidFill>
              <a:srgbClr val="CC79A7"/>
            </a:solidFill>
            <a:ln w="0">
              <a:noFill/>
              <a:prstDash val="solid"/>
            </a:ln>
          </p:spPr>
        </p:sp>
        <p:sp>
          <p:nvSpPr>
            <p:cNvPr id="17021" name="original-2d:622">
              <a:extLst>
                <a:ext uri="{FF2B5EF4-FFF2-40B4-BE49-F238E27FC236}">
                  <ns2:creationId id="{F9F1CE35-6E4B-4AFA-962E-16FCE2503E0C}"/>
                </a:ext>
              </a:extLst>
            </p:cNvPr>
            <p:cNvSpPr>
              <a:spLocks noGrp="1"/>
            </p:cNvSpPr>
            <p:nvPr/>
          </p:nvSpPr>
          <p:spPr>
            <a:xfrm rot="0" flipH="0" flipV="0">
              <a:off x="3593783" y="1740853"/>
              <a:ext cx="84723" cy="94121"/>
            </a:xfrm>
            <a:prstGeom prst="rect">
              <a:avLst/>
            </a:prstGeom>
            <a:solidFill>
              <a:srgbClr val="DCE8ED"/>
            </a:solidFill>
            <a:ln w="0">
              <a:noFill/>
              <a:prstDash val="solid"/>
            </a:ln>
          </p:spPr>
        </p:sp>
        <p:sp>
          <p:nvSpPr>
            <p:cNvPr id="17022" name="original-2d:623">
              <a:extLst>
                <a:ext uri="{FF2B5EF4-FFF2-40B4-BE49-F238E27FC236}">
                  <ns2:creationId id="{EBBA3274-740D-4B7B-A1B2-AD28C1580AB8}"/>
                </a:ext>
              </a:extLst>
            </p:cNvPr>
            <p:cNvSpPr>
              <a:spLocks noGrp="1"/>
            </p:cNvSpPr>
            <p:nvPr/>
          </p:nvSpPr>
          <p:spPr>
            <a:xfrm rot="0" flipH="0" flipV="0">
              <a:off x="3678365" y="1740853"/>
              <a:ext cx="84723" cy="94121"/>
            </a:xfrm>
            <a:prstGeom prst="rect">
              <a:avLst/>
            </a:prstGeom>
            <a:solidFill>
              <a:srgbClr val="DCE8ED"/>
            </a:solidFill>
            <a:ln w="0">
              <a:noFill/>
              <a:prstDash val="solid"/>
            </a:ln>
          </p:spPr>
        </p:sp>
        <p:sp>
          <p:nvSpPr>
            <p:cNvPr id="17023" name="original-2d:624">
              <a:extLst>
                <a:ext uri="{FF2B5EF4-FFF2-40B4-BE49-F238E27FC236}">
                  <ns2:creationId id="{DFDE27D2-20A0-4605-964A-6CB36481991D}"/>
                </a:ext>
              </a:extLst>
            </p:cNvPr>
            <p:cNvSpPr>
              <a:spLocks noGrp="1"/>
            </p:cNvSpPr>
            <p:nvPr/>
          </p:nvSpPr>
          <p:spPr>
            <a:xfrm rot="0" flipH="0" flipV="0">
              <a:off x="3762947" y="1740853"/>
              <a:ext cx="84723" cy="94121"/>
            </a:xfrm>
            <a:prstGeom prst="rect">
              <a:avLst/>
            </a:prstGeom>
            <a:solidFill>
              <a:srgbClr val="DCE8ED"/>
            </a:solidFill>
            <a:ln w="0">
              <a:noFill/>
              <a:prstDash val="solid"/>
            </a:ln>
          </p:spPr>
        </p:sp>
        <p:sp>
          <p:nvSpPr>
            <p:cNvPr id="17024" name="original-2d:625">
              <a:extLst>
                <a:ext uri="{FF2B5EF4-FFF2-40B4-BE49-F238E27FC236}">
                  <ns2:creationId id="{B36A91A4-B89B-4D32-9EB7-0480F293374A}"/>
                </a:ext>
              </a:extLst>
            </p:cNvPr>
            <p:cNvSpPr>
              <a:spLocks noGrp="1"/>
            </p:cNvSpPr>
            <p:nvPr/>
          </p:nvSpPr>
          <p:spPr>
            <a:xfrm rot="0" flipH="0" flipV="0">
              <a:off x="3847529" y="1740853"/>
              <a:ext cx="84723" cy="94121"/>
            </a:xfrm>
            <a:prstGeom prst="rect">
              <a:avLst/>
            </a:prstGeom>
            <a:solidFill>
              <a:srgbClr val="D4B4CC"/>
            </a:solidFill>
            <a:ln w="0">
              <a:noFill/>
              <a:prstDash val="solid"/>
            </a:ln>
          </p:spPr>
        </p:sp>
        <p:sp>
          <p:nvSpPr>
            <p:cNvPr id="17025" name="original-2d:626">
              <a:extLst>
                <a:ext uri="{FF2B5EF4-FFF2-40B4-BE49-F238E27FC236}">
                  <ns2:creationId id="{28B72696-A4A0-4C95-BACD-30082FDF9A55}"/>
                </a:ext>
              </a:extLst>
            </p:cNvPr>
            <p:cNvSpPr>
              <a:spLocks noGrp="1"/>
            </p:cNvSpPr>
            <p:nvPr/>
          </p:nvSpPr>
          <p:spPr>
            <a:xfrm rot="0" flipH="0" flipV="0">
              <a:off x="3932111" y="1740853"/>
              <a:ext cx="84723" cy="94121"/>
            </a:xfrm>
            <a:prstGeom prst="rect">
              <a:avLst/>
            </a:prstGeom>
            <a:solidFill>
              <a:srgbClr val="D4B4CC"/>
            </a:solidFill>
            <a:ln w="0">
              <a:noFill/>
              <a:prstDash val="solid"/>
            </a:ln>
          </p:spPr>
        </p:sp>
        <p:sp>
          <p:nvSpPr>
            <p:cNvPr id="17026" name="original-2d:627">
              <a:extLst>
                <a:ext uri="{FF2B5EF4-FFF2-40B4-BE49-F238E27FC236}">
                  <ns2:creationId id="{61F516FC-8B49-4AA0-9757-8DB9D2B74C67}"/>
                </a:ext>
              </a:extLst>
            </p:cNvPr>
            <p:cNvSpPr>
              <a:spLocks noGrp="1"/>
            </p:cNvSpPr>
            <p:nvPr/>
          </p:nvSpPr>
          <p:spPr>
            <a:xfrm rot="0" flipH="0" flipV="0">
              <a:off x="4016693" y="1740853"/>
              <a:ext cx="84723" cy="94121"/>
            </a:xfrm>
            <a:prstGeom prst="rect">
              <a:avLst/>
            </a:prstGeom>
            <a:solidFill>
              <a:srgbClr val="D4B4CC"/>
            </a:solidFill>
            <a:ln w="0">
              <a:noFill/>
              <a:prstDash val="solid"/>
            </a:ln>
          </p:spPr>
        </p:sp>
        <p:sp>
          <p:nvSpPr>
            <p:cNvPr id="17027" name="original-2d:628">
              <a:extLst>
                <a:ext uri="{FF2B5EF4-FFF2-40B4-BE49-F238E27FC236}">
                  <ns2:creationId id="{B288CE18-DDC5-465D-87E0-EAA7E2AE2875}"/>
                </a:ext>
              </a:extLst>
            </p:cNvPr>
            <p:cNvSpPr>
              <a:spLocks noGrp="1"/>
            </p:cNvSpPr>
            <p:nvPr/>
          </p:nvSpPr>
          <p:spPr>
            <a:xfrm rot="0" flipH="0" flipV="0">
              <a:off x="4101275" y="1740853"/>
              <a:ext cx="84723" cy="94121"/>
            </a:xfrm>
            <a:prstGeom prst="rect">
              <a:avLst/>
            </a:prstGeom>
            <a:solidFill>
              <a:srgbClr val="D4B4CC"/>
            </a:solidFill>
            <a:ln w="0">
              <a:noFill/>
              <a:prstDash val="solid"/>
            </a:ln>
          </p:spPr>
        </p:sp>
        <p:sp>
          <p:nvSpPr>
            <p:cNvPr id="17028" name="original-2d:629">
              <a:extLst>
                <a:ext uri="{FF2B5EF4-FFF2-40B4-BE49-F238E27FC236}">
                  <ns2:creationId id="{E4B73F86-C798-4A1F-845B-9DBA02876E12}"/>
                </a:ext>
              </a:extLst>
            </p:cNvPr>
            <p:cNvSpPr>
              <a:spLocks noGrp="1"/>
            </p:cNvSpPr>
            <p:nvPr/>
          </p:nvSpPr>
          <p:spPr>
            <a:xfrm rot="0" flipH="0" flipV="0">
              <a:off x="4185857" y="1740853"/>
              <a:ext cx="84723" cy="94121"/>
            </a:xfrm>
            <a:prstGeom prst="rect">
              <a:avLst/>
            </a:prstGeom>
            <a:solidFill>
              <a:srgbClr val="D4B4CC"/>
            </a:solidFill>
            <a:ln w="0">
              <a:noFill/>
              <a:prstDash val="solid"/>
            </a:ln>
          </p:spPr>
        </p:sp>
        <p:sp>
          <p:nvSpPr>
            <p:cNvPr id="17029" name="original-2d:630">
              <a:extLst>
                <a:ext uri="{FF2B5EF4-FFF2-40B4-BE49-F238E27FC236}">
                  <ns2:creationId id="{AAA08093-BA95-4FC7-A28E-F4CEC5132EAC}"/>
                </a:ext>
              </a:extLst>
            </p:cNvPr>
            <p:cNvSpPr>
              <a:spLocks noGrp="1"/>
            </p:cNvSpPr>
            <p:nvPr/>
          </p:nvSpPr>
          <p:spPr>
            <a:xfrm rot="0" flipH="0" flipV="0">
              <a:off x="4270439" y="1740853"/>
              <a:ext cx="84723" cy="94121"/>
            </a:xfrm>
            <a:prstGeom prst="rect">
              <a:avLst/>
            </a:prstGeom>
            <a:solidFill>
              <a:srgbClr val="D4B4CC"/>
            </a:solidFill>
            <a:ln w="0">
              <a:noFill/>
              <a:prstDash val="solid"/>
            </a:ln>
          </p:spPr>
        </p:sp>
        <p:sp>
          <p:nvSpPr>
            <p:cNvPr id="17030" name="original-2d:631">
              <a:extLst>
                <a:ext uri="{FF2B5EF4-FFF2-40B4-BE49-F238E27FC236}">
                  <ns2:creationId id="{82CD86F1-CDC9-495A-90A0-8D2F53B24733}"/>
                </a:ext>
              </a:extLst>
            </p:cNvPr>
            <p:cNvSpPr>
              <a:spLocks noGrp="1"/>
            </p:cNvSpPr>
            <p:nvPr/>
          </p:nvSpPr>
          <p:spPr>
            <a:xfrm rot="0" flipH="0" flipV="0">
              <a:off x="4355021" y="1740853"/>
              <a:ext cx="84723" cy="94121"/>
            </a:xfrm>
            <a:prstGeom prst="rect">
              <a:avLst/>
            </a:prstGeom>
            <a:solidFill>
              <a:srgbClr val="D4B4CC"/>
            </a:solidFill>
            <a:ln w="0">
              <a:noFill/>
              <a:prstDash val="solid"/>
            </a:ln>
          </p:spPr>
        </p:sp>
        <p:sp>
          <p:nvSpPr>
            <p:cNvPr id="17031" name="original-2d:632">
              <a:extLst>
                <a:ext uri="{FF2B5EF4-FFF2-40B4-BE49-F238E27FC236}">
                  <ns2:creationId id="{A732FB6B-78C4-4EDE-B17F-A9F3B424540F}"/>
                </a:ext>
              </a:extLst>
            </p:cNvPr>
            <p:cNvSpPr>
              <a:spLocks noGrp="1"/>
            </p:cNvSpPr>
            <p:nvPr/>
          </p:nvSpPr>
          <p:spPr>
            <a:xfrm rot="0" flipH="0" flipV="0">
              <a:off x="4439603" y="1740853"/>
              <a:ext cx="84723" cy="94121"/>
            </a:xfrm>
            <a:prstGeom prst="rect">
              <a:avLst/>
            </a:prstGeom>
            <a:solidFill>
              <a:srgbClr val="CC79A7"/>
            </a:solidFill>
            <a:ln w="0">
              <a:noFill/>
              <a:prstDash val="solid"/>
            </a:ln>
          </p:spPr>
        </p:sp>
        <p:sp>
          <p:nvSpPr>
            <p:cNvPr id="17032" name="original-2d:633">
              <a:extLst>
                <a:ext uri="{FF2B5EF4-FFF2-40B4-BE49-F238E27FC236}">
                  <ns2:creationId id="{83974F04-40FA-4BE4-81E6-100D7AF09749}"/>
                </a:ext>
              </a:extLst>
            </p:cNvPr>
            <p:cNvSpPr>
              <a:spLocks noGrp="1"/>
            </p:cNvSpPr>
            <p:nvPr/>
          </p:nvSpPr>
          <p:spPr>
            <a:xfrm rot="0" flipH="0" flipV="0">
              <a:off x="4524185" y="1740853"/>
              <a:ext cx="84723" cy="94121"/>
            </a:xfrm>
            <a:prstGeom prst="rect">
              <a:avLst/>
            </a:prstGeom>
            <a:solidFill>
              <a:srgbClr val="CC79A7"/>
            </a:solidFill>
            <a:ln w="0">
              <a:noFill/>
              <a:prstDash val="solid"/>
            </a:ln>
          </p:spPr>
        </p:sp>
        <p:sp>
          <p:nvSpPr>
            <p:cNvPr id="17033" name="original-2d:634">
              <a:extLst>
                <a:ext uri="{FF2B5EF4-FFF2-40B4-BE49-F238E27FC236}">
                  <ns2:creationId id="{3F852AAE-81FB-4BC3-AE13-6C56FE16B77C}"/>
                </a:ext>
              </a:extLst>
            </p:cNvPr>
            <p:cNvSpPr>
              <a:spLocks noGrp="1"/>
            </p:cNvSpPr>
            <p:nvPr/>
          </p:nvSpPr>
          <p:spPr>
            <a:xfrm rot="0" flipH="0" flipV="0">
              <a:off x="4608767" y="1740853"/>
              <a:ext cx="84723" cy="94121"/>
            </a:xfrm>
            <a:prstGeom prst="rect">
              <a:avLst/>
            </a:prstGeom>
            <a:solidFill>
              <a:srgbClr val="CC79A7"/>
            </a:solidFill>
            <a:ln w="0">
              <a:noFill/>
              <a:prstDash val="solid"/>
            </a:ln>
          </p:spPr>
        </p:sp>
        <p:sp>
          <p:nvSpPr>
            <p:cNvPr id="17034" name="original-2d:635">
              <a:extLst>
                <a:ext uri="{FF2B5EF4-FFF2-40B4-BE49-F238E27FC236}">
                  <ns2:creationId id="{88587369-E944-4935-9BA9-02165703B6D7}"/>
                </a:ext>
              </a:extLst>
            </p:cNvPr>
            <p:cNvSpPr>
              <a:spLocks noGrp="1"/>
            </p:cNvSpPr>
            <p:nvPr/>
          </p:nvSpPr>
          <p:spPr>
            <a:xfrm rot="0" flipH="0" flipV="0">
              <a:off x="4693349" y="1740853"/>
              <a:ext cx="84723" cy="94121"/>
            </a:xfrm>
            <a:prstGeom prst="rect">
              <a:avLst/>
            </a:prstGeom>
            <a:solidFill>
              <a:srgbClr val="CC79A7"/>
            </a:solidFill>
            <a:ln w="0">
              <a:noFill/>
              <a:prstDash val="solid"/>
            </a:ln>
          </p:spPr>
        </p:sp>
        <p:sp>
          <p:nvSpPr>
            <p:cNvPr id="17035" name="original-2d:636">
              <a:extLst>
                <a:ext uri="{FF2B5EF4-FFF2-40B4-BE49-F238E27FC236}">
                  <ns2:creationId id="{7B9D8075-2CF5-4153-864B-F86A4BAA9CAC}"/>
                </a:ext>
              </a:extLst>
            </p:cNvPr>
            <p:cNvSpPr>
              <a:spLocks noGrp="1"/>
            </p:cNvSpPr>
            <p:nvPr/>
          </p:nvSpPr>
          <p:spPr>
            <a:xfrm rot="0" flipH="0" flipV="0">
              <a:off x="4777931" y="1740853"/>
              <a:ext cx="84723" cy="94121"/>
            </a:xfrm>
            <a:prstGeom prst="rect">
              <a:avLst/>
            </a:prstGeom>
            <a:solidFill>
              <a:srgbClr val="CC79A7"/>
            </a:solidFill>
            <a:ln w="0">
              <a:noFill/>
              <a:prstDash val="solid"/>
            </a:ln>
          </p:spPr>
        </p:sp>
        <p:sp>
          <p:nvSpPr>
            <p:cNvPr id="17036" name="original-2d:637">
              <a:extLst>
                <a:ext uri="{FF2B5EF4-FFF2-40B4-BE49-F238E27FC236}">
                  <ns2:creationId id="{25B83292-7961-4B9E-8BD0-359DB568AEF9}"/>
                </a:ext>
              </a:extLst>
            </p:cNvPr>
            <p:cNvSpPr>
              <a:spLocks noGrp="1"/>
            </p:cNvSpPr>
            <p:nvPr/>
          </p:nvSpPr>
          <p:spPr>
            <a:xfrm rot="0" flipH="0" flipV="0">
              <a:off x="4862513" y="1740853"/>
              <a:ext cx="84723" cy="94121"/>
            </a:xfrm>
            <a:prstGeom prst="rect">
              <a:avLst/>
            </a:prstGeom>
            <a:solidFill>
              <a:srgbClr val="CC79A7"/>
            </a:solidFill>
            <a:ln w="0">
              <a:noFill/>
              <a:prstDash val="solid"/>
            </a:ln>
          </p:spPr>
        </p:sp>
        <p:sp>
          <p:nvSpPr>
            <p:cNvPr id="17037" name="original-2d:638">
              <a:extLst>
                <a:ext uri="{FF2B5EF4-FFF2-40B4-BE49-F238E27FC236}">
                  <ns2:creationId id="{BD7DC75B-E0FC-492F-B6D8-57D61306EB15}"/>
                </a:ext>
              </a:extLst>
            </p:cNvPr>
            <p:cNvSpPr>
              <a:spLocks noGrp="1"/>
            </p:cNvSpPr>
            <p:nvPr/>
          </p:nvSpPr>
          <p:spPr>
            <a:xfrm rot="0" flipH="0" flipV="0">
              <a:off x="4947095" y="1740853"/>
              <a:ext cx="84723" cy="94121"/>
            </a:xfrm>
            <a:prstGeom prst="rect">
              <a:avLst/>
            </a:prstGeom>
            <a:solidFill>
              <a:srgbClr val="CC79A7"/>
            </a:solidFill>
            <a:ln w="0">
              <a:noFill/>
              <a:prstDash val="solid"/>
            </a:ln>
          </p:spPr>
        </p:sp>
        <p:sp>
          <p:nvSpPr>
            <p:cNvPr id="17038" name="original-2d:639">
              <a:extLst>
                <a:ext uri="{FF2B5EF4-FFF2-40B4-BE49-F238E27FC236}">
                  <ns2:creationId id="{ED731A79-3032-4DAC-8C2A-D050540A9468}"/>
                </a:ext>
              </a:extLst>
            </p:cNvPr>
            <p:cNvSpPr>
              <a:spLocks noGrp="1"/>
            </p:cNvSpPr>
            <p:nvPr/>
          </p:nvSpPr>
          <p:spPr>
            <a:xfrm rot="0" flipH="0" flipV="0">
              <a:off x="5031677" y="1740853"/>
              <a:ext cx="84723" cy="94121"/>
            </a:xfrm>
            <a:prstGeom prst="rect">
              <a:avLst/>
            </a:prstGeom>
            <a:solidFill>
              <a:srgbClr val="CC79A7"/>
            </a:solidFill>
            <a:ln w="0">
              <a:noFill/>
              <a:prstDash val="solid"/>
            </a:ln>
          </p:spPr>
        </p:sp>
        <p:sp>
          <p:nvSpPr>
            <p:cNvPr id="17039" name="original-2d:640">
              <a:extLst>
                <a:ext uri="{FF2B5EF4-FFF2-40B4-BE49-F238E27FC236}">
                  <ns2:creationId id="{A0E91CD4-2F79-4B77-B551-701F843C44C9}"/>
                </a:ext>
              </a:extLst>
            </p:cNvPr>
            <p:cNvSpPr>
              <a:spLocks noGrp="1"/>
            </p:cNvSpPr>
            <p:nvPr/>
          </p:nvSpPr>
          <p:spPr>
            <a:xfrm rot="0" flipH="0" flipV="0">
              <a:off x="5116259" y="1740853"/>
              <a:ext cx="84723" cy="94121"/>
            </a:xfrm>
            <a:prstGeom prst="rect">
              <a:avLst/>
            </a:prstGeom>
            <a:solidFill>
              <a:srgbClr val="CC79A7"/>
            </a:solidFill>
            <a:ln w="0">
              <a:noFill/>
              <a:prstDash val="solid"/>
            </a:ln>
          </p:spPr>
        </p:sp>
        <p:sp>
          <p:nvSpPr>
            <p:cNvPr id="17040" name="original-2d:641">
              <a:extLst>
                <a:ext uri="{FF2B5EF4-FFF2-40B4-BE49-F238E27FC236}">
                  <ns2:creationId id="{7C791C3D-3C12-413F-B32C-116C61A33CC8}"/>
                </a:ext>
              </a:extLst>
            </p:cNvPr>
            <p:cNvSpPr>
              <a:spLocks noGrp="1"/>
            </p:cNvSpPr>
            <p:nvPr/>
          </p:nvSpPr>
          <p:spPr>
            <a:xfrm rot="0" flipH="0" flipV="0">
              <a:off x="5200841" y="1740853"/>
              <a:ext cx="84723" cy="94121"/>
            </a:xfrm>
            <a:prstGeom prst="rect">
              <a:avLst/>
            </a:prstGeom>
            <a:solidFill>
              <a:srgbClr val="CC79A7"/>
            </a:solidFill>
            <a:ln w="0">
              <a:noFill/>
              <a:prstDash val="solid"/>
            </a:ln>
          </p:spPr>
        </p:sp>
        <p:sp>
          <p:nvSpPr>
            <p:cNvPr id="17041" name="original-2d:642">
              <a:extLst>
                <a:ext uri="{FF2B5EF4-FFF2-40B4-BE49-F238E27FC236}">
                  <ns2:creationId id="{F201980D-284A-4152-A572-F166BEB0BA77}"/>
                </a:ext>
              </a:extLst>
            </p:cNvPr>
            <p:cNvSpPr>
              <a:spLocks noGrp="1"/>
            </p:cNvSpPr>
            <p:nvPr/>
          </p:nvSpPr>
          <p:spPr>
            <a:xfrm rot="0" flipH="0" flipV="0">
              <a:off x="3593783" y="1834833"/>
              <a:ext cx="84723" cy="94121"/>
            </a:xfrm>
            <a:prstGeom prst="rect">
              <a:avLst/>
            </a:prstGeom>
            <a:solidFill>
              <a:srgbClr val="D4B4CC"/>
            </a:solidFill>
            <a:ln w="0">
              <a:noFill/>
              <a:prstDash val="solid"/>
            </a:ln>
          </p:spPr>
        </p:sp>
        <p:sp>
          <p:nvSpPr>
            <p:cNvPr id="17042" name="original-2d:643">
              <a:extLst>
                <a:ext uri="{FF2B5EF4-FFF2-40B4-BE49-F238E27FC236}">
                  <ns2:creationId id="{2FA2AF9A-AD3E-4AE8-8BD9-B32939927CE1}"/>
                </a:ext>
              </a:extLst>
            </p:cNvPr>
            <p:cNvSpPr>
              <a:spLocks noGrp="1"/>
            </p:cNvSpPr>
            <p:nvPr/>
          </p:nvSpPr>
          <p:spPr>
            <a:xfrm rot="0" flipH="0" flipV="0">
              <a:off x="3678365" y="1834833"/>
              <a:ext cx="84723" cy="94121"/>
            </a:xfrm>
            <a:prstGeom prst="rect">
              <a:avLst/>
            </a:prstGeom>
            <a:solidFill>
              <a:srgbClr val="D4B4CC"/>
            </a:solidFill>
            <a:ln w="0">
              <a:noFill/>
              <a:prstDash val="solid"/>
            </a:ln>
          </p:spPr>
        </p:sp>
        <p:sp>
          <p:nvSpPr>
            <p:cNvPr id="17043" name="original-2d:644">
              <a:extLst>
                <a:ext uri="{FF2B5EF4-FFF2-40B4-BE49-F238E27FC236}">
                  <ns2:creationId id="{3FD81C4A-0544-4C3F-9237-E764B279EE72}"/>
                </a:ext>
              </a:extLst>
            </p:cNvPr>
            <p:cNvSpPr>
              <a:spLocks noGrp="1"/>
            </p:cNvSpPr>
            <p:nvPr/>
          </p:nvSpPr>
          <p:spPr>
            <a:xfrm rot="0" flipH="0" flipV="0">
              <a:off x="3762947" y="1834833"/>
              <a:ext cx="84723" cy="94121"/>
            </a:xfrm>
            <a:prstGeom prst="rect">
              <a:avLst/>
            </a:prstGeom>
            <a:solidFill>
              <a:srgbClr val="D4B4CC"/>
            </a:solidFill>
            <a:ln w="0">
              <a:noFill/>
              <a:prstDash val="solid"/>
            </a:ln>
          </p:spPr>
        </p:sp>
        <p:sp>
          <p:nvSpPr>
            <p:cNvPr id="17044" name="original-2d:645">
              <a:extLst>
                <a:ext uri="{FF2B5EF4-FFF2-40B4-BE49-F238E27FC236}">
                  <ns2:creationId id="{A8E921F7-D489-4C39-8080-EE458813F333}"/>
                </a:ext>
              </a:extLst>
            </p:cNvPr>
            <p:cNvSpPr>
              <a:spLocks noGrp="1"/>
            </p:cNvSpPr>
            <p:nvPr/>
          </p:nvSpPr>
          <p:spPr>
            <a:xfrm rot="0" flipH="0" flipV="0">
              <a:off x="3847529" y="1834833"/>
              <a:ext cx="84723" cy="94121"/>
            </a:xfrm>
            <a:prstGeom prst="rect">
              <a:avLst/>
            </a:prstGeom>
            <a:solidFill>
              <a:srgbClr val="D4B4CC"/>
            </a:solidFill>
            <a:ln w="0">
              <a:noFill/>
              <a:prstDash val="solid"/>
            </a:ln>
          </p:spPr>
        </p:sp>
        <p:sp>
          <p:nvSpPr>
            <p:cNvPr id="17045" name="original-2d:646">
              <a:extLst>
                <a:ext uri="{FF2B5EF4-FFF2-40B4-BE49-F238E27FC236}">
                  <ns2:creationId id="{936EC688-9A52-4B85-99B5-A6E624B9F886}"/>
                </a:ext>
              </a:extLst>
            </p:cNvPr>
            <p:cNvSpPr>
              <a:spLocks noGrp="1"/>
            </p:cNvSpPr>
            <p:nvPr/>
          </p:nvSpPr>
          <p:spPr>
            <a:xfrm rot="0" flipH="0" flipV="0">
              <a:off x="3932111" y="1834833"/>
              <a:ext cx="84723" cy="94121"/>
            </a:xfrm>
            <a:prstGeom prst="rect">
              <a:avLst/>
            </a:prstGeom>
            <a:solidFill>
              <a:srgbClr val="D4B4CC"/>
            </a:solidFill>
            <a:ln w="0">
              <a:noFill/>
              <a:prstDash val="solid"/>
            </a:ln>
          </p:spPr>
        </p:sp>
        <p:sp>
          <p:nvSpPr>
            <p:cNvPr id="17046" name="original-2d:647">
              <a:extLst>
                <a:ext uri="{FF2B5EF4-FFF2-40B4-BE49-F238E27FC236}">
                  <ns2:creationId id="{17166C08-90FE-4860-95CC-6BDCAADC4FD5}"/>
                </a:ext>
              </a:extLst>
            </p:cNvPr>
            <p:cNvSpPr>
              <a:spLocks noGrp="1"/>
            </p:cNvSpPr>
            <p:nvPr/>
          </p:nvSpPr>
          <p:spPr>
            <a:xfrm rot="0" flipH="0" flipV="0">
              <a:off x="4016693" y="1834833"/>
              <a:ext cx="84723" cy="94121"/>
            </a:xfrm>
            <a:prstGeom prst="rect">
              <a:avLst/>
            </a:prstGeom>
            <a:solidFill>
              <a:srgbClr val="D4B4CC"/>
            </a:solidFill>
            <a:ln w="0">
              <a:noFill/>
              <a:prstDash val="solid"/>
            </a:ln>
          </p:spPr>
        </p:sp>
        <p:sp>
          <p:nvSpPr>
            <p:cNvPr id="17047" name="original-2d:648">
              <a:extLst>
                <a:ext uri="{FF2B5EF4-FFF2-40B4-BE49-F238E27FC236}">
                  <ns2:creationId id="{FF520278-57F0-40EA-8EEB-E01E3DEA17C2}"/>
                </a:ext>
              </a:extLst>
            </p:cNvPr>
            <p:cNvSpPr>
              <a:spLocks noGrp="1"/>
            </p:cNvSpPr>
            <p:nvPr/>
          </p:nvSpPr>
          <p:spPr>
            <a:xfrm rot="0" flipH="0" flipV="0">
              <a:off x="4101275" y="1834833"/>
              <a:ext cx="84723" cy="94121"/>
            </a:xfrm>
            <a:prstGeom prst="rect">
              <a:avLst/>
            </a:prstGeom>
            <a:solidFill>
              <a:srgbClr val="D4B4CC"/>
            </a:solidFill>
            <a:ln w="0">
              <a:noFill/>
              <a:prstDash val="solid"/>
            </a:ln>
          </p:spPr>
        </p:sp>
        <p:sp>
          <p:nvSpPr>
            <p:cNvPr id="17048" name="original-2d:649">
              <a:extLst>
                <a:ext uri="{FF2B5EF4-FFF2-40B4-BE49-F238E27FC236}">
                  <ns2:creationId id="{2E018437-6696-46FF-A2DC-1A37855F010E}"/>
                </a:ext>
              </a:extLst>
            </p:cNvPr>
            <p:cNvSpPr>
              <a:spLocks noGrp="1"/>
            </p:cNvSpPr>
            <p:nvPr/>
          </p:nvSpPr>
          <p:spPr>
            <a:xfrm rot="0" flipH="0" flipV="0">
              <a:off x="4185857" y="1834833"/>
              <a:ext cx="84723" cy="94121"/>
            </a:xfrm>
            <a:prstGeom prst="rect">
              <a:avLst/>
            </a:prstGeom>
            <a:solidFill>
              <a:srgbClr val="D4B4CC"/>
            </a:solidFill>
            <a:ln w="0">
              <a:noFill/>
              <a:prstDash val="solid"/>
            </a:ln>
          </p:spPr>
        </p:sp>
        <p:sp>
          <p:nvSpPr>
            <p:cNvPr id="17049" name="original-2d:650">
              <a:extLst>
                <a:ext uri="{FF2B5EF4-FFF2-40B4-BE49-F238E27FC236}">
                  <ns2:creationId id="{0646759B-979E-47CB-AFD9-C5F50625566E}"/>
                </a:ext>
              </a:extLst>
            </p:cNvPr>
            <p:cNvSpPr>
              <a:spLocks noGrp="1"/>
            </p:cNvSpPr>
            <p:nvPr/>
          </p:nvSpPr>
          <p:spPr>
            <a:xfrm rot="0" flipH="0" flipV="0">
              <a:off x="4270439" y="1834833"/>
              <a:ext cx="84723" cy="94121"/>
            </a:xfrm>
            <a:prstGeom prst="rect">
              <a:avLst/>
            </a:prstGeom>
            <a:solidFill>
              <a:srgbClr val="D4B4CC"/>
            </a:solidFill>
            <a:ln w="0">
              <a:noFill/>
              <a:prstDash val="solid"/>
            </a:ln>
          </p:spPr>
        </p:sp>
        <p:sp>
          <p:nvSpPr>
            <p:cNvPr id="17050" name="original-2d:651">
              <a:extLst>
                <a:ext uri="{FF2B5EF4-FFF2-40B4-BE49-F238E27FC236}">
                  <ns2:creationId id="{607D8094-723B-4E14-B430-3014210C7DED}"/>
                </a:ext>
              </a:extLst>
            </p:cNvPr>
            <p:cNvSpPr>
              <a:spLocks noGrp="1"/>
            </p:cNvSpPr>
            <p:nvPr/>
          </p:nvSpPr>
          <p:spPr>
            <a:xfrm rot="0" flipH="0" flipV="0">
              <a:off x="4355021" y="1834833"/>
              <a:ext cx="84723" cy="94121"/>
            </a:xfrm>
            <a:prstGeom prst="rect">
              <a:avLst/>
            </a:prstGeom>
            <a:solidFill>
              <a:srgbClr val="CC79A7"/>
            </a:solidFill>
            <a:ln w="0">
              <a:noFill/>
              <a:prstDash val="solid"/>
            </a:ln>
          </p:spPr>
        </p:sp>
        <p:sp>
          <p:nvSpPr>
            <p:cNvPr id="17051" name="original-2d:652">
              <a:extLst>
                <a:ext uri="{FF2B5EF4-FFF2-40B4-BE49-F238E27FC236}">
                  <ns2:creationId id="{335E30AA-646E-4834-BC70-F8A4D7A7A166}"/>
                </a:ext>
              </a:extLst>
            </p:cNvPr>
            <p:cNvSpPr>
              <a:spLocks noGrp="1"/>
            </p:cNvSpPr>
            <p:nvPr/>
          </p:nvSpPr>
          <p:spPr>
            <a:xfrm rot="0" flipH="0" flipV="0">
              <a:off x="4439603" y="1834833"/>
              <a:ext cx="84723" cy="94121"/>
            </a:xfrm>
            <a:prstGeom prst="rect">
              <a:avLst/>
            </a:prstGeom>
            <a:solidFill>
              <a:srgbClr val="CC79A7"/>
            </a:solidFill>
            <a:ln w="0">
              <a:noFill/>
              <a:prstDash val="solid"/>
            </a:ln>
          </p:spPr>
        </p:sp>
        <p:sp>
          <p:nvSpPr>
            <p:cNvPr id="17052" name="original-2d:653">
              <a:extLst>
                <a:ext uri="{FF2B5EF4-FFF2-40B4-BE49-F238E27FC236}">
                  <ns2:creationId id="{D723C8B0-2BAC-445D-9D67-2272B3A51BD9}"/>
                </a:ext>
              </a:extLst>
            </p:cNvPr>
            <p:cNvSpPr>
              <a:spLocks noGrp="1"/>
            </p:cNvSpPr>
            <p:nvPr/>
          </p:nvSpPr>
          <p:spPr>
            <a:xfrm rot="0" flipH="0" flipV="0">
              <a:off x="4524185" y="1834833"/>
              <a:ext cx="84723" cy="94121"/>
            </a:xfrm>
            <a:prstGeom prst="rect">
              <a:avLst/>
            </a:prstGeom>
            <a:solidFill>
              <a:srgbClr val="CC79A7"/>
            </a:solidFill>
            <a:ln w="0">
              <a:noFill/>
              <a:prstDash val="solid"/>
            </a:ln>
          </p:spPr>
        </p:sp>
        <p:sp>
          <p:nvSpPr>
            <p:cNvPr id="17053" name="original-2d:654">
              <a:extLst>
                <a:ext uri="{FF2B5EF4-FFF2-40B4-BE49-F238E27FC236}">
                  <ns2:creationId id="{4E716E18-0450-4A53-A22A-5585BE7E3CD6}"/>
                </a:ext>
              </a:extLst>
            </p:cNvPr>
            <p:cNvSpPr>
              <a:spLocks noGrp="1"/>
            </p:cNvSpPr>
            <p:nvPr/>
          </p:nvSpPr>
          <p:spPr>
            <a:xfrm rot="0" flipH="0" flipV="0">
              <a:off x="4608767" y="1834833"/>
              <a:ext cx="84723" cy="94121"/>
            </a:xfrm>
            <a:prstGeom prst="rect">
              <a:avLst/>
            </a:prstGeom>
            <a:solidFill>
              <a:srgbClr val="CC79A7"/>
            </a:solidFill>
            <a:ln w="0">
              <a:noFill/>
              <a:prstDash val="solid"/>
            </a:ln>
          </p:spPr>
        </p:sp>
        <p:sp>
          <p:nvSpPr>
            <p:cNvPr id="17054" name="original-2d:655">
              <a:extLst>
                <a:ext uri="{FF2B5EF4-FFF2-40B4-BE49-F238E27FC236}">
                  <ns2:creationId id="{D2EA5300-5476-4A7D-8CDA-957099F8B1CB}"/>
                </a:ext>
              </a:extLst>
            </p:cNvPr>
            <p:cNvSpPr>
              <a:spLocks noGrp="1"/>
            </p:cNvSpPr>
            <p:nvPr/>
          </p:nvSpPr>
          <p:spPr>
            <a:xfrm rot="0" flipH="0" flipV="0">
              <a:off x="4693349" y="1834833"/>
              <a:ext cx="84723" cy="94121"/>
            </a:xfrm>
            <a:prstGeom prst="rect">
              <a:avLst/>
            </a:prstGeom>
            <a:solidFill>
              <a:srgbClr val="CC79A7"/>
            </a:solidFill>
            <a:ln w="0">
              <a:noFill/>
              <a:prstDash val="solid"/>
            </a:ln>
          </p:spPr>
        </p:sp>
        <p:sp>
          <p:nvSpPr>
            <p:cNvPr id="17055" name="original-2d:656">
              <a:extLst>
                <a:ext uri="{FF2B5EF4-FFF2-40B4-BE49-F238E27FC236}">
                  <ns2:creationId id="{8E885DDB-AF42-42A5-BA32-4E7F6B73D90F}"/>
                </a:ext>
              </a:extLst>
            </p:cNvPr>
            <p:cNvSpPr>
              <a:spLocks noGrp="1"/>
            </p:cNvSpPr>
            <p:nvPr/>
          </p:nvSpPr>
          <p:spPr>
            <a:xfrm rot="0" flipH="0" flipV="0">
              <a:off x="4777931" y="1834833"/>
              <a:ext cx="84723" cy="94121"/>
            </a:xfrm>
            <a:prstGeom prst="rect">
              <a:avLst/>
            </a:prstGeom>
            <a:solidFill>
              <a:srgbClr val="CC79A7"/>
            </a:solidFill>
            <a:ln w="0">
              <a:noFill/>
              <a:prstDash val="solid"/>
            </a:ln>
          </p:spPr>
        </p:sp>
        <p:sp>
          <p:nvSpPr>
            <p:cNvPr id="17056" name="original-2d:657">
              <a:extLst>
                <a:ext uri="{FF2B5EF4-FFF2-40B4-BE49-F238E27FC236}">
                  <ns2:creationId id="{FC7A7C12-8892-47F5-8E23-35DA380B2A1D}"/>
                </a:ext>
              </a:extLst>
            </p:cNvPr>
            <p:cNvSpPr>
              <a:spLocks noGrp="1"/>
            </p:cNvSpPr>
            <p:nvPr/>
          </p:nvSpPr>
          <p:spPr>
            <a:xfrm rot="0" flipH="0" flipV="0">
              <a:off x="4862513" y="1834833"/>
              <a:ext cx="84723" cy="94121"/>
            </a:xfrm>
            <a:prstGeom prst="rect">
              <a:avLst/>
            </a:prstGeom>
            <a:solidFill>
              <a:srgbClr val="CC79A7"/>
            </a:solidFill>
            <a:ln w="0">
              <a:noFill/>
              <a:prstDash val="solid"/>
            </a:ln>
          </p:spPr>
        </p:sp>
        <p:sp>
          <p:nvSpPr>
            <p:cNvPr id="17057" name="original-2d:658">
              <a:extLst>
                <a:ext uri="{FF2B5EF4-FFF2-40B4-BE49-F238E27FC236}">
                  <ns2:creationId id="{48AAB5BD-83A2-4D3B-BA7C-423FD4E9D569}"/>
                </a:ext>
              </a:extLst>
            </p:cNvPr>
            <p:cNvSpPr>
              <a:spLocks noGrp="1"/>
            </p:cNvSpPr>
            <p:nvPr/>
          </p:nvSpPr>
          <p:spPr>
            <a:xfrm rot="0" flipH="0" flipV="0">
              <a:off x="4947095" y="1834833"/>
              <a:ext cx="84723" cy="94121"/>
            </a:xfrm>
            <a:prstGeom prst="rect">
              <a:avLst/>
            </a:prstGeom>
            <a:solidFill>
              <a:srgbClr val="CC79A7"/>
            </a:solidFill>
            <a:ln w="0">
              <a:noFill/>
              <a:prstDash val="solid"/>
            </a:ln>
          </p:spPr>
        </p:sp>
        <p:sp>
          <p:nvSpPr>
            <p:cNvPr id="17058" name="original-2d:659">
              <a:extLst>
                <a:ext uri="{FF2B5EF4-FFF2-40B4-BE49-F238E27FC236}">
                  <ns2:creationId id="{17D88427-10AB-4EC4-8DDE-5975D2860730}"/>
                </a:ext>
              </a:extLst>
            </p:cNvPr>
            <p:cNvSpPr>
              <a:spLocks noGrp="1"/>
            </p:cNvSpPr>
            <p:nvPr/>
          </p:nvSpPr>
          <p:spPr>
            <a:xfrm rot="0" flipH="0" flipV="0">
              <a:off x="5031677" y="1834833"/>
              <a:ext cx="84723" cy="94121"/>
            </a:xfrm>
            <a:prstGeom prst="rect">
              <a:avLst/>
            </a:prstGeom>
            <a:solidFill>
              <a:srgbClr val="CC79A7"/>
            </a:solidFill>
            <a:ln w="0">
              <a:noFill/>
              <a:prstDash val="solid"/>
            </a:ln>
          </p:spPr>
        </p:sp>
        <p:sp>
          <p:nvSpPr>
            <p:cNvPr id="17059" name="original-2d:660">
              <a:extLst>
                <a:ext uri="{FF2B5EF4-FFF2-40B4-BE49-F238E27FC236}">
                  <ns2:creationId id="{61C10949-328D-4AAE-9524-D437E27708C6}"/>
                </a:ext>
              </a:extLst>
            </p:cNvPr>
            <p:cNvSpPr>
              <a:spLocks noGrp="1"/>
            </p:cNvSpPr>
            <p:nvPr/>
          </p:nvSpPr>
          <p:spPr>
            <a:xfrm rot="0" flipH="0" flipV="0">
              <a:off x="5116259" y="1834833"/>
              <a:ext cx="84723" cy="94121"/>
            </a:xfrm>
            <a:prstGeom prst="rect">
              <a:avLst/>
            </a:prstGeom>
            <a:solidFill>
              <a:srgbClr val="CC79A7"/>
            </a:solidFill>
            <a:ln w="0">
              <a:noFill/>
              <a:prstDash val="solid"/>
            </a:ln>
          </p:spPr>
        </p:sp>
        <p:sp>
          <p:nvSpPr>
            <p:cNvPr id="17060" name="original-2d:661">
              <a:extLst>
                <a:ext uri="{FF2B5EF4-FFF2-40B4-BE49-F238E27FC236}">
                  <ns2:creationId id="{CC4A4B9F-29F3-411C-BD41-64D6F2AB29DF}"/>
                </a:ext>
              </a:extLst>
            </p:cNvPr>
            <p:cNvSpPr>
              <a:spLocks noGrp="1"/>
            </p:cNvSpPr>
            <p:nvPr/>
          </p:nvSpPr>
          <p:spPr>
            <a:xfrm rot="0" flipH="0" flipV="0">
              <a:off x="5200841" y="1834833"/>
              <a:ext cx="84723" cy="94121"/>
            </a:xfrm>
            <a:prstGeom prst="rect">
              <a:avLst/>
            </a:prstGeom>
            <a:solidFill>
              <a:srgbClr val="CC79A7"/>
            </a:solidFill>
            <a:ln w="0">
              <a:noFill/>
              <a:prstDash val="solid"/>
            </a:ln>
          </p:spPr>
        </p:sp>
        <p:sp>
          <p:nvSpPr>
            <p:cNvPr id="17061" name="original-2d:662">
              <a:extLst>
                <a:ext uri="{FF2B5EF4-FFF2-40B4-BE49-F238E27FC236}">
                  <ns2:creationId id="{BBBB3457-36B5-4E03-A057-20B988A701F4}"/>
                </a:ext>
              </a:extLst>
            </p:cNvPr>
            <p:cNvSpPr>
              <a:spLocks noGrp="1"/>
            </p:cNvSpPr>
            <p:nvPr/>
          </p:nvSpPr>
          <p:spPr>
            <a:xfrm rot="0" flipH="0" flipV="0">
              <a:off x="3593783" y="1928813"/>
              <a:ext cx="84723" cy="94121"/>
            </a:xfrm>
            <a:prstGeom prst="rect">
              <a:avLst/>
            </a:prstGeom>
            <a:solidFill>
              <a:srgbClr val="D4B4CC"/>
            </a:solidFill>
            <a:ln w="0">
              <a:noFill/>
              <a:prstDash val="solid"/>
            </a:ln>
          </p:spPr>
        </p:sp>
        <p:sp>
          <p:nvSpPr>
            <p:cNvPr id="17062" name="original-2d:663">
              <a:extLst>
                <a:ext uri="{FF2B5EF4-FFF2-40B4-BE49-F238E27FC236}">
                  <ns2:creationId id="{C6A7B2D3-666D-475C-A1BF-81BBD1DE221D}"/>
                </a:ext>
              </a:extLst>
            </p:cNvPr>
            <p:cNvSpPr>
              <a:spLocks noGrp="1"/>
            </p:cNvSpPr>
            <p:nvPr/>
          </p:nvSpPr>
          <p:spPr>
            <a:xfrm rot="0" flipH="0" flipV="0">
              <a:off x="3678365" y="1928813"/>
              <a:ext cx="84723" cy="94121"/>
            </a:xfrm>
            <a:prstGeom prst="rect">
              <a:avLst/>
            </a:prstGeom>
            <a:solidFill>
              <a:srgbClr val="D4B4CC"/>
            </a:solidFill>
            <a:ln w="0">
              <a:noFill/>
              <a:prstDash val="solid"/>
            </a:ln>
          </p:spPr>
        </p:sp>
        <p:sp>
          <p:nvSpPr>
            <p:cNvPr id="17063" name="original-2d:664">
              <a:extLst>
                <a:ext uri="{FF2B5EF4-FFF2-40B4-BE49-F238E27FC236}">
                  <ns2:creationId id="{29685187-6F47-47EE-BFA3-7EA57467A516}"/>
                </a:ext>
              </a:extLst>
            </p:cNvPr>
            <p:cNvSpPr>
              <a:spLocks noGrp="1"/>
            </p:cNvSpPr>
            <p:nvPr/>
          </p:nvSpPr>
          <p:spPr>
            <a:xfrm rot="0" flipH="0" flipV="0">
              <a:off x="3762947" y="1928813"/>
              <a:ext cx="84723" cy="94121"/>
            </a:xfrm>
            <a:prstGeom prst="rect">
              <a:avLst/>
            </a:prstGeom>
            <a:solidFill>
              <a:srgbClr val="0072B2"/>
            </a:solidFill>
            <a:ln w="0">
              <a:noFill/>
              <a:prstDash val="solid"/>
            </a:ln>
          </p:spPr>
        </p:sp>
        <p:sp>
          <p:nvSpPr>
            <p:cNvPr id="17064" name="original-2d:665">
              <a:extLst>
                <a:ext uri="{FF2B5EF4-FFF2-40B4-BE49-F238E27FC236}">
                  <ns2:creationId id="{6F07D983-520D-4737-B966-45C21D65FE61}"/>
                </a:ext>
              </a:extLst>
            </p:cNvPr>
            <p:cNvSpPr>
              <a:spLocks noGrp="1"/>
            </p:cNvSpPr>
            <p:nvPr/>
          </p:nvSpPr>
          <p:spPr>
            <a:xfrm rot="0" flipH="0" flipV="0">
              <a:off x="3847529" y="1928813"/>
              <a:ext cx="84723" cy="94121"/>
            </a:xfrm>
            <a:prstGeom prst="rect">
              <a:avLst/>
            </a:prstGeom>
            <a:solidFill>
              <a:srgbClr val="0072B2"/>
            </a:solidFill>
            <a:ln w="0">
              <a:noFill/>
              <a:prstDash val="solid"/>
            </a:ln>
          </p:spPr>
        </p:sp>
        <p:sp>
          <p:nvSpPr>
            <p:cNvPr id="17065" name="original-2d:666">
              <a:extLst>
                <a:ext uri="{FF2B5EF4-FFF2-40B4-BE49-F238E27FC236}">
                  <ns2:creationId id="{AF56D8F3-9B06-4F0B-88F3-7C2959D97B76}"/>
                </a:ext>
              </a:extLst>
            </p:cNvPr>
            <p:cNvSpPr>
              <a:spLocks noGrp="1"/>
            </p:cNvSpPr>
            <p:nvPr/>
          </p:nvSpPr>
          <p:spPr>
            <a:xfrm rot="0" flipH="0" flipV="0">
              <a:off x="3932111" y="1928813"/>
              <a:ext cx="84723" cy="94121"/>
            </a:xfrm>
            <a:prstGeom prst="rect">
              <a:avLst/>
            </a:prstGeom>
            <a:solidFill>
              <a:srgbClr val="0072B2"/>
            </a:solidFill>
            <a:ln w="0">
              <a:noFill/>
              <a:prstDash val="solid"/>
            </a:ln>
          </p:spPr>
        </p:sp>
        <p:sp>
          <p:nvSpPr>
            <p:cNvPr id="17066" name="original-2d:667">
              <a:extLst>
                <a:ext uri="{FF2B5EF4-FFF2-40B4-BE49-F238E27FC236}">
                  <ns2:creationId id="{3AB4467F-2874-4996-9782-9D48EF7C6FEE}"/>
                </a:ext>
              </a:extLst>
            </p:cNvPr>
            <p:cNvSpPr>
              <a:spLocks noGrp="1"/>
            </p:cNvSpPr>
            <p:nvPr/>
          </p:nvSpPr>
          <p:spPr>
            <a:xfrm rot="0" flipH="0" flipV="0">
              <a:off x="4016693" y="1928813"/>
              <a:ext cx="84723" cy="94121"/>
            </a:xfrm>
            <a:prstGeom prst="rect">
              <a:avLst/>
            </a:prstGeom>
            <a:solidFill>
              <a:srgbClr val="0072B2"/>
            </a:solidFill>
            <a:ln w="0">
              <a:noFill/>
              <a:prstDash val="solid"/>
            </a:ln>
          </p:spPr>
        </p:sp>
        <p:sp>
          <p:nvSpPr>
            <p:cNvPr id="17067" name="original-2d:668">
              <a:extLst>
                <a:ext uri="{FF2B5EF4-FFF2-40B4-BE49-F238E27FC236}">
                  <ns2:creationId id="{A2049B40-2F3A-4883-991E-8D3631EF2A39}"/>
                </a:ext>
              </a:extLst>
            </p:cNvPr>
            <p:cNvSpPr>
              <a:spLocks noGrp="1"/>
            </p:cNvSpPr>
            <p:nvPr/>
          </p:nvSpPr>
          <p:spPr>
            <a:xfrm rot="0" flipH="0" flipV="0">
              <a:off x="4101275" y="1928813"/>
              <a:ext cx="84723" cy="94121"/>
            </a:xfrm>
            <a:prstGeom prst="rect">
              <a:avLst/>
            </a:prstGeom>
            <a:solidFill>
              <a:srgbClr val="D4B4CC"/>
            </a:solidFill>
            <a:ln w="0">
              <a:noFill/>
              <a:prstDash val="solid"/>
            </a:ln>
          </p:spPr>
        </p:sp>
        <p:sp>
          <p:nvSpPr>
            <p:cNvPr id="17068" name="original-2d:669">
              <a:extLst>
                <a:ext uri="{FF2B5EF4-FFF2-40B4-BE49-F238E27FC236}">
                  <ns2:creationId id="{247A61D3-6912-440C-8D3C-3DBD6FD6E3C7}"/>
                </a:ext>
              </a:extLst>
            </p:cNvPr>
            <p:cNvSpPr>
              <a:spLocks noGrp="1"/>
            </p:cNvSpPr>
            <p:nvPr/>
          </p:nvSpPr>
          <p:spPr>
            <a:xfrm rot="0" flipH="0" flipV="0">
              <a:off x="4185857" y="1928813"/>
              <a:ext cx="84723" cy="94121"/>
            </a:xfrm>
            <a:prstGeom prst="rect">
              <a:avLst/>
            </a:prstGeom>
            <a:solidFill>
              <a:srgbClr val="D4B4CC"/>
            </a:solidFill>
            <a:ln w="0">
              <a:noFill/>
              <a:prstDash val="solid"/>
            </a:ln>
          </p:spPr>
        </p:sp>
        <p:sp>
          <p:nvSpPr>
            <p:cNvPr id="17069" name="original-2d:670">
              <a:extLst>
                <a:ext uri="{FF2B5EF4-FFF2-40B4-BE49-F238E27FC236}">
                  <ns2:creationId id="{3729FBC0-7CEA-4E67-830D-9CCE2B28C120}"/>
                </a:ext>
              </a:extLst>
            </p:cNvPr>
            <p:cNvSpPr>
              <a:spLocks noGrp="1"/>
            </p:cNvSpPr>
            <p:nvPr/>
          </p:nvSpPr>
          <p:spPr>
            <a:xfrm rot="0" flipH="0" flipV="0">
              <a:off x="4270439" y="1928813"/>
              <a:ext cx="84723" cy="94121"/>
            </a:xfrm>
            <a:prstGeom prst="rect">
              <a:avLst/>
            </a:prstGeom>
            <a:solidFill>
              <a:srgbClr val="CC79A7"/>
            </a:solidFill>
            <a:ln w="0">
              <a:noFill/>
              <a:prstDash val="solid"/>
            </a:ln>
          </p:spPr>
        </p:sp>
        <p:sp>
          <p:nvSpPr>
            <p:cNvPr id="17070" name="original-2d:671">
              <a:extLst>
                <a:ext uri="{FF2B5EF4-FFF2-40B4-BE49-F238E27FC236}">
                  <ns2:creationId id="{A39D667D-11FD-45D8-96BB-A76823142A96}"/>
                </a:ext>
              </a:extLst>
            </p:cNvPr>
            <p:cNvSpPr>
              <a:spLocks noGrp="1"/>
            </p:cNvSpPr>
            <p:nvPr/>
          </p:nvSpPr>
          <p:spPr>
            <a:xfrm rot="0" flipH="0" flipV="0">
              <a:off x="4355021" y="1928813"/>
              <a:ext cx="84723" cy="94121"/>
            </a:xfrm>
            <a:prstGeom prst="rect">
              <a:avLst/>
            </a:prstGeom>
            <a:solidFill>
              <a:srgbClr val="CC79A7"/>
            </a:solidFill>
            <a:ln w="0">
              <a:noFill/>
              <a:prstDash val="solid"/>
            </a:ln>
          </p:spPr>
        </p:sp>
        <p:sp>
          <p:nvSpPr>
            <p:cNvPr id="17071" name="original-2d:672">
              <a:extLst>
                <a:ext uri="{FF2B5EF4-FFF2-40B4-BE49-F238E27FC236}">
                  <ns2:creationId id="{7CBA74E2-6879-4BA9-8583-8970C1CCFACF}"/>
                </a:ext>
              </a:extLst>
            </p:cNvPr>
            <p:cNvSpPr>
              <a:spLocks noGrp="1"/>
            </p:cNvSpPr>
            <p:nvPr/>
          </p:nvSpPr>
          <p:spPr>
            <a:xfrm rot="0" flipH="0" flipV="0">
              <a:off x="4439603" y="1928813"/>
              <a:ext cx="84723" cy="94121"/>
            </a:xfrm>
            <a:prstGeom prst="rect">
              <a:avLst/>
            </a:prstGeom>
            <a:solidFill>
              <a:srgbClr val="CC79A7"/>
            </a:solidFill>
            <a:ln w="0">
              <a:noFill/>
              <a:prstDash val="solid"/>
            </a:ln>
          </p:spPr>
        </p:sp>
        <p:sp>
          <p:nvSpPr>
            <p:cNvPr id="17072" name="original-2d:673">
              <a:extLst>
                <a:ext uri="{FF2B5EF4-FFF2-40B4-BE49-F238E27FC236}">
                  <ns2:creationId id="{777E7FFF-B532-4C94-B95D-64B399E5392C}"/>
                </a:ext>
              </a:extLst>
            </p:cNvPr>
            <p:cNvSpPr>
              <a:spLocks noGrp="1"/>
            </p:cNvSpPr>
            <p:nvPr/>
          </p:nvSpPr>
          <p:spPr>
            <a:xfrm rot="0" flipH="0" flipV="0">
              <a:off x="4524185" y="1928813"/>
              <a:ext cx="84723" cy="94121"/>
            </a:xfrm>
            <a:prstGeom prst="rect">
              <a:avLst/>
            </a:prstGeom>
            <a:solidFill>
              <a:srgbClr val="CC79A7"/>
            </a:solidFill>
            <a:ln w="0">
              <a:noFill/>
              <a:prstDash val="solid"/>
            </a:ln>
          </p:spPr>
        </p:sp>
        <p:sp>
          <p:nvSpPr>
            <p:cNvPr id="17073" name="original-2d:674">
              <a:extLst>
                <a:ext uri="{FF2B5EF4-FFF2-40B4-BE49-F238E27FC236}">
                  <ns2:creationId id="{7618201C-6446-42B3-9569-CF428D902B81}"/>
                </a:ext>
              </a:extLst>
            </p:cNvPr>
            <p:cNvSpPr>
              <a:spLocks noGrp="1"/>
            </p:cNvSpPr>
            <p:nvPr/>
          </p:nvSpPr>
          <p:spPr>
            <a:xfrm rot="0" flipH="0" flipV="0">
              <a:off x="4608767" y="1928813"/>
              <a:ext cx="84723" cy="94121"/>
            </a:xfrm>
            <a:prstGeom prst="rect">
              <a:avLst/>
            </a:prstGeom>
            <a:solidFill>
              <a:srgbClr val="CC79A7"/>
            </a:solidFill>
            <a:ln w="0">
              <a:noFill/>
              <a:prstDash val="solid"/>
            </a:ln>
          </p:spPr>
        </p:sp>
        <p:sp>
          <p:nvSpPr>
            <p:cNvPr id="17074" name="original-2d:675">
              <a:extLst>
                <a:ext uri="{FF2B5EF4-FFF2-40B4-BE49-F238E27FC236}">
                  <ns2:creationId id="{5C5FE848-042E-4CA9-9599-D5498C38A877}"/>
                </a:ext>
              </a:extLst>
            </p:cNvPr>
            <p:cNvSpPr>
              <a:spLocks noGrp="1"/>
            </p:cNvSpPr>
            <p:nvPr/>
          </p:nvSpPr>
          <p:spPr>
            <a:xfrm rot="0" flipH="0" flipV="0">
              <a:off x="4693349" y="1928813"/>
              <a:ext cx="84723" cy="94121"/>
            </a:xfrm>
            <a:prstGeom prst="rect">
              <a:avLst/>
            </a:prstGeom>
            <a:solidFill>
              <a:srgbClr val="CC79A7"/>
            </a:solidFill>
            <a:ln w="0">
              <a:noFill/>
              <a:prstDash val="solid"/>
            </a:ln>
          </p:spPr>
        </p:sp>
        <p:sp>
          <p:nvSpPr>
            <p:cNvPr id="17075" name="original-2d:676">
              <a:extLst>
                <a:ext uri="{FF2B5EF4-FFF2-40B4-BE49-F238E27FC236}">
                  <ns2:creationId id="{4619D4CB-0BCB-4BFB-8D1F-8AC94FBFFA4B}"/>
                </a:ext>
              </a:extLst>
            </p:cNvPr>
            <p:cNvSpPr>
              <a:spLocks noGrp="1"/>
            </p:cNvSpPr>
            <p:nvPr/>
          </p:nvSpPr>
          <p:spPr>
            <a:xfrm rot="0" flipH="0" flipV="0">
              <a:off x="4777931" y="1928813"/>
              <a:ext cx="84723" cy="94121"/>
            </a:xfrm>
            <a:prstGeom prst="rect">
              <a:avLst/>
            </a:prstGeom>
            <a:solidFill>
              <a:srgbClr val="CC79A7"/>
            </a:solidFill>
            <a:ln w="0">
              <a:noFill/>
              <a:prstDash val="solid"/>
            </a:ln>
          </p:spPr>
        </p:sp>
        <p:sp>
          <p:nvSpPr>
            <p:cNvPr id="17076" name="original-2d:677">
              <a:extLst>
                <a:ext uri="{FF2B5EF4-FFF2-40B4-BE49-F238E27FC236}">
                  <ns2:creationId id="{9FB82B8B-1FF2-415C-AE3F-E1343223FE37}"/>
                </a:ext>
              </a:extLst>
            </p:cNvPr>
            <p:cNvSpPr>
              <a:spLocks noGrp="1"/>
            </p:cNvSpPr>
            <p:nvPr/>
          </p:nvSpPr>
          <p:spPr>
            <a:xfrm rot="0" flipH="0" flipV="0">
              <a:off x="4862513" y="1928813"/>
              <a:ext cx="84723" cy="94121"/>
            </a:xfrm>
            <a:prstGeom prst="rect">
              <a:avLst/>
            </a:prstGeom>
            <a:solidFill>
              <a:srgbClr val="CC79A7"/>
            </a:solidFill>
            <a:ln w="0">
              <a:noFill/>
              <a:prstDash val="solid"/>
            </a:ln>
          </p:spPr>
        </p:sp>
        <p:sp>
          <p:nvSpPr>
            <p:cNvPr id="17077" name="original-2d:678">
              <a:extLst>
                <a:ext uri="{FF2B5EF4-FFF2-40B4-BE49-F238E27FC236}">
                  <ns2:creationId id="{AA475D93-8D1D-47D0-9FCA-64C99379BCDE}"/>
                </a:ext>
              </a:extLst>
            </p:cNvPr>
            <p:cNvSpPr>
              <a:spLocks noGrp="1"/>
            </p:cNvSpPr>
            <p:nvPr/>
          </p:nvSpPr>
          <p:spPr>
            <a:xfrm rot="0" flipH="0" flipV="0">
              <a:off x="4947095" y="1928813"/>
              <a:ext cx="84723" cy="94121"/>
            </a:xfrm>
            <a:prstGeom prst="rect">
              <a:avLst/>
            </a:prstGeom>
            <a:solidFill>
              <a:srgbClr val="CC79A7"/>
            </a:solidFill>
            <a:ln w="0">
              <a:noFill/>
              <a:prstDash val="solid"/>
            </a:ln>
          </p:spPr>
        </p:sp>
        <p:sp>
          <p:nvSpPr>
            <p:cNvPr id="17078" name="original-2d:679">
              <a:extLst>
                <a:ext uri="{FF2B5EF4-FFF2-40B4-BE49-F238E27FC236}">
                  <ns2:creationId id="{3D3A1D65-4F0A-4071-9C1D-5A2CA92D80DF}"/>
                </a:ext>
              </a:extLst>
            </p:cNvPr>
            <p:cNvSpPr>
              <a:spLocks noGrp="1"/>
            </p:cNvSpPr>
            <p:nvPr/>
          </p:nvSpPr>
          <p:spPr>
            <a:xfrm rot="0" flipH="0" flipV="0">
              <a:off x="5031677" y="1928813"/>
              <a:ext cx="84723" cy="94121"/>
            </a:xfrm>
            <a:prstGeom prst="rect">
              <a:avLst/>
            </a:prstGeom>
            <a:solidFill>
              <a:srgbClr val="CC79A7"/>
            </a:solidFill>
            <a:ln w="0">
              <a:noFill/>
              <a:prstDash val="solid"/>
            </a:ln>
          </p:spPr>
        </p:sp>
        <p:sp>
          <p:nvSpPr>
            <p:cNvPr id="17079" name="original-2d:680">
              <a:extLst>
                <a:ext uri="{FF2B5EF4-FFF2-40B4-BE49-F238E27FC236}">
                  <ns2:creationId id="{CC6B7A5B-F40E-411D-B77A-F089520E3594}"/>
                </a:ext>
              </a:extLst>
            </p:cNvPr>
            <p:cNvSpPr>
              <a:spLocks noGrp="1"/>
            </p:cNvSpPr>
            <p:nvPr/>
          </p:nvSpPr>
          <p:spPr>
            <a:xfrm rot="0" flipH="0" flipV="0">
              <a:off x="5116259" y="1928813"/>
              <a:ext cx="84723" cy="94121"/>
            </a:xfrm>
            <a:prstGeom prst="rect">
              <a:avLst/>
            </a:prstGeom>
            <a:solidFill>
              <a:srgbClr val="CC79A7"/>
            </a:solidFill>
            <a:ln w="0">
              <a:noFill/>
              <a:prstDash val="solid"/>
            </a:ln>
          </p:spPr>
        </p:sp>
        <p:sp>
          <p:nvSpPr>
            <p:cNvPr id="17080" name="original-2d:681">
              <a:extLst>
                <a:ext uri="{FF2B5EF4-FFF2-40B4-BE49-F238E27FC236}">
                  <ns2:creationId id="{B8DDC720-B427-4DAB-887A-4065DB7DF59A}"/>
                </a:ext>
              </a:extLst>
            </p:cNvPr>
            <p:cNvSpPr>
              <a:spLocks noGrp="1"/>
            </p:cNvSpPr>
            <p:nvPr/>
          </p:nvSpPr>
          <p:spPr>
            <a:xfrm rot="0" flipH="0" flipV="0">
              <a:off x="5200841" y="1928813"/>
              <a:ext cx="84723" cy="94121"/>
            </a:xfrm>
            <a:prstGeom prst="rect">
              <a:avLst/>
            </a:prstGeom>
            <a:solidFill>
              <a:srgbClr val="D4B4CC"/>
            </a:solidFill>
            <a:ln w="0">
              <a:noFill/>
              <a:prstDash val="solid"/>
            </a:ln>
          </p:spPr>
        </p:sp>
        <p:sp>
          <p:nvSpPr>
            <p:cNvPr id="17081" name="original-2d:682">
              <a:extLst>
                <a:ext uri="{FF2B5EF4-FFF2-40B4-BE49-F238E27FC236}">
                  <ns2:creationId id="{6451E24B-3FC6-410D-AF1D-C2621161A007}"/>
                </a:ext>
              </a:extLst>
            </p:cNvPr>
            <p:cNvSpPr>
              <a:spLocks noGrp="1"/>
            </p:cNvSpPr>
            <p:nvPr/>
          </p:nvSpPr>
          <p:spPr>
            <a:xfrm rot="0" flipH="0" flipV="0">
              <a:off x="3593783" y="2022793"/>
              <a:ext cx="84723" cy="94121"/>
            </a:xfrm>
            <a:prstGeom prst="rect">
              <a:avLst/>
            </a:prstGeom>
            <a:solidFill>
              <a:srgbClr val="D4B4CC"/>
            </a:solidFill>
            <a:ln w="0">
              <a:noFill/>
              <a:prstDash val="solid"/>
            </a:ln>
          </p:spPr>
        </p:sp>
        <p:sp>
          <p:nvSpPr>
            <p:cNvPr id="17082" name="original-2d:683">
              <a:extLst>
                <a:ext uri="{FF2B5EF4-FFF2-40B4-BE49-F238E27FC236}">
                  <ns2:creationId id="{B47554B0-4134-46F6-8384-018A0F5144ED}"/>
                </a:ext>
              </a:extLst>
            </p:cNvPr>
            <p:cNvSpPr>
              <a:spLocks noGrp="1"/>
            </p:cNvSpPr>
            <p:nvPr/>
          </p:nvSpPr>
          <p:spPr>
            <a:xfrm rot="0" flipH="0" flipV="0">
              <a:off x="3678365" y="2022793"/>
              <a:ext cx="84723" cy="94121"/>
            </a:xfrm>
            <a:prstGeom prst="rect">
              <a:avLst/>
            </a:prstGeom>
            <a:solidFill>
              <a:srgbClr val="0072B2"/>
            </a:solidFill>
            <a:ln w="0">
              <a:noFill/>
              <a:prstDash val="solid"/>
            </a:ln>
          </p:spPr>
        </p:sp>
        <p:sp>
          <p:nvSpPr>
            <p:cNvPr id="17083" name="original-2d:684">
              <a:extLst>
                <a:ext uri="{FF2B5EF4-FFF2-40B4-BE49-F238E27FC236}">
                  <ns2:creationId id="{6658A46F-620C-42E3-9F9C-812890797F17}"/>
                </a:ext>
              </a:extLst>
            </p:cNvPr>
            <p:cNvSpPr>
              <a:spLocks noGrp="1"/>
            </p:cNvSpPr>
            <p:nvPr/>
          </p:nvSpPr>
          <p:spPr>
            <a:xfrm rot="0" flipH="0" flipV="0">
              <a:off x="3762947" y="2022793"/>
              <a:ext cx="84723" cy="94121"/>
            </a:xfrm>
            <a:prstGeom prst="rect">
              <a:avLst/>
            </a:prstGeom>
            <a:solidFill>
              <a:srgbClr val="0072B2"/>
            </a:solidFill>
            <a:ln w="0">
              <a:noFill/>
              <a:prstDash val="solid"/>
            </a:ln>
          </p:spPr>
        </p:sp>
        <p:sp>
          <p:nvSpPr>
            <p:cNvPr id="17084" name="original-2d:685">
              <a:extLst>
                <a:ext uri="{FF2B5EF4-FFF2-40B4-BE49-F238E27FC236}">
                  <ns2:creationId id="{C86247B6-AB70-4CA5-B2DF-68698E57EE12}"/>
                </a:ext>
              </a:extLst>
            </p:cNvPr>
            <p:cNvSpPr>
              <a:spLocks noGrp="1"/>
            </p:cNvSpPr>
            <p:nvPr/>
          </p:nvSpPr>
          <p:spPr>
            <a:xfrm rot="0" flipH="0" flipV="0">
              <a:off x="3847529" y="2022793"/>
              <a:ext cx="84723" cy="94121"/>
            </a:xfrm>
            <a:prstGeom prst="rect">
              <a:avLst/>
            </a:prstGeom>
            <a:solidFill>
              <a:srgbClr val="0072B2"/>
            </a:solidFill>
            <a:ln w="0">
              <a:noFill/>
              <a:prstDash val="solid"/>
            </a:ln>
          </p:spPr>
        </p:sp>
        <p:sp>
          <p:nvSpPr>
            <p:cNvPr id="17085" name="original-2d:686">
              <a:extLst>
                <a:ext uri="{FF2B5EF4-FFF2-40B4-BE49-F238E27FC236}">
                  <ns2:creationId id="{0E2E29BD-40DE-4DBA-A129-AFFC9B85074A}"/>
                </a:ext>
              </a:extLst>
            </p:cNvPr>
            <p:cNvSpPr>
              <a:spLocks noGrp="1"/>
            </p:cNvSpPr>
            <p:nvPr/>
          </p:nvSpPr>
          <p:spPr>
            <a:xfrm rot="0" flipH="0" flipV="0">
              <a:off x="3932111" y="2022793"/>
              <a:ext cx="84723" cy="94121"/>
            </a:xfrm>
            <a:prstGeom prst="rect">
              <a:avLst/>
            </a:prstGeom>
            <a:solidFill>
              <a:srgbClr val="0072B2"/>
            </a:solidFill>
            <a:ln w="0">
              <a:noFill/>
              <a:prstDash val="solid"/>
            </a:ln>
          </p:spPr>
        </p:sp>
        <p:sp>
          <p:nvSpPr>
            <p:cNvPr id="17086" name="original-2d:687">
              <a:extLst>
                <a:ext uri="{FF2B5EF4-FFF2-40B4-BE49-F238E27FC236}">
                  <ns2:creationId id="{0023042E-2C10-4314-AD8A-4D67824EFE81}"/>
                </a:ext>
              </a:extLst>
            </p:cNvPr>
            <p:cNvSpPr>
              <a:spLocks noGrp="1"/>
            </p:cNvSpPr>
            <p:nvPr/>
          </p:nvSpPr>
          <p:spPr>
            <a:xfrm rot="0" flipH="0" flipV="0">
              <a:off x="4016693" y="2022793"/>
              <a:ext cx="84723" cy="94121"/>
            </a:xfrm>
            <a:prstGeom prst="rect">
              <a:avLst/>
            </a:prstGeom>
            <a:solidFill>
              <a:srgbClr val="0072B2"/>
            </a:solidFill>
            <a:ln w="0">
              <a:noFill/>
              <a:prstDash val="solid"/>
            </a:ln>
          </p:spPr>
        </p:sp>
        <p:sp>
          <p:nvSpPr>
            <p:cNvPr id="17087" name="original-2d:688">
              <a:extLst>
                <a:ext uri="{FF2B5EF4-FFF2-40B4-BE49-F238E27FC236}">
                  <ns2:creationId id="{DD4BF0F9-9F03-4CC6-A372-5A44D5683347}"/>
                </a:ext>
              </a:extLst>
            </p:cNvPr>
            <p:cNvSpPr>
              <a:spLocks noGrp="1"/>
            </p:cNvSpPr>
            <p:nvPr/>
          </p:nvSpPr>
          <p:spPr>
            <a:xfrm rot="0" flipH="0" flipV="0">
              <a:off x="4101275" y="2022793"/>
              <a:ext cx="84723" cy="94121"/>
            </a:xfrm>
            <a:prstGeom prst="rect">
              <a:avLst/>
            </a:prstGeom>
            <a:solidFill>
              <a:srgbClr val="0072B2"/>
            </a:solidFill>
            <a:ln w="0">
              <a:noFill/>
              <a:prstDash val="solid"/>
            </a:ln>
          </p:spPr>
        </p:sp>
        <p:sp>
          <p:nvSpPr>
            <p:cNvPr id="17088" name="original-2d:689">
              <a:extLst>
                <a:ext uri="{FF2B5EF4-FFF2-40B4-BE49-F238E27FC236}">
                  <ns2:creationId id="{48405ADE-90FF-422D-8BC8-EB0276A563FD}"/>
                </a:ext>
              </a:extLst>
            </p:cNvPr>
            <p:cNvSpPr>
              <a:spLocks noGrp="1"/>
            </p:cNvSpPr>
            <p:nvPr/>
          </p:nvSpPr>
          <p:spPr>
            <a:xfrm rot="0" flipH="0" flipV="0">
              <a:off x="4185857" y="2022793"/>
              <a:ext cx="84723" cy="94121"/>
            </a:xfrm>
            <a:prstGeom prst="rect">
              <a:avLst/>
            </a:prstGeom>
            <a:solidFill>
              <a:srgbClr val="D4B4CC"/>
            </a:solidFill>
            <a:ln w="0">
              <a:noFill/>
              <a:prstDash val="solid"/>
            </a:ln>
          </p:spPr>
        </p:sp>
        <p:sp>
          <p:nvSpPr>
            <p:cNvPr id="17089" name="original-2d:690">
              <a:extLst>
                <a:ext uri="{FF2B5EF4-FFF2-40B4-BE49-F238E27FC236}">
                  <ns2:creationId id="{742FDD4F-19E4-4B20-A1C3-569825AD78BC}"/>
                </a:ext>
              </a:extLst>
            </p:cNvPr>
            <p:cNvSpPr>
              <a:spLocks noGrp="1"/>
            </p:cNvSpPr>
            <p:nvPr/>
          </p:nvSpPr>
          <p:spPr>
            <a:xfrm rot="0" flipH="0" flipV="0">
              <a:off x="4270439" y="2022793"/>
              <a:ext cx="84723" cy="94121"/>
            </a:xfrm>
            <a:prstGeom prst="rect">
              <a:avLst/>
            </a:prstGeom>
            <a:solidFill>
              <a:srgbClr val="CC79A7"/>
            </a:solidFill>
            <a:ln w="0">
              <a:noFill/>
              <a:prstDash val="solid"/>
            </a:ln>
          </p:spPr>
        </p:sp>
        <p:sp>
          <p:nvSpPr>
            <p:cNvPr id="17090" name="original-2d:691">
              <a:extLst>
                <a:ext uri="{FF2B5EF4-FFF2-40B4-BE49-F238E27FC236}">
                  <ns2:creationId id="{24A21EE5-A2D4-4E27-845C-FB744F54DFA6}"/>
                </a:ext>
              </a:extLst>
            </p:cNvPr>
            <p:cNvSpPr>
              <a:spLocks noGrp="1"/>
            </p:cNvSpPr>
            <p:nvPr/>
          </p:nvSpPr>
          <p:spPr>
            <a:xfrm rot="0" flipH="0" flipV="0">
              <a:off x="4355021" y="2022793"/>
              <a:ext cx="84723" cy="94121"/>
            </a:xfrm>
            <a:prstGeom prst="rect">
              <a:avLst/>
            </a:prstGeom>
            <a:solidFill>
              <a:srgbClr val="CC79A7"/>
            </a:solidFill>
            <a:ln w="0">
              <a:noFill/>
              <a:prstDash val="solid"/>
            </a:ln>
          </p:spPr>
        </p:sp>
        <p:sp>
          <p:nvSpPr>
            <p:cNvPr id="17091" name="original-2d:692">
              <a:extLst>
                <a:ext uri="{FF2B5EF4-FFF2-40B4-BE49-F238E27FC236}">
                  <ns2:creationId id="{8904112C-53C3-4886-AD35-E20B9487BE6A}"/>
                </a:ext>
              </a:extLst>
            </p:cNvPr>
            <p:cNvSpPr>
              <a:spLocks noGrp="1"/>
            </p:cNvSpPr>
            <p:nvPr/>
          </p:nvSpPr>
          <p:spPr>
            <a:xfrm rot="0" flipH="0" flipV="0">
              <a:off x="4439603" y="2022793"/>
              <a:ext cx="84723" cy="94121"/>
            </a:xfrm>
            <a:prstGeom prst="rect">
              <a:avLst/>
            </a:prstGeom>
            <a:solidFill>
              <a:srgbClr val="CC79A7"/>
            </a:solidFill>
            <a:ln w="0">
              <a:noFill/>
              <a:prstDash val="solid"/>
            </a:ln>
          </p:spPr>
        </p:sp>
        <p:sp>
          <p:nvSpPr>
            <p:cNvPr id="17092" name="original-2d:693">
              <a:extLst>
                <a:ext uri="{FF2B5EF4-FFF2-40B4-BE49-F238E27FC236}">
                  <ns2:creationId id="{6075C0B3-BC1B-4C58-8CD4-B814D95DFF5A}"/>
                </a:ext>
              </a:extLst>
            </p:cNvPr>
            <p:cNvSpPr>
              <a:spLocks noGrp="1"/>
            </p:cNvSpPr>
            <p:nvPr/>
          </p:nvSpPr>
          <p:spPr>
            <a:xfrm rot="0" flipH="0" flipV="0">
              <a:off x="4524185" y="2022793"/>
              <a:ext cx="84723" cy="94121"/>
            </a:xfrm>
            <a:prstGeom prst="rect">
              <a:avLst/>
            </a:prstGeom>
            <a:solidFill>
              <a:srgbClr val="CC79A7"/>
            </a:solidFill>
            <a:ln w="0">
              <a:noFill/>
              <a:prstDash val="solid"/>
            </a:ln>
          </p:spPr>
        </p:sp>
        <p:sp>
          <p:nvSpPr>
            <p:cNvPr id="17093" name="original-2d:694">
              <a:extLst>
                <a:ext uri="{FF2B5EF4-FFF2-40B4-BE49-F238E27FC236}">
                  <ns2:creationId id="{232A1817-9709-493D-AEF9-41891C6A0F28}"/>
                </a:ext>
              </a:extLst>
            </p:cNvPr>
            <p:cNvSpPr>
              <a:spLocks noGrp="1"/>
            </p:cNvSpPr>
            <p:nvPr/>
          </p:nvSpPr>
          <p:spPr>
            <a:xfrm rot="0" flipH="0" flipV="0">
              <a:off x="4608767" y="2022793"/>
              <a:ext cx="84723" cy="94121"/>
            </a:xfrm>
            <a:prstGeom prst="rect">
              <a:avLst/>
            </a:prstGeom>
            <a:solidFill>
              <a:srgbClr val="CC79A7"/>
            </a:solidFill>
            <a:ln w="0">
              <a:noFill/>
              <a:prstDash val="solid"/>
            </a:ln>
          </p:spPr>
        </p:sp>
        <p:sp>
          <p:nvSpPr>
            <p:cNvPr id="17094" name="original-2d:695">
              <a:extLst>
                <a:ext uri="{FF2B5EF4-FFF2-40B4-BE49-F238E27FC236}">
                  <ns2:creationId id="{2700C8EC-95E4-4D03-898E-C70AE53963A2}"/>
                </a:ext>
              </a:extLst>
            </p:cNvPr>
            <p:cNvSpPr>
              <a:spLocks noGrp="1"/>
            </p:cNvSpPr>
            <p:nvPr/>
          </p:nvSpPr>
          <p:spPr>
            <a:xfrm rot="0" flipH="0" flipV="0">
              <a:off x="4693349" y="2022793"/>
              <a:ext cx="84723" cy="94121"/>
            </a:xfrm>
            <a:prstGeom prst="rect">
              <a:avLst/>
            </a:prstGeom>
            <a:solidFill>
              <a:srgbClr val="CC79A7"/>
            </a:solidFill>
            <a:ln w="0">
              <a:noFill/>
              <a:prstDash val="solid"/>
            </a:ln>
          </p:spPr>
        </p:sp>
        <p:sp>
          <p:nvSpPr>
            <p:cNvPr id="17095" name="original-2d:696">
              <a:extLst>
                <a:ext uri="{FF2B5EF4-FFF2-40B4-BE49-F238E27FC236}">
                  <ns2:creationId id="{DE7FABD3-CBF6-4775-9011-BAA1D97FD3D3}"/>
                </a:ext>
              </a:extLst>
            </p:cNvPr>
            <p:cNvSpPr>
              <a:spLocks noGrp="1"/>
            </p:cNvSpPr>
            <p:nvPr/>
          </p:nvSpPr>
          <p:spPr>
            <a:xfrm rot="0" flipH="0" flipV="0">
              <a:off x="4777931" y="2022793"/>
              <a:ext cx="84723" cy="94121"/>
            </a:xfrm>
            <a:prstGeom prst="rect">
              <a:avLst/>
            </a:prstGeom>
            <a:solidFill>
              <a:srgbClr val="CC79A7"/>
            </a:solidFill>
            <a:ln w="0">
              <a:noFill/>
              <a:prstDash val="solid"/>
            </a:ln>
          </p:spPr>
        </p:sp>
        <p:sp>
          <p:nvSpPr>
            <p:cNvPr id="17096" name="original-2d:697">
              <a:extLst>
                <a:ext uri="{FF2B5EF4-FFF2-40B4-BE49-F238E27FC236}">
                  <ns2:creationId id="{350C9A03-F087-4BF3-823C-885E7E633A4B}"/>
                </a:ext>
              </a:extLst>
            </p:cNvPr>
            <p:cNvSpPr>
              <a:spLocks noGrp="1"/>
            </p:cNvSpPr>
            <p:nvPr/>
          </p:nvSpPr>
          <p:spPr>
            <a:xfrm rot="0" flipH="0" flipV="0">
              <a:off x="4862513" y="2022793"/>
              <a:ext cx="84723" cy="94121"/>
            </a:xfrm>
            <a:prstGeom prst="rect">
              <a:avLst/>
            </a:prstGeom>
            <a:solidFill>
              <a:srgbClr val="CC79A7"/>
            </a:solidFill>
            <a:ln w="0">
              <a:noFill/>
              <a:prstDash val="solid"/>
            </a:ln>
          </p:spPr>
        </p:sp>
        <p:sp>
          <p:nvSpPr>
            <p:cNvPr id="17097" name="original-2d:698">
              <a:extLst>
                <a:ext uri="{FF2B5EF4-FFF2-40B4-BE49-F238E27FC236}">
                  <ns2:creationId id="{9B1C7203-99FE-49D7-BF3E-D8502D5ACAAD}"/>
                </a:ext>
              </a:extLst>
            </p:cNvPr>
            <p:cNvSpPr>
              <a:spLocks noGrp="1"/>
            </p:cNvSpPr>
            <p:nvPr/>
          </p:nvSpPr>
          <p:spPr>
            <a:xfrm rot="0" flipH="0" flipV="0">
              <a:off x="4947095" y="2022793"/>
              <a:ext cx="84723" cy="94121"/>
            </a:xfrm>
            <a:prstGeom prst="rect">
              <a:avLst/>
            </a:prstGeom>
            <a:solidFill>
              <a:srgbClr val="CC79A7"/>
            </a:solidFill>
            <a:ln w="0">
              <a:noFill/>
              <a:prstDash val="solid"/>
            </a:ln>
          </p:spPr>
        </p:sp>
        <p:sp>
          <p:nvSpPr>
            <p:cNvPr id="17098" name="original-2d:699">
              <a:extLst>
                <a:ext uri="{FF2B5EF4-FFF2-40B4-BE49-F238E27FC236}">
                  <ns2:creationId id="{050FBA25-D722-4E1D-8544-78244C5EF7A2}"/>
                </a:ext>
              </a:extLst>
            </p:cNvPr>
            <p:cNvSpPr>
              <a:spLocks noGrp="1"/>
            </p:cNvSpPr>
            <p:nvPr/>
          </p:nvSpPr>
          <p:spPr>
            <a:xfrm rot="0" flipH="0" flipV="0">
              <a:off x="5031677" y="2022793"/>
              <a:ext cx="84723" cy="94121"/>
            </a:xfrm>
            <a:prstGeom prst="rect">
              <a:avLst/>
            </a:prstGeom>
            <a:solidFill>
              <a:srgbClr val="CC79A7"/>
            </a:solidFill>
            <a:ln w="0">
              <a:noFill/>
              <a:prstDash val="solid"/>
            </a:ln>
          </p:spPr>
        </p:sp>
        <p:sp>
          <p:nvSpPr>
            <p:cNvPr id="17099" name="original-2d:700">
              <a:extLst>
                <a:ext uri="{FF2B5EF4-FFF2-40B4-BE49-F238E27FC236}">
                  <ns2:creationId id="{C634B031-2BD7-4ABD-9DFF-E31D74A1B181}"/>
                </a:ext>
              </a:extLst>
            </p:cNvPr>
            <p:cNvSpPr>
              <a:spLocks noGrp="1"/>
            </p:cNvSpPr>
            <p:nvPr/>
          </p:nvSpPr>
          <p:spPr>
            <a:xfrm rot="0" flipH="0" flipV="0">
              <a:off x="5116259" y="2022793"/>
              <a:ext cx="84723" cy="94121"/>
            </a:xfrm>
            <a:prstGeom prst="rect">
              <a:avLst/>
            </a:prstGeom>
            <a:solidFill>
              <a:srgbClr val="CC79A7"/>
            </a:solidFill>
            <a:ln w="0">
              <a:noFill/>
              <a:prstDash val="solid"/>
            </a:ln>
          </p:spPr>
        </p:sp>
        <p:sp>
          <p:nvSpPr>
            <p:cNvPr id="17100" name="original-2d:701">
              <a:extLst>
                <a:ext uri="{FF2B5EF4-FFF2-40B4-BE49-F238E27FC236}">
                  <ns2:creationId id="{96CAF24D-920C-4B48-AAA3-F76555AC8769}"/>
                </a:ext>
              </a:extLst>
            </p:cNvPr>
            <p:cNvSpPr>
              <a:spLocks noGrp="1"/>
            </p:cNvSpPr>
            <p:nvPr/>
          </p:nvSpPr>
          <p:spPr>
            <a:xfrm rot="0" flipH="0" flipV="0">
              <a:off x="5200841" y="2022793"/>
              <a:ext cx="84723" cy="94121"/>
            </a:xfrm>
            <a:prstGeom prst="rect">
              <a:avLst/>
            </a:prstGeom>
            <a:solidFill>
              <a:srgbClr val="D4B4CC"/>
            </a:solidFill>
            <a:ln w="0">
              <a:noFill/>
              <a:prstDash val="solid"/>
            </a:ln>
          </p:spPr>
        </p:sp>
        <p:sp>
          <p:nvSpPr>
            <p:cNvPr id="17101" name="original-2d:702">
              <a:extLst>
                <a:ext uri="{FF2B5EF4-FFF2-40B4-BE49-F238E27FC236}">
                  <ns2:creationId id="{0A068D94-269F-4E2C-AD4E-FDAF371BF5AC}"/>
                </a:ext>
              </a:extLst>
            </p:cNvPr>
            <p:cNvSpPr>
              <a:spLocks noGrp="1"/>
            </p:cNvSpPr>
            <p:nvPr/>
          </p:nvSpPr>
          <p:spPr>
            <a:xfrm rot="0" flipH="0" flipV="0">
              <a:off x="3593783" y="2116773"/>
              <a:ext cx="84723" cy="94121"/>
            </a:xfrm>
            <a:prstGeom prst="rect">
              <a:avLst/>
            </a:prstGeom>
            <a:solidFill>
              <a:srgbClr val="0072B2"/>
            </a:solidFill>
            <a:ln w="0">
              <a:noFill/>
              <a:prstDash val="solid"/>
            </a:ln>
          </p:spPr>
        </p:sp>
        <p:sp>
          <p:nvSpPr>
            <p:cNvPr id="17102" name="original-2d:703">
              <a:extLst>
                <a:ext uri="{FF2B5EF4-FFF2-40B4-BE49-F238E27FC236}">
                  <ns2:creationId id="{64302F09-E258-47F0-9BAE-BAD9C6804C73}"/>
                </a:ext>
              </a:extLst>
            </p:cNvPr>
            <p:cNvSpPr>
              <a:spLocks noGrp="1"/>
            </p:cNvSpPr>
            <p:nvPr/>
          </p:nvSpPr>
          <p:spPr>
            <a:xfrm rot="0" flipH="0" flipV="0">
              <a:off x="3678365" y="2116773"/>
              <a:ext cx="84723" cy="94121"/>
            </a:xfrm>
            <a:prstGeom prst="rect">
              <a:avLst/>
            </a:prstGeom>
            <a:solidFill>
              <a:srgbClr val="0072B2"/>
            </a:solidFill>
            <a:ln w="0">
              <a:noFill/>
              <a:prstDash val="solid"/>
            </a:ln>
          </p:spPr>
        </p:sp>
        <p:sp>
          <p:nvSpPr>
            <p:cNvPr id="17103" name="original-2d:704">
              <a:extLst>
                <a:ext uri="{FF2B5EF4-FFF2-40B4-BE49-F238E27FC236}">
                  <ns2:creationId id="{A562C9D8-4A20-460F-B67A-905CD194B2EA}"/>
                </a:ext>
              </a:extLst>
            </p:cNvPr>
            <p:cNvSpPr>
              <a:spLocks noGrp="1"/>
            </p:cNvSpPr>
            <p:nvPr/>
          </p:nvSpPr>
          <p:spPr>
            <a:xfrm rot="0" flipH="0" flipV="0">
              <a:off x="3762947" y="2116773"/>
              <a:ext cx="84723" cy="94121"/>
            </a:xfrm>
            <a:prstGeom prst="rect">
              <a:avLst/>
            </a:prstGeom>
            <a:solidFill>
              <a:srgbClr val="0072B2"/>
            </a:solidFill>
            <a:ln w="0">
              <a:noFill/>
              <a:prstDash val="solid"/>
            </a:ln>
          </p:spPr>
        </p:sp>
        <p:sp>
          <p:nvSpPr>
            <p:cNvPr id="17104" name="original-2d:705">
              <a:extLst>
                <a:ext uri="{FF2B5EF4-FFF2-40B4-BE49-F238E27FC236}">
                  <ns2:creationId id="{09A398DD-3990-4582-B461-248A0C331044}"/>
                </a:ext>
              </a:extLst>
            </p:cNvPr>
            <p:cNvSpPr>
              <a:spLocks noGrp="1"/>
            </p:cNvSpPr>
            <p:nvPr/>
          </p:nvSpPr>
          <p:spPr>
            <a:xfrm rot="0" flipH="0" flipV="0">
              <a:off x="3847529" y="2116773"/>
              <a:ext cx="84723" cy="94121"/>
            </a:xfrm>
            <a:prstGeom prst="rect">
              <a:avLst/>
            </a:prstGeom>
            <a:solidFill>
              <a:srgbClr val="0072B2"/>
            </a:solidFill>
            <a:ln w="0">
              <a:noFill/>
              <a:prstDash val="solid"/>
            </a:ln>
          </p:spPr>
        </p:sp>
        <p:sp>
          <p:nvSpPr>
            <p:cNvPr id="17105" name="original-2d:706">
              <a:extLst>
                <a:ext uri="{FF2B5EF4-FFF2-40B4-BE49-F238E27FC236}">
                  <ns2:creationId id="{B02C1295-CD27-45D4-A8F9-A97D7494467C}"/>
                </a:ext>
              </a:extLst>
            </p:cNvPr>
            <p:cNvSpPr>
              <a:spLocks noGrp="1"/>
            </p:cNvSpPr>
            <p:nvPr/>
          </p:nvSpPr>
          <p:spPr>
            <a:xfrm rot="0" flipH="0" flipV="0">
              <a:off x="3932111" y="2116773"/>
              <a:ext cx="84723" cy="94121"/>
            </a:xfrm>
            <a:prstGeom prst="rect">
              <a:avLst/>
            </a:prstGeom>
            <a:solidFill>
              <a:srgbClr val="0072B2"/>
            </a:solidFill>
            <a:ln w="0">
              <a:noFill/>
              <a:prstDash val="solid"/>
            </a:ln>
          </p:spPr>
        </p:sp>
        <p:sp>
          <p:nvSpPr>
            <p:cNvPr id="17106" name="original-2d:707">
              <a:extLst>
                <a:ext uri="{FF2B5EF4-FFF2-40B4-BE49-F238E27FC236}">
                  <ns2:creationId id="{0B804194-27B3-4C65-99E1-A7C8067AFC5F}"/>
                </a:ext>
              </a:extLst>
            </p:cNvPr>
            <p:cNvSpPr>
              <a:spLocks noGrp="1"/>
            </p:cNvSpPr>
            <p:nvPr/>
          </p:nvSpPr>
          <p:spPr>
            <a:xfrm rot="0" flipH="0" flipV="0">
              <a:off x="4016693" y="2116773"/>
              <a:ext cx="84723" cy="94121"/>
            </a:xfrm>
            <a:prstGeom prst="rect">
              <a:avLst/>
            </a:prstGeom>
            <a:solidFill>
              <a:srgbClr val="0072B2"/>
            </a:solidFill>
            <a:ln w="0">
              <a:noFill/>
              <a:prstDash val="solid"/>
            </a:ln>
          </p:spPr>
        </p:sp>
        <p:sp>
          <p:nvSpPr>
            <p:cNvPr id="17107" name="original-2d:708">
              <a:extLst>
                <a:ext uri="{FF2B5EF4-FFF2-40B4-BE49-F238E27FC236}">
                  <ns2:creationId id="{1F9C374D-7DB5-489A-A884-9B9302CAF113}"/>
                </a:ext>
              </a:extLst>
            </p:cNvPr>
            <p:cNvSpPr>
              <a:spLocks noGrp="1"/>
            </p:cNvSpPr>
            <p:nvPr/>
          </p:nvSpPr>
          <p:spPr>
            <a:xfrm rot="0" flipH="0" flipV="0">
              <a:off x="4101275" y="2116773"/>
              <a:ext cx="84723" cy="94121"/>
            </a:xfrm>
            <a:prstGeom prst="rect">
              <a:avLst/>
            </a:prstGeom>
            <a:solidFill>
              <a:srgbClr val="0072B2"/>
            </a:solidFill>
            <a:ln w="0">
              <a:noFill/>
              <a:prstDash val="solid"/>
            </a:ln>
          </p:spPr>
        </p:sp>
        <p:sp>
          <p:nvSpPr>
            <p:cNvPr id="17108" name="original-2d:709">
              <a:extLst>
                <a:ext uri="{FF2B5EF4-FFF2-40B4-BE49-F238E27FC236}">
                  <ns2:creationId id="{A9307BD2-389F-418F-9798-EC85A38D4142}"/>
                </a:ext>
              </a:extLst>
            </p:cNvPr>
            <p:cNvSpPr>
              <a:spLocks noGrp="1"/>
            </p:cNvSpPr>
            <p:nvPr/>
          </p:nvSpPr>
          <p:spPr>
            <a:xfrm rot="0" flipH="0" flipV="0">
              <a:off x="4185857" y="2116773"/>
              <a:ext cx="84723" cy="94121"/>
            </a:xfrm>
            <a:prstGeom prst="rect">
              <a:avLst/>
            </a:prstGeom>
            <a:solidFill>
              <a:srgbClr val="0072B2"/>
            </a:solidFill>
            <a:ln w="0">
              <a:noFill/>
              <a:prstDash val="solid"/>
            </a:ln>
          </p:spPr>
        </p:sp>
        <p:sp>
          <p:nvSpPr>
            <p:cNvPr id="17109" name="original-2d:710">
              <a:extLst>
                <a:ext uri="{FF2B5EF4-FFF2-40B4-BE49-F238E27FC236}">
                  <ns2:creationId id="{144BBDC9-018B-4CFF-B699-A41F18ABA936}"/>
                </a:ext>
              </a:extLst>
            </p:cNvPr>
            <p:cNvSpPr>
              <a:spLocks noGrp="1"/>
            </p:cNvSpPr>
            <p:nvPr/>
          </p:nvSpPr>
          <p:spPr>
            <a:xfrm rot="0" flipH="0" flipV="0">
              <a:off x="4270439" y="2116773"/>
              <a:ext cx="84723" cy="94121"/>
            </a:xfrm>
            <a:prstGeom prst="rect">
              <a:avLst/>
            </a:prstGeom>
            <a:solidFill>
              <a:srgbClr val="D4B4CC"/>
            </a:solidFill>
            <a:ln w="0">
              <a:noFill/>
              <a:prstDash val="solid"/>
            </a:ln>
          </p:spPr>
        </p:sp>
        <p:sp>
          <p:nvSpPr>
            <p:cNvPr id="17110" name="original-2d:711">
              <a:extLst>
                <a:ext uri="{FF2B5EF4-FFF2-40B4-BE49-F238E27FC236}">
                  <ns2:creationId id="{801C0569-95AB-4DAA-BC29-BEB33000AE82}"/>
                </a:ext>
              </a:extLst>
            </p:cNvPr>
            <p:cNvSpPr>
              <a:spLocks noGrp="1"/>
            </p:cNvSpPr>
            <p:nvPr/>
          </p:nvSpPr>
          <p:spPr>
            <a:xfrm rot="0" flipH="0" flipV="0">
              <a:off x="4355021" y="2116773"/>
              <a:ext cx="84723" cy="94121"/>
            </a:xfrm>
            <a:prstGeom prst="rect">
              <a:avLst/>
            </a:prstGeom>
            <a:solidFill>
              <a:srgbClr val="CC79A7"/>
            </a:solidFill>
            <a:ln w="0">
              <a:noFill/>
              <a:prstDash val="solid"/>
            </a:ln>
          </p:spPr>
        </p:sp>
        <p:sp>
          <p:nvSpPr>
            <p:cNvPr id="17111" name="original-2d:712">
              <a:extLst>
                <a:ext uri="{FF2B5EF4-FFF2-40B4-BE49-F238E27FC236}">
                  <ns2:creationId id="{937CBFFE-CCDA-4262-8B36-A35B30777BE4}"/>
                </a:ext>
              </a:extLst>
            </p:cNvPr>
            <p:cNvSpPr>
              <a:spLocks noGrp="1"/>
            </p:cNvSpPr>
            <p:nvPr/>
          </p:nvSpPr>
          <p:spPr>
            <a:xfrm rot="0" flipH="0" flipV="0">
              <a:off x="4439603" y="2116773"/>
              <a:ext cx="84723" cy="94121"/>
            </a:xfrm>
            <a:prstGeom prst="rect">
              <a:avLst/>
            </a:prstGeom>
            <a:solidFill>
              <a:srgbClr val="CC79A7"/>
            </a:solidFill>
            <a:ln w="0">
              <a:noFill/>
              <a:prstDash val="solid"/>
            </a:ln>
          </p:spPr>
        </p:sp>
        <p:sp>
          <p:nvSpPr>
            <p:cNvPr id="17112" name="original-2d:713">
              <a:extLst>
                <a:ext uri="{FF2B5EF4-FFF2-40B4-BE49-F238E27FC236}">
                  <ns2:creationId id="{51D5CC9C-23F7-4EFF-BF3C-EF9F4E0CC924}"/>
                </a:ext>
              </a:extLst>
            </p:cNvPr>
            <p:cNvSpPr>
              <a:spLocks noGrp="1"/>
            </p:cNvSpPr>
            <p:nvPr/>
          </p:nvSpPr>
          <p:spPr>
            <a:xfrm rot="0" flipH="0" flipV="0">
              <a:off x="4524185" y="2116773"/>
              <a:ext cx="84723" cy="94121"/>
            </a:xfrm>
            <a:prstGeom prst="rect">
              <a:avLst/>
            </a:prstGeom>
            <a:solidFill>
              <a:srgbClr val="CC79A7"/>
            </a:solidFill>
            <a:ln w="0">
              <a:noFill/>
              <a:prstDash val="solid"/>
            </a:ln>
          </p:spPr>
        </p:sp>
        <p:sp>
          <p:nvSpPr>
            <p:cNvPr id="17113" name="original-2d:714">
              <a:extLst>
                <a:ext uri="{FF2B5EF4-FFF2-40B4-BE49-F238E27FC236}">
                  <ns2:creationId id="{DE876566-B67D-4F61-AA71-28F4F5BD61F6}"/>
                </a:ext>
              </a:extLst>
            </p:cNvPr>
            <p:cNvSpPr>
              <a:spLocks noGrp="1"/>
            </p:cNvSpPr>
            <p:nvPr/>
          </p:nvSpPr>
          <p:spPr>
            <a:xfrm rot="0" flipH="0" flipV="0">
              <a:off x="4608767" y="2116773"/>
              <a:ext cx="84723" cy="94121"/>
            </a:xfrm>
            <a:prstGeom prst="rect">
              <a:avLst/>
            </a:prstGeom>
            <a:solidFill>
              <a:srgbClr val="CC79A7"/>
            </a:solidFill>
            <a:ln w="0">
              <a:noFill/>
              <a:prstDash val="solid"/>
            </a:ln>
          </p:spPr>
        </p:sp>
        <p:sp>
          <p:nvSpPr>
            <p:cNvPr id="17114" name="original-2d:715">
              <a:extLst>
                <a:ext uri="{FF2B5EF4-FFF2-40B4-BE49-F238E27FC236}">
                  <ns2:creationId id="{654B17DD-96BE-411D-9819-D653D1178443}"/>
                </a:ext>
              </a:extLst>
            </p:cNvPr>
            <p:cNvSpPr>
              <a:spLocks noGrp="1"/>
            </p:cNvSpPr>
            <p:nvPr/>
          </p:nvSpPr>
          <p:spPr>
            <a:xfrm rot="0" flipH="0" flipV="0">
              <a:off x="4693349" y="2116773"/>
              <a:ext cx="84723" cy="94121"/>
            </a:xfrm>
            <a:prstGeom prst="rect">
              <a:avLst/>
            </a:prstGeom>
            <a:solidFill>
              <a:srgbClr val="CC79A7"/>
            </a:solidFill>
            <a:ln w="0">
              <a:noFill/>
              <a:prstDash val="solid"/>
            </a:ln>
          </p:spPr>
        </p:sp>
        <p:sp>
          <p:nvSpPr>
            <p:cNvPr id="17115" name="original-2d:716">
              <a:extLst>
                <a:ext uri="{FF2B5EF4-FFF2-40B4-BE49-F238E27FC236}">
                  <ns2:creationId id="{36CBE421-6528-4E8C-9F57-FB18EF3F0AA8}"/>
                </a:ext>
              </a:extLst>
            </p:cNvPr>
            <p:cNvSpPr>
              <a:spLocks noGrp="1"/>
            </p:cNvSpPr>
            <p:nvPr/>
          </p:nvSpPr>
          <p:spPr>
            <a:xfrm rot="0" flipH="0" flipV="0">
              <a:off x="4777931" y="2116773"/>
              <a:ext cx="84723" cy="94121"/>
            </a:xfrm>
            <a:prstGeom prst="rect">
              <a:avLst/>
            </a:prstGeom>
            <a:solidFill>
              <a:srgbClr val="CC79A7"/>
            </a:solidFill>
            <a:ln w="0">
              <a:noFill/>
              <a:prstDash val="solid"/>
            </a:ln>
          </p:spPr>
        </p:sp>
        <p:sp>
          <p:nvSpPr>
            <p:cNvPr id="17116" name="original-2d:717">
              <a:extLst>
                <a:ext uri="{FF2B5EF4-FFF2-40B4-BE49-F238E27FC236}">
                  <ns2:creationId id="{1BADB01F-1A31-47F6-AF0D-9B81AA03E08F}"/>
                </a:ext>
              </a:extLst>
            </p:cNvPr>
            <p:cNvSpPr>
              <a:spLocks noGrp="1"/>
            </p:cNvSpPr>
            <p:nvPr/>
          </p:nvSpPr>
          <p:spPr>
            <a:xfrm rot="0" flipH="0" flipV="0">
              <a:off x="4862513" y="2116773"/>
              <a:ext cx="84723" cy="94121"/>
            </a:xfrm>
            <a:prstGeom prst="rect">
              <a:avLst/>
            </a:prstGeom>
            <a:solidFill>
              <a:srgbClr val="CC79A7"/>
            </a:solidFill>
            <a:ln w="0">
              <a:noFill/>
              <a:prstDash val="solid"/>
            </a:ln>
          </p:spPr>
        </p:sp>
        <p:sp>
          <p:nvSpPr>
            <p:cNvPr id="17117" name="original-2d:718">
              <a:extLst>
                <a:ext uri="{FF2B5EF4-FFF2-40B4-BE49-F238E27FC236}">
                  <ns2:creationId id="{4BE03F24-86F0-44DF-A51A-E88A665FDFF4}"/>
                </a:ext>
              </a:extLst>
            </p:cNvPr>
            <p:cNvSpPr>
              <a:spLocks noGrp="1"/>
            </p:cNvSpPr>
            <p:nvPr/>
          </p:nvSpPr>
          <p:spPr>
            <a:xfrm rot="0" flipH="0" flipV="0">
              <a:off x="4947095" y="2116773"/>
              <a:ext cx="84723" cy="94121"/>
            </a:xfrm>
            <a:prstGeom prst="rect">
              <a:avLst/>
            </a:prstGeom>
            <a:solidFill>
              <a:srgbClr val="D4B4CC"/>
            </a:solidFill>
            <a:ln w="0">
              <a:noFill/>
              <a:prstDash val="solid"/>
            </a:ln>
          </p:spPr>
        </p:sp>
        <p:sp>
          <p:nvSpPr>
            <p:cNvPr id="17118" name="original-2d:719">
              <a:extLst>
                <a:ext uri="{FF2B5EF4-FFF2-40B4-BE49-F238E27FC236}">
                  <ns2:creationId id="{134A501A-CAED-4BF5-A8EF-72637C715FA9}"/>
                </a:ext>
              </a:extLst>
            </p:cNvPr>
            <p:cNvSpPr>
              <a:spLocks noGrp="1"/>
            </p:cNvSpPr>
            <p:nvPr/>
          </p:nvSpPr>
          <p:spPr>
            <a:xfrm rot="0" flipH="0" flipV="0">
              <a:off x="5031677" y="2116773"/>
              <a:ext cx="84723" cy="94121"/>
            </a:xfrm>
            <a:prstGeom prst="rect">
              <a:avLst/>
            </a:prstGeom>
            <a:solidFill>
              <a:srgbClr val="D4B4CC"/>
            </a:solidFill>
            <a:ln w="0">
              <a:noFill/>
              <a:prstDash val="solid"/>
            </a:ln>
          </p:spPr>
        </p:sp>
        <p:sp>
          <p:nvSpPr>
            <p:cNvPr id="17119" name="original-2d:720">
              <a:extLst>
                <a:ext uri="{FF2B5EF4-FFF2-40B4-BE49-F238E27FC236}">
                  <ns2:creationId id="{B2163751-34F3-4613-A555-B030E4EFF339}"/>
                </a:ext>
              </a:extLst>
            </p:cNvPr>
            <p:cNvSpPr>
              <a:spLocks noGrp="1"/>
            </p:cNvSpPr>
            <p:nvPr/>
          </p:nvSpPr>
          <p:spPr>
            <a:xfrm rot="0" flipH="0" flipV="0">
              <a:off x="5116259" y="2116773"/>
              <a:ext cx="84723" cy="94121"/>
            </a:xfrm>
            <a:prstGeom prst="rect">
              <a:avLst/>
            </a:prstGeom>
            <a:solidFill>
              <a:srgbClr val="D4B4CC"/>
            </a:solidFill>
            <a:ln w="0">
              <a:noFill/>
              <a:prstDash val="solid"/>
            </a:ln>
          </p:spPr>
        </p:sp>
        <p:sp>
          <p:nvSpPr>
            <p:cNvPr id="17120" name="original-2d:721">
              <a:extLst>
                <a:ext uri="{FF2B5EF4-FFF2-40B4-BE49-F238E27FC236}">
                  <ns2:creationId id="{451C4701-E46A-4001-950C-24AFF7A71DF6}"/>
                </a:ext>
              </a:extLst>
            </p:cNvPr>
            <p:cNvSpPr>
              <a:spLocks noGrp="1"/>
            </p:cNvSpPr>
            <p:nvPr/>
          </p:nvSpPr>
          <p:spPr>
            <a:xfrm rot="0" flipH="0" flipV="0">
              <a:off x="5200841" y="2116773"/>
              <a:ext cx="84723" cy="94121"/>
            </a:xfrm>
            <a:prstGeom prst="rect">
              <a:avLst/>
            </a:prstGeom>
            <a:solidFill>
              <a:srgbClr val="D4B4CC"/>
            </a:solidFill>
            <a:ln w="0">
              <a:noFill/>
              <a:prstDash val="solid"/>
            </a:ln>
          </p:spPr>
        </p:sp>
        <p:sp>
          <p:nvSpPr>
            <p:cNvPr id="17121" name="original-2d:722">
              <a:extLst>
                <a:ext uri="{FF2B5EF4-FFF2-40B4-BE49-F238E27FC236}">
                  <ns2:creationId id="{C99D830A-B02B-4991-A376-A3EAA9AEDD01}"/>
                </a:ext>
              </a:extLst>
            </p:cNvPr>
            <p:cNvSpPr>
              <a:spLocks noGrp="1"/>
            </p:cNvSpPr>
            <p:nvPr/>
          </p:nvSpPr>
          <p:spPr>
            <a:xfrm rot="0" flipH="0" flipV="0">
              <a:off x="3593783" y="2210753"/>
              <a:ext cx="84723" cy="94121"/>
            </a:xfrm>
            <a:prstGeom prst="rect">
              <a:avLst/>
            </a:prstGeom>
            <a:solidFill>
              <a:srgbClr val="0072B2"/>
            </a:solidFill>
            <a:ln w="0">
              <a:noFill/>
              <a:prstDash val="solid"/>
            </a:ln>
          </p:spPr>
        </p:sp>
        <p:sp>
          <p:nvSpPr>
            <p:cNvPr id="17122" name="original-2d:723">
              <a:extLst>
                <a:ext uri="{FF2B5EF4-FFF2-40B4-BE49-F238E27FC236}">
                  <ns2:creationId id="{6799EE18-B78D-4FEB-8BCB-310206FAF53E}"/>
                </a:ext>
              </a:extLst>
            </p:cNvPr>
            <p:cNvSpPr>
              <a:spLocks noGrp="1"/>
            </p:cNvSpPr>
            <p:nvPr/>
          </p:nvSpPr>
          <p:spPr>
            <a:xfrm rot="0" flipH="0" flipV="0">
              <a:off x="3678365" y="2210753"/>
              <a:ext cx="84723" cy="94121"/>
            </a:xfrm>
            <a:prstGeom prst="rect">
              <a:avLst/>
            </a:prstGeom>
            <a:solidFill>
              <a:srgbClr val="0072B2"/>
            </a:solidFill>
            <a:ln w="0">
              <a:noFill/>
              <a:prstDash val="solid"/>
            </a:ln>
          </p:spPr>
        </p:sp>
        <p:sp>
          <p:nvSpPr>
            <p:cNvPr id="17123" name="original-2d:724">
              <a:extLst>
                <a:ext uri="{FF2B5EF4-FFF2-40B4-BE49-F238E27FC236}">
                  <ns2:creationId id="{1A55B5F6-4317-4AEF-90C0-8EB1B5A5F206}"/>
                </a:ext>
              </a:extLst>
            </p:cNvPr>
            <p:cNvSpPr>
              <a:spLocks noGrp="1"/>
            </p:cNvSpPr>
            <p:nvPr/>
          </p:nvSpPr>
          <p:spPr>
            <a:xfrm rot="0" flipH="0" flipV="0">
              <a:off x="3762947" y="2210753"/>
              <a:ext cx="84723" cy="94121"/>
            </a:xfrm>
            <a:prstGeom prst="rect">
              <a:avLst/>
            </a:prstGeom>
            <a:solidFill>
              <a:srgbClr val="0072B2"/>
            </a:solidFill>
            <a:ln w="0">
              <a:noFill/>
              <a:prstDash val="solid"/>
            </a:ln>
          </p:spPr>
        </p:sp>
        <p:sp>
          <p:nvSpPr>
            <p:cNvPr id="17124" name="original-2d:725">
              <a:extLst>
                <a:ext uri="{FF2B5EF4-FFF2-40B4-BE49-F238E27FC236}">
                  <ns2:creationId id="{009C287A-9B0E-461E-A271-5E0B002DC309}"/>
                </a:ext>
              </a:extLst>
            </p:cNvPr>
            <p:cNvSpPr>
              <a:spLocks noGrp="1"/>
            </p:cNvSpPr>
            <p:nvPr/>
          </p:nvSpPr>
          <p:spPr>
            <a:xfrm rot="0" flipH="0" flipV="0">
              <a:off x="3847529" y="2210753"/>
              <a:ext cx="84723" cy="94121"/>
            </a:xfrm>
            <a:prstGeom prst="rect">
              <a:avLst/>
            </a:prstGeom>
            <a:solidFill>
              <a:srgbClr val="0072B2"/>
            </a:solidFill>
            <a:ln w="0">
              <a:noFill/>
              <a:prstDash val="solid"/>
            </a:ln>
          </p:spPr>
        </p:sp>
        <p:sp>
          <p:nvSpPr>
            <p:cNvPr id="17125" name="original-2d:726">
              <a:extLst>
                <a:ext uri="{FF2B5EF4-FFF2-40B4-BE49-F238E27FC236}">
                  <ns2:creationId id="{748B739D-131F-4AD6-929F-548D170424F1}"/>
                </a:ext>
              </a:extLst>
            </p:cNvPr>
            <p:cNvSpPr>
              <a:spLocks noGrp="1"/>
            </p:cNvSpPr>
            <p:nvPr/>
          </p:nvSpPr>
          <p:spPr>
            <a:xfrm rot="0" flipH="0" flipV="0">
              <a:off x="3932111" y="2210753"/>
              <a:ext cx="84723" cy="94121"/>
            </a:xfrm>
            <a:prstGeom prst="rect">
              <a:avLst/>
            </a:prstGeom>
            <a:solidFill>
              <a:srgbClr val="0072B2"/>
            </a:solidFill>
            <a:ln w="0">
              <a:noFill/>
              <a:prstDash val="solid"/>
            </a:ln>
          </p:spPr>
        </p:sp>
        <p:sp>
          <p:nvSpPr>
            <p:cNvPr id="17126" name="original-2d:727">
              <a:extLst>
                <a:ext uri="{FF2B5EF4-FFF2-40B4-BE49-F238E27FC236}">
                  <ns2:creationId id="{BB034EA4-D501-4E29-9738-1D03B5892566}"/>
                </a:ext>
              </a:extLst>
            </p:cNvPr>
            <p:cNvSpPr>
              <a:spLocks noGrp="1"/>
            </p:cNvSpPr>
            <p:nvPr/>
          </p:nvSpPr>
          <p:spPr>
            <a:xfrm rot="0" flipH="0" flipV="0">
              <a:off x="4016693" y="2210753"/>
              <a:ext cx="84723" cy="94121"/>
            </a:xfrm>
            <a:prstGeom prst="rect">
              <a:avLst/>
            </a:prstGeom>
            <a:solidFill>
              <a:srgbClr val="0072B2"/>
            </a:solidFill>
            <a:ln w="0">
              <a:noFill/>
              <a:prstDash val="solid"/>
            </a:ln>
          </p:spPr>
        </p:sp>
        <p:sp>
          <p:nvSpPr>
            <p:cNvPr id="17127" name="original-2d:728">
              <a:extLst>
                <a:ext uri="{FF2B5EF4-FFF2-40B4-BE49-F238E27FC236}">
                  <ns2:creationId id="{0AF8A2C3-97A4-4358-A0F5-938080AC617A}"/>
                </a:ext>
              </a:extLst>
            </p:cNvPr>
            <p:cNvSpPr>
              <a:spLocks noGrp="1"/>
            </p:cNvSpPr>
            <p:nvPr/>
          </p:nvSpPr>
          <p:spPr>
            <a:xfrm rot="0" flipH="0" flipV="0">
              <a:off x="4101275" y="2210753"/>
              <a:ext cx="84723" cy="94121"/>
            </a:xfrm>
            <a:prstGeom prst="rect">
              <a:avLst/>
            </a:prstGeom>
            <a:solidFill>
              <a:srgbClr val="0072B2"/>
            </a:solidFill>
            <a:ln w="0">
              <a:noFill/>
              <a:prstDash val="solid"/>
            </a:ln>
          </p:spPr>
        </p:sp>
        <p:sp>
          <p:nvSpPr>
            <p:cNvPr id="17128" name="original-2d:729">
              <a:extLst>
                <a:ext uri="{FF2B5EF4-FFF2-40B4-BE49-F238E27FC236}">
                  <ns2:creationId id="{670A192E-B846-43DB-A64D-0148FE5ED06B}"/>
                </a:ext>
              </a:extLst>
            </p:cNvPr>
            <p:cNvSpPr>
              <a:spLocks noGrp="1"/>
            </p:cNvSpPr>
            <p:nvPr/>
          </p:nvSpPr>
          <p:spPr>
            <a:xfrm rot="0" flipH="0" flipV="0">
              <a:off x="4185857" y="2210753"/>
              <a:ext cx="84723" cy="94121"/>
            </a:xfrm>
            <a:prstGeom prst="rect">
              <a:avLst/>
            </a:prstGeom>
            <a:solidFill>
              <a:srgbClr val="0072B2"/>
            </a:solidFill>
            <a:ln w="0">
              <a:noFill/>
              <a:prstDash val="solid"/>
            </a:ln>
          </p:spPr>
        </p:sp>
        <p:sp>
          <p:nvSpPr>
            <p:cNvPr id="17129" name="original-2d:730">
              <a:extLst>
                <a:ext uri="{FF2B5EF4-FFF2-40B4-BE49-F238E27FC236}">
                  <ns2:creationId id="{72D62369-E798-420D-B11C-727B003C06BC}"/>
                </a:ext>
              </a:extLst>
            </p:cNvPr>
            <p:cNvSpPr>
              <a:spLocks noGrp="1"/>
            </p:cNvSpPr>
            <p:nvPr/>
          </p:nvSpPr>
          <p:spPr>
            <a:xfrm rot="0" flipH="0" flipV="0">
              <a:off x="4270439" y="2210753"/>
              <a:ext cx="84723" cy="94121"/>
            </a:xfrm>
            <a:prstGeom prst="rect">
              <a:avLst/>
            </a:prstGeom>
            <a:solidFill>
              <a:srgbClr val="D4B4CC"/>
            </a:solidFill>
            <a:ln w="0">
              <a:noFill/>
              <a:prstDash val="solid"/>
            </a:ln>
          </p:spPr>
        </p:sp>
        <p:sp>
          <p:nvSpPr>
            <p:cNvPr id="17130" name="original-2d:731">
              <a:extLst>
                <a:ext uri="{FF2B5EF4-FFF2-40B4-BE49-F238E27FC236}">
                  <ns2:creationId id="{1D3358E8-A601-45D3-8595-4014339C274D}"/>
                </a:ext>
              </a:extLst>
            </p:cNvPr>
            <p:cNvSpPr>
              <a:spLocks noGrp="1"/>
            </p:cNvSpPr>
            <p:nvPr/>
          </p:nvSpPr>
          <p:spPr>
            <a:xfrm rot="0" flipH="0" flipV="0">
              <a:off x="4355021" y="2210753"/>
              <a:ext cx="84723" cy="94121"/>
            </a:xfrm>
            <a:prstGeom prst="rect">
              <a:avLst/>
            </a:prstGeom>
            <a:solidFill>
              <a:srgbClr val="D4B4CC"/>
            </a:solidFill>
            <a:ln w="0">
              <a:noFill/>
              <a:prstDash val="solid"/>
            </a:ln>
          </p:spPr>
        </p:sp>
        <p:sp>
          <p:nvSpPr>
            <p:cNvPr id="17131" name="original-2d:732">
              <a:extLst>
                <a:ext uri="{FF2B5EF4-FFF2-40B4-BE49-F238E27FC236}">
                  <ns2:creationId id="{CF186CE6-C928-4040-BA11-3CFDCDEF38CB}"/>
                </a:ext>
              </a:extLst>
            </p:cNvPr>
            <p:cNvSpPr>
              <a:spLocks noGrp="1"/>
            </p:cNvSpPr>
            <p:nvPr/>
          </p:nvSpPr>
          <p:spPr>
            <a:xfrm rot="0" flipH="0" flipV="0">
              <a:off x="4439603" y="2210753"/>
              <a:ext cx="84723" cy="94121"/>
            </a:xfrm>
            <a:prstGeom prst="rect">
              <a:avLst/>
            </a:prstGeom>
            <a:solidFill>
              <a:srgbClr val="D4B4CC"/>
            </a:solidFill>
            <a:ln w="0">
              <a:noFill/>
              <a:prstDash val="solid"/>
            </a:ln>
          </p:spPr>
        </p:sp>
        <p:sp>
          <p:nvSpPr>
            <p:cNvPr id="17132" name="original-2d:733">
              <a:extLst>
                <a:ext uri="{FF2B5EF4-FFF2-40B4-BE49-F238E27FC236}">
                  <ns2:creationId id="{6049ABCB-ED6C-4E38-8674-7B7F7FCD5975}"/>
                </a:ext>
              </a:extLst>
            </p:cNvPr>
            <p:cNvSpPr>
              <a:spLocks noGrp="1"/>
            </p:cNvSpPr>
            <p:nvPr/>
          </p:nvSpPr>
          <p:spPr>
            <a:xfrm rot="0" flipH="0" flipV="0">
              <a:off x="4524185" y="2210753"/>
              <a:ext cx="84723" cy="94121"/>
            </a:xfrm>
            <a:prstGeom prst="rect">
              <a:avLst/>
            </a:prstGeom>
            <a:solidFill>
              <a:srgbClr val="D4B4CC"/>
            </a:solidFill>
            <a:ln w="0">
              <a:noFill/>
              <a:prstDash val="solid"/>
            </a:ln>
          </p:spPr>
        </p:sp>
        <p:sp>
          <p:nvSpPr>
            <p:cNvPr id="17133" name="original-2d:734">
              <a:extLst>
                <a:ext uri="{FF2B5EF4-FFF2-40B4-BE49-F238E27FC236}">
                  <ns2:creationId id="{70538F44-811F-4627-80C6-E21A93B61D01}"/>
                </a:ext>
              </a:extLst>
            </p:cNvPr>
            <p:cNvSpPr>
              <a:spLocks noGrp="1"/>
            </p:cNvSpPr>
            <p:nvPr/>
          </p:nvSpPr>
          <p:spPr>
            <a:xfrm rot="0" flipH="0" flipV="0">
              <a:off x="4608767" y="2210753"/>
              <a:ext cx="84723" cy="94121"/>
            </a:xfrm>
            <a:prstGeom prst="rect">
              <a:avLst/>
            </a:prstGeom>
            <a:solidFill>
              <a:srgbClr val="D4B4CC"/>
            </a:solidFill>
            <a:ln w="0">
              <a:noFill/>
              <a:prstDash val="solid"/>
            </a:ln>
          </p:spPr>
        </p:sp>
        <p:sp>
          <p:nvSpPr>
            <p:cNvPr id="17134" name="original-2d:735">
              <a:extLst>
                <a:ext uri="{FF2B5EF4-FFF2-40B4-BE49-F238E27FC236}">
                  <ns2:creationId id="{1E08DD88-D7FB-4AD3-8A34-B00605EBF78E}"/>
                </a:ext>
              </a:extLst>
            </p:cNvPr>
            <p:cNvSpPr>
              <a:spLocks noGrp="1"/>
            </p:cNvSpPr>
            <p:nvPr/>
          </p:nvSpPr>
          <p:spPr>
            <a:xfrm rot="0" flipH="0" flipV="0">
              <a:off x="4693349" y="2210753"/>
              <a:ext cx="84723" cy="94121"/>
            </a:xfrm>
            <a:prstGeom prst="rect">
              <a:avLst/>
            </a:prstGeom>
            <a:solidFill>
              <a:srgbClr val="D4B4CC"/>
            </a:solidFill>
            <a:ln w="0">
              <a:noFill/>
              <a:prstDash val="solid"/>
            </a:ln>
          </p:spPr>
        </p:sp>
        <p:sp>
          <p:nvSpPr>
            <p:cNvPr id="17135" name="original-2d:736">
              <a:extLst>
                <a:ext uri="{FF2B5EF4-FFF2-40B4-BE49-F238E27FC236}">
                  <ns2:creationId id="{B1278FB0-0D8F-4962-AB8B-FCD441CF528D}"/>
                </a:ext>
              </a:extLst>
            </p:cNvPr>
            <p:cNvSpPr>
              <a:spLocks noGrp="1"/>
            </p:cNvSpPr>
            <p:nvPr/>
          </p:nvSpPr>
          <p:spPr>
            <a:xfrm rot="0" flipH="0" flipV="0">
              <a:off x="4777931" y="2210753"/>
              <a:ext cx="84723" cy="94121"/>
            </a:xfrm>
            <a:prstGeom prst="rect">
              <a:avLst/>
            </a:prstGeom>
            <a:solidFill>
              <a:srgbClr val="D4B4CC"/>
            </a:solidFill>
            <a:ln w="0">
              <a:noFill/>
              <a:prstDash val="solid"/>
            </a:ln>
          </p:spPr>
        </p:sp>
        <p:sp>
          <p:nvSpPr>
            <p:cNvPr id="17136" name="original-2d:737">
              <a:extLst>
                <a:ext uri="{FF2B5EF4-FFF2-40B4-BE49-F238E27FC236}">
                  <ns2:creationId id="{488922EF-8624-408B-B955-9509DE00FD2C}"/>
                </a:ext>
              </a:extLst>
            </p:cNvPr>
            <p:cNvSpPr>
              <a:spLocks noGrp="1"/>
            </p:cNvSpPr>
            <p:nvPr/>
          </p:nvSpPr>
          <p:spPr>
            <a:xfrm rot="0" flipH="0" flipV="0">
              <a:off x="4862513" y="2210753"/>
              <a:ext cx="84723" cy="94121"/>
            </a:xfrm>
            <a:prstGeom prst="rect">
              <a:avLst/>
            </a:prstGeom>
            <a:solidFill>
              <a:srgbClr val="D4B4CC"/>
            </a:solidFill>
            <a:ln w="0">
              <a:noFill/>
              <a:prstDash val="solid"/>
            </a:ln>
          </p:spPr>
        </p:sp>
        <p:sp>
          <p:nvSpPr>
            <p:cNvPr id="17137" name="original-2d:738">
              <a:extLst>
                <a:ext uri="{FF2B5EF4-FFF2-40B4-BE49-F238E27FC236}">
                  <ns2:creationId id="{91E1DBA6-EB27-495D-B9CF-350FD48301CB}"/>
                </a:ext>
              </a:extLst>
            </p:cNvPr>
            <p:cNvSpPr>
              <a:spLocks noGrp="1"/>
            </p:cNvSpPr>
            <p:nvPr/>
          </p:nvSpPr>
          <p:spPr>
            <a:xfrm rot="0" flipH="0" flipV="0">
              <a:off x="4947095" y="2210753"/>
              <a:ext cx="84723" cy="94121"/>
            </a:xfrm>
            <a:prstGeom prst="rect">
              <a:avLst/>
            </a:prstGeom>
            <a:solidFill>
              <a:srgbClr val="D4B4CC"/>
            </a:solidFill>
            <a:ln w="0">
              <a:noFill/>
              <a:prstDash val="solid"/>
            </a:ln>
          </p:spPr>
        </p:sp>
        <p:sp>
          <p:nvSpPr>
            <p:cNvPr id="17138" name="original-2d:739">
              <a:extLst>
                <a:ext uri="{FF2B5EF4-FFF2-40B4-BE49-F238E27FC236}">
                  <ns2:creationId id="{BD626B74-E3FB-4611-AAFD-0B5B64CB70AA}"/>
                </a:ext>
              </a:extLst>
            </p:cNvPr>
            <p:cNvSpPr>
              <a:spLocks noGrp="1"/>
            </p:cNvSpPr>
            <p:nvPr/>
          </p:nvSpPr>
          <p:spPr>
            <a:xfrm rot="0" flipH="0" flipV="0">
              <a:off x="5031677" y="2210753"/>
              <a:ext cx="84723" cy="94121"/>
            </a:xfrm>
            <a:prstGeom prst="rect">
              <a:avLst/>
            </a:prstGeom>
            <a:solidFill>
              <a:srgbClr val="D4B4CC"/>
            </a:solidFill>
            <a:ln w="0">
              <a:noFill/>
              <a:prstDash val="solid"/>
            </a:ln>
          </p:spPr>
        </p:sp>
        <p:sp>
          <p:nvSpPr>
            <p:cNvPr id="17139" name="original-2d:740">
              <a:extLst>
                <a:ext uri="{FF2B5EF4-FFF2-40B4-BE49-F238E27FC236}">
                  <ns2:creationId id="{974D714F-73BF-46E9-B988-5D03143A5388}"/>
                </a:ext>
              </a:extLst>
            </p:cNvPr>
            <p:cNvSpPr>
              <a:spLocks noGrp="1"/>
            </p:cNvSpPr>
            <p:nvPr/>
          </p:nvSpPr>
          <p:spPr>
            <a:xfrm rot="0" flipH="0" flipV="0">
              <a:off x="5116259" y="2210753"/>
              <a:ext cx="84723" cy="94121"/>
            </a:xfrm>
            <a:prstGeom prst="rect">
              <a:avLst/>
            </a:prstGeom>
            <a:solidFill>
              <a:srgbClr val="D4B4CC"/>
            </a:solidFill>
            <a:ln w="0">
              <a:noFill/>
              <a:prstDash val="solid"/>
            </a:ln>
          </p:spPr>
        </p:sp>
        <p:sp>
          <p:nvSpPr>
            <p:cNvPr id="17140" name="original-2d:741">
              <a:extLst>
                <a:ext uri="{FF2B5EF4-FFF2-40B4-BE49-F238E27FC236}">
                  <ns2:creationId id="{5F56172C-50EF-4601-BAA7-74A32F00E095}"/>
                </a:ext>
              </a:extLst>
            </p:cNvPr>
            <p:cNvSpPr>
              <a:spLocks noGrp="1"/>
            </p:cNvSpPr>
            <p:nvPr/>
          </p:nvSpPr>
          <p:spPr>
            <a:xfrm rot="0" flipH="0" flipV="0">
              <a:off x="5200841" y="2210753"/>
              <a:ext cx="84723" cy="94121"/>
            </a:xfrm>
            <a:prstGeom prst="rect">
              <a:avLst/>
            </a:prstGeom>
            <a:solidFill>
              <a:srgbClr val="DCE8ED"/>
            </a:solidFill>
            <a:ln w="0">
              <a:noFill/>
              <a:prstDash val="solid"/>
            </a:ln>
          </p:spPr>
        </p:sp>
        <p:sp>
          <p:nvSpPr>
            <p:cNvPr id="17141" name="original-2d:742">
              <a:extLst>
                <a:ext uri="{FF2B5EF4-FFF2-40B4-BE49-F238E27FC236}">
                  <ns2:creationId id="{78E8D482-A191-44A8-97E0-884712644D82}"/>
                </a:ext>
              </a:extLst>
            </p:cNvPr>
            <p:cNvSpPr>
              <a:spLocks noGrp="1"/>
            </p:cNvSpPr>
            <p:nvPr/>
          </p:nvSpPr>
          <p:spPr>
            <a:xfrm rot="0" flipH="0" flipV="0">
              <a:off x="3593783" y="2304733"/>
              <a:ext cx="84723" cy="94121"/>
            </a:xfrm>
            <a:prstGeom prst="rect">
              <a:avLst/>
            </a:prstGeom>
            <a:solidFill>
              <a:srgbClr val="0072B2"/>
            </a:solidFill>
            <a:ln w="0">
              <a:noFill/>
              <a:prstDash val="solid"/>
            </a:ln>
          </p:spPr>
        </p:sp>
        <p:sp>
          <p:nvSpPr>
            <p:cNvPr id="17142" name="original-2d:743">
              <a:extLst>
                <a:ext uri="{FF2B5EF4-FFF2-40B4-BE49-F238E27FC236}">
                  <ns2:creationId id="{9C46D90E-9982-4CAB-8E09-5892EE14C8EF}"/>
                </a:ext>
              </a:extLst>
            </p:cNvPr>
            <p:cNvSpPr>
              <a:spLocks noGrp="1"/>
            </p:cNvSpPr>
            <p:nvPr/>
          </p:nvSpPr>
          <p:spPr>
            <a:xfrm rot="0" flipH="0" flipV="0">
              <a:off x="3678365" y="2304733"/>
              <a:ext cx="84723" cy="94121"/>
            </a:xfrm>
            <a:prstGeom prst="rect">
              <a:avLst/>
            </a:prstGeom>
            <a:solidFill>
              <a:srgbClr val="0072B2"/>
            </a:solidFill>
            <a:ln w="0">
              <a:noFill/>
              <a:prstDash val="solid"/>
            </a:ln>
          </p:spPr>
        </p:sp>
        <p:sp>
          <p:nvSpPr>
            <p:cNvPr id="17143" name="original-2d:744">
              <a:extLst>
                <a:ext uri="{FF2B5EF4-FFF2-40B4-BE49-F238E27FC236}">
                  <ns2:creationId id="{D7BB8991-0F80-47B3-BECF-427AD76A6D11}"/>
                </a:ext>
              </a:extLst>
            </p:cNvPr>
            <p:cNvSpPr>
              <a:spLocks noGrp="1"/>
            </p:cNvSpPr>
            <p:nvPr/>
          </p:nvSpPr>
          <p:spPr>
            <a:xfrm rot="0" flipH="0" flipV="0">
              <a:off x="3762947" y="2304733"/>
              <a:ext cx="84723" cy="94121"/>
            </a:xfrm>
            <a:prstGeom prst="rect">
              <a:avLst/>
            </a:prstGeom>
            <a:solidFill>
              <a:srgbClr val="0072B2"/>
            </a:solidFill>
            <a:ln w="0">
              <a:noFill/>
              <a:prstDash val="solid"/>
            </a:ln>
          </p:spPr>
        </p:sp>
        <p:sp>
          <p:nvSpPr>
            <p:cNvPr id="17144" name="original-2d:745">
              <a:extLst>
                <a:ext uri="{FF2B5EF4-FFF2-40B4-BE49-F238E27FC236}">
                  <ns2:creationId id="{C0F3E327-605B-4D2B-9909-88A51E2F613C}"/>
                </a:ext>
              </a:extLst>
            </p:cNvPr>
            <p:cNvSpPr>
              <a:spLocks noGrp="1"/>
            </p:cNvSpPr>
            <p:nvPr/>
          </p:nvSpPr>
          <p:spPr>
            <a:xfrm rot="0" flipH="0" flipV="0">
              <a:off x="3847529" y="2304733"/>
              <a:ext cx="84723" cy="94121"/>
            </a:xfrm>
            <a:prstGeom prst="rect">
              <a:avLst/>
            </a:prstGeom>
            <a:solidFill>
              <a:srgbClr val="0072B2"/>
            </a:solidFill>
            <a:ln w="0">
              <a:noFill/>
              <a:prstDash val="solid"/>
            </a:ln>
          </p:spPr>
        </p:sp>
        <p:sp>
          <p:nvSpPr>
            <p:cNvPr id="17145" name="original-2d:746">
              <a:extLst>
                <a:ext uri="{FF2B5EF4-FFF2-40B4-BE49-F238E27FC236}">
                  <ns2:creationId id="{47FC8D55-1A2E-427A-8B80-10F43EEF6CB5}"/>
                </a:ext>
              </a:extLst>
            </p:cNvPr>
            <p:cNvSpPr>
              <a:spLocks noGrp="1"/>
            </p:cNvSpPr>
            <p:nvPr/>
          </p:nvSpPr>
          <p:spPr>
            <a:xfrm rot="0" flipH="0" flipV="0">
              <a:off x="3932111" y="2304733"/>
              <a:ext cx="84723" cy="94121"/>
            </a:xfrm>
            <a:prstGeom prst="rect">
              <a:avLst/>
            </a:prstGeom>
            <a:solidFill>
              <a:srgbClr val="0072B2"/>
            </a:solidFill>
            <a:ln w="0">
              <a:noFill/>
              <a:prstDash val="solid"/>
            </a:ln>
          </p:spPr>
        </p:sp>
        <p:sp>
          <p:nvSpPr>
            <p:cNvPr id="17146" name="original-2d:747">
              <a:extLst>
                <a:ext uri="{FF2B5EF4-FFF2-40B4-BE49-F238E27FC236}">
                  <ns2:creationId id="{686E83B1-C739-463D-A279-F6D8BF9EBA98}"/>
                </a:ext>
              </a:extLst>
            </p:cNvPr>
            <p:cNvSpPr>
              <a:spLocks noGrp="1"/>
            </p:cNvSpPr>
            <p:nvPr/>
          </p:nvSpPr>
          <p:spPr>
            <a:xfrm rot="0" flipH="0" flipV="0">
              <a:off x="4016693" y="2304733"/>
              <a:ext cx="84723" cy="94121"/>
            </a:xfrm>
            <a:prstGeom prst="rect">
              <a:avLst/>
            </a:prstGeom>
            <a:solidFill>
              <a:srgbClr val="0072B2"/>
            </a:solidFill>
            <a:ln w="0">
              <a:noFill/>
              <a:prstDash val="solid"/>
            </a:ln>
          </p:spPr>
        </p:sp>
        <p:sp>
          <p:nvSpPr>
            <p:cNvPr id="17147" name="original-2d:748">
              <a:extLst>
                <a:ext uri="{FF2B5EF4-FFF2-40B4-BE49-F238E27FC236}">
                  <ns2:creationId id="{A9CBA3F3-93B6-41D7-B15F-13726B6AEA2F}"/>
                </a:ext>
              </a:extLst>
            </p:cNvPr>
            <p:cNvSpPr>
              <a:spLocks noGrp="1"/>
            </p:cNvSpPr>
            <p:nvPr/>
          </p:nvSpPr>
          <p:spPr>
            <a:xfrm rot="0" flipH="0" flipV="0">
              <a:off x="4101275" y="2304733"/>
              <a:ext cx="84723" cy="94121"/>
            </a:xfrm>
            <a:prstGeom prst="rect">
              <a:avLst/>
            </a:prstGeom>
            <a:solidFill>
              <a:srgbClr val="0072B2"/>
            </a:solidFill>
            <a:ln w="0">
              <a:noFill/>
              <a:prstDash val="solid"/>
            </a:ln>
          </p:spPr>
        </p:sp>
        <p:sp>
          <p:nvSpPr>
            <p:cNvPr id="17148" name="original-2d:749">
              <a:extLst>
                <a:ext uri="{FF2B5EF4-FFF2-40B4-BE49-F238E27FC236}">
                  <ns2:creationId id="{583CCFAF-B89E-4834-A3AA-282130E0230F}"/>
                </a:ext>
              </a:extLst>
            </p:cNvPr>
            <p:cNvSpPr>
              <a:spLocks noGrp="1"/>
            </p:cNvSpPr>
            <p:nvPr/>
          </p:nvSpPr>
          <p:spPr>
            <a:xfrm rot="0" flipH="0" flipV="0">
              <a:off x="4185857" y="2304733"/>
              <a:ext cx="84723" cy="94121"/>
            </a:xfrm>
            <a:prstGeom prst="rect">
              <a:avLst/>
            </a:prstGeom>
            <a:solidFill>
              <a:srgbClr val="D4B4CC"/>
            </a:solidFill>
            <a:ln w="0">
              <a:noFill/>
              <a:prstDash val="solid"/>
            </a:ln>
          </p:spPr>
        </p:sp>
        <p:sp>
          <p:nvSpPr>
            <p:cNvPr id="17149" name="original-2d:750">
              <a:extLst>
                <a:ext uri="{FF2B5EF4-FFF2-40B4-BE49-F238E27FC236}">
                  <ns2:creationId id="{D0157C6F-DDB6-45DE-A313-17E2100B2C79}"/>
                </a:ext>
              </a:extLst>
            </p:cNvPr>
            <p:cNvSpPr>
              <a:spLocks noGrp="1"/>
            </p:cNvSpPr>
            <p:nvPr/>
          </p:nvSpPr>
          <p:spPr>
            <a:xfrm rot="0" flipH="0" flipV="0">
              <a:off x="4270439" y="2304733"/>
              <a:ext cx="84723" cy="94121"/>
            </a:xfrm>
            <a:prstGeom prst="rect">
              <a:avLst/>
            </a:prstGeom>
            <a:solidFill>
              <a:srgbClr val="D4B4CC"/>
            </a:solidFill>
            <a:ln w="0">
              <a:noFill/>
              <a:prstDash val="solid"/>
            </a:ln>
          </p:spPr>
        </p:sp>
        <p:sp>
          <p:nvSpPr>
            <p:cNvPr id="17150" name="original-2d:751">
              <a:extLst>
                <a:ext uri="{FF2B5EF4-FFF2-40B4-BE49-F238E27FC236}">
                  <ns2:creationId id="{084C3393-46CB-4DE7-BF9C-6ECC2F57A34A}"/>
                </a:ext>
              </a:extLst>
            </p:cNvPr>
            <p:cNvSpPr>
              <a:spLocks noGrp="1"/>
            </p:cNvSpPr>
            <p:nvPr/>
          </p:nvSpPr>
          <p:spPr>
            <a:xfrm rot="0" flipH="0" flipV="0">
              <a:off x="4355021" y="2304733"/>
              <a:ext cx="84723" cy="94121"/>
            </a:xfrm>
            <a:prstGeom prst="rect">
              <a:avLst/>
            </a:prstGeom>
            <a:solidFill>
              <a:srgbClr val="D4B4CC"/>
            </a:solidFill>
            <a:ln w="0">
              <a:noFill/>
              <a:prstDash val="solid"/>
            </a:ln>
          </p:spPr>
        </p:sp>
        <p:sp>
          <p:nvSpPr>
            <p:cNvPr id="17151" name="original-2d:752">
              <a:extLst>
                <a:ext uri="{FF2B5EF4-FFF2-40B4-BE49-F238E27FC236}">
                  <ns2:creationId id="{C59FFFEB-4C91-45FA-B989-7F03024C208A}"/>
                </a:ext>
              </a:extLst>
            </p:cNvPr>
            <p:cNvSpPr>
              <a:spLocks noGrp="1"/>
            </p:cNvSpPr>
            <p:nvPr/>
          </p:nvSpPr>
          <p:spPr>
            <a:xfrm rot="0" flipH="0" flipV="0">
              <a:off x="4439603" y="2304733"/>
              <a:ext cx="84723" cy="94121"/>
            </a:xfrm>
            <a:prstGeom prst="rect">
              <a:avLst/>
            </a:prstGeom>
            <a:solidFill>
              <a:srgbClr val="D4B4CC"/>
            </a:solidFill>
            <a:ln w="0">
              <a:noFill/>
              <a:prstDash val="solid"/>
            </a:ln>
          </p:spPr>
        </p:sp>
        <p:sp>
          <p:nvSpPr>
            <p:cNvPr id="17152" name="original-2d:753">
              <a:extLst>
                <a:ext uri="{FF2B5EF4-FFF2-40B4-BE49-F238E27FC236}">
                  <ns2:creationId id="{5421E780-2287-471A-AF56-890B8421C887}"/>
                </a:ext>
              </a:extLst>
            </p:cNvPr>
            <p:cNvSpPr>
              <a:spLocks noGrp="1"/>
            </p:cNvSpPr>
            <p:nvPr/>
          </p:nvSpPr>
          <p:spPr>
            <a:xfrm rot="0" flipH="0" flipV="0">
              <a:off x="4524185" y="2304733"/>
              <a:ext cx="84723" cy="94121"/>
            </a:xfrm>
            <a:prstGeom prst="rect">
              <a:avLst/>
            </a:prstGeom>
            <a:solidFill>
              <a:srgbClr val="D4B4CC"/>
            </a:solidFill>
            <a:ln w="0">
              <a:noFill/>
              <a:prstDash val="solid"/>
            </a:ln>
          </p:spPr>
        </p:sp>
        <p:sp>
          <p:nvSpPr>
            <p:cNvPr id="17153" name="original-2d:754">
              <a:extLst>
                <a:ext uri="{FF2B5EF4-FFF2-40B4-BE49-F238E27FC236}">
                  <ns2:creationId id="{C181D2DA-00B4-406F-A5BC-888A448EA455}"/>
                </a:ext>
              </a:extLst>
            </p:cNvPr>
            <p:cNvSpPr>
              <a:spLocks noGrp="1"/>
            </p:cNvSpPr>
            <p:nvPr/>
          </p:nvSpPr>
          <p:spPr>
            <a:xfrm rot="0" flipH="0" flipV="0">
              <a:off x="4608767" y="2304733"/>
              <a:ext cx="84723" cy="94121"/>
            </a:xfrm>
            <a:prstGeom prst="rect">
              <a:avLst/>
            </a:prstGeom>
            <a:solidFill>
              <a:srgbClr val="D4B4CC"/>
            </a:solidFill>
            <a:ln w="0">
              <a:noFill/>
              <a:prstDash val="solid"/>
            </a:ln>
          </p:spPr>
        </p:sp>
        <p:sp>
          <p:nvSpPr>
            <p:cNvPr id="17154" name="original-2d:755">
              <a:extLst>
                <a:ext uri="{FF2B5EF4-FFF2-40B4-BE49-F238E27FC236}">
                  <ns2:creationId id="{76680F3B-73E6-4258-B458-391C127A1448}"/>
                </a:ext>
              </a:extLst>
            </p:cNvPr>
            <p:cNvSpPr>
              <a:spLocks noGrp="1"/>
            </p:cNvSpPr>
            <p:nvPr/>
          </p:nvSpPr>
          <p:spPr>
            <a:xfrm rot="0" flipH="0" flipV="0">
              <a:off x="4693349" y="2304733"/>
              <a:ext cx="84723" cy="94121"/>
            </a:xfrm>
            <a:prstGeom prst="rect">
              <a:avLst/>
            </a:prstGeom>
            <a:solidFill>
              <a:srgbClr val="D4B4CC"/>
            </a:solidFill>
            <a:ln w="0">
              <a:noFill/>
              <a:prstDash val="solid"/>
            </a:ln>
          </p:spPr>
        </p:sp>
        <p:sp>
          <p:nvSpPr>
            <p:cNvPr id="17155" name="original-2d:756">
              <a:extLst>
                <a:ext uri="{FF2B5EF4-FFF2-40B4-BE49-F238E27FC236}">
                  <ns2:creationId id="{B58E42E3-AEE4-40BE-9E7D-39E13094594C}"/>
                </a:ext>
              </a:extLst>
            </p:cNvPr>
            <p:cNvSpPr>
              <a:spLocks noGrp="1"/>
            </p:cNvSpPr>
            <p:nvPr/>
          </p:nvSpPr>
          <p:spPr>
            <a:xfrm rot="0" flipH="0" flipV="0">
              <a:off x="4777931" y="2304733"/>
              <a:ext cx="84723" cy="94121"/>
            </a:xfrm>
            <a:prstGeom prst="rect">
              <a:avLst/>
            </a:prstGeom>
            <a:solidFill>
              <a:srgbClr val="D4B4CC"/>
            </a:solidFill>
            <a:ln w="0">
              <a:noFill/>
              <a:prstDash val="solid"/>
            </a:ln>
          </p:spPr>
        </p:sp>
        <p:sp>
          <p:nvSpPr>
            <p:cNvPr id="17156" name="original-2d:757">
              <a:extLst>
                <a:ext uri="{FF2B5EF4-FFF2-40B4-BE49-F238E27FC236}">
                  <ns2:creationId id="{A5CFE1AD-BACB-4A78-A0C1-601242E5E11C}"/>
                </a:ext>
              </a:extLst>
            </p:cNvPr>
            <p:cNvSpPr>
              <a:spLocks noGrp="1"/>
            </p:cNvSpPr>
            <p:nvPr/>
          </p:nvSpPr>
          <p:spPr>
            <a:xfrm rot="0" flipH="0" flipV="0">
              <a:off x="4862513" y="2304733"/>
              <a:ext cx="84723" cy="94121"/>
            </a:xfrm>
            <a:prstGeom prst="rect">
              <a:avLst/>
            </a:prstGeom>
            <a:solidFill>
              <a:srgbClr val="D4B4CC"/>
            </a:solidFill>
            <a:ln w="0">
              <a:noFill/>
              <a:prstDash val="solid"/>
            </a:ln>
          </p:spPr>
        </p:sp>
        <p:sp>
          <p:nvSpPr>
            <p:cNvPr id="17157" name="original-2d:758">
              <a:extLst>
                <a:ext uri="{FF2B5EF4-FFF2-40B4-BE49-F238E27FC236}">
                  <ns2:creationId id="{EB6E5F35-42BE-425E-B2D7-08087543555F}"/>
                </a:ext>
              </a:extLst>
            </p:cNvPr>
            <p:cNvSpPr>
              <a:spLocks noGrp="1"/>
            </p:cNvSpPr>
            <p:nvPr/>
          </p:nvSpPr>
          <p:spPr>
            <a:xfrm rot="0" flipH="0" flipV="0">
              <a:off x="4947095" y="2304733"/>
              <a:ext cx="84723" cy="94121"/>
            </a:xfrm>
            <a:prstGeom prst="rect">
              <a:avLst/>
            </a:prstGeom>
            <a:solidFill>
              <a:srgbClr val="DCE8ED"/>
            </a:solidFill>
            <a:ln w="0">
              <a:noFill/>
              <a:prstDash val="solid"/>
            </a:ln>
          </p:spPr>
        </p:sp>
        <p:sp>
          <p:nvSpPr>
            <p:cNvPr id="17158" name="original-2d:759">
              <a:extLst>
                <a:ext uri="{FF2B5EF4-FFF2-40B4-BE49-F238E27FC236}">
                  <ns2:creationId id="{704CE84C-A06F-4127-A819-65B174D384D8}"/>
                </a:ext>
              </a:extLst>
            </p:cNvPr>
            <p:cNvSpPr>
              <a:spLocks noGrp="1"/>
            </p:cNvSpPr>
            <p:nvPr/>
          </p:nvSpPr>
          <p:spPr>
            <a:xfrm rot="0" flipH="0" flipV="0">
              <a:off x="5031677" y="2304733"/>
              <a:ext cx="84723" cy="94121"/>
            </a:xfrm>
            <a:prstGeom prst="rect">
              <a:avLst/>
            </a:prstGeom>
            <a:solidFill>
              <a:srgbClr val="DCE8ED"/>
            </a:solidFill>
            <a:ln w="0">
              <a:noFill/>
              <a:prstDash val="solid"/>
            </a:ln>
          </p:spPr>
        </p:sp>
        <p:sp>
          <p:nvSpPr>
            <p:cNvPr id="17159" name="original-2d:760">
              <a:extLst>
                <a:ext uri="{FF2B5EF4-FFF2-40B4-BE49-F238E27FC236}">
                  <ns2:creationId id="{E5E1B695-2FBD-4ECC-9FC5-885A26A5CF1B}"/>
                </a:ext>
              </a:extLst>
            </p:cNvPr>
            <p:cNvSpPr>
              <a:spLocks noGrp="1"/>
            </p:cNvSpPr>
            <p:nvPr/>
          </p:nvSpPr>
          <p:spPr>
            <a:xfrm rot="0" flipH="0" flipV="0">
              <a:off x="5116259" y="2304733"/>
              <a:ext cx="84723" cy="94121"/>
            </a:xfrm>
            <a:prstGeom prst="rect">
              <a:avLst/>
            </a:prstGeom>
            <a:solidFill>
              <a:srgbClr val="DCE8ED"/>
            </a:solidFill>
            <a:ln w="0">
              <a:noFill/>
              <a:prstDash val="solid"/>
            </a:ln>
          </p:spPr>
        </p:sp>
        <p:sp>
          <p:nvSpPr>
            <p:cNvPr id="17160" name="original-2d:761">
              <a:extLst>
                <a:ext uri="{FF2B5EF4-FFF2-40B4-BE49-F238E27FC236}">
                  <ns2:creationId id="{DF032092-958E-4118-A3E3-AB30260157C1}"/>
                </a:ext>
              </a:extLst>
            </p:cNvPr>
            <p:cNvSpPr>
              <a:spLocks noGrp="1"/>
            </p:cNvSpPr>
            <p:nvPr/>
          </p:nvSpPr>
          <p:spPr>
            <a:xfrm rot="0" flipH="0" flipV="0">
              <a:off x="5200841" y="2304733"/>
              <a:ext cx="84723" cy="94121"/>
            </a:xfrm>
            <a:prstGeom prst="rect">
              <a:avLst/>
            </a:prstGeom>
            <a:solidFill>
              <a:srgbClr val="DCE8ED"/>
            </a:solidFill>
            <a:ln w="0">
              <a:noFill/>
              <a:prstDash val="solid"/>
            </a:ln>
          </p:spPr>
        </p:sp>
        <p:sp>
          <p:nvSpPr>
            <p:cNvPr id="17161" name="original-2d:762">
              <a:extLst>
                <a:ext uri="{FF2B5EF4-FFF2-40B4-BE49-F238E27FC236}">
                  <ns2:creationId id="{1C0249AC-EA1F-47CA-B0FA-06614C5383B4}"/>
                </a:ext>
              </a:extLst>
            </p:cNvPr>
            <p:cNvSpPr>
              <a:spLocks noGrp="1"/>
            </p:cNvSpPr>
            <p:nvPr/>
          </p:nvSpPr>
          <p:spPr>
            <a:xfrm rot="0" flipH="0" flipV="0">
              <a:off x="3593783" y="2398713"/>
              <a:ext cx="84723" cy="94121"/>
            </a:xfrm>
            <a:prstGeom prst="rect">
              <a:avLst/>
            </a:prstGeom>
            <a:solidFill>
              <a:srgbClr val="0072B2"/>
            </a:solidFill>
            <a:ln w="0">
              <a:noFill/>
              <a:prstDash val="solid"/>
            </a:ln>
          </p:spPr>
        </p:sp>
        <p:sp>
          <p:nvSpPr>
            <p:cNvPr id="17162" name="original-2d:763">
              <a:extLst>
                <a:ext uri="{FF2B5EF4-FFF2-40B4-BE49-F238E27FC236}">
                  <ns2:creationId id="{88DE5679-91D1-4F3A-8573-50C8F198AA91}"/>
                </a:ext>
              </a:extLst>
            </p:cNvPr>
            <p:cNvSpPr>
              <a:spLocks noGrp="1"/>
            </p:cNvSpPr>
            <p:nvPr/>
          </p:nvSpPr>
          <p:spPr>
            <a:xfrm rot="0" flipH="0" flipV="0">
              <a:off x="3678365" y="2398713"/>
              <a:ext cx="84723" cy="94121"/>
            </a:xfrm>
            <a:prstGeom prst="rect">
              <a:avLst/>
            </a:prstGeom>
            <a:solidFill>
              <a:srgbClr val="0072B2"/>
            </a:solidFill>
            <a:ln w="0">
              <a:noFill/>
              <a:prstDash val="solid"/>
            </a:ln>
          </p:spPr>
        </p:sp>
        <p:sp>
          <p:nvSpPr>
            <p:cNvPr id="17163" name="original-2d:764">
              <a:extLst>
                <a:ext uri="{FF2B5EF4-FFF2-40B4-BE49-F238E27FC236}">
                  <ns2:creationId id="{8473C9CD-DF99-467B-AA37-C617104D9740}"/>
                </a:ext>
              </a:extLst>
            </p:cNvPr>
            <p:cNvSpPr>
              <a:spLocks noGrp="1"/>
            </p:cNvSpPr>
            <p:nvPr/>
          </p:nvSpPr>
          <p:spPr>
            <a:xfrm rot="0" flipH="0" flipV="0">
              <a:off x="3762947" y="2398713"/>
              <a:ext cx="84723" cy="94121"/>
            </a:xfrm>
            <a:prstGeom prst="rect">
              <a:avLst/>
            </a:prstGeom>
            <a:solidFill>
              <a:srgbClr val="0072B2"/>
            </a:solidFill>
            <a:ln w="0">
              <a:noFill/>
              <a:prstDash val="solid"/>
            </a:ln>
          </p:spPr>
        </p:sp>
        <p:sp>
          <p:nvSpPr>
            <p:cNvPr id="17164" name="original-2d:765">
              <a:extLst>
                <a:ext uri="{FF2B5EF4-FFF2-40B4-BE49-F238E27FC236}">
                  <ns2:creationId id="{2B1A0860-887E-4E38-8A11-D35292FA3E8E}"/>
                </a:ext>
              </a:extLst>
            </p:cNvPr>
            <p:cNvSpPr>
              <a:spLocks noGrp="1"/>
            </p:cNvSpPr>
            <p:nvPr/>
          </p:nvSpPr>
          <p:spPr>
            <a:xfrm rot="0" flipH="0" flipV="0">
              <a:off x="3847529" y="2398713"/>
              <a:ext cx="84723" cy="94121"/>
            </a:xfrm>
            <a:prstGeom prst="rect">
              <a:avLst/>
            </a:prstGeom>
            <a:solidFill>
              <a:srgbClr val="0072B2"/>
            </a:solidFill>
            <a:ln w="0">
              <a:noFill/>
              <a:prstDash val="solid"/>
            </a:ln>
          </p:spPr>
        </p:sp>
        <p:sp>
          <p:nvSpPr>
            <p:cNvPr id="17165" name="original-2d:766">
              <a:extLst>
                <a:ext uri="{FF2B5EF4-FFF2-40B4-BE49-F238E27FC236}">
                  <ns2:creationId id="{E8E2E7CF-5882-4661-9126-B609FCE19FC6}"/>
                </a:ext>
              </a:extLst>
            </p:cNvPr>
            <p:cNvSpPr>
              <a:spLocks noGrp="1"/>
            </p:cNvSpPr>
            <p:nvPr/>
          </p:nvSpPr>
          <p:spPr>
            <a:xfrm rot="0" flipH="0" flipV="0">
              <a:off x="3932111" y="2398713"/>
              <a:ext cx="84723" cy="94121"/>
            </a:xfrm>
            <a:prstGeom prst="rect">
              <a:avLst/>
            </a:prstGeom>
            <a:solidFill>
              <a:srgbClr val="0072B2"/>
            </a:solidFill>
            <a:ln w="0">
              <a:noFill/>
              <a:prstDash val="solid"/>
            </a:ln>
          </p:spPr>
        </p:sp>
        <p:sp>
          <p:nvSpPr>
            <p:cNvPr id="17166" name="original-2d:767">
              <a:extLst>
                <a:ext uri="{FF2B5EF4-FFF2-40B4-BE49-F238E27FC236}">
                  <ns2:creationId id="{FDEA7A4D-AC6E-4E7F-B3E7-A1712D244B3F}"/>
                </a:ext>
              </a:extLst>
            </p:cNvPr>
            <p:cNvSpPr>
              <a:spLocks noGrp="1"/>
            </p:cNvSpPr>
            <p:nvPr/>
          </p:nvSpPr>
          <p:spPr>
            <a:xfrm rot="0" flipH="0" flipV="0">
              <a:off x="4016693" y="2398713"/>
              <a:ext cx="84723" cy="94121"/>
            </a:xfrm>
            <a:prstGeom prst="rect">
              <a:avLst/>
            </a:prstGeom>
            <a:solidFill>
              <a:srgbClr val="0072B2"/>
            </a:solidFill>
            <a:ln w="0">
              <a:noFill/>
              <a:prstDash val="solid"/>
            </a:ln>
          </p:spPr>
        </p:sp>
        <p:sp>
          <p:nvSpPr>
            <p:cNvPr id="17167" name="original-2d:768">
              <a:extLst>
                <a:ext uri="{FF2B5EF4-FFF2-40B4-BE49-F238E27FC236}">
                  <ns2:creationId id="{D0FB98E1-9C29-4913-8901-22A9E1400EB9}"/>
                </a:ext>
              </a:extLst>
            </p:cNvPr>
            <p:cNvSpPr>
              <a:spLocks noGrp="1"/>
            </p:cNvSpPr>
            <p:nvPr/>
          </p:nvSpPr>
          <p:spPr>
            <a:xfrm rot="0" flipH="0" flipV="0">
              <a:off x="4101275" y="2398713"/>
              <a:ext cx="84723" cy="94121"/>
            </a:xfrm>
            <a:prstGeom prst="rect">
              <a:avLst/>
            </a:prstGeom>
            <a:solidFill>
              <a:srgbClr val="D4B4CC"/>
            </a:solidFill>
            <a:ln w="0">
              <a:noFill/>
              <a:prstDash val="solid"/>
            </a:ln>
          </p:spPr>
        </p:sp>
        <p:sp>
          <p:nvSpPr>
            <p:cNvPr id="17168" name="original-2d:769">
              <a:extLst>
                <a:ext uri="{FF2B5EF4-FFF2-40B4-BE49-F238E27FC236}">
                  <ns2:creationId id="{9F1E6A8A-E638-4FC5-AC59-39F165C49E28}"/>
                </a:ext>
              </a:extLst>
            </p:cNvPr>
            <p:cNvSpPr>
              <a:spLocks noGrp="1"/>
            </p:cNvSpPr>
            <p:nvPr/>
          </p:nvSpPr>
          <p:spPr>
            <a:xfrm rot="0" flipH="0" flipV="0">
              <a:off x="4185857" y="2398713"/>
              <a:ext cx="84723" cy="94121"/>
            </a:xfrm>
            <a:prstGeom prst="rect">
              <a:avLst/>
            </a:prstGeom>
            <a:solidFill>
              <a:srgbClr val="D4B4CC"/>
            </a:solidFill>
            <a:ln w="0">
              <a:noFill/>
              <a:prstDash val="solid"/>
            </a:ln>
          </p:spPr>
        </p:sp>
        <p:sp>
          <p:nvSpPr>
            <p:cNvPr id="17169" name="original-2d:770">
              <a:extLst>
                <a:ext uri="{FF2B5EF4-FFF2-40B4-BE49-F238E27FC236}">
                  <ns2:creationId id="{A75A4C3E-0DBA-4F32-BCEF-F6A3CE6BFDAF}"/>
                </a:ext>
              </a:extLst>
            </p:cNvPr>
            <p:cNvSpPr>
              <a:spLocks noGrp="1"/>
            </p:cNvSpPr>
            <p:nvPr/>
          </p:nvSpPr>
          <p:spPr>
            <a:xfrm rot="0" flipH="0" flipV="0">
              <a:off x="4270439" y="2398713"/>
              <a:ext cx="84723" cy="94121"/>
            </a:xfrm>
            <a:prstGeom prst="rect">
              <a:avLst/>
            </a:prstGeom>
            <a:solidFill>
              <a:srgbClr val="D4B4CC"/>
            </a:solidFill>
            <a:ln w="0">
              <a:noFill/>
              <a:prstDash val="solid"/>
            </a:ln>
          </p:spPr>
        </p:sp>
        <p:sp>
          <p:nvSpPr>
            <p:cNvPr id="17170" name="original-2d:771">
              <a:extLst>
                <a:ext uri="{FF2B5EF4-FFF2-40B4-BE49-F238E27FC236}">
                  <ns2:creationId id="{D6126A7C-3F74-430E-A1E2-28C350F1B302}"/>
                </a:ext>
              </a:extLst>
            </p:cNvPr>
            <p:cNvSpPr>
              <a:spLocks noGrp="1"/>
            </p:cNvSpPr>
            <p:nvPr/>
          </p:nvSpPr>
          <p:spPr>
            <a:xfrm rot="0" flipH="0" flipV="0">
              <a:off x="4355021" y="2398713"/>
              <a:ext cx="84723" cy="94121"/>
            </a:xfrm>
            <a:prstGeom prst="rect">
              <a:avLst/>
            </a:prstGeom>
            <a:solidFill>
              <a:srgbClr val="D4B4CC"/>
            </a:solidFill>
            <a:ln w="0">
              <a:noFill/>
              <a:prstDash val="solid"/>
            </a:ln>
          </p:spPr>
        </p:sp>
        <p:sp>
          <p:nvSpPr>
            <p:cNvPr id="17171" name="original-2d:772">
              <a:extLst>
                <a:ext uri="{FF2B5EF4-FFF2-40B4-BE49-F238E27FC236}">
                  <ns2:creationId id="{57549686-B47F-4AC1-AD93-FDFEF9BD8D9C}"/>
                </a:ext>
              </a:extLst>
            </p:cNvPr>
            <p:cNvSpPr>
              <a:spLocks noGrp="1"/>
            </p:cNvSpPr>
            <p:nvPr/>
          </p:nvSpPr>
          <p:spPr>
            <a:xfrm rot="0" flipH="0" flipV="0">
              <a:off x="4439603" y="2398713"/>
              <a:ext cx="84723" cy="94121"/>
            </a:xfrm>
            <a:prstGeom prst="rect">
              <a:avLst/>
            </a:prstGeom>
            <a:solidFill>
              <a:srgbClr val="DCE8ED"/>
            </a:solidFill>
            <a:ln w="0">
              <a:noFill/>
              <a:prstDash val="solid"/>
            </a:ln>
          </p:spPr>
        </p:sp>
        <p:sp>
          <p:nvSpPr>
            <p:cNvPr id="17172" name="original-2d:773">
              <a:extLst>
                <a:ext uri="{FF2B5EF4-FFF2-40B4-BE49-F238E27FC236}">
                  <ns2:creationId id="{42849E55-A782-4AC2-ABFE-FE244488D5FE}"/>
                </a:ext>
              </a:extLst>
            </p:cNvPr>
            <p:cNvSpPr>
              <a:spLocks noGrp="1"/>
            </p:cNvSpPr>
            <p:nvPr/>
          </p:nvSpPr>
          <p:spPr>
            <a:xfrm rot="0" flipH="0" flipV="0">
              <a:off x="4524185" y="2398713"/>
              <a:ext cx="84723" cy="94121"/>
            </a:xfrm>
            <a:prstGeom prst="rect">
              <a:avLst/>
            </a:prstGeom>
            <a:solidFill>
              <a:srgbClr val="DCE8ED"/>
            </a:solidFill>
            <a:ln w="0">
              <a:noFill/>
              <a:prstDash val="solid"/>
            </a:ln>
          </p:spPr>
        </p:sp>
        <p:sp>
          <p:nvSpPr>
            <p:cNvPr id="17173" name="original-2d:774">
              <a:extLst>
                <a:ext uri="{FF2B5EF4-FFF2-40B4-BE49-F238E27FC236}">
                  <ns2:creationId id="{84B96D42-9202-4BEC-8CE9-671237601BBD}"/>
                </a:ext>
              </a:extLst>
            </p:cNvPr>
            <p:cNvSpPr>
              <a:spLocks noGrp="1"/>
            </p:cNvSpPr>
            <p:nvPr/>
          </p:nvSpPr>
          <p:spPr>
            <a:xfrm rot="0" flipH="0" flipV="0">
              <a:off x="4608767" y="2398713"/>
              <a:ext cx="84723" cy="94121"/>
            </a:xfrm>
            <a:prstGeom prst="rect">
              <a:avLst/>
            </a:prstGeom>
            <a:solidFill>
              <a:srgbClr val="DCE8ED"/>
            </a:solidFill>
            <a:ln w="0">
              <a:noFill/>
              <a:prstDash val="solid"/>
            </a:ln>
          </p:spPr>
        </p:sp>
        <p:sp>
          <p:nvSpPr>
            <p:cNvPr id="17174" name="original-2d:775">
              <a:extLst>
                <a:ext uri="{FF2B5EF4-FFF2-40B4-BE49-F238E27FC236}">
                  <ns2:creationId id="{41E87226-22DD-46EB-995B-11CFECD4ADD4}"/>
                </a:ext>
              </a:extLst>
            </p:cNvPr>
            <p:cNvSpPr>
              <a:spLocks noGrp="1"/>
            </p:cNvSpPr>
            <p:nvPr/>
          </p:nvSpPr>
          <p:spPr>
            <a:xfrm rot="0" flipH="0" flipV="0">
              <a:off x="4693349" y="2398713"/>
              <a:ext cx="84723" cy="94121"/>
            </a:xfrm>
            <a:prstGeom prst="rect">
              <a:avLst/>
            </a:prstGeom>
            <a:solidFill>
              <a:srgbClr val="DCE8ED"/>
            </a:solidFill>
            <a:ln w="0">
              <a:noFill/>
              <a:prstDash val="solid"/>
            </a:ln>
          </p:spPr>
        </p:sp>
        <p:sp>
          <p:nvSpPr>
            <p:cNvPr id="17175" name="original-2d:776">
              <a:extLst>
                <a:ext uri="{FF2B5EF4-FFF2-40B4-BE49-F238E27FC236}">
                  <ns2:creationId id="{61BCEEE6-30F1-4F0A-83CD-B8BB0AA66BBE}"/>
                </a:ext>
              </a:extLst>
            </p:cNvPr>
            <p:cNvSpPr>
              <a:spLocks noGrp="1"/>
            </p:cNvSpPr>
            <p:nvPr/>
          </p:nvSpPr>
          <p:spPr>
            <a:xfrm rot="0" flipH="0" flipV="0">
              <a:off x="4777931" y="2398713"/>
              <a:ext cx="84723" cy="94121"/>
            </a:xfrm>
            <a:prstGeom prst="rect">
              <a:avLst/>
            </a:prstGeom>
            <a:solidFill>
              <a:srgbClr val="DCE8ED"/>
            </a:solidFill>
            <a:ln w="0">
              <a:noFill/>
              <a:prstDash val="solid"/>
            </a:ln>
          </p:spPr>
        </p:sp>
        <p:sp>
          <p:nvSpPr>
            <p:cNvPr id="17176" name="original-2d:777">
              <a:extLst>
                <a:ext uri="{FF2B5EF4-FFF2-40B4-BE49-F238E27FC236}">
                  <ns2:creationId id="{82C4D143-C42E-47B1-8C0B-CCDC875F032F}"/>
                </a:ext>
              </a:extLst>
            </p:cNvPr>
            <p:cNvSpPr>
              <a:spLocks noGrp="1"/>
            </p:cNvSpPr>
            <p:nvPr/>
          </p:nvSpPr>
          <p:spPr>
            <a:xfrm rot="0" flipH="0" flipV="0">
              <a:off x="4862513" y="2398713"/>
              <a:ext cx="84723" cy="94121"/>
            </a:xfrm>
            <a:prstGeom prst="rect">
              <a:avLst/>
            </a:prstGeom>
            <a:solidFill>
              <a:srgbClr val="DCE8ED"/>
            </a:solidFill>
            <a:ln w="0">
              <a:noFill/>
              <a:prstDash val="solid"/>
            </a:ln>
          </p:spPr>
        </p:sp>
        <p:sp>
          <p:nvSpPr>
            <p:cNvPr id="17177" name="original-2d:778">
              <a:extLst>
                <a:ext uri="{FF2B5EF4-FFF2-40B4-BE49-F238E27FC236}">
                  <ns2:creationId id="{2BBC3215-97CD-42A1-B934-DDFA18C27C1A}"/>
                </a:ext>
              </a:extLst>
            </p:cNvPr>
            <p:cNvSpPr>
              <a:spLocks noGrp="1"/>
            </p:cNvSpPr>
            <p:nvPr/>
          </p:nvSpPr>
          <p:spPr>
            <a:xfrm rot="0" flipH="0" flipV="0">
              <a:off x="4947095" y="2398713"/>
              <a:ext cx="84723" cy="94121"/>
            </a:xfrm>
            <a:prstGeom prst="rect">
              <a:avLst/>
            </a:prstGeom>
            <a:solidFill>
              <a:srgbClr val="DCE8ED"/>
            </a:solidFill>
            <a:ln w="0">
              <a:noFill/>
              <a:prstDash val="solid"/>
            </a:ln>
          </p:spPr>
        </p:sp>
        <p:sp>
          <p:nvSpPr>
            <p:cNvPr id="17178" name="original-2d:779">
              <a:extLst>
                <a:ext uri="{FF2B5EF4-FFF2-40B4-BE49-F238E27FC236}">
                  <ns2:creationId id="{2D3BC0CA-2E73-4D0F-B26C-8ADDD30FC31F}"/>
                </a:ext>
              </a:extLst>
            </p:cNvPr>
            <p:cNvSpPr>
              <a:spLocks noGrp="1"/>
            </p:cNvSpPr>
            <p:nvPr/>
          </p:nvSpPr>
          <p:spPr>
            <a:xfrm rot="0" flipH="0" flipV="0">
              <a:off x="5031677" y="2398713"/>
              <a:ext cx="84723" cy="94121"/>
            </a:xfrm>
            <a:prstGeom prst="rect">
              <a:avLst/>
            </a:prstGeom>
            <a:solidFill>
              <a:srgbClr val="DCE8ED"/>
            </a:solidFill>
            <a:ln w="0">
              <a:noFill/>
              <a:prstDash val="solid"/>
            </a:ln>
          </p:spPr>
        </p:sp>
        <p:sp>
          <p:nvSpPr>
            <p:cNvPr id="17179" name="original-2d:780">
              <a:extLst>
                <a:ext uri="{FF2B5EF4-FFF2-40B4-BE49-F238E27FC236}">
                  <ns2:creationId id="{03185CE5-64D1-4DE0-8FF9-AEC2099424A9}"/>
                </a:ext>
              </a:extLst>
            </p:cNvPr>
            <p:cNvSpPr>
              <a:spLocks noGrp="1"/>
            </p:cNvSpPr>
            <p:nvPr/>
          </p:nvSpPr>
          <p:spPr>
            <a:xfrm rot="0" flipH="0" flipV="0">
              <a:off x="5116259" y="2398713"/>
              <a:ext cx="84723" cy="94121"/>
            </a:xfrm>
            <a:prstGeom prst="rect">
              <a:avLst/>
            </a:prstGeom>
            <a:solidFill>
              <a:srgbClr val="DCE8ED"/>
            </a:solidFill>
            <a:ln w="0">
              <a:noFill/>
              <a:prstDash val="solid"/>
            </a:ln>
          </p:spPr>
        </p:sp>
        <p:sp>
          <p:nvSpPr>
            <p:cNvPr id="17180" name="original-2d:781">
              <a:extLst>
                <a:ext uri="{FF2B5EF4-FFF2-40B4-BE49-F238E27FC236}">
                  <ns2:creationId id="{03070222-8859-4401-8FB9-A787A80D6EB4}"/>
                </a:ext>
              </a:extLst>
            </p:cNvPr>
            <p:cNvSpPr>
              <a:spLocks noGrp="1"/>
            </p:cNvSpPr>
            <p:nvPr/>
          </p:nvSpPr>
          <p:spPr>
            <a:xfrm rot="0" flipH="0" flipV="0">
              <a:off x="5200841" y="2398713"/>
              <a:ext cx="84723" cy="94121"/>
            </a:xfrm>
            <a:prstGeom prst="rect">
              <a:avLst/>
            </a:prstGeom>
            <a:solidFill>
              <a:srgbClr val="DCE8ED"/>
            </a:solidFill>
            <a:ln w="0">
              <a:noFill/>
              <a:prstDash val="solid"/>
            </a:ln>
          </p:spPr>
        </p:sp>
        <p:sp>
          <p:nvSpPr>
            <p:cNvPr id="17181" name="original-2d:782">
              <a:extLst>
                <a:ext uri="{FF2B5EF4-FFF2-40B4-BE49-F238E27FC236}">
                  <ns2:creationId id="{482EC453-843C-48D3-82AB-E5E327C8E4AA}"/>
                </a:ext>
              </a:extLst>
            </p:cNvPr>
            <p:cNvSpPr>
              <a:spLocks noGrp="1"/>
            </p:cNvSpPr>
            <p:nvPr/>
          </p:nvSpPr>
          <p:spPr>
            <a:xfrm rot="0" flipH="0" flipV="0">
              <a:off x="3593783" y="2492693"/>
              <a:ext cx="84723" cy="94121"/>
            </a:xfrm>
            <a:prstGeom prst="rect">
              <a:avLst/>
            </a:prstGeom>
            <a:solidFill>
              <a:srgbClr val="0072B2"/>
            </a:solidFill>
            <a:ln w="0">
              <a:noFill/>
              <a:prstDash val="solid"/>
            </a:ln>
          </p:spPr>
        </p:sp>
        <p:sp>
          <p:nvSpPr>
            <p:cNvPr id="17182" name="original-2d:783">
              <a:extLst>
                <a:ext uri="{FF2B5EF4-FFF2-40B4-BE49-F238E27FC236}">
                  <ns2:creationId id="{00D1D138-83BB-487E-B33E-19A8668DAB9F}"/>
                </a:ext>
              </a:extLst>
            </p:cNvPr>
            <p:cNvSpPr>
              <a:spLocks noGrp="1"/>
            </p:cNvSpPr>
            <p:nvPr/>
          </p:nvSpPr>
          <p:spPr>
            <a:xfrm rot="0" flipH="0" flipV="0">
              <a:off x="3678365" y="2492693"/>
              <a:ext cx="84723" cy="94121"/>
            </a:xfrm>
            <a:prstGeom prst="rect">
              <a:avLst/>
            </a:prstGeom>
            <a:solidFill>
              <a:srgbClr val="0072B2"/>
            </a:solidFill>
            <a:ln w="0">
              <a:noFill/>
              <a:prstDash val="solid"/>
            </a:ln>
          </p:spPr>
        </p:sp>
        <p:sp>
          <p:nvSpPr>
            <p:cNvPr id="17183" name="original-2d:784">
              <a:extLst>
                <a:ext uri="{FF2B5EF4-FFF2-40B4-BE49-F238E27FC236}">
                  <ns2:creationId id="{57140FFB-7940-46C4-A6FA-4B44FEEA5978}"/>
                </a:ext>
              </a:extLst>
            </p:cNvPr>
            <p:cNvSpPr>
              <a:spLocks noGrp="1"/>
            </p:cNvSpPr>
            <p:nvPr/>
          </p:nvSpPr>
          <p:spPr>
            <a:xfrm rot="0" flipH="0" flipV="0">
              <a:off x="3762947" y="2492693"/>
              <a:ext cx="84723" cy="94121"/>
            </a:xfrm>
            <a:prstGeom prst="rect">
              <a:avLst/>
            </a:prstGeom>
            <a:solidFill>
              <a:srgbClr val="0072B2"/>
            </a:solidFill>
            <a:ln w="0">
              <a:noFill/>
              <a:prstDash val="solid"/>
            </a:ln>
          </p:spPr>
        </p:sp>
        <p:sp>
          <p:nvSpPr>
            <p:cNvPr id="17184" name="original-2d:785">
              <a:extLst>
                <a:ext uri="{FF2B5EF4-FFF2-40B4-BE49-F238E27FC236}">
                  <ns2:creationId id="{C9B89E44-3488-413B-AD2C-9721DAF2B500}"/>
                </a:ext>
              </a:extLst>
            </p:cNvPr>
            <p:cNvSpPr>
              <a:spLocks noGrp="1"/>
            </p:cNvSpPr>
            <p:nvPr/>
          </p:nvSpPr>
          <p:spPr>
            <a:xfrm rot="0" flipH="0" flipV="0">
              <a:off x="3847529" y="2492693"/>
              <a:ext cx="84723" cy="94121"/>
            </a:xfrm>
            <a:prstGeom prst="rect">
              <a:avLst/>
            </a:prstGeom>
            <a:solidFill>
              <a:srgbClr val="0072B2"/>
            </a:solidFill>
            <a:ln w="0">
              <a:noFill/>
              <a:prstDash val="solid"/>
            </a:ln>
          </p:spPr>
        </p:sp>
        <p:sp>
          <p:nvSpPr>
            <p:cNvPr id="17185" name="original-2d:786">
              <a:extLst>
                <a:ext uri="{FF2B5EF4-FFF2-40B4-BE49-F238E27FC236}">
                  <ns2:creationId id="{00F71E73-F43C-4263-A330-734A97568647}"/>
                </a:ext>
              </a:extLst>
            </p:cNvPr>
            <p:cNvSpPr>
              <a:spLocks noGrp="1"/>
            </p:cNvSpPr>
            <p:nvPr/>
          </p:nvSpPr>
          <p:spPr>
            <a:xfrm rot="0" flipH="0" flipV="0">
              <a:off x="3932111" y="2492693"/>
              <a:ext cx="84723" cy="94121"/>
            </a:xfrm>
            <a:prstGeom prst="rect">
              <a:avLst/>
            </a:prstGeom>
            <a:solidFill>
              <a:srgbClr val="0072B2"/>
            </a:solidFill>
            <a:ln w="0">
              <a:noFill/>
              <a:prstDash val="solid"/>
            </a:ln>
          </p:spPr>
        </p:sp>
        <p:sp>
          <p:nvSpPr>
            <p:cNvPr id="17186" name="original-2d:787">
              <a:extLst>
                <a:ext uri="{FF2B5EF4-FFF2-40B4-BE49-F238E27FC236}">
                  <ns2:creationId id="{73572C07-8A3E-4A1B-85BC-50F7DC136CB1}"/>
                </a:ext>
              </a:extLst>
            </p:cNvPr>
            <p:cNvSpPr>
              <a:spLocks noGrp="1"/>
            </p:cNvSpPr>
            <p:nvPr/>
          </p:nvSpPr>
          <p:spPr>
            <a:xfrm rot="0" flipH="0" flipV="0">
              <a:off x="4016693" y="2492693"/>
              <a:ext cx="84723" cy="94121"/>
            </a:xfrm>
            <a:prstGeom prst="rect">
              <a:avLst/>
            </a:prstGeom>
            <a:solidFill>
              <a:srgbClr val="D4B4CC"/>
            </a:solidFill>
            <a:ln w="0">
              <a:noFill/>
              <a:prstDash val="solid"/>
            </a:ln>
          </p:spPr>
        </p:sp>
        <p:sp>
          <p:nvSpPr>
            <p:cNvPr id="17187" name="original-2d:788">
              <a:extLst>
                <a:ext uri="{FF2B5EF4-FFF2-40B4-BE49-F238E27FC236}">
                  <ns2:creationId id="{2FA78F81-91AF-4F8F-A39C-35B77017C02D}"/>
                </a:ext>
              </a:extLst>
            </p:cNvPr>
            <p:cNvSpPr>
              <a:spLocks noGrp="1"/>
            </p:cNvSpPr>
            <p:nvPr/>
          </p:nvSpPr>
          <p:spPr>
            <a:xfrm rot="0" flipH="0" flipV="0">
              <a:off x="4101275" y="2492693"/>
              <a:ext cx="84723" cy="94121"/>
            </a:xfrm>
            <a:prstGeom prst="rect">
              <a:avLst/>
            </a:prstGeom>
            <a:solidFill>
              <a:srgbClr val="D4B4CC"/>
            </a:solidFill>
            <a:ln w="0">
              <a:noFill/>
              <a:prstDash val="solid"/>
            </a:ln>
          </p:spPr>
        </p:sp>
        <p:sp>
          <p:nvSpPr>
            <p:cNvPr id="17188" name="original-2d:789">
              <a:extLst>
                <a:ext uri="{FF2B5EF4-FFF2-40B4-BE49-F238E27FC236}">
                  <ns2:creationId id="{9E2E751A-FFB7-46F3-A89E-C4427E689DDD}"/>
                </a:ext>
              </a:extLst>
            </p:cNvPr>
            <p:cNvSpPr>
              <a:spLocks noGrp="1"/>
            </p:cNvSpPr>
            <p:nvPr/>
          </p:nvSpPr>
          <p:spPr>
            <a:xfrm rot="0" flipH="0" flipV="0">
              <a:off x="4185857" y="2492693"/>
              <a:ext cx="84723" cy="94121"/>
            </a:xfrm>
            <a:prstGeom prst="rect">
              <a:avLst/>
            </a:prstGeom>
            <a:solidFill>
              <a:srgbClr val="D4B4CC"/>
            </a:solidFill>
            <a:ln w="0">
              <a:noFill/>
              <a:prstDash val="solid"/>
            </a:ln>
          </p:spPr>
        </p:sp>
        <p:sp>
          <p:nvSpPr>
            <p:cNvPr id="17189" name="original-2d:790">
              <a:extLst>
                <a:ext uri="{FF2B5EF4-FFF2-40B4-BE49-F238E27FC236}">
                  <ns2:creationId id="{BBD93052-AA22-449B-BBD1-0D1CB5596A6E}"/>
                </a:ext>
              </a:extLst>
            </p:cNvPr>
            <p:cNvSpPr>
              <a:spLocks noGrp="1"/>
            </p:cNvSpPr>
            <p:nvPr/>
          </p:nvSpPr>
          <p:spPr>
            <a:xfrm rot="0" flipH="0" flipV="0">
              <a:off x="4270439" y="2492693"/>
              <a:ext cx="84723" cy="94121"/>
            </a:xfrm>
            <a:prstGeom prst="rect">
              <a:avLst/>
            </a:prstGeom>
            <a:solidFill>
              <a:srgbClr val="DCE8ED"/>
            </a:solidFill>
            <a:ln w="0">
              <a:noFill/>
              <a:prstDash val="solid"/>
            </a:ln>
          </p:spPr>
        </p:sp>
        <p:sp>
          <p:nvSpPr>
            <p:cNvPr id="17190" name="original-2d:791">
              <a:extLst>
                <a:ext uri="{FF2B5EF4-FFF2-40B4-BE49-F238E27FC236}">
                  <ns2:creationId id="{9E899C1A-25BB-4C75-B39B-786683658B32}"/>
                </a:ext>
              </a:extLst>
            </p:cNvPr>
            <p:cNvSpPr>
              <a:spLocks noGrp="1"/>
            </p:cNvSpPr>
            <p:nvPr/>
          </p:nvSpPr>
          <p:spPr>
            <a:xfrm rot="0" flipH="0" flipV="0">
              <a:off x="4355021" y="2492693"/>
              <a:ext cx="84723" cy="94121"/>
            </a:xfrm>
            <a:prstGeom prst="rect">
              <a:avLst/>
            </a:prstGeom>
            <a:solidFill>
              <a:srgbClr val="DCE8ED"/>
            </a:solidFill>
            <a:ln w="0">
              <a:noFill/>
              <a:prstDash val="solid"/>
            </a:ln>
          </p:spPr>
        </p:sp>
        <p:sp>
          <p:nvSpPr>
            <p:cNvPr id="17191" name="original-2d:792">
              <a:extLst>
                <a:ext uri="{FF2B5EF4-FFF2-40B4-BE49-F238E27FC236}">
                  <ns2:creationId id="{64F9A69E-F959-43CD-831C-792CA893D3C8}"/>
                </a:ext>
              </a:extLst>
            </p:cNvPr>
            <p:cNvSpPr>
              <a:spLocks noGrp="1"/>
            </p:cNvSpPr>
            <p:nvPr/>
          </p:nvSpPr>
          <p:spPr>
            <a:xfrm rot="0" flipH="0" flipV="0">
              <a:off x="4439603" y="2492693"/>
              <a:ext cx="84723" cy="94121"/>
            </a:xfrm>
            <a:prstGeom prst="rect">
              <a:avLst/>
            </a:prstGeom>
            <a:solidFill>
              <a:srgbClr val="DCE8ED"/>
            </a:solidFill>
            <a:ln w="0">
              <a:noFill/>
              <a:prstDash val="solid"/>
            </a:ln>
          </p:spPr>
        </p:sp>
        <p:sp>
          <p:nvSpPr>
            <p:cNvPr id="17192" name="original-2d:793">
              <a:extLst>
                <a:ext uri="{FF2B5EF4-FFF2-40B4-BE49-F238E27FC236}">
                  <ns2:creationId id="{0385E1D5-5C38-472E-9AD9-30C4067C7659}"/>
                </a:ext>
              </a:extLst>
            </p:cNvPr>
            <p:cNvSpPr>
              <a:spLocks noGrp="1"/>
            </p:cNvSpPr>
            <p:nvPr/>
          </p:nvSpPr>
          <p:spPr>
            <a:xfrm rot="0" flipH="0" flipV="0">
              <a:off x="4524185" y="2492693"/>
              <a:ext cx="84723" cy="94121"/>
            </a:xfrm>
            <a:prstGeom prst="rect">
              <a:avLst/>
            </a:prstGeom>
            <a:solidFill>
              <a:srgbClr val="DCE8ED"/>
            </a:solidFill>
            <a:ln w="0">
              <a:noFill/>
              <a:prstDash val="solid"/>
            </a:ln>
          </p:spPr>
        </p:sp>
        <p:sp>
          <p:nvSpPr>
            <p:cNvPr id="17193" name="original-2d:794">
              <a:extLst>
                <a:ext uri="{FF2B5EF4-FFF2-40B4-BE49-F238E27FC236}">
                  <ns2:creationId id="{E4D4C404-D0D4-450A-B4E3-1EE1C43594FA}"/>
                </a:ext>
              </a:extLst>
            </p:cNvPr>
            <p:cNvSpPr>
              <a:spLocks noGrp="1"/>
            </p:cNvSpPr>
            <p:nvPr/>
          </p:nvSpPr>
          <p:spPr>
            <a:xfrm rot="0" flipH="0" flipV="0">
              <a:off x="4608767" y="2492693"/>
              <a:ext cx="84723" cy="94121"/>
            </a:xfrm>
            <a:prstGeom prst="rect">
              <a:avLst/>
            </a:prstGeom>
            <a:solidFill>
              <a:srgbClr val="81C9BA"/>
            </a:solidFill>
            <a:ln w="0">
              <a:noFill/>
              <a:prstDash val="solid"/>
            </a:ln>
          </p:spPr>
        </p:sp>
        <p:sp>
          <p:nvSpPr>
            <p:cNvPr id="17194" name="original-2d:795">
              <a:extLst>
                <a:ext uri="{FF2B5EF4-FFF2-40B4-BE49-F238E27FC236}">
                  <ns2:creationId id="{46FD471F-2817-47F4-AD74-B136AD41B42C}"/>
                </a:ext>
              </a:extLst>
            </p:cNvPr>
            <p:cNvSpPr>
              <a:spLocks noGrp="1"/>
            </p:cNvSpPr>
            <p:nvPr/>
          </p:nvSpPr>
          <p:spPr>
            <a:xfrm rot="0" flipH="0" flipV="0">
              <a:off x="4693349" y="2492693"/>
              <a:ext cx="84723" cy="94121"/>
            </a:xfrm>
            <a:prstGeom prst="rect">
              <a:avLst/>
            </a:prstGeom>
            <a:solidFill>
              <a:srgbClr val="81C9BA"/>
            </a:solidFill>
            <a:ln w="0">
              <a:noFill/>
              <a:prstDash val="solid"/>
            </a:ln>
          </p:spPr>
        </p:sp>
        <p:sp>
          <p:nvSpPr>
            <p:cNvPr id="17195" name="original-2d:796">
              <a:extLst>
                <a:ext uri="{FF2B5EF4-FFF2-40B4-BE49-F238E27FC236}">
                  <ns2:creationId id="{2911FD74-FD04-49B6-ADE2-9A3E2DF3144E}"/>
                </a:ext>
              </a:extLst>
            </p:cNvPr>
            <p:cNvSpPr>
              <a:spLocks noGrp="1"/>
            </p:cNvSpPr>
            <p:nvPr/>
          </p:nvSpPr>
          <p:spPr>
            <a:xfrm rot="0" flipH="0" flipV="0">
              <a:off x="4777931" y="2492693"/>
              <a:ext cx="84723" cy="94121"/>
            </a:xfrm>
            <a:prstGeom prst="rect">
              <a:avLst/>
            </a:prstGeom>
            <a:solidFill>
              <a:srgbClr val="81C9BA"/>
            </a:solidFill>
            <a:ln w="0">
              <a:noFill/>
              <a:prstDash val="solid"/>
            </a:ln>
          </p:spPr>
        </p:sp>
        <p:sp>
          <p:nvSpPr>
            <p:cNvPr id="17196" name="original-2d:797">
              <a:extLst>
                <a:ext uri="{FF2B5EF4-FFF2-40B4-BE49-F238E27FC236}">
                  <ns2:creationId id="{06624498-A3E9-4DA1-B2ED-0C1964FC3B99}"/>
                </a:ext>
              </a:extLst>
            </p:cNvPr>
            <p:cNvSpPr>
              <a:spLocks noGrp="1"/>
            </p:cNvSpPr>
            <p:nvPr/>
          </p:nvSpPr>
          <p:spPr>
            <a:xfrm rot="0" flipH="0" flipV="0">
              <a:off x="4862513" y="2492693"/>
              <a:ext cx="84723" cy="94121"/>
            </a:xfrm>
            <a:prstGeom prst="rect">
              <a:avLst/>
            </a:prstGeom>
            <a:solidFill>
              <a:srgbClr val="81C9BA"/>
            </a:solidFill>
            <a:ln w="0">
              <a:noFill/>
              <a:prstDash val="solid"/>
            </a:ln>
          </p:spPr>
        </p:sp>
        <p:sp>
          <p:nvSpPr>
            <p:cNvPr id="17197" name="original-2d:798">
              <a:extLst>
                <a:ext uri="{FF2B5EF4-FFF2-40B4-BE49-F238E27FC236}">
                  <ns2:creationId id="{72DE0B4D-B008-427C-BEE9-B4C5CF8E42D8}"/>
                </a:ext>
              </a:extLst>
            </p:cNvPr>
            <p:cNvSpPr>
              <a:spLocks noGrp="1"/>
            </p:cNvSpPr>
            <p:nvPr/>
          </p:nvSpPr>
          <p:spPr>
            <a:xfrm rot="0" flipH="0" flipV="0">
              <a:off x="4947095" y="2492693"/>
              <a:ext cx="84723" cy="94121"/>
            </a:xfrm>
            <a:prstGeom prst="rect">
              <a:avLst/>
            </a:prstGeom>
            <a:solidFill>
              <a:srgbClr val="81C9BA"/>
            </a:solidFill>
            <a:ln w="0">
              <a:noFill/>
              <a:prstDash val="solid"/>
            </a:ln>
          </p:spPr>
        </p:sp>
        <p:sp>
          <p:nvSpPr>
            <p:cNvPr id="17198" name="original-2d:799">
              <a:extLst>
                <a:ext uri="{FF2B5EF4-FFF2-40B4-BE49-F238E27FC236}">
                  <ns2:creationId id="{7A0306B9-8E18-4321-AFFD-BA037A13BDF4}"/>
                </a:ext>
              </a:extLst>
            </p:cNvPr>
            <p:cNvSpPr>
              <a:spLocks noGrp="1"/>
            </p:cNvSpPr>
            <p:nvPr/>
          </p:nvSpPr>
          <p:spPr>
            <a:xfrm rot="0" flipH="0" flipV="0">
              <a:off x="5031677" y="2492693"/>
              <a:ext cx="84723" cy="94121"/>
            </a:xfrm>
            <a:prstGeom prst="rect">
              <a:avLst/>
            </a:prstGeom>
            <a:solidFill>
              <a:srgbClr val="81C9BA"/>
            </a:solidFill>
            <a:ln w="0">
              <a:noFill/>
              <a:prstDash val="solid"/>
            </a:ln>
          </p:spPr>
        </p:sp>
        <p:sp>
          <p:nvSpPr>
            <p:cNvPr id="17199" name="original-2d:800">
              <a:extLst>
                <a:ext uri="{FF2B5EF4-FFF2-40B4-BE49-F238E27FC236}">
                  <ns2:creationId id="{8A64CB1B-C7D8-4E1D-8175-438861A923FF}"/>
                </a:ext>
              </a:extLst>
            </p:cNvPr>
            <p:cNvSpPr>
              <a:spLocks noGrp="1"/>
            </p:cNvSpPr>
            <p:nvPr/>
          </p:nvSpPr>
          <p:spPr>
            <a:xfrm rot="0" flipH="0" flipV="0">
              <a:off x="5116259" y="2492693"/>
              <a:ext cx="84723" cy="94121"/>
            </a:xfrm>
            <a:prstGeom prst="rect">
              <a:avLst/>
            </a:prstGeom>
            <a:solidFill>
              <a:srgbClr val="DCE8ED"/>
            </a:solidFill>
            <a:ln w="0">
              <a:noFill/>
              <a:prstDash val="solid"/>
            </a:ln>
          </p:spPr>
        </p:sp>
        <p:sp>
          <p:nvSpPr>
            <p:cNvPr id="17200" name="original-2d:801">
              <a:extLst>
                <a:ext uri="{FF2B5EF4-FFF2-40B4-BE49-F238E27FC236}">
                  <ns2:creationId id="{D5E3D5AC-2BF9-4571-9E59-FBF12AE62386}"/>
                </a:ext>
              </a:extLst>
            </p:cNvPr>
            <p:cNvSpPr>
              <a:spLocks noGrp="1"/>
            </p:cNvSpPr>
            <p:nvPr/>
          </p:nvSpPr>
          <p:spPr>
            <a:xfrm rot="0" flipH="0" flipV="0">
              <a:off x="5200841" y="2492693"/>
              <a:ext cx="84723" cy="94121"/>
            </a:xfrm>
            <a:prstGeom prst="rect">
              <a:avLst/>
            </a:prstGeom>
            <a:solidFill>
              <a:srgbClr val="DCE8ED"/>
            </a:solidFill>
            <a:ln w="0">
              <a:noFill/>
              <a:prstDash val="solid"/>
            </a:ln>
          </p:spPr>
        </p:sp>
        <p:sp>
          <p:nvSpPr>
            <p:cNvPr id="17201" name="original-2d:802">
              <a:extLst>
                <a:ext uri="{FF2B5EF4-FFF2-40B4-BE49-F238E27FC236}">
                  <ns2:creationId id="{BEF112C2-2AD4-47E2-806C-2047C5BE78A2}"/>
                </a:ext>
              </a:extLst>
            </p:cNvPr>
            <p:cNvSpPr>
              <a:spLocks noGrp="1"/>
            </p:cNvSpPr>
            <p:nvPr/>
          </p:nvSpPr>
          <p:spPr>
            <a:xfrm rot="0" flipH="0" flipV="0">
              <a:off x="3593783" y="2586673"/>
              <a:ext cx="84723" cy="94121"/>
            </a:xfrm>
            <a:prstGeom prst="rect">
              <a:avLst/>
            </a:prstGeom>
            <a:solidFill>
              <a:srgbClr val="D4B4CC"/>
            </a:solidFill>
            <a:ln w="0">
              <a:noFill/>
              <a:prstDash val="solid"/>
            </a:ln>
          </p:spPr>
        </p:sp>
        <p:sp>
          <p:nvSpPr>
            <p:cNvPr id="17202" name="original-2d:803">
              <a:extLst>
                <a:ext uri="{FF2B5EF4-FFF2-40B4-BE49-F238E27FC236}">
                  <ns2:creationId id="{F83D39D8-A93F-4DC4-A8B4-BF9F66665513}"/>
                </a:ext>
              </a:extLst>
            </p:cNvPr>
            <p:cNvSpPr>
              <a:spLocks noGrp="1"/>
            </p:cNvSpPr>
            <p:nvPr/>
          </p:nvSpPr>
          <p:spPr>
            <a:xfrm rot="0" flipH="0" flipV="0">
              <a:off x="3678365" y="2586673"/>
              <a:ext cx="84723" cy="94121"/>
            </a:xfrm>
            <a:prstGeom prst="rect">
              <a:avLst/>
            </a:prstGeom>
            <a:solidFill>
              <a:srgbClr val="0072B2"/>
            </a:solidFill>
            <a:ln w="0">
              <a:noFill/>
              <a:prstDash val="solid"/>
            </a:ln>
          </p:spPr>
        </p:sp>
        <p:sp>
          <p:nvSpPr>
            <p:cNvPr id="17203" name="original-2d:804">
              <a:extLst>
                <a:ext uri="{FF2B5EF4-FFF2-40B4-BE49-F238E27FC236}">
                  <ns2:creationId id="{CD50EC17-96CE-40ED-9DDC-8432DB759293}"/>
                </a:ext>
              </a:extLst>
            </p:cNvPr>
            <p:cNvSpPr>
              <a:spLocks noGrp="1"/>
            </p:cNvSpPr>
            <p:nvPr/>
          </p:nvSpPr>
          <p:spPr>
            <a:xfrm rot="0" flipH="0" flipV="0">
              <a:off x="3762947" y="2586673"/>
              <a:ext cx="84723" cy="94121"/>
            </a:xfrm>
            <a:prstGeom prst="rect">
              <a:avLst/>
            </a:prstGeom>
            <a:solidFill>
              <a:srgbClr val="0072B2"/>
            </a:solidFill>
            <a:ln w="0">
              <a:noFill/>
              <a:prstDash val="solid"/>
            </a:ln>
          </p:spPr>
        </p:sp>
        <p:sp>
          <p:nvSpPr>
            <p:cNvPr id="17204" name="original-2d:805">
              <a:extLst>
                <a:ext uri="{FF2B5EF4-FFF2-40B4-BE49-F238E27FC236}">
                  <ns2:creationId id="{2E1415EB-25E5-496D-999E-083B25D527E7}"/>
                </a:ext>
              </a:extLst>
            </p:cNvPr>
            <p:cNvSpPr>
              <a:spLocks noGrp="1"/>
            </p:cNvSpPr>
            <p:nvPr/>
          </p:nvSpPr>
          <p:spPr>
            <a:xfrm rot="0" flipH="0" flipV="0">
              <a:off x="3847529" y="2586673"/>
              <a:ext cx="84723" cy="94121"/>
            </a:xfrm>
            <a:prstGeom prst="rect">
              <a:avLst/>
            </a:prstGeom>
            <a:solidFill>
              <a:srgbClr val="D4B4CC"/>
            </a:solidFill>
            <a:ln w="0">
              <a:noFill/>
              <a:prstDash val="solid"/>
            </a:ln>
          </p:spPr>
        </p:sp>
        <p:sp>
          <p:nvSpPr>
            <p:cNvPr id="17205" name="original-2d:806">
              <a:extLst>
                <a:ext uri="{FF2B5EF4-FFF2-40B4-BE49-F238E27FC236}">
                  <ns2:creationId id="{D1AE3FD0-F996-4DB3-8B20-0D4A20C9FE01}"/>
                </a:ext>
              </a:extLst>
            </p:cNvPr>
            <p:cNvSpPr>
              <a:spLocks noGrp="1"/>
            </p:cNvSpPr>
            <p:nvPr/>
          </p:nvSpPr>
          <p:spPr>
            <a:xfrm rot="0" flipH="0" flipV="0">
              <a:off x="3932111" y="2586673"/>
              <a:ext cx="84723" cy="94121"/>
            </a:xfrm>
            <a:prstGeom prst="rect">
              <a:avLst/>
            </a:prstGeom>
            <a:solidFill>
              <a:srgbClr val="D4B4CC"/>
            </a:solidFill>
            <a:ln w="0">
              <a:noFill/>
              <a:prstDash val="solid"/>
            </a:ln>
          </p:spPr>
        </p:sp>
        <p:sp>
          <p:nvSpPr>
            <p:cNvPr id="17206" name="original-2d:807">
              <a:extLst>
                <a:ext uri="{FF2B5EF4-FFF2-40B4-BE49-F238E27FC236}">
                  <ns2:creationId id="{F5A2BDB4-9849-4F54-B362-C45EB8FBB24A}"/>
                </a:ext>
              </a:extLst>
            </p:cNvPr>
            <p:cNvSpPr>
              <a:spLocks noGrp="1"/>
            </p:cNvSpPr>
            <p:nvPr/>
          </p:nvSpPr>
          <p:spPr>
            <a:xfrm rot="0" flipH="0" flipV="0">
              <a:off x="4016693" y="2586673"/>
              <a:ext cx="84723" cy="94121"/>
            </a:xfrm>
            <a:prstGeom prst="rect">
              <a:avLst/>
            </a:prstGeom>
            <a:solidFill>
              <a:srgbClr val="D4B4CC"/>
            </a:solidFill>
            <a:ln w="0">
              <a:noFill/>
              <a:prstDash val="solid"/>
            </a:ln>
          </p:spPr>
        </p:sp>
        <p:sp>
          <p:nvSpPr>
            <p:cNvPr id="17207" name="original-2d:808">
              <a:extLst>
                <a:ext uri="{FF2B5EF4-FFF2-40B4-BE49-F238E27FC236}">
                  <ns2:creationId id="{A3425B14-C42D-40B9-B4F2-67AB493972FB}"/>
                </a:ext>
              </a:extLst>
            </p:cNvPr>
            <p:cNvSpPr>
              <a:spLocks noGrp="1"/>
            </p:cNvSpPr>
            <p:nvPr/>
          </p:nvSpPr>
          <p:spPr>
            <a:xfrm rot="0" flipH="0" flipV="0">
              <a:off x="4101275" y="2586673"/>
              <a:ext cx="84723" cy="94121"/>
            </a:xfrm>
            <a:prstGeom prst="rect">
              <a:avLst/>
            </a:prstGeom>
            <a:solidFill>
              <a:srgbClr val="D4B4CC"/>
            </a:solidFill>
            <a:ln w="0">
              <a:noFill/>
              <a:prstDash val="solid"/>
            </a:ln>
          </p:spPr>
        </p:sp>
        <p:sp>
          <p:nvSpPr>
            <p:cNvPr id="17208" name="original-2d:809">
              <a:extLst>
                <a:ext uri="{FF2B5EF4-FFF2-40B4-BE49-F238E27FC236}">
                  <ns2:creationId id="{DC5D1A2F-CDCB-449B-947E-7E9A933492EC}"/>
                </a:ext>
              </a:extLst>
            </p:cNvPr>
            <p:cNvSpPr>
              <a:spLocks noGrp="1"/>
            </p:cNvSpPr>
            <p:nvPr/>
          </p:nvSpPr>
          <p:spPr>
            <a:xfrm rot="0" flipH="0" flipV="0">
              <a:off x="4185857" y="2586673"/>
              <a:ext cx="84723" cy="94121"/>
            </a:xfrm>
            <a:prstGeom prst="rect">
              <a:avLst/>
            </a:prstGeom>
            <a:solidFill>
              <a:srgbClr val="DCE8ED"/>
            </a:solidFill>
            <a:ln w="0">
              <a:noFill/>
              <a:prstDash val="solid"/>
            </a:ln>
          </p:spPr>
        </p:sp>
        <p:sp>
          <p:nvSpPr>
            <p:cNvPr id="17209" name="original-2d:810">
              <a:extLst>
                <a:ext uri="{FF2B5EF4-FFF2-40B4-BE49-F238E27FC236}">
                  <ns2:creationId id="{117E6CD1-3FE4-45AD-8156-3F6237FB76AB}"/>
                </a:ext>
              </a:extLst>
            </p:cNvPr>
            <p:cNvSpPr>
              <a:spLocks noGrp="1"/>
            </p:cNvSpPr>
            <p:nvPr/>
          </p:nvSpPr>
          <p:spPr>
            <a:xfrm rot="0" flipH="0" flipV="0">
              <a:off x="4270439" y="2586673"/>
              <a:ext cx="84723" cy="94121"/>
            </a:xfrm>
            <a:prstGeom prst="rect">
              <a:avLst/>
            </a:prstGeom>
            <a:solidFill>
              <a:srgbClr val="DCE8ED"/>
            </a:solidFill>
            <a:ln w="0">
              <a:noFill/>
              <a:prstDash val="solid"/>
            </a:ln>
          </p:spPr>
        </p:sp>
        <p:sp>
          <p:nvSpPr>
            <p:cNvPr id="17210" name="original-2d:811">
              <a:extLst>
                <a:ext uri="{FF2B5EF4-FFF2-40B4-BE49-F238E27FC236}">
                  <ns2:creationId id="{2CBC3DEE-5973-4D17-8F9E-55FAE59C0A60}"/>
                </a:ext>
              </a:extLst>
            </p:cNvPr>
            <p:cNvSpPr>
              <a:spLocks noGrp="1"/>
            </p:cNvSpPr>
            <p:nvPr/>
          </p:nvSpPr>
          <p:spPr>
            <a:xfrm rot="0" flipH="0" flipV="0">
              <a:off x="4355021" y="2586673"/>
              <a:ext cx="84723" cy="94121"/>
            </a:xfrm>
            <a:prstGeom prst="rect">
              <a:avLst/>
            </a:prstGeom>
            <a:solidFill>
              <a:srgbClr val="81C9BA"/>
            </a:solidFill>
            <a:ln w="0">
              <a:noFill/>
              <a:prstDash val="solid"/>
            </a:ln>
          </p:spPr>
        </p:sp>
        <p:sp>
          <p:nvSpPr>
            <p:cNvPr id="17211" name="original-2d:812">
              <a:extLst>
                <a:ext uri="{FF2B5EF4-FFF2-40B4-BE49-F238E27FC236}">
                  <ns2:creationId id="{76F0553A-BB8A-485E-8E05-2055CFBCF611}"/>
                </a:ext>
              </a:extLst>
            </p:cNvPr>
            <p:cNvSpPr>
              <a:spLocks noGrp="1"/>
            </p:cNvSpPr>
            <p:nvPr/>
          </p:nvSpPr>
          <p:spPr>
            <a:xfrm rot="0" flipH="0" flipV="0">
              <a:off x="4439603" y="2586673"/>
              <a:ext cx="84723" cy="94121"/>
            </a:xfrm>
            <a:prstGeom prst="rect">
              <a:avLst/>
            </a:prstGeom>
            <a:solidFill>
              <a:srgbClr val="81C9BA"/>
            </a:solidFill>
            <a:ln w="0">
              <a:noFill/>
              <a:prstDash val="solid"/>
            </a:ln>
          </p:spPr>
        </p:sp>
        <p:sp>
          <p:nvSpPr>
            <p:cNvPr id="17212" name="original-2d:813">
              <a:extLst>
                <a:ext uri="{FF2B5EF4-FFF2-40B4-BE49-F238E27FC236}">
                  <ns2:creationId id="{7EDBEAAB-B5F3-477E-9251-0A9A228FA256}"/>
                </a:ext>
              </a:extLst>
            </p:cNvPr>
            <p:cNvSpPr>
              <a:spLocks noGrp="1"/>
            </p:cNvSpPr>
            <p:nvPr/>
          </p:nvSpPr>
          <p:spPr>
            <a:xfrm rot="0" flipH="0" flipV="0">
              <a:off x="4524185" y="2586673"/>
              <a:ext cx="84723" cy="94121"/>
            </a:xfrm>
            <a:prstGeom prst="rect">
              <a:avLst/>
            </a:prstGeom>
            <a:solidFill>
              <a:srgbClr val="81C9BA"/>
            </a:solidFill>
            <a:ln w="0">
              <a:noFill/>
              <a:prstDash val="solid"/>
            </a:ln>
          </p:spPr>
        </p:sp>
        <p:sp>
          <p:nvSpPr>
            <p:cNvPr id="17213" name="original-2d:814">
              <a:extLst>
                <a:ext uri="{FF2B5EF4-FFF2-40B4-BE49-F238E27FC236}">
                  <ns2:creationId id="{9FF7384E-8D23-4736-B5F0-AE5978EC4EBD}"/>
                </a:ext>
              </a:extLst>
            </p:cNvPr>
            <p:cNvSpPr>
              <a:spLocks noGrp="1"/>
            </p:cNvSpPr>
            <p:nvPr/>
          </p:nvSpPr>
          <p:spPr>
            <a:xfrm rot="0" flipH="0" flipV="0">
              <a:off x="4608767" y="2586673"/>
              <a:ext cx="84723" cy="94121"/>
            </a:xfrm>
            <a:prstGeom prst="rect">
              <a:avLst/>
            </a:prstGeom>
            <a:solidFill>
              <a:srgbClr val="81C9BA"/>
            </a:solidFill>
            <a:ln w="0">
              <a:noFill/>
              <a:prstDash val="solid"/>
            </a:ln>
          </p:spPr>
        </p:sp>
        <p:sp>
          <p:nvSpPr>
            <p:cNvPr id="17214" name="original-2d:815">
              <a:extLst>
                <a:ext uri="{FF2B5EF4-FFF2-40B4-BE49-F238E27FC236}">
                  <ns2:creationId id="{26A825C9-3C81-409C-B75D-561497D6D6CB}"/>
                </a:ext>
              </a:extLst>
            </p:cNvPr>
            <p:cNvSpPr>
              <a:spLocks noGrp="1"/>
            </p:cNvSpPr>
            <p:nvPr/>
          </p:nvSpPr>
          <p:spPr>
            <a:xfrm rot="0" flipH="0" flipV="0">
              <a:off x="4693349" y="2586673"/>
              <a:ext cx="84723" cy="94121"/>
            </a:xfrm>
            <a:prstGeom prst="rect">
              <a:avLst/>
            </a:prstGeom>
            <a:solidFill>
              <a:srgbClr val="81C9BA"/>
            </a:solidFill>
            <a:ln w="0">
              <a:noFill/>
              <a:prstDash val="solid"/>
            </a:ln>
          </p:spPr>
        </p:sp>
        <p:sp>
          <p:nvSpPr>
            <p:cNvPr id="17215" name="original-2d:816">
              <a:extLst>
                <a:ext uri="{FF2B5EF4-FFF2-40B4-BE49-F238E27FC236}">
                  <ns2:creationId id="{CCAD9658-C7A8-45DA-851D-7FFFC8E3EDDA}"/>
                </a:ext>
              </a:extLst>
            </p:cNvPr>
            <p:cNvSpPr>
              <a:spLocks noGrp="1"/>
            </p:cNvSpPr>
            <p:nvPr/>
          </p:nvSpPr>
          <p:spPr>
            <a:xfrm rot="0" flipH="0" flipV="0">
              <a:off x="4777931" y="2586673"/>
              <a:ext cx="84723" cy="94121"/>
            </a:xfrm>
            <a:prstGeom prst="rect">
              <a:avLst/>
            </a:prstGeom>
            <a:solidFill>
              <a:srgbClr val="81C9BA"/>
            </a:solidFill>
            <a:ln w="0">
              <a:noFill/>
              <a:prstDash val="solid"/>
            </a:ln>
          </p:spPr>
        </p:sp>
        <p:sp>
          <p:nvSpPr>
            <p:cNvPr id="17216" name="original-2d:817">
              <a:extLst>
                <a:ext uri="{FF2B5EF4-FFF2-40B4-BE49-F238E27FC236}">
                  <ns2:creationId id="{CF0923AF-D2DE-4AD6-8D49-57EE46AACA71}"/>
                </a:ext>
              </a:extLst>
            </p:cNvPr>
            <p:cNvSpPr>
              <a:spLocks noGrp="1"/>
            </p:cNvSpPr>
            <p:nvPr/>
          </p:nvSpPr>
          <p:spPr>
            <a:xfrm rot="0" flipH="0" flipV="0">
              <a:off x="4862513" y="2586673"/>
              <a:ext cx="84723" cy="94121"/>
            </a:xfrm>
            <a:prstGeom prst="rect">
              <a:avLst/>
            </a:prstGeom>
            <a:solidFill>
              <a:srgbClr val="81C9BA"/>
            </a:solidFill>
            <a:ln w="0">
              <a:noFill/>
              <a:prstDash val="solid"/>
            </a:ln>
          </p:spPr>
        </p:sp>
        <p:sp>
          <p:nvSpPr>
            <p:cNvPr id="17217" name="original-2d:818">
              <a:extLst>
                <a:ext uri="{FF2B5EF4-FFF2-40B4-BE49-F238E27FC236}">
                  <ns2:creationId id="{F109E4C6-7DBE-4F16-9B4B-140A5B7E3C40}"/>
                </a:ext>
              </a:extLst>
            </p:cNvPr>
            <p:cNvSpPr>
              <a:spLocks noGrp="1"/>
            </p:cNvSpPr>
            <p:nvPr/>
          </p:nvSpPr>
          <p:spPr>
            <a:xfrm rot="0" flipH="0" flipV="0">
              <a:off x="4947095" y="2586673"/>
              <a:ext cx="84723" cy="94121"/>
            </a:xfrm>
            <a:prstGeom prst="rect">
              <a:avLst/>
            </a:prstGeom>
            <a:solidFill>
              <a:srgbClr val="81C9BA"/>
            </a:solidFill>
            <a:ln w="0">
              <a:noFill/>
              <a:prstDash val="solid"/>
            </a:ln>
          </p:spPr>
        </p:sp>
        <p:sp>
          <p:nvSpPr>
            <p:cNvPr id="17218" name="original-2d:819">
              <a:extLst>
                <a:ext uri="{FF2B5EF4-FFF2-40B4-BE49-F238E27FC236}">
                  <ns2:creationId id="{90925089-5BAA-4E83-A09F-BC0AFE40D9AF}"/>
                </a:ext>
              </a:extLst>
            </p:cNvPr>
            <p:cNvSpPr>
              <a:spLocks noGrp="1"/>
            </p:cNvSpPr>
            <p:nvPr/>
          </p:nvSpPr>
          <p:spPr>
            <a:xfrm rot="0" flipH="0" flipV="0">
              <a:off x="5031677" y="2586673"/>
              <a:ext cx="84723" cy="94121"/>
            </a:xfrm>
            <a:prstGeom prst="rect">
              <a:avLst/>
            </a:prstGeom>
            <a:solidFill>
              <a:srgbClr val="81C9BA"/>
            </a:solidFill>
            <a:ln w="0">
              <a:noFill/>
              <a:prstDash val="solid"/>
            </a:ln>
          </p:spPr>
        </p:sp>
        <p:sp>
          <p:nvSpPr>
            <p:cNvPr id="17219" name="original-2d:820">
              <a:extLst>
                <a:ext uri="{FF2B5EF4-FFF2-40B4-BE49-F238E27FC236}">
                  <ns2:creationId id="{1EC2FB4D-B709-4D42-8651-331235251FE5}"/>
                </a:ext>
              </a:extLst>
            </p:cNvPr>
            <p:cNvSpPr>
              <a:spLocks noGrp="1"/>
            </p:cNvSpPr>
            <p:nvPr/>
          </p:nvSpPr>
          <p:spPr>
            <a:xfrm rot="0" flipH="0" flipV="0">
              <a:off x="5116259" y="2586673"/>
              <a:ext cx="84723" cy="94121"/>
            </a:xfrm>
            <a:prstGeom prst="rect">
              <a:avLst/>
            </a:prstGeom>
            <a:solidFill>
              <a:srgbClr val="81C9BA"/>
            </a:solidFill>
            <a:ln w="0">
              <a:noFill/>
              <a:prstDash val="solid"/>
            </a:ln>
          </p:spPr>
        </p:sp>
        <p:sp>
          <p:nvSpPr>
            <p:cNvPr id="17220" name="original-2d:821">
              <a:extLst>
                <a:ext uri="{FF2B5EF4-FFF2-40B4-BE49-F238E27FC236}">
                  <ns2:creationId id="{5F4A1028-6470-41FC-B65D-E5ADD39DDBAE}"/>
                </a:ext>
              </a:extLst>
            </p:cNvPr>
            <p:cNvSpPr>
              <a:spLocks noGrp="1"/>
            </p:cNvSpPr>
            <p:nvPr/>
          </p:nvSpPr>
          <p:spPr>
            <a:xfrm rot="0" flipH="0" flipV="0">
              <a:off x="5200841" y="2586673"/>
              <a:ext cx="84723" cy="94121"/>
            </a:xfrm>
            <a:prstGeom prst="rect">
              <a:avLst/>
            </a:prstGeom>
            <a:solidFill>
              <a:srgbClr val="DCE8ED"/>
            </a:solidFill>
            <a:ln w="0">
              <a:noFill/>
              <a:prstDash val="solid"/>
            </a:ln>
          </p:spPr>
        </p:sp>
        <p:sp>
          <p:nvSpPr>
            <p:cNvPr id="17221" name="original-2d:822">
              <a:extLst>
                <a:ext uri="{FF2B5EF4-FFF2-40B4-BE49-F238E27FC236}">
                  <ns2:creationId id="{129C4CB1-2394-49AD-99CD-C88FE802F980}"/>
                </a:ext>
              </a:extLst>
            </p:cNvPr>
            <p:cNvSpPr>
              <a:spLocks noGrp="1"/>
            </p:cNvSpPr>
            <p:nvPr/>
          </p:nvSpPr>
          <p:spPr>
            <a:xfrm rot="0" flipH="0" flipV="0">
              <a:off x="3593783" y="2680653"/>
              <a:ext cx="84723" cy="94121"/>
            </a:xfrm>
            <a:prstGeom prst="rect">
              <a:avLst/>
            </a:prstGeom>
            <a:solidFill>
              <a:srgbClr val="D4B4CC"/>
            </a:solidFill>
            <a:ln w="0">
              <a:noFill/>
              <a:prstDash val="solid"/>
            </a:ln>
          </p:spPr>
        </p:sp>
        <p:sp>
          <p:nvSpPr>
            <p:cNvPr id="17222" name="original-2d:823">
              <a:extLst>
                <a:ext uri="{FF2B5EF4-FFF2-40B4-BE49-F238E27FC236}">
                  <ns2:creationId id="{1E1DC262-CAA6-4563-B3FF-4E504695A0ED}"/>
                </a:ext>
              </a:extLst>
            </p:cNvPr>
            <p:cNvSpPr>
              <a:spLocks noGrp="1"/>
            </p:cNvSpPr>
            <p:nvPr/>
          </p:nvSpPr>
          <p:spPr>
            <a:xfrm rot="0" flipH="0" flipV="0">
              <a:off x="3678365" y="2680653"/>
              <a:ext cx="84723" cy="94121"/>
            </a:xfrm>
            <a:prstGeom prst="rect">
              <a:avLst/>
            </a:prstGeom>
            <a:solidFill>
              <a:srgbClr val="D4B4CC"/>
            </a:solidFill>
            <a:ln w="0">
              <a:noFill/>
              <a:prstDash val="solid"/>
            </a:ln>
          </p:spPr>
        </p:sp>
        <p:sp>
          <p:nvSpPr>
            <p:cNvPr id="17223" name="original-2d:824">
              <a:extLst>
                <a:ext uri="{FF2B5EF4-FFF2-40B4-BE49-F238E27FC236}">
                  <ns2:creationId id="{6C96AC24-80FE-4654-AF23-058F61AD0360}"/>
                </a:ext>
              </a:extLst>
            </p:cNvPr>
            <p:cNvSpPr>
              <a:spLocks noGrp="1"/>
            </p:cNvSpPr>
            <p:nvPr/>
          </p:nvSpPr>
          <p:spPr>
            <a:xfrm rot="0" flipH="0" flipV="0">
              <a:off x="3762947" y="2680653"/>
              <a:ext cx="84723" cy="94121"/>
            </a:xfrm>
            <a:prstGeom prst="rect">
              <a:avLst/>
            </a:prstGeom>
            <a:solidFill>
              <a:srgbClr val="D4B4CC"/>
            </a:solidFill>
            <a:ln w="0">
              <a:noFill/>
              <a:prstDash val="solid"/>
            </a:ln>
          </p:spPr>
        </p:sp>
        <p:sp>
          <p:nvSpPr>
            <p:cNvPr id="17224" name="original-2d:825">
              <a:extLst>
                <a:ext uri="{FF2B5EF4-FFF2-40B4-BE49-F238E27FC236}">
                  <ns2:creationId id="{E15B9C84-B0DF-4B2E-BF98-852BCD3FA938}"/>
                </a:ext>
              </a:extLst>
            </p:cNvPr>
            <p:cNvSpPr>
              <a:spLocks noGrp="1"/>
            </p:cNvSpPr>
            <p:nvPr/>
          </p:nvSpPr>
          <p:spPr>
            <a:xfrm rot="0" flipH="0" flipV="0">
              <a:off x="3847529" y="2680653"/>
              <a:ext cx="84723" cy="94121"/>
            </a:xfrm>
            <a:prstGeom prst="rect">
              <a:avLst/>
            </a:prstGeom>
            <a:solidFill>
              <a:srgbClr val="D4B4CC"/>
            </a:solidFill>
            <a:ln w="0">
              <a:noFill/>
              <a:prstDash val="solid"/>
            </a:ln>
          </p:spPr>
        </p:sp>
        <p:sp>
          <p:nvSpPr>
            <p:cNvPr id="17225" name="original-2d:826">
              <a:extLst>
                <a:ext uri="{FF2B5EF4-FFF2-40B4-BE49-F238E27FC236}">
                  <ns2:creationId id="{30726F7B-2212-42DF-B1B6-1498D11E515C}"/>
                </a:ext>
              </a:extLst>
            </p:cNvPr>
            <p:cNvSpPr>
              <a:spLocks noGrp="1"/>
            </p:cNvSpPr>
            <p:nvPr/>
          </p:nvSpPr>
          <p:spPr>
            <a:xfrm rot="0" flipH="0" flipV="0">
              <a:off x="3932111" y="2680653"/>
              <a:ext cx="84723" cy="94121"/>
            </a:xfrm>
            <a:prstGeom prst="rect">
              <a:avLst/>
            </a:prstGeom>
            <a:solidFill>
              <a:srgbClr val="D4B4CC"/>
            </a:solidFill>
            <a:ln w="0">
              <a:noFill/>
              <a:prstDash val="solid"/>
            </a:ln>
          </p:spPr>
        </p:sp>
        <p:sp>
          <p:nvSpPr>
            <p:cNvPr id="17226" name="original-2d:827">
              <a:extLst>
                <a:ext uri="{FF2B5EF4-FFF2-40B4-BE49-F238E27FC236}">
                  <ns2:creationId id="{4C70428F-0FC8-4822-87A0-F71A9B2A262E}"/>
                </a:ext>
              </a:extLst>
            </p:cNvPr>
            <p:cNvSpPr>
              <a:spLocks noGrp="1"/>
            </p:cNvSpPr>
            <p:nvPr/>
          </p:nvSpPr>
          <p:spPr>
            <a:xfrm rot="0" flipH="0" flipV="0">
              <a:off x="4016693" y="2680653"/>
              <a:ext cx="84723" cy="94121"/>
            </a:xfrm>
            <a:prstGeom prst="rect">
              <a:avLst/>
            </a:prstGeom>
            <a:solidFill>
              <a:srgbClr val="DCE8ED"/>
            </a:solidFill>
            <a:ln w="0">
              <a:noFill/>
              <a:prstDash val="solid"/>
            </a:ln>
          </p:spPr>
        </p:sp>
        <p:sp>
          <p:nvSpPr>
            <p:cNvPr id="17227" name="original-2d:828">
              <a:extLst>
                <a:ext uri="{FF2B5EF4-FFF2-40B4-BE49-F238E27FC236}">
                  <ns2:creationId id="{8D8BB0C2-3978-4ACC-9279-D75F96B665BA}"/>
                </a:ext>
              </a:extLst>
            </p:cNvPr>
            <p:cNvSpPr>
              <a:spLocks noGrp="1"/>
            </p:cNvSpPr>
            <p:nvPr/>
          </p:nvSpPr>
          <p:spPr>
            <a:xfrm rot="0" flipH="0" flipV="0">
              <a:off x="4101275" y="2680653"/>
              <a:ext cx="84723" cy="94121"/>
            </a:xfrm>
            <a:prstGeom prst="rect">
              <a:avLst/>
            </a:prstGeom>
            <a:solidFill>
              <a:srgbClr val="DCE8ED"/>
            </a:solidFill>
            <a:ln w="0">
              <a:noFill/>
              <a:prstDash val="solid"/>
            </a:ln>
          </p:spPr>
        </p:sp>
        <p:sp>
          <p:nvSpPr>
            <p:cNvPr id="17228" name="original-2d:829">
              <a:extLst>
                <a:ext uri="{FF2B5EF4-FFF2-40B4-BE49-F238E27FC236}">
                  <ns2:creationId id="{9038AB64-46FE-4C78-AB03-C88D726B376F}"/>
                </a:ext>
              </a:extLst>
            </p:cNvPr>
            <p:cNvSpPr>
              <a:spLocks noGrp="1"/>
            </p:cNvSpPr>
            <p:nvPr/>
          </p:nvSpPr>
          <p:spPr>
            <a:xfrm rot="0" flipH="0" flipV="0">
              <a:off x="4185857" y="2680653"/>
              <a:ext cx="84723" cy="94121"/>
            </a:xfrm>
            <a:prstGeom prst="rect">
              <a:avLst/>
            </a:prstGeom>
            <a:solidFill>
              <a:srgbClr val="81C9BA"/>
            </a:solidFill>
            <a:ln w="0">
              <a:noFill/>
              <a:prstDash val="solid"/>
            </a:ln>
          </p:spPr>
        </p:sp>
        <p:sp>
          <p:nvSpPr>
            <p:cNvPr id="17229" name="original-2d:830">
              <a:extLst>
                <a:ext uri="{FF2B5EF4-FFF2-40B4-BE49-F238E27FC236}">
                  <ns2:creationId id="{0085CC9C-DA72-4AC5-BDD2-030195BD19D2}"/>
                </a:ext>
              </a:extLst>
            </p:cNvPr>
            <p:cNvSpPr>
              <a:spLocks noGrp="1"/>
            </p:cNvSpPr>
            <p:nvPr/>
          </p:nvSpPr>
          <p:spPr>
            <a:xfrm rot="0" flipH="0" flipV="0">
              <a:off x="4270439" y="2680653"/>
              <a:ext cx="84723" cy="94121"/>
            </a:xfrm>
            <a:prstGeom prst="rect">
              <a:avLst/>
            </a:prstGeom>
            <a:solidFill>
              <a:srgbClr val="81C9BA"/>
            </a:solidFill>
            <a:ln w="0">
              <a:noFill/>
              <a:prstDash val="solid"/>
            </a:ln>
          </p:spPr>
        </p:sp>
        <p:sp>
          <p:nvSpPr>
            <p:cNvPr id="17230" name="original-2d:831">
              <a:extLst>
                <a:ext uri="{FF2B5EF4-FFF2-40B4-BE49-F238E27FC236}">
                  <ns2:creationId id="{6AB2B45D-6834-4E8C-BC63-CF8394E8EC33}"/>
                </a:ext>
              </a:extLst>
            </p:cNvPr>
            <p:cNvSpPr>
              <a:spLocks noGrp="1"/>
            </p:cNvSpPr>
            <p:nvPr/>
          </p:nvSpPr>
          <p:spPr>
            <a:xfrm rot="0" flipH="0" flipV="0">
              <a:off x="4355021" y="2680653"/>
              <a:ext cx="84723" cy="94121"/>
            </a:xfrm>
            <a:prstGeom prst="rect">
              <a:avLst/>
            </a:prstGeom>
            <a:solidFill>
              <a:srgbClr val="81C9BA"/>
            </a:solidFill>
            <a:ln w="0">
              <a:noFill/>
              <a:prstDash val="solid"/>
            </a:ln>
          </p:spPr>
        </p:sp>
        <p:sp>
          <p:nvSpPr>
            <p:cNvPr id="17231" name="original-2d:832">
              <a:extLst>
                <a:ext uri="{FF2B5EF4-FFF2-40B4-BE49-F238E27FC236}">
                  <ns2:creationId id="{D696595B-3E3C-482E-AECD-C047FEB282C2}"/>
                </a:ext>
              </a:extLst>
            </p:cNvPr>
            <p:cNvSpPr>
              <a:spLocks noGrp="1"/>
            </p:cNvSpPr>
            <p:nvPr/>
          </p:nvSpPr>
          <p:spPr>
            <a:xfrm rot="0" flipH="0" flipV="0">
              <a:off x="4439603" y="2680653"/>
              <a:ext cx="84723" cy="94121"/>
            </a:xfrm>
            <a:prstGeom prst="rect">
              <a:avLst/>
            </a:prstGeom>
            <a:solidFill>
              <a:srgbClr val="81C9BA"/>
            </a:solidFill>
            <a:ln w="0">
              <a:noFill/>
              <a:prstDash val="solid"/>
            </a:ln>
          </p:spPr>
        </p:sp>
        <p:sp>
          <p:nvSpPr>
            <p:cNvPr id="17232" name="original-2d:833">
              <a:extLst>
                <a:ext uri="{FF2B5EF4-FFF2-40B4-BE49-F238E27FC236}">
                  <ns2:creationId id="{785B68B5-0131-413F-935D-84FAD0389070}"/>
                </a:ext>
              </a:extLst>
            </p:cNvPr>
            <p:cNvSpPr>
              <a:spLocks noGrp="1"/>
            </p:cNvSpPr>
            <p:nvPr/>
          </p:nvSpPr>
          <p:spPr>
            <a:xfrm rot="0" flipH="0" flipV="0">
              <a:off x="4524185" y="2680653"/>
              <a:ext cx="84723" cy="94121"/>
            </a:xfrm>
            <a:prstGeom prst="rect">
              <a:avLst/>
            </a:prstGeom>
            <a:solidFill>
              <a:srgbClr val="81C9BA"/>
            </a:solidFill>
            <a:ln w="0">
              <a:noFill/>
              <a:prstDash val="solid"/>
            </a:ln>
          </p:spPr>
        </p:sp>
        <p:sp>
          <p:nvSpPr>
            <p:cNvPr id="17233" name="original-2d:834">
              <a:extLst>
                <a:ext uri="{FF2B5EF4-FFF2-40B4-BE49-F238E27FC236}">
                  <ns2:creationId id="{69A1ECF1-1DF6-45E5-9803-56D9BD956E99}"/>
                </a:ext>
              </a:extLst>
            </p:cNvPr>
            <p:cNvSpPr>
              <a:spLocks noGrp="1"/>
            </p:cNvSpPr>
            <p:nvPr/>
          </p:nvSpPr>
          <p:spPr>
            <a:xfrm rot="0" flipH="0" flipV="0">
              <a:off x="4608767" y="2680653"/>
              <a:ext cx="84723" cy="94121"/>
            </a:xfrm>
            <a:prstGeom prst="rect">
              <a:avLst/>
            </a:prstGeom>
            <a:solidFill>
              <a:srgbClr val="81C9BA"/>
            </a:solidFill>
            <a:ln w="0">
              <a:noFill/>
              <a:prstDash val="solid"/>
            </a:ln>
          </p:spPr>
        </p:sp>
        <p:sp>
          <p:nvSpPr>
            <p:cNvPr id="17234" name="original-2d:835">
              <a:extLst>
                <a:ext uri="{FF2B5EF4-FFF2-40B4-BE49-F238E27FC236}">
                  <ns2:creationId id="{15BF64CA-093D-4B1E-9D50-792C3C70830B}"/>
                </a:ext>
              </a:extLst>
            </p:cNvPr>
            <p:cNvSpPr>
              <a:spLocks noGrp="1"/>
            </p:cNvSpPr>
            <p:nvPr/>
          </p:nvSpPr>
          <p:spPr>
            <a:xfrm rot="0" flipH="0" flipV="0">
              <a:off x="4693349" y="2680653"/>
              <a:ext cx="84723" cy="94121"/>
            </a:xfrm>
            <a:prstGeom prst="rect">
              <a:avLst/>
            </a:prstGeom>
            <a:solidFill>
              <a:srgbClr val="81C9BA"/>
            </a:solidFill>
            <a:ln w="0">
              <a:noFill/>
              <a:prstDash val="solid"/>
            </a:ln>
          </p:spPr>
        </p:sp>
        <p:sp>
          <p:nvSpPr>
            <p:cNvPr id="17235" name="original-2d:836">
              <a:extLst>
                <a:ext uri="{FF2B5EF4-FFF2-40B4-BE49-F238E27FC236}">
                  <ns2:creationId id="{AD715891-0A6E-4A4C-A0F6-8F1B3CA0161E}"/>
                </a:ext>
              </a:extLst>
            </p:cNvPr>
            <p:cNvSpPr>
              <a:spLocks noGrp="1"/>
            </p:cNvSpPr>
            <p:nvPr/>
          </p:nvSpPr>
          <p:spPr>
            <a:xfrm rot="0" flipH="0" flipV="0">
              <a:off x="4777931" y="2680653"/>
              <a:ext cx="84723" cy="94121"/>
            </a:xfrm>
            <a:prstGeom prst="rect">
              <a:avLst/>
            </a:prstGeom>
            <a:solidFill>
              <a:srgbClr val="009E73"/>
            </a:solidFill>
            <a:ln w="0">
              <a:noFill/>
              <a:prstDash val="solid"/>
            </a:ln>
          </p:spPr>
        </p:sp>
        <p:sp>
          <p:nvSpPr>
            <p:cNvPr id="17236" name="original-2d:837">
              <a:extLst>
                <a:ext uri="{FF2B5EF4-FFF2-40B4-BE49-F238E27FC236}">
                  <ns2:creationId id="{81A30855-0FA5-432E-9B1C-43C2B436100B}"/>
                </a:ext>
              </a:extLst>
            </p:cNvPr>
            <p:cNvSpPr>
              <a:spLocks noGrp="1"/>
            </p:cNvSpPr>
            <p:nvPr/>
          </p:nvSpPr>
          <p:spPr>
            <a:xfrm rot="0" flipH="0" flipV="0">
              <a:off x="4862513" y="2680653"/>
              <a:ext cx="84723" cy="94121"/>
            </a:xfrm>
            <a:prstGeom prst="rect">
              <a:avLst/>
            </a:prstGeom>
            <a:solidFill>
              <a:srgbClr val="81C9BA"/>
            </a:solidFill>
            <a:ln w="0">
              <a:noFill/>
              <a:prstDash val="solid"/>
            </a:ln>
          </p:spPr>
        </p:sp>
        <p:sp>
          <p:nvSpPr>
            <p:cNvPr id="17237" name="original-2d:838">
              <a:extLst>
                <a:ext uri="{FF2B5EF4-FFF2-40B4-BE49-F238E27FC236}">
                  <ns2:creationId id="{A0F337F8-5725-41A3-9467-C824A017899E}"/>
                </a:ext>
              </a:extLst>
            </p:cNvPr>
            <p:cNvSpPr>
              <a:spLocks noGrp="1"/>
            </p:cNvSpPr>
            <p:nvPr/>
          </p:nvSpPr>
          <p:spPr>
            <a:xfrm rot="0" flipH="0" flipV="0">
              <a:off x="4947095" y="2680653"/>
              <a:ext cx="84723" cy="94121"/>
            </a:xfrm>
            <a:prstGeom prst="rect">
              <a:avLst/>
            </a:prstGeom>
            <a:solidFill>
              <a:srgbClr val="81C9BA"/>
            </a:solidFill>
            <a:ln w="0">
              <a:noFill/>
              <a:prstDash val="solid"/>
            </a:ln>
          </p:spPr>
        </p:sp>
        <p:sp>
          <p:nvSpPr>
            <p:cNvPr id="17238" name="original-2d:839">
              <a:extLst>
                <a:ext uri="{FF2B5EF4-FFF2-40B4-BE49-F238E27FC236}">
                  <ns2:creationId id="{328920F4-1A8A-4FB0-815C-0C7735B4A57A}"/>
                </a:ext>
              </a:extLst>
            </p:cNvPr>
            <p:cNvSpPr>
              <a:spLocks noGrp="1"/>
            </p:cNvSpPr>
            <p:nvPr/>
          </p:nvSpPr>
          <p:spPr>
            <a:xfrm rot="0" flipH="0" flipV="0">
              <a:off x="5031677" y="2680653"/>
              <a:ext cx="84723" cy="94121"/>
            </a:xfrm>
            <a:prstGeom prst="rect">
              <a:avLst/>
            </a:prstGeom>
            <a:solidFill>
              <a:srgbClr val="81C9BA"/>
            </a:solidFill>
            <a:ln w="0">
              <a:noFill/>
              <a:prstDash val="solid"/>
            </a:ln>
          </p:spPr>
        </p:sp>
        <p:sp>
          <p:nvSpPr>
            <p:cNvPr id="17239" name="original-2d:840">
              <a:extLst>
                <a:ext uri="{FF2B5EF4-FFF2-40B4-BE49-F238E27FC236}">
                  <ns2:creationId id="{C575CF76-673F-4FF4-9BD4-70D0F3062341}"/>
                </a:ext>
              </a:extLst>
            </p:cNvPr>
            <p:cNvSpPr>
              <a:spLocks noGrp="1"/>
            </p:cNvSpPr>
            <p:nvPr/>
          </p:nvSpPr>
          <p:spPr>
            <a:xfrm rot="0" flipH="0" flipV="0">
              <a:off x="5116259" y="2680653"/>
              <a:ext cx="84723" cy="94121"/>
            </a:xfrm>
            <a:prstGeom prst="rect">
              <a:avLst/>
            </a:prstGeom>
            <a:solidFill>
              <a:srgbClr val="81C9BA"/>
            </a:solidFill>
            <a:ln w="0">
              <a:noFill/>
              <a:prstDash val="solid"/>
            </a:ln>
          </p:spPr>
        </p:sp>
        <p:sp>
          <p:nvSpPr>
            <p:cNvPr id="17240" name="original-2d:841">
              <a:extLst>
                <a:ext uri="{FF2B5EF4-FFF2-40B4-BE49-F238E27FC236}">
                  <ns2:creationId id="{5F7D48CD-0792-4E85-BBEA-B2B657E81749}"/>
                </a:ext>
              </a:extLst>
            </p:cNvPr>
            <p:cNvSpPr>
              <a:spLocks noGrp="1"/>
            </p:cNvSpPr>
            <p:nvPr/>
          </p:nvSpPr>
          <p:spPr>
            <a:xfrm rot="0" flipH="0" flipV="0">
              <a:off x="5200841" y="2680653"/>
              <a:ext cx="84723" cy="94121"/>
            </a:xfrm>
            <a:prstGeom prst="rect">
              <a:avLst/>
            </a:prstGeom>
            <a:solidFill>
              <a:srgbClr val="DCE8ED"/>
            </a:solidFill>
            <a:ln w="0">
              <a:noFill/>
              <a:prstDash val="solid"/>
            </a:ln>
          </p:spPr>
        </p:sp>
        <p:sp>
          <p:nvSpPr>
            <p:cNvPr id="17241" name="original-2d:842">
              <a:extLst>
                <a:ext uri="{FF2B5EF4-FFF2-40B4-BE49-F238E27FC236}">
                  <ns2:creationId id="{43CA3F22-88C7-4FDE-92B4-00129C3ACEFF}"/>
                </a:ext>
              </a:extLst>
            </p:cNvPr>
            <p:cNvSpPr>
              <a:spLocks noGrp="1"/>
            </p:cNvSpPr>
            <p:nvPr/>
          </p:nvSpPr>
          <p:spPr>
            <a:xfrm rot="0" flipH="0" flipV="0">
              <a:off x="3593783" y="2774633"/>
              <a:ext cx="84723" cy="94121"/>
            </a:xfrm>
            <a:prstGeom prst="rect">
              <a:avLst/>
            </a:prstGeom>
            <a:solidFill>
              <a:srgbClr val="D4B4CC"/>
            </a:solidFill>
            <a:ln w="0">
              <a:noFill/>
              <a:prstDash val="solid"/>
            </a:ln>
          </p:spPr>
        </p:sp>
        <p:sp>
          <p:nvSpPr>
            <p:cNvPr id="17242" name="original-2d:843">
              <a:extLst>
                <a:ext uri="{FF2B5EF4-FFF2-40B4-BE49-F238E27FC236}">
                  <ns2:creationId id="{D9EAB602-765A-4898-BABC-436EEC9F9C07}"/>
                </a:ext>
              </a:extLst>
            </p:cNvPr>
            <p:cNvSpPr>
              <a:spLocks noGrp="1"/>
            </p:cNvSpPr>
            <p:nvPr/>
          </p:nvSpPr>
          <p:spPr>
            <a:xfrm rot="0" flipH="0" flipV="0">
              <a:off x="3678365" y="2774633"/>
              <a:ext cx="84723" cy="94121"/>
            </a:xfrm>
            <a:prstGeom prst="rect">
              <a:avLst/>
            </a:prstGeom>
            <a:solidFill>
              <a:srgbClr val="D4B4CC"/>
            </a:solidFill>
            <a:ln w="0">
              <a:noFill/>
              <a:prstDash val="solid"/>
            </a:ln>
          </p:spPr>
        </p:sp>
        <p:sp>
          <p:nvSpPr>
            <p:cNvPr id="17243" name="original-2d:844">
              <a:extLst>
                <a:ext uri="{FF2B5EF4-FFF2-40B4-BE49-F238E27FC236}">
                  <ns2:creationId id="{A8CD61A4-2396-42C0-AAE0-611C76A0F9CE}"/>
                </a:ext>
              </a:extLst>
            </p:cNvPr>
            <p:cNvSpPr>
              <a:spLocks noGrp="1"/>
            </p:cNvSpPr>
            <p:nvPr/>
          </p:nvSpPr>
          <p:spPr>
            <a:xfrm rot="0" flipH="0" flipV="0">
              <a:off x="3762947" y="2774633"/>
              <a:ext cx="84723" cy="94121"/>
            </a:xfrm>
            <a:prstGeom prst="rect">
              <a:avLst/>
            </a:prstGeom>
            <a:solidFill>
              <a:srgbClr val="D4B4CC"/>
            </a:solidFill>
            <a:ln w="0">
              <a:noFill/>
              <a:prstDash val="solid"/>
            </a:ln>
          </p:spPr>
        </p:sp>
        <p:sp>
          <p:nvSpPr>
            <p:cNvPr id="17244" name="original-2d:845">
              <a:extLst>
                <a:ext uri="{FF2B5EF4-FFF2-40B4-BE49-F238E27FC236}">
                  <ns2:creationId id="{41AD11CE-297F-4A56-8BD1-1808581A4C15}"/>
                </a:ext>
              </a:extLst>
            </p:cNvPr>
            <p:cNvSpPr>
              <a:spLocks noGrp="1"/>
            </p:cNvSpPr>
            <p:nvPr/>
          </p:nvSpPr>
          <p:spPr>
            <a:xfrm rot="0" flipH="0" flipV="0">
              <a:off x="3847529" y="2774633"/>
              <a:ext cx="84723" cy="94121"/>
            </a:xfrm>
            <a:prstGeom prst="rect">
              <a:avLst/>
            </a:prstGeom>
            <a:solidFill>
              <a:srgbClr val="DCE8ED"/>
            </a:solidFill>
            <a:ln w="0">
              <a:noFill/>
              <a:prstDash val="solid"/>
            </a:ln>
          </p:spPr>
        </p:sp>
        <p:sp>
          <p:nvSpPr>
            <p:cNvPr id="17245" name="original-2d:846">
              <a:extLst>
                <a:ext uri="{FF2B5EF4-FFF2-40B4-BE49-F238E27FC236}">
                  <ns2:creationId id="{D981041A-9CDD-4418-8C29-09330E3B2FE5}"/>
                </a:ext>
              </a:extLst>
            </p:cNvPr>
            <p:cNvSpPr>
              <a:spLocks noGrp="1"/>
            </p:cNvSpPr>
            <p:nvPr/>
          </p:nvSpPr>
          <p:spPr>
            <a:xfrm rot="0" flipH="0" flipV="0">
              <a:off x="3932111" y="2774633"/>
              <a:ext cx="84723" cy="94121"/>
            </a:xfrm>
            <a:prstGeom prst="rect">
              <a:avLst/>
            </a:prstGeom>
            <a:solidFill>
              <a:srgbClr val="DCE8ED"/>
            </a:solidFill>
            <a:ln w="0">
              <a:noFill/>
              <a:prstDash val="solid"/>
            </a:ln>
          </p:spPr>
        </p:sp>
        <p:sp>
          <p:nvSpPr>
            <p:cNvPr id="17246" name="original-2d:847">
              <a:extLst>
                <a:ext uri="{FF2B5EF4-FFF2-40B4-BE49-F238E27FC236}">
                  <ns2:creationId id="{69C3E829-AB8D-4E2F-AFB6-1FBC32EB4CD5}"/>
                </a:ext>
              </a:extLst>
            </p:cNvPr>
            <p:cNvSpPr>
              <a:spLocks noGrp="1"/>
            </p:cNvSpPr>
            <p:nvPr/>
          </p:nvSpPr>
          <p:spPr>
            <a:xfrm rot="0" flipH="0" flipV="0">
              <a:off x="4016693" y="2774633"/>
              <a:ext cx="84723" cy="94121"/>
            </a:xfrm>
            <a:prstGeom prst="rect">
              <a:avLst/>
            </a:prstGeom>
            <a:solidFill>
              <a:srgbClr val="81C9BA"/>
            </a:solidFill>
            <a:ln w="0">
              <a:noFill/>
              <a:prstDash val="solid"/>
            </a:ln>
          </p:spPr>
        </p:sp>
        <p:sp>
          <p:nvSpPr>
            <p:cNvPr id="17247" name="original-2d:848">
              <a:extLst>
                <a:ext uri="{FF2B5EF4-FFF2-40B4-BE49-F238E27FC236}">
                  <ns2:creationId id="{09CD7391-3CC0-4FD7-8D04-B4F19D10C584}"/>
                </a:ext>
              </a:extLst>
            </p:cNvPr>
            <p:cNvSpPr>
              <a:spLocks noGrp="1"/>
            </p:cNvSpPr>
            <p:nvPr/>
          </p:nvSpPr>
          <p:spPr>
            <a:xfrm rot="0" flipH="0" flipV="0">
              <a:off x="4101275" y="2774633"/>
              <a:ext cx="84723" cy="94121"/>
            </a:xfrm>
            <a:prstGeom prst="rect">
              <a:avLst/>
            </a:prstGeom>
            <a:solidFill>
              <a:srgbClr val="81C9BA"/>
            </a:solidFill>
            <a:ln w="0">
              <a:noFill/>
              <a:prstDash val="solid"/>
            </a:ln>
          </p:spPr>
        </p:sp>
        <p:sp>
          <p:nvSpPr>
            <p:cNvPr id="17248" name="original-2d:849">
              <a:extLst>
                <a:ext uri="{FF2B5EF4-FFF2-40B4-BE49-F238E27FC236}">
                  <ns2:creationId id="{6DC1C975-D630-4FB6-9233-E1D6E7BF38A8}"/>
                </a:ext>
              </a:extLst>
            </p:cNvPr>
            <p:cNvSpPr>
              <a:spLocks noGrp="1"/>
            </p:cNvSpPr>
            <p:nvPr/>
          </p:nvSpPr>
          <p:spPr>
            <a:xfrm rot="0" flipH="0" flipV="0">
              <a:off x="4185857" y="2774633"/>
              <a:ext cx="84723" cy="94121"/>
            </a:xfrm>
            <a:prstGeom prst="rect">
              <a:avLst/>
            </a:prstGeom>
            <a:solidFill>
              <a:srgbClr val="81C9BA"/>
            </a:solidFill>
            <a:ln w="0">
              <a:noFill/>
              <a:prstDash val="solid"/>
            </a:ln>
          </p:spPr>
        </p:sp>
        <p:sp>
          <p:nvSpPr>
            <p:cNvPr id="17249" name="original-2d:850">
              <a:extLst>
                <a:ext uri="{FF2B5EF4-FFF2-40B4-BE49-F238E27FC236}">
                  <ns2:creationId id="{460DBC47-4BBA-4550-935A-66509284C0E3}"/>
                </a:ext>
              </a:extLst>
            </p:cNvPr>
            <p:cNvSpPr>
              <a:spLocks noGrp="1"/>
            </p:cNvSpPr>
            <p:nvPr/>
          </p:nvSpPr>
          <p:spPr>
            <a:xfrm rot="0" flipH="0" flipV="0">
              <a:off x="4270439" y="2774633"/>
              <a:ext cx="84723" cy="94121"/>
            </a:xfrm>
            <a:prstGeom prst="rect">
              <a:avLst/>
            </a:prstGeom>
            <a:solidFill>
              <a:srgbClr val="81C9BA"/>
            </a:solidFill>
            <a:ln w="0">
              <a:noFill/>
              <a:prstDash val="solid"/>
            </a:ln>
          </p:spPr>
        </p:sp>
        <p:sp>
          <p:nvSpPr>
            <p:cNvPr id="17250" name="original-2d:851">
              <a:extLst>
                <a:ext uri="{FF2B5EF4-FFF2-40B4-BE49-F238E27FC236}">
                  <ns2:creationId id="{41B87633-58EE-44C9-8D72-3029157BC839}"/>
                </a:ext>
              </a:extLst>
            </p:cNvPr>
            <p:cNvSpPr>
              <a:spLocks noGrp="1"/>
            </p:cNvSpPr>
            <p:nvPr/>
          </p:nvSpPr>
          <p:spPr>
            <a:xfrm rot="0" flipH="0" flipV="0">
              <a:off x="4355021" y="2774633"/>
              <a:ext cx="84723" cy="94121"/>
            </a:xfrm>
            <a:prstGeom prst="rect">
              <a:avLst/>
            </a:prstGeom>
            <a:solidFill>
              <a:srgbClr val="81C9BA"/>
            </a:solidFill>
            <a:ln w="0">
              <a:noFill/>
              <a:prstDash val="solid"/>
            </a:ln>
          </p:spPr>
        </p:sp>
        <p:sp>
          <p:nvSpPr>
            <p:cNvPr id="17251" name="original-2d:852">
              <a:extLst>
                <a:ext uri="{FF2B5EF4-FFF2-40B4-BE49-F238E27FC236}">
                  <ns2:creationId id="{F0B6F3C8-DA1F-4D98-862D-E9200BD3AE78}"/>
                </a:ext>
              </a:extLst>
            </p:cNvPr>
            <p:cNvSpPr>
              <a:spLocks noGrp="1"/>
            </p:cNvSpPr>
            <p:nvPr/>
          </p:nvSpPr>
          <p:spPr>
            <a:xfrm rot="0" flipH="0" flipV="0">
              <a:off x="4439603" y="2774633"/>
              <a:ext cx="84723" cy="94121"/>
            </a:xfrm>
            <a:prstGeom prst="rect">
              <a:avLst/>
            </a:prstGeom>
            <a:solidFill>
              <a:srgbClr val="81C9BA"/>
            </a:solidFill>
            <a:ln w="0">
              <a:noFill/>
              <a:prstDash val="solid"/>
            </a:ln>
          </p:spPr>
        </p:sp>
        <p:sp>
          <p:nvSpPr>
            <p:cNvPr id="17252" name="original-2d:853">
              <a:extLst>
                <a:ext uri="{FF2B5EF4-FFF2-40B4-BE49-F238E27FC236}">
                  <ns2:creationId id="{53D59148-A6D9-4541-983C-37BDBE2C49A7}"/>
                </a:ext>
              </a:extLst>
            </p:cNvPr>
            <p:cNvSpPr>
              <a:spLocks noGrp="1"/>
            </p:cNvSpPr>
            <p:nvPr/>
          </p:nvSpPr>
          <p:spPr>
            <a:xfrm rot="0" flipH="0" flipV="0">
              <a:off x="4524185" y="2774633"/>
              <a:ext cx="84723" cy="94121"/>
            </a:xfrm>
            <a:prstGeom prst="rect">
              <a:avLst/>
            </a:prstGeom>
            <a:solidFill>
              <a:srgbClr val="81C9BA"/>
            </a:solidFill>
            <a:ln w="0">
              <a:noFill/>
              <a:prstDash val="solid"/>
            </a:ln>
          </p:spPr>
        </p:sp>
        <p:sp>
          <p:nvSpPr>
            <p:cNvPr id="17253" name="original-2d:854">
              <a:extLst>
                <a:ext uri="{FF2B5EF4-FFF2-40B4-BE49-F238E27FC236}">
                  <ns2:creationId id="{5476278B-AE4B-4874-8DFF-561C9BCBBF35}"/>
                </a:ext>
              </a:extLst>
            </p:cNvPr>
            <p:cNvSpPr>
              <a:spLocks noGrp="1"/>
            </p:cNvSpPr>
            <p:nvPr/>
          </p:nvSpPr>
          <p:spPr>
            <a:xfrm rot="0" flipH="0" flipV="0">
              <a:off x="4608767" y="2774633"/>
              <a:ext cx="84723" cy="94121"/>
            </a:xfrm>
            <a:prstGeom prst="rect">
              <a:avLst/>
            </a:prstGeom>
            <a:solidFill>
              <a:srgbClr val="81C9BA"/>
            </a:solidFill>
            <a:ln w="0">
              <a:noFill/>
              <a:prstDash val="solid"/>
            </a:ln>
          </p:spPr>
        </p:sp>
        <p:sp>
          <p:nvSpPr>
            <p:cNvPr id="17254" name="original-2d:855">
              <a:extLst>
                <a:ext uri="{FF2B5EF4-FFF2-40B4-BE49-F238E27FC236}">
                  <ns2:creationId id="{043C6AFD-E378-4C67-B404-E6DEE4851426}"/>
                </a:ext>
              </a:extLst>
            </p:cNvPr>
            <p:cNvSpPr>
              <a:spLocks noGrp="1"/>
            </p:cNvSpPr>
            <p:nvPr/>
          </p:nvSpPr>
          <p:spPr>
            <a:xfrm rot="0" flipH="0" flipV="0">
              <a:off x="4693349" y="2774633"/>
              <a:ext cx="84723" cy="94121"/>
            </a:xfrm>
            <a:prstGeom prst="rect">
              <a:avLst/>
            </a:prstGeom>
            <a:solidFill>
              <a:srgbClr val="009E73"/>
            </a:solidFill>
            <a:ln w="0">
              <a:noFill/>
              <a:prstDash val="solid"/>
            </a:ln>
          </p:spPr>
        </p:sp>
        <p:sp>
          <p:nvSpPr>
            <p:cNvPr id="17255" name="original-2d:856">
              <a:extLst>
                <a:ext uri="{FF2B5EF4-FFF2-40B4-BE49-F238E27FC236}">
                  <ns2:creationId id="{99315942-8D4D-4AD2-B83F-A67B3AB045D9}"/>
                </a:ext>
              </a:extLst>
            </p:cNvPr>
            <p:cNvSpPr>
              <a:spLocks noGrp="1"/>
            </p:cNvSpPr>
            <p:nvPr/>
          </p:nvSpPr>
          <p:spPr>
            <a:xfrm rot="0" flipH="0" flipV="0">
              <a:off x="4777931" y="2774633"/>
              <a:ext cx="84723" cy="94121"/>
            </a:xfrm>
            <a:prstGeom prst="rect">
              <a:avLst/>
            </a:prstGeom>
            <a:solidFill>
              <a:srgbClr val="009E73"/>
            </a:solidFill>
            <a:ln w="0">
              <a:noFill/>
              <a:prstDash val="solid"/>
            </a:ln>
          </p:spPr>
        </p:sp>
        <p:sp>
          <p:nvSpPr>
            <p:cNvPr id="17256" name="original-2d:857">
              <a:extLst>
                <a:ext uri="{FF2B5EF4-FFF2-40B4-BE49-F238E27FC236}">
                  <ns2:creationId id="{D502757C-E332-49E5-8B4E-337A41305BF4}"/>
                </a:ext>
              </a:extLst>
            </p:cNvPr>
            <p:cNvSpPr>
              <a:spLocks noGrp="1"/>
            </p:cNvSpPr>
            <p:nvPr/>
          </p:nvSpPr>
          <p:spPr>
            <a:xfrm rot="0" flipH="0" flipV="0">
              <a:off x="4862513" y="2774633"/>
              <a:ext cx="84723" cy="94121"/>
            </a:xfrm>
            <a:prstGeom prst="rect">
              <a:avLst/>
            </a:prstGeom>
            <a:solidFill>
              <a:srgbClr val="009E73"/>
            </a:solidFill>
            <a:ln w="0">
              <a:noFill/>
              <a:prstDash val="solid"/>
            </a:ln>
          </p:spPr>
        </p:sp>
        <p:sp>
          <p:nvSpPr>
            <p:cNvPr id="17257" name="original-2d:858">
              <a:extLst>
                <a:ext uri="{FF2B5EF4-FFF2-40B4-BE49-F238E27FC236}">
                  <ns2:creationId id="{DFDD6E16-4BE2-4C1F-9021-182C96D3FFD1}"/>
                </a:ext>
              </a:extLst>
            </p:cNvPr>
            <p:cNvSpPr>
              <a:spLocks noGrp="1"/>
            </p:cNvSpPr>
            <p:nvPr/>
          </p:nvSpPr>
          <p:spPr>
            <a:xfrm rot="0" flipH="0" flipV="0">
              <a:off x="4947095" y="2774633"/>
              <a:ext cx="84723" cy="94121"/>
            </a:xfrm>
            <a:prstGeom prst="rect">
              <a:avLst/>
            </a:prstGeom>
            <a:solidFill>
              <a:srgbClr val="009E73"/>
            </a:solidFill>
            <a:ln w="0">
              <a:noFill/>
              <a:prstDash val="solid"/>
            </a:ln>
          </p:spPr>
        </p:sp>
        <p:sp>
          <p:nvSpPr>
            <p:cNvPr id="17258" name="original-2d:859">
              <a:extLst>
                <a:ext uri="{FF2B5EF4-FFF2-40B4-BE49-F238E27FC236}">
                  <ns2:creationId id="{7DFC6615-37FE-4B4B-B33C-ACE34C2A40AE}"/>
                </a:ext>
              </a:extLst>
            </p:cNvPr>
            <p:cNvSpPr>
              <a:spLocks noGrp="1"/>
            </p:cNvSpPr>
            <p:nvPr/>
          </p:nvSpPr>
          <p:spPr>
            <a:xfrm rot="0" flipH="0" flipV="0">
              <a:off x="5031677" y="2774633"/>
              <a:ext cx="84723" cy="94121"/>
            </a:xfrm>
            <a:prstGeom prst="rect">
              <a:avLst/>
            </a:prstGeom>
            <a:solidFill>
              <a:srgbClr val="81C9BA"/>
            </a:solidFill>
            <a:ln w="0">
              <a:noFill/>
              <a:prstDash val="solid"/>
            </a:ln>
          </p:spPr>
        </p:sp>
        <p:sp>
          <p:nvSpPr>
            <p:cNvPr id="17259" name="original-2d:860">
              <a:extLst>
                <a:ext uri="{FF2B5EF4-FFF2-40B4-BE49-F238E27FC236}">
                  <ns2:creationId id="{449B094A-DD3A-4B22-A92A-FD9EEFF8CD90}"/>
                </a:ext>
              </a:extLst>
            </p:cNvPr>
            <p:cNvSpPr>
              <a:spLocks noGrp="1"/>
            </p:cNvSpPr>
            <p:nvPr/>
          </p:nvSpPr>
          <p:spPr>
            <a:xfrm rot="0" flipH="0" flipV="0">
              <a:off x="5116259" y="2774633"/>
              <a:ext cx="84723" cy="94121"/>
            </a:xfrm>
            <a:prstGeom prst="rect">
              <a:avLst/>
            </a:prstGeom>
            <a:solidFill>
              <a:srgbClr val="81C9BA"/>
            </a:solidFill>
            <a:ln w="0">
              <a:noFill/>
              <a:prstDash val="solid"/>
            </a:ln>
          </p:spPr>
        </p:sp>
        <p:sp>
          <p:nvSpPr>
            <p:cNvPr id="17260" name="original-2d:861">
              <a:extLst>
                <a:ext uri="{FF2B5EF4-FFF2-40B4-BE49-F238E27FC236}">
                  <ns2:creationId id="{5F9EDA4C-B27A-44A1-B4C2-B134BDEB4D41}"/>
                </a:ext>
              </a:extLst>
            </p:cNvPr>
            <p:cNvSpPr>
              <a:spLocks noGrp="1"/>
            </p:cNvSpPr>
            <p:nvPr/>
          </p:nvSpPr>
          <p:spPr>
            <a:xfrm rot="0" flipH="0" flipV="0">
              <a:off x="5200841" y="2774633"/>
              <a:ext cx="84723" cy="94121"/>
            </a:xfrm>
            <a:prstGeom prst="rect">
              <a:avLst/>
            </a:prstGeom>
            <a:solidFill>
              <a:srgbClr val="81C9BA"/>
            </a:solidFill>
            <a:ln w="0">
              <a:noFill/>
              <a:prstDash val="solid"/>
            </a:ln>
          </p:spPr>
        </p:sp>
        <p:sp>
          <p:nvSpPr>
            <p:cNvPr id="17261" name="original-2d:862">
              <a:extLst>
                <a:ext uri="{FF2B5EF4-FFF2-40B4-BE49-F238E27FC236}">
                  <ns2:creationId id="{07F56EBF-3301-4798-94BD-3CEB7D8EC674}"/>
                </a:ext>
              </a:extLst>
            </p:cNvPr>
            <p:cNvSpPr>
              <a:spLocks noGrp="1"/>
            </p:cNvSpPr>
            <p:nvPr/>
          </p:nvSpPr>
          <p:spPr>
            <a:xfrm rot="0" flipH="0" flipV="0">
              <a:off x="3593783" y="2868613"/>
              <a:ext cx="84723" cy="94121"/>
            </a:xfrm>
            <a:prstGeom prst="rect">
              <a:avLst/>
            </a:prstGeom>
            <a:solidFill>
              <a:srgbClr val="DCE8ED"/>
            </a:solidFill>
            <a:ln w="0">
              <a:noFill/>
              <a:prstDash val="solid"/>
            </a:ln>
          </p:spPr>
        </p:sp>
        <p:sp>
          <p:nvSpPr>
            <p:cNvPr id="17262" name="original-2d:863">
              <a:extLst>
                <a:ext uri="{FF2B5EF4-FFF2-40B4-BE49-F238E27FC236}">
                  <ns2:creationId id="{CBF384A1-309F-43C3-B32F-15EEAD34EDF7}"/>
                </a:ext>
              </a:extLst>
            </p:cNvPr>
            <p:cNvSpPr>
              <a:spLocks noGrp="1"/>
            </p:cNvSpPr>
            <p:nvPr/>
          </p:nvSpPr>
          <p:spPr>
            <a:xfrm rot="0" flipH="0" flipV="0">
              <a:off x="3678365" y="2868613"/>
              <a:ext cx="84723" cy="94121"/>
            </a:xfrm>
            <a:prstGeom prst="rect">
              <a:avLst/>
            </a:prstGeom>
            <a:solidFill>
              <a:srgbClr val="DCE8ED"/>
            </a:solidFill>
            <a:ln w="0">
              <a:noFill/>
              <a:prstDash val="solid"/>
            </a:ln>
          </p:spPr>
        </p:sp>
        <p:sp>
          <p:nvSpPr>
            <p:cNvPr id="17263" name="original-2d:864">
              <a:extLst>
                <a:ext uri="{FF2B5EF4-FFF2-40B4-BE49-F238E27FC236}">
                  <ns2:creationId id="{6FF8EA7A-99C4-474F-A855-5202524D1CE2}"/>
                </a:ext>
              </a:extLst>
            </p:cNvPr>
            <p:cNvSpPr>
              <a:spLocks noGrp="1"/>
            </p:cNvSpPr>
            <p:nvPr/>
          </p:nvSpPr>
          <p:spPr>
            <a:xfrm rot="0" flipH="0" flipV="0">
              <a:off x="3762947" y="2868613"/>
              <a:ext cx="84723" cy="94121"/>
            </a:xfrm>
            <a:prstGeom prst="rect">
              <a:avLst/>
            </a:prstGeom>
            <a:solidFill>
              <a:srgbClr val="DCE8ED"/>
            </a:solidFill>
            <a:ln w="0">
              <a:noFill/>
              <a:prstDash val="solid"/>
            </a:ln>
          </p:spPr>
        </p:sp>
        <p:sp>
          <p:nvSpPr>
            <p:cNvPr id="17264" name="original-2d:865">
              <a:extLst>
                <a:ext uri="{FF2B5EF4-FFF2-40B4-BE49-F238E27FC236}">
                  <ns2:creationId id="{1392CFFA-B974-4A84-B20C-425DDBE947AB}"/>
                </a:ext>
              </a:extLst>
            </p:cNvPr>
            <p:cNvSpPr>
              <a:spLocks noGrp="1"/>
            </p:cNvSpPr>
            <p:nvPr/>
          </p:nvSpPr>
          <p:spPr>
            <a:xfrm rot="0" flipH="0" flipV="0">
              <a:off x="3847529" y="2868613"/>
              <a:ext cx="84723" cy="94121"/>
            </a:xfrm>
            <a:prstGeom prst="rect">
              <a:avLst/>
            </a:prstGeom>
            <a:solidFill>
              <a:srgbClr val="DCE8ED"/>
            </a:solidFill>
            <a:ln w="0">
              <a:noFill/>
              <a:prstDash val="solid"/>
            </a:ln>
          </p:spPr>
        </p:sp>
        <p:sp>
          <p:nvSpPr>
            <p:cNvPr id="17265" name="original-2d:866">
              <a:extLst>
                <a:ext uri="{FF2B5EF4-FFF2-40B4-BE49-F238E27FC236}">
                  <ns2:creationId id="{0E94F397-F1F6-4E6C-91CF-75555209C136}"/>
                </a:ext>
              </a:extLst>
            </p:cNvPr>
            <p:cNvSpPr>
              <a:spLocks noGrp="1"/>
            </p:cNvSpPr>
            <p:nvPr/>
          </p:nvSpPr>
          <p:spPr>
            <a:xfrm rot="0" flipH="0" flipV="0">
              <a:off x="3932111" y="2868613"/>
              <a:ext cx="84723" cy="94121"/>
            </a:xfrm>
            <a:prstGeom prst="rect">
              <a:avLst/>
            </a:prstGeom>
            <a:solidFill>
              <a:srgbClr val="DCE8ED"/>
            </a:solidFill>
            <a:ln w="0">
              <a:noFill/>
              <a:prstDash val="solid"/>
            </a:ln>
          </p:spPr>
        </p:sp>
        <p:sp>
          <p:nvSpPr>
            <p:cNvPr id="17266" name="original-2d:867">
              <a:extLst>
                <a:ext uri="{FF2B5EF4-FFF2-40B4-BE49-F238E27FC236}">
                  <ns2:creationId id="{D5B4707B-C34D-465C-99FB-DD9010C00148}"/>
                </a:ext>
              </a:extLst>
            </p:cNvPr>
            <p:cNvSpPr>
              <a:spLocks noGrp="1"/>
            </p:cNvSpPr>
            <p:nvPr/>
          </p:nvSpPr>
          <p:spPr>
            <a:xfrm rot="0" flipH="0" flipV="0">
              <a:off x="4016693" y="2868613"/>
              <a:ext cx="84723" cy="94121"/>
            </a:xfrm>
            <a:prstGeom prst="rect">
              <a:avLst/>
            </a:prstGeom>
            <a:solidFill>
              <a:srgbClr val="81C9BA"/>
            </a:solidFill>
            <a:ln w="0">
              <a:noFill/>
              <a:prstDash val="solid"/>
            </a:ln>
          </p:spPr>
        </p:sp>
        <p:sp>
          <p:nvSpPr>
            <p:cNvPr id="17267" name="original-2d:868">
              <a:extLst>
                <a:ext uri="{FF2B5EF4-FFF2-40B4-BE49-F238E27FC236}">
                  <ns2:creationId id="{1693F46C-46D5-4905-B041-08D81729653F}"/>
                </a:ext>
              </a:extLst>
            </p:cNvPr>
            <p:cNvSpPr>
              <a:spLocks noGrp="1"/>
            </p:cNvSpPr>
            <p:nvPr/>
          </p:nvSpPr>
          <p:spPr>
            <a:xfrm rot="0" flipH="0" flipV="0">
              <a:off x="4101275" y="2868613"/>
              <a:ext cx="84723" cy="94121"/>
            </a:xfrm>
            <a:prstGeom prst="rect">
              <a:avLst/>
            </a:prstGeom>
            <a:solidFill>
              <a:srgbClr val="81C9BA"/>
            </a:solidFill>
            <a:ln w="0">
              <a:noFill/>
              <a:prstDash val="solid"/>
            </a:ln>
          </p:spPr>
        </p:sp>
        <p:sp>
          <p:nvSpPr>
            <p:cNvPr id="17268" name="original-2d:869">
              <a:extLst>
                <a:ext uri="{FF2B5EF4-FFF2-40B4-BE49-F238E27FC236}">
                  <ns2:creationId id="{CE2D5881-27F5-4BD0-8CDA-1C94723F391B}"/>
                </a:ext>
              </a:extLst>
            </p:cNvPr>
            <p:cNvSpPr>
              <a:spLocks noGrp="1"/>
            </p:cNvSpPr>
            <p:nvPr/>
          </p:nvSpPr>
          <p:spPr>
            <a:xfrm rot="0" flipH="0" flipV="0">
              <a:off x="4185857" y="2868613"/>
              <a:ext cx="84723" cy="94121"/>
            </a:xfrm>
            <a:prstGeom prst="rect">
              <a:avLst/>
            </a:prstGeom>
            <a:solidFill>
              <a:srgbClr val="81C9BA"/>
            </a:solidFill>
            <a:ln w="0">
              <a:noFill/>
              <a:prstDash val="solid"/>
            </a:ln>
          </p:spPr>
        </p:sp>
        <p:sp>
          <p:nvSpPr>
            <p:cNvPr id="17269" name="original-2d:870">
              <a:extLst>
                <a:ext uri="{FF2B5EF4-FFF2-40B4-BE49-F238E27FC236}">
                  <ns2:creationId id="{B0D1AAC0-BB14-4A0C-ABEA-AFD2B09161D5}"/>
                </a:ext>
              </a:extLst>
            </p:cNvPr>
            <p:cNvSpPr>
              <a:spLocks noGrp="1"/>
            </p:cNvSpPr>
            <p:nvPr/>
          </p:nvSpPr>
          <p:spPr>
            <a:xfrm rot="0" flipH="0" flipV="0">
              <a:off x="4270439" y="2868613"/>
              <a:ext cx="84723" cy="94121"/>
            </a:xfrm>
            <a:prstGeom prst="rect">
              <a:avLst/>
            </a:prstGeom>
            <a:solidFill>
              <a:srgbClr val="81C9BA"/>
            </a:solidFill>
            <a:ln w="0">
              <a:noFill/>
              <a:prstDash val="solid"/>
            </a:ln>
          </p:spPr>
        </p:sp>
        <p:sp>
          <p:nvSpPr>
            <p:cNvPr id="17270" name="original-2d:871">
              <a:extLst>
                <a:ext uri="{FF2B5EF4-FFF2-40B4-BE49-F238E27FC236}">
                  <ns2:creationId id="{754D471C-38E2-4795-AB09-C5055C808A91}"/>
                </a:ext>
              </a:extLst>
            </p:cNvPr>
            <p:cNvSpPr>
              <a:spLocks noGrp="1"/>
            </p:cNvSpPr>
            <p:nvPr/>
          </p:nvSpPr>
          <p:spPr>
            <a:xfrm rot="0" flipH="0" flipV="0">
              <a:off x="4355021" y="2868613"/>
              <a:ext cx="84723" cy="94121"/>
            </a:xfrm>
            <a:prstGeom prst="rect">
              <a:avLst/>
            </a:prstGeom>
            <a:solidFill>
              <a:srgbClr val="D55E00"/>
            </a:solidFill>
            <a:ln w="0">
              <a:noFill/>
              <a:prstDash val="solid"/>
            </a:ln>
          </p:spPr>
        </p:sp>
        <p:sp>
          <p:nvSpPr>
            <p:cNvPr id="17271" name="original-2d:872">
              <a:extLst>
                <a:ext uri="{FF2B5EF4-FFF2-40B4-BE49-F238E27FC236}">
                  <ns2:creationId id="{8393FBA9-1D26-4298-89DC-76896461F1C2}"/>
                </a:ext>
              </a:extLst>
            </p:cNvPr>
            <p:cNvSpPr>
              <a:spLocks noGrp="1"/>
            </p:cNvSpPr>
            <p:nvPr/>
          </p:nvSpPr>
          <p:spPr>
            <a:xfrm rot="0" flipH="0" flipV="0">
              <a:off x="4439603" y="2868613"/>
              <a:ext cx="84723" cy="94121"/>
            </a:xfrm>
            <a:prstGeom prst="rect">
              <a:avLst/>
            </a:prstGeom>
            <a:solidFill>
              <a:srgbClr val="D55E00"/>
            </a:solidFill>
            <a:ln w="0">
              <a:noFill/>
              <a:prstDash val="solid"/>
            </a:ln>
          </p:spPr>
        </p:sp>
        <p:sp>
          <p:nvSpPr>
            <p:cNvPr id="17272" name="original-2d:873">
              <a:extLst>
                <a:ext uri="{FF2B5EF4-FFF2-40B4-BE49-F238E27FC236}">
                  <ns2:creationId id="{9CC22C17-9BE7-4EF3-B14D-41CD73FE2F52}"/>
                </a:ext>
              </a:extLst>
            </p:cNvPr>
            <p:cNvSpPr>
              <a:spLocks noGrp="1"/>
            </p:cNvSpPr>
            <p:nvPr/>
          </p:nvSpPr>
          <p:spPr>
            <a:xfrm rot="0" flipH="0" flipV="0">
              <a:off x="4524185" y="2868613"/>
              <a:ext cx="84723" cy="94121"/>
            </a:xfrm>
            <a:prstGeom prst="rect">
              <a:avLst/>
            </a:prstGeom>
            <a:solidFill>
              <a:srgbClr val="81C9BA"/>
            </a:solidFill>
            <a:ln w="0">
              <a:noFill/>
              <a:prstDash val="solid"/>
            </a:ln>
          </p:spPr>
        </p:sp>
        <p:sp>
          <p:nvSpPr>
            <p:cNvPr id="17273" name="original-2d:874">
              <a:extLst>
                <a:ext uri="{FF2B5EF4-FFF2-40B4-BE49-F238E27FC236}">
                  <ns2:creationId id="{A0ACB5ED-C213-4B93-B956-6CB57A2C427D}"/>
                </a:ext>
              </a:extLst>
            </p:cNvPr>
            <p:cNvSpPr>
              <a:spLocks noGrp="1"/>
            </p:cNvSpPr>
            <p:nvPr/>
          </p:nvSpPr>
          <p:spPr>
            <a:xfrm rot="0" flipH="0" flipV="0">
              <a:off x="4608767" y="2868613"/>
              <a:ext cx="84723" cy="94121"/>
            </a:xfrm>
            <a:prstGeom prst="rect">
              <a:avLst/>
            </a:prstGeom>
            <a:solidFill>
              <a:srgbClr val="009E73"/>
            </a:solidFill>
            <a:ln w="0">
              <a:noFill/>
              <a:prstDash val="solid"/>
            </a:ln>
          </p:spPr>
        </p:sp>
        <p:sp>
          <p:nvSpPr>
            <p:cNvPr id="17274" name="original-2d:875">
              <a:extLst>
                <a:ext uri="{FF2B5EF4-FFF2-40B4-BE49-F238E27FC236}">
                  <ns2:creationId id="{6DD7B9FE-AA8D-4C38-992F-B6568A8F1114}"/>
                </a:ext>
              </a:extLst>
            </p:cNvPr>
            <p:cNvSpPr>
              <a:spLocks noGrp="1"/>
            </p:cNvSpPr>
            <p:nvPr/>
          </p:nvSpPr>
          <p:spPr>
            <a:xfrm rot="0" flipH="0" flipV="0">
              <a:off x="4693349" y="2868613"/>
              <a:ext cx="84723" cy="94121"/>
            </a:xfrm>
            <a:prstGeom prst="rect">
              <a:avLst/>
            </a:prstGeom>
            <a:solidFill>
              <a:srgbClr val="009E73"/>
            </a:solidFill>
            <a:ln w="0">
              <a:noFill/>
              <a:prstDash val="solid"/>
            </a:ln>
          </p:spPr>
        </p:sp>
        <p:sp>
          <p:nvSpPr>
            <p:cNvPr id="17275" name="original-2d:876">
              <a:extLst>
                <a:ext uri="{FF2B5EF4-FFF2-40B4-BE49-F238E27FC236}">
                  <ns2:creationId id="{97202834-AAFF-4C7E-AAAD-DE66ED30B4A2}"/>
                </a:ext>
              </a:extLst>
            </p:cNvPr>
            <p:cNvSpPr>
              <a:spLocks noGrp="1"/>
            </p:cNvSpPr>
            <p:nvPr/>
          </p:nvSpPr>
          <p:spPr>
            <a:xfrm rot="0" flipH="0" flipV="0">
              <a:off x="4777931" y="2868613"/>
              <a:ext cx="84723" cy="94121"/>
            </a:xfrm>
            <a:prstGeom prst="rect">
              <a:avLst/>
            </a:prstGeom>
            <a:solidFill>
              <a:srgbClr val="009E73"/>
            </a:solidFill>
            <a:ln w="0">
              <a:noFill/>
              <a:prstDash val="solid"/>
            </a:ln>
          </p:spPr>
        </p:sp>
        <p:sp>
          <p:nvSpPr>
            <p:cNvPr id="17276" name="original-2d:877">
              <a:extLst>
                <a:ext uri="{FF2B5EF4-FFF2-40B4-BE49-F238E27FC236}">
                  <ns2:creationId id="{D12B6337-C406-4E21-AFFE-C7292F378D2A}"/>
                </a:ext>
              </a:extLst>
            </p:cNvPr>
            <p:cNvSpPr>
              <a:spLocks noGrp="1"/>
            </p:cNvSpPr>
            <p:nvPr/>
          </p:nvSpPr>
          <p:spPr>
            <a:xfrm rot="0" flipH="0" flipV="0">
              <a:off x="4862513" y="2868613"/>
              <a:ext cx="84723" cy="94121"/>
            </a:xfrm>
            <a:prstGeom prst="rect">
              <a:avLst/>
            </a:prstGeom>
            <a:solidFill>
              <a:srgbClr val="009E73"/>
            </a:solidFill>
            <a:ln w="0">
              <a:noFill/>
              <a:prstDash val="solid"/>
            </a:ln>
          </p:spPr>
        </p:sp>
        <p:sp>
          <p:nvSpPr>
            <p:cNvPr id="17277" name="original-2d:878">
              <a:extLst>
                <a:ext uri="{FF2B5EF4-FFF2-40B4-BE49-F238E27FC236}">
                  <ns2:creationId id="{DC36A526-673B-4093-9808-DA8BE8EB665C}"/>
                </a:ext>
              </a:extLst>
            </p:cNvPr>
            <p:cNvSpPr>
              <a:spLocks noGrp="1"/>
            </p:cNvSpPr>
            <p:nvPr/>
          </p:nvSpPr>
          <p:spPr>
            <a:xfrm rot="0" flipH="0" flipV="0">
              <a:off x="4947095" y="2868613"/>
              <a:ext cx="84723" cy="94121"/>
            </a:xfrm>
            <a:prstGeom prst="rect">
              <a:avLst/>
            </a:prstGeom>
            <a:solidFill>
              <a:srgbClr val="009E73"/>
            </a:solidFill>
            <a:ln w="0">
              <a:noFill/>
              <a:prstDash val="solid"/>
            </a:ln>
          </p:spPr>
        </p:sp>
        <p:sp>
          <p:nvSpPr>
            <p:cNvPr id="17278" name="original-2d:879">
              <a:extLst>
                <a:ext uri="{FF2B5EF4-FFF2-40B4-BE49-F238E27FC236}">
                  <ns2:creationId id="{AE75B9AB-91D2-4439-856B-D16FD61FC53C}"/>
                </a:ext>
              </a:extLst>
            </p:cNvPr>
            <p:cNvSpPr>
              <a:spLocks noGrp="1"/>
            </p:cNvSpPr>
            <p:nvPr/>
          </p:nvSpPr>
          <p:spPr>
            <a:xfrm rot="0" flipH="0" flipV="0">
              <a:off x="5031677" y="2868613"/>
              <a:ext cx="84723" cy="94121"/>
            </a:xfrm>
            <a:prstGeom prst="rect">
              <a:avLst/>
            </a:prstGeom>
            <a:solidFill>
              <a:srgbClr val="81C9BA"/>
            </a:solidFill>
            <a:ln w="0">
              <a:noFill/>
              <a:prstDash val="solid"/>
            </a:ln>
          </p:spPr>
        </p:sp>
        <p:sp>
          <p:nvSpPr>
            <p:cNvPr id="17279" name="original-2d:880">
              <a:extLst>
                <a:ext uri="{FF2B5EF4-FFF2-40B4-BE49-F238E27FC236}">
                  <ns2:creationId id="{133649BC-5A8B-463F-8CE9-C174DE848605}"/>
                </a:ext>
              </a:extLst>
            </p:cNvPr>
            <p:cNvSpPr>
              <a:spLocks noGrp="1"/>
            </p:cNvSpPr>
            <p:nvPr/>
          </p:nvSpPr>
          <p:spPr>
            <a:xfrm rot="0" flipH="0" flipV="0">
              <a:off x="5116259" y="2868613"/>
              <a:ext cx="84723" cy="94121"/>
            </a:xfrm>
            <a:prstGeom prst="rect">
              <a:avLst/>
            </a:prstGeom>
            <a:solidFill>
              <a:srgbClr val="81C9BA"/>
            </a:solidFill>
            <a:ln w="0">
              <a:noFill/>
              <a:prstDash val="solid"/>
            </a:ln>
          </p:spPr>
        </p:sp>
        <p:sp>
          <p:nvSpPr>
            <p:cNvPr id="17280" name="original-2d:881">
              <a:extLst>
                <a:ext uri="{FF2B5EF4-FFF2-40B4-BE49-F238E27FC236}">
                  <ns2:creationId id="{4302F018-EB29-4261-9EB6-40A928E6A0A4}"/>
                </a:ext>
              </a:extLst>
            </p:cNvPr>
            <p:cNvSpPr>
              <a:spLocks noGrp="1"/>
            </p:cNvSpPr>
            <p:nvPr/>
          </p:nvSpPr>
          <p:spPr>
            <a:xfrm rot="0" flipH="0" flipV="0">
              <a:off x="5200841" y="2868613"/>
              <a:ext cx="84723" cy="94121"/>
            </a:xfrm>
            <a:prstGeom prst="rect">
              <a:avLst/>
            </a:prstGeom>
            <a:solidFill>
              <a:srgbClr val="81C9BA"/>
            </a:solidFill>
            <a:ln w="0">
              <a:noFill/>
              <a:prstDash val="solid"/>
            </a:ln>
          </p:spPr>
        </p:sp>
        <p:sp>
          <p:nvSpPr>
            <p:cNvPr id="17281" name="original-2d:882">
              <a:extLst>
                <a:ext uri="{FF2B5EF4-FFF2-40B4-BE49-F238E27FC236}">
                  <ns2:creationId id="{C7E60DC3-3197-42D0-8368-56793197BF05}"/>
                </a:ext>
              </a:extLst>
            </p:cNvPr>
            <p:cNvSpPr>
              <a:spLocks noGrp="1"/>
            </p:cNvSpPr>
            <p:nvPr/>
          </p:nvSpPr>
          <p:spPr>
            <a:xfrm rot="0" flipH="0" flipV="0">
              <a:off x="3593783" y="2962593"/>
              <a:ext cx="84723" cy="94121"/>
            </a:xfrm>
            <a:prstGeom prst="rect">
              <a:avLst/>
            </a:prstGeom>
            <a:solidFill>
              <a:srgbClr val="DCE8ED"/>
            </a:solidFill>
            <a:ln w="0">
              <a:noFill/>
              <a:prstDash val="solid"/>
            </a:ln>
          </p:spPr>
        </p:sp>
        <p:sp>
          <p:nvSpPr>
            <p:cNvPr id="17282" name="original-2d:883">
              <a:extLst>
                <a:ext uri="{FF2B5EF4-FFF2-40B4-BE49-F238E27FC236}">
                  <ns2:creationId id="{D8ACC466-B80C-450D-A5AA-E2E00C5F5D6C}"/>
                </a:ext>
              </a:extLst>
            </p:cNvPr>
            <p:cNvSpPr>
              <a:spLocks noGrp="1"/>
            </p:cNvSpPr>
            <p:nvPr/>
          </p:nvSpPr>
          <p:spPr>
            <a:xfrm rot="0" flipH="0" flipV="0">
              <a:off x="3678365" y="2962593"/>
              <a:ext cx="84723" cy="94121"/>
            </a:xfrm>
            <a:prstGeom prst="rect">
              <a:avLst/>
            </a:prstGeom>
            <a:solidFill>
              <a:srgbClr val="DCE8ED"/>
            </a:solidFill>
            <a:ln w="0">
              <a:noFill/>
              <a:prstDash val="solid"/>
            </a:ln>
          </p:spPr>
        </p:sp>
        <p:sp>
          <p:nvSpPr>
            <p:cNvPr id="17283" name="original-2d:884">
              <a:extLst>
                <a:ext uri="{FF2B5EF4-FFF2-40B4-BE49-F238E27FC236}">
                  <ns2:creationId id="{2AD54283-9EAA-4323-9EEA-0E146F0E51D5}"/>
                </a:ext>
              </a:extLst>
            </p:cNvPr>
            <p:cNvSpPr>
              <a:spLocks noGrp="1"/>
            </p:cNvSpPr>
            <p:nvPr/>
          </p:nvSpPr>
          <p:spPr>
            <a:xfrm rot="0" flipH="0" flipV="0">
              <a:off x="3762947" y="2962593"/>
              <a:ext cx="84723" cy="94121"/>
            </a:xfrm>
            <a:prstGeom prst="rect">
              <a:avLst/>
            </a:prstGeom>
            <a:solidFill>
              <a:srgbClr val="DCE8ED"/>
            </a:solidFill>
            <a:ln w="0">
              <a:noFill/>
              <a:prstDash val="solid"/>
            </a:ln>
          </p:spPr>
        </p:sp>
        <p:sp>
          <p:nvSpPr>
            <p:cNvPr id="17284" name="original-2d:885">
              <a:extLst>
                <a:ext uri="{FF2B5EF4-FFF2-40B4-BE49-F238E27FC236}">
                  <ns2:creationId id="{566FA6BD-A15F-4661-82C4-C59E5F1495EF}"/>
                </a:ext>
              </a:extLst>
            </p:cNvPr>
            <p:cNvSpPr>
              <a:spLocks noGrp="1"/>
            </p:cNvSpPr>
            <p:nvPr/>
          </p:nvSpPr>
          <p:spPr>
            <a:xfrm rot="0" flipH="0" flipV="0">
              <a:off x="3847529" y="2962593"/>
              <a:ext cx="84723" cy="94121"/>
            </a:xfrm>
            <a:prstGeom prst="rect">
              <a:avLst/>
            </a:prstGeom>
            <a:solidFill>
              <a:srgbClr val="DCE8ED"/>
            </a:solidFill>
            <a:ln w="0">
              <a:noFill/>
              <a:prstDash val="solid"/>
            </a:ln>
          </p:spPr>
        </p:sp>
        <p:sp>
          <p:nvSpPr>
            <p:cNvPr id="17285" name="original-2d:886">
              <a:extLst>
                <a:ext uri="{FF2B5EF4-FFF2-40B4-BE49-F238E27FC236}">
                  <ns2:creationId id="{F52D8D7A-FE2D-47E6-A0A4-2048AFAAF5ED}"/>
                </a:ext>
              </a:extLst>
            </p:cNvPr>
            <p:cNvSpPr>
              <a:spLocks noGrp="1"/>
            </p:cNvSpPr>
            <p:nvPr/>
          </p:nvSpPr>
          <p:spPr>
            <a:xfrm rot="0" flipH="0" flipV="0">
              <a:off x="3932111" y="2962593"/>
              <a:ext cx="84723" cy="94121"/>
            </a:xfrm>
            <a:prstGeom prst="rect">
              <a:avLst/>
            </a:prstGeom>
            <a:solidFill>
              <a:srgbClr val="81C9BA"/>
            </a:solidFill>
            <a:ln w="0">
              <a:noFill/>
              <a:prstDash val="solid"/>
            </a:ln>
          </p:spPr>
        </p:sp>
        <p:sp>
          <p:nvSpPr>
            <p:cNvPr id="17286" name="original-2d:887">
              <a:extLst>
                <a:ext uri="{FF2B5EF4-FFF2-40B4-BE49-F238E27FC236}">
                  <ns2:creationId id="{1E83A636-F917-4F38-8B79-A252D1AEAF23}"/>
                </a:ext>
              </a:extLst>
            </p:cNvPr>
            <p:cNvSpPr>
              <a:spLocks noGrp="1"/>
            </p:cNvSpPr>
            <p:nvPr/>
          </p:nvSpPr>
          <p:spPr>
            <a:xfrm rot="0" flipH="0" flipV="0">
              <a:off x="4016693" y="2962593"/>
              <a:ext cx="84723" cy="94121"/>
            </a:xfrm>
            <a:prstGeom prst="rect">
              <a:avLst/>
            </a:prstGeom>
            <a:solidFill>
              <a:srgbClr val="81C9BA"/>
            </a:solidFill>
            <a:ln w="0">
              <a:noFill/>
              <a:prstDash val="solid"/>
            </a:ln>
          </p:spPr>
        </p:sp>
        <p:sp>
          <p:nvSpPr>
            <p:cNvPr id="17287" name="original-2d:888">
              <a:extLst>
                <a:ext uri="{FF2B5EF4-FFF2-40B4-BE49-F238E27FC236}">
                  <ns2:creationId id="{63274436-663A-40DF-9DA2-99F72C85D86E}"/>
                </a:ext>
              </a:extLst>
            </p:cNvPr>
            <p:cNvSpPr>
              <a:spLocks noGrp="1"/>
            </p:cNvSpPr>
            <p:nvPr/>
          </p:nvSpPr>
          <p:spPr>
            <a:xfrm rot="0" flipH="0" flipV="0">
              <a:off x="4101275" y="2962593"/>
              <a:ext cx="84723" cy="94121"/>
            </a:xfrm>
            <a:prstGeom prst="rect">
              <a:avLst/>
            </a:prstGeom>
            <a:solidFill>
              <a:srgbClr val="81C9BA"/>
            </a:solidFill>
            <a:ln w="0">
              <a:noFill/>
              <a:prstDash val="solid"/>
            </a:ln>
          </p:spPr>
        </p:sp>
        <p:sp>
          <p:nvSpPr>
            <p:cNvPr id="17288" name="original-2d:889">
              <a:extLst>
                <a:ext uri="{FF2B5EF4-FFF2-40B4-BE49-F238E27FC236}">
                  <ns2:creationId id="{D7B88FBF-800A-42DC-8A57-F6F3225A6C08}"/>
                </a:ext>
              </a:extLst>
            </p:cNvPr>
            <p:cNvSpPr>
              <a:spLocks noGrp="1"/>
            </p:cNvSpPr>
            <p:nvPr/>
          </p:nvSpPr>
          <p:spPr>
            <a:xfrm rot="0" flipH="0" flipV="0">
              <a:off x="4185857" y="2962593"/>
              <a:ext cx="84723" cy="94121"/>
            </a:xfrm>
            <a:prstGeom prst="rect">
              <a:avLst/>
            </a:prstGeom>
            <a:solidFill>
              <a:srgbClr val="81C9BA"/>
            </a:solidFill>
            <a:ln w="0">
              <a:noFill/>
              <a:prstDash val="solid"/>
            </a:ln>
          </p:spPr>
        </p:sp>
        <p:sp>
          <p:nvSpPr>
            <p:cNvPr id="17289" name="original-2d:890">
              <a:extLst>
                <a:ext uri="{FF2B5EF4-FFF2-40B4-BE49-F238E27FC236}">
                  <ns2:creationId id="{2F7C2FE5-9303-4042-9BA4-217C0684EDF0}"/>
                </a:ext>
              </a:extLst>
            </p:cNvPr>
            <p:cNvSpPr>
              <a:spLocks noGrp="1"/>
            </p:cNvSpPr>
            <p:nvPr/>
          </p:nvSpPr>
          <p:spPr>
            <a:xfrm rot="0" flipH="0" flipV="0">
              <a:off x="4270439" y="2962593"/>
              <a:ext cx="84723" cy="94121"/>
            </a:xfrm>
            <a:prstGeom prst="rect">
              <a:avLst/>
            </a:prstGeom>
            <a:solidFill>
              <a:srgbClr val="D55E00"/>
            </a:solidFill>
            <a:ln w="0">
              <a:noFill/>
              <a:prstDash val="solid"/>
            </a:ln>
          </p:spPr>
        </p:sp>
        <p:sp>
          <p:nvSpPr>
            <p:cNvPr id="17290" name="original-2d:891">
              <a:extLst>
                <a:ext uri="{FF2B5EF4-FFF2-40B4-BE49-F238E27FC236}">
                  <ns2:creationId id="{4C7C680C-DD14-4C46-A704-FBE413544007}"/>
                </a:ext>
              </a:extLst>
            </p:cNvPr>
            <p:cNvSpPr>
              <a:spLocks noGrp="1"/>
            </p:cNvSpPr>
            <p:nvPr/>
          </p:nvSpPr>
          <p:spPr>
            <a:xfrm rot="0" flipH="0" flipV="0">
              <a:off x="4355021" y="2962593"/>
              <a:ext cx="84723" cy="94121"/>
            </a:xfrm>
            <a:prstGeom prst="rect">
              <a:avLst/>
            </a:prstGeom>
            <a:solidFill>
              <a:srgbClr val="D55E00"/>
            </a:solidFill>
            <a:ln w="0">
              <a:noFill/>
              <a:prstDash val="solid"/>
            </a:ln>
          </p:spPr>
        </p:sp>
        <p:sp>
          <p:nvSpPr>
            <p:cNvPr id="17291" name="original-2d:892">
              <a:extLst>
                <a:ext uri="{FF2B5EF4-FFF2-40B4-BE49-F238E27FC236}">
                  <ns2:creationId id="{BDA2C01E-D9E5-4DE9-8852-F0D36E0A7A87}"/>
                </a:ext>
              </a:extLst>
            </p:cNvPr>
            <p:cNvSpPr>
              <a:spLocks noGrp="1"/>
            </p:cNvSpPr>
            <p:nvPr/>
          </p:nvSpPr>
          <p:spPr>
            <a:xfrm rot="0" flipH="0" flipV="0">
              <a:off x="4439603" y="2962593"/>
              <a:ext cx="84723" cy="94121"/>
            </a:xfrm>
            <a:prstGeom prst="rect">
              <a:avLst/>
            </a:prstGeom>
            <a:solidFill>
              <a:srgbClr val="D55E00"/>
            </a:solidFill>
            <a:ln w="0">
              <a:noFill/>
              <a:prstDash val="solid"/>
            </a:ln>
          </p:spPr>
        </p:sp>
        <p:sp>
          <p:nvSpPr>
            <p:cNvPr id="17292" name="original-2d:893">
              <a:extLst>
                <a:ext uri="{FF2B5EF4-FFF2-40B4-BE49-F238E27FC236}">
                  <ns2:creationId id="{12EBD6A4-BA9E-4736-8B4F-D38A011D3846}"/>
                </a:ext>
              </a:extLst>
            </p:cNvPr>
            <p:cNvSpPr>
              <a:spLocks noGrp="1"/>
            </p:cNvSpPr>
            <p:nvPr/>
          </p:nvSpPr>
          <p:spPr>
            <a:xfrm rot="0" flipH="0" flipV="0">
              <a:off x="4524185" y="2962593"/>
              <a:ext cx="84723" cy="94121"/>
            </a:xfrm>
            <a:prstGeom prst="rect">
              <a:avLst/>
            </a:prstGeom>
            <a:solidFill>
              <a:srgbClr val="D55E00"/>
            </a:solidFill>
            <a:ln w="0">
              <a:noFill/>
              <a:prstDash val="solid"/>
            </a:ln>
          </p:spPr>
        </p:sp>
        <p:sp>
          <p:nvSpPr>
            <p:cNvPr id="17293" name="original-2d:894">
              <a:extLst>
                <a:ext uri="{FF2B5EF4-FFF2-40B4-BE49-F238E27FC236}">
                  <ns2:creationId id="{970690EE-F867-435E-83D4-7E2C5E1498DC}"/>
                </a:ext>
              </a:extLst>
            </p:cNvPr>
            <p:cNvSpPr>
              <a:spLocks noGrp="1"/>
            </p:cNvSpPr>
            <p:nvPr/>
          </p:nvSpPr>
          <p:spPr>
            <a:xfrm rot="0" flipH="0" flipV="0">
              <a:off x="4608767" y="2962593"/>
              <a:ext cx="84723" cy="94121"/>
            </a:xfrm>
            <a:prstGeom prst="rect">
              <a:avLst/>
            </a:prstGeom>
            <a:solidFill>
              <a:srgbClr val="81C9BA"/>
            </a:solidFill>
            <a:ln w="0">
              <a:noFill/>
              <a:prstDash val="solid"/>
            </a:ln>
          </p:spPr>
        </p:sp>
        <p:sp>
          <p:nvSpPr>
            <p:cNvPr id="17294" name="original-2d:895">
              <a:extLst>
                <a:ext uri="{FF2B5EF4-FFF2-40B4-BE49-F238E27FC236}">
                  <ns2:creationId id="{36F7E13A-7B40-4528-9882-789307B1D193}"/>
                </a:ext>
              </a:extLst>
            </p:cNvPr>
            <p:cNvSpPr>
              <a:spLocks noGrp="1"/>
            </p:cNvSpPr>
            <p:nvPr/>
          </p:nvSpPr>
          <p:spPr>
            <a:xfrm rot="0" flipH="0" flipV="0">
              <a:off x="4693349" y="2962593"/>
              <a:ext cx="84723" cy="94121"/>
            </a:xfrm>
            <a:prstGeom prst="rect">
              <a:avLst/>
            </a:prstGeom>
            <a:solidFill>
              <a:srgbClr val="009E73"/>
            </a:solidFill>
            <a:ln w="0">
              <a:noFill/>
              <a:prstDash val="solid"/>
            </a:ln>
          </p:spPr>
        </p:sp>
        <p:sp>
          <p:nvSpPr>
            <p:cNvPr id="17295" name="original-2d:896">
              <a:extLst>
                <a:ext uri="{FF2B5EF4-FFF2-40B4-BE49-F238E27FC236}">
                  <ns2:creationId id="{B51D0081-8DDB-4460-BDBA-4651DF3BD338}"/>
                </a:ext>
              </a:extLst>
            </p:cNvPr>
            <p:cNvSpPr>
              <a:spLocks noGrp="1"/>
            </p:cNvSpPr>
            <p:nvPr/>
          </p:nvSpPr>
          <p:spPr>
            <a:xfrm rot="0" flipH="0" flipV="0">
              <a:off x="4777931" y="2962593"/>
              <a:ext cx="84723" cy="94121"/>
            </a:xfrm>
            <a:prstGeom prst="rect">
              <a:avLst/>
            </a:prstGeom>
            <a:solidFill>
              <a:srgbClr val="009E73"/>
            </a:solidFill>
            <a:ln w="0">
              <a:noFill/>
              <a:prstDash val="solid"/>
            </a:ln>
          </p:spPr>
        </p:sp>
        <p:sp>
          <p:nvSpPr>
            <p:cNvPr id="17296" name="original-2d:897">
              <a:extLst>
                <a:ext uri="{FF2B5EF4-FFF2-40B4-BE49-F238E27FC236}">
                  <ns2:creationId id="{6652AFDF-48D0-4714-9B14-A7BFEB4BDD78}"/>
                </a:ext>
              </a:extLst>
            </p:cNvPr>
            <p:cNvSpPr>
              <a:spLocks noGrp="1"/>
            </p:cNvSpPr>
            <p:nvPr/>
          </p:nvSpPr>
          <p:spPr>
            <a:xfrm rot="0" flipH="0" flipV="0">
              <a:off x="4862513" y="2962593"/>
              <a:ext cx="84723" cy="94121"/>
            </a:xfrm>
            <a:prstGeom prst="rect">
              <a:avLst/>
            </a:prstGeom>
            <a:solidFill>
              <a:srgbClr val="009E73"/>
            </a:solidFill>
            <a:ln w="0">
              <a:noFill/>
              <a:prstDash val="solid"/>
            </a:ln>
          </p:spPr>
        </p:sp>
        <p:sp>
          <p:nvSpPr>
            <p:cNvPr id="17297" name="original-2d:898">
              <a:extLst>
                <a:ext uri="{FF2B5EF4-FFF2-40B4-BE49-F238E27FC236}">
                  <ns2:creationId id="{C072DCE7-663D-4B24-A246-94B217E5CDBE}"/>
                </a:ext>
              </a:extLst>
            </p:cNvPr>
            <p:cNvSpPr>
              <a:spLocks noGrp="1"/>
            </p:cNvSpPr>
            <p:nvPr/>
          </p:nvSpPr>
          <p:spPr>
            <a:xfrm rot="0" flipH="0" flipV="0">
              <a:off x="4947095" y="2962593"/>
              <a:ext cx="84723" cy="94121"/>
            </a:xfrm>
            <a:prstGeom prst="rect">
              <a:avLst/>
            </a:prstGeom>
            <a:solidFill>
              <a:srgbClr val="81C9BA"/>
            </a:solidFill>
            <a:ln w="0">
              <a:noFill/>
              <a:prstDash val="solid"/>
            </a:ln>
          </p:spPr>
        </p:sp>
        <p:sp>
          <p:nvSpPr>
            <p:cNvPr id="17298" name="original-2d:899">
              <a:extLst>
                <a:ext uri="{FF2B5EF4-FFF2-40B4-BE49-F238E27FC236}">
                  <ns2:creationId id="{95817408-FB18-4389-8576-571081CBE41E}"/>
                </a:ext>
              </a:extLst>
            </p:cNvPr>
            <p:cNvSpPr>
              <a:spLocks noGrp="1"/>
            </p:cNvSpPr>
            <p:nvPr/>
          </p:nvSpPr>
          <p:spPr>
            <a:xfrm rot="0" flipH="0" flipV="0">
              <a:off x="5031677" y="2962593"/>
              <a:ext cx="84723" cy="94121"/>
            </a:xfrm>
            <a:prstGeom prst="rect">
              <a:avLst/>
            </a:prstGeom>
            <a:solidFill>
              <a:srgbClr val="81C9BA"/>
            </a:solidFill>
            <a:ln w="0">
              <a:noFill/>
              <a:prstDash val="solid"/>
            </a:ln>
          </p:spPr>
        </p:sp>
        <p:sp>
          <p:nvSpPr>
            <p:cNvPr id="17299" name="original-2d:900">
              <a:extLst>
                <a:ext uri="{FF2B5EF4-FFF2-40B4-BE49-F238E27FC236}">
                  <ns2:creationId id="{79727A2D-728B-44F5-8189-4B9448E63690}"/>
                </a:ext>
              </a:extLst>
            </p:cNvPr>
            <p:cNvSpPr>
              <a:spLocks noGrp="1"/>
            </p:cNvSpPr>
            <p:nvPr/>
          </p:nvSpPr>
          <p:spPr>
            <a:xfrm rot="0" flipH="0" flipV="0">
              <a:off x="5116259" y="2962593"/>
              <a:ext cx="84723" cy="94121"/>
            </a:xfrm>
            <a:prstGeom prst="rect">
              <a:avLst/>
            </a:prstGeom>
            <a:solidFill>
              <a:srgbClr val="81C9BA"/>
            </a:solidFill>
            <a:ln w="0">
              <a:noFill/>
              <a:prstDash val="solid"/>
            </a:ln>
          </p:spPr>
        </p:sp>
        <p:sp>
          <p:nvSpPr>
            <p:cNvPr id="17300" name="original-2d:901">
              <a:extLst>
                <a:ext uri="{FF2B5EF4-FFF2-40B4-BE49-F238E27FC236}">
                  <ns2:creationId id="{44B560BB-8F84-4356-AF1E-35851BB68F45}"/>
                </a:ext>
              </a:extLst>
            </p:cNvPr>
            <p:cNvSpPr>
              <a:spLocks noGrp="1"/>
            </p:cNvSpPr>
            <p:nvPr/>
          </p:nvSpPr>
          <p:spPr>
            <a:xfrm rot="0" flipH="0" flipV="0">
              <a:off x="5200841" y="2962593"/>
              <a:ext cx="84723" cy="94121"/>
            </a:xfrm>
            <a:prstGeom prst="rect">
              <a:avLst/>
            </a:prstGeom>
            <a:solidFill>
              <a:srgbClr val="DCE8ED"/>
            </a:solidFill>
            <a:ln w="0">
              <a:noFill/>
              <a:prstDash val="solid"/>
            </a:ln>
          </p:spPr>
        </p:sp>
        <p:sp>
          <p:nvSpPr>
            <p:cNvPr id="17301" name="original-2d:902">
              <a:extLst>
                <a:ext uri="{FF2B5EF4-FFF2-40B4-BE49-F238E27FC236}">
                  <ns2:creationId id="{8FB72630-22AC-46CF-83D8-C92DB0294784}"/>
                </a:ext>
              </a:extLst>
            </p:cNvPr>
            <p:cNvSpPr>
              <a:spLocks noGrp="1"/>
            </p:cNvSpPr>
            <p:nvPr/>
          </p:nvSpPr>
          <p:spPr>
            <a:xfrm rot="0" flipH="0" flipV="0">
              <a:off x="3593783" y="3056573"/>
              <a:ext cx="84723" cy="94121"/>
            </a:xfrm>
            <a:prstGeom prst="rect">
              <a:avLst/>
            </a:prstGeom>
            <a:solidFill>
              <a:srgbClr val="DCE8ED"/>
            </a:solidFill>
            <a:ln w="0">
              <a:noFill/>
              <a:prstDash val="solid"/>
            </a:ln>
          </p:spPr>
        </p:sp>
        <p:sp>
          <p:nvSpPr>
            <p:cNvPr id="17302" name="original-2d:903">
              <a:extLst>
                <a:ext uri="{FF2B5EF4-FFF2-40B4-BE49-F238E27FC236}">
                  <ns2:creationId id="{F242007C-1ADB-434D-81D7-E75ABABF020C}"/>
                </a:ext>
              </a:extLst>
            </p:cNvPr>
            <p:cNvSpPr>
              <a:spLocks noGrp="1"/>
            </p:cNvSpPr>
            <p:nvPr/>
          </p:nvSpPr>
          <p:spPr>
            <a:xfrm rot="0" flipH="0" flipV="0">
              <a:off x="3678365" y="3056573"/>
              <a:ext cx="84723" cy="94121"/>
            </a:xfrm>
            <a:prstGeom prst="rect">
              <a:avLst/>
            </a:prstGeom>
            <a:solidFill>
              <a:srgbClr val="DCE8ED"/>
            </a:solidFill>
            <a:ln w="0">
              <a:noFill/>
              <a:prstDash val="solid"/>
            </a:ln>
          </p:spPr>
        </p:sp>
        <p:sp>
          <p:nvSpPr>
            <p:cNvPr id="17303" name="original-2d:904">
              <a:extLst>
                <a:ext uri="{FF2B5EF4-FFF2-40B4-BE49-F238E27FC236}">
                  <ns2:creationId id="{749CAA18-9228-4886-A951-15F8D7690EAF}"/>
                </a:ext>
              </a:extLst>
            </p:cNvPr>
            <p:cNvSpPr>
              <a:spLocks noGrp="1"/>
            </p:cNvSpPr>
            <p:nvPr/>
          </p:nvSpPr>
          <p:spPr>
            <a:xfrm rot="0" flipH="0" flipV="0">
              <a:off x="3762947" y="3056573"/>
              <a:ext cx="84723" cy="94121"/>
            </a:xfrm>
            <a:prstGeom prst="rect">
              <a:avLst/>
            </a:prstGeom>
            <a:solidFill>
              <a:srgbClr val="DCE8ED"/>
            </a:solidFill>
            <a:ln w="0">
              <a:noFill/>
              <a:prstDash val="solid"/>
            </a:ln>
          </p:spPr>
        </p:sp>
        <p:sp>
          <p:nvSpPr>
            <p:cNvPr id="17304" name="original-2d:905">
              <a:extLst>
                <a:ext uri="{FF2B5EF4-FFF2-40B4-BE49-F238E27FC236}">
                  <ns2:creationId id="{16868616-2374-4CA2-8F38-2040668685B2}"/>
                </a:ext>
              </a:extLst>
            </p:cNvPr>
            <p:cNvSpPr>
              <a:spLocks noGrp="1"/>
            </p:cNvSpPr>
            <p:nvPr/>
          </p:nvSpPr>
          <p:spPr>
            <a:xfrm rot="0" flipH="0" flipV="0">
              <a:off x="3847529" y="3056573"/>
              <a:ext cx="84723" cy="94121"/>
            </a:xfrm>
            <a:prstGeom prst="rect">
              <a:avLst/>
            </a:prstGeom>
            <a:solidFill>
              <a:srgbClr val="DCE8ED"/>
            </a:solidFill>
            <a:ln w="0">
              <a:noFill/>
              <a:prstDash val="solid"/>
            </a:ln>
          </p:spPr>
        </p:sp>
        <p:sp>
          <p:nvSpPr>
            <p:cNvPr id="17305" name="original-2d:906">
              <a:extLst>
                <a:ext uri="{FF2B5EF4-FFF2-40B4-BE49-F238E27FC236}">
                  <ns2:creationId id="{7F9BF6F7-19BC-4E75-A99B-BFAFB469700A}"/>
                </a:ext>
              </a:extLst>
            </p:cNvPr>
            <p:cNvSpPr>
              <a:spLocks noGrp="1"/>
            </p:cNvSpPr>
            <p:nvPr/>
          </p:nvSpPr>
          <p:spPr>
            <a:xfrm rot="0" flipH="0" flipV="0">
              <a:off x="3932111" y="3056573"/>
              <a:ext cx="84723" cy="94121"/>
            </a:xfrm>
            <a:prstGeom prst="rect">
              <a:avLst/>
            </a:prstGeom>
            <a:solidFill>
              <a:srgbClr val="81C9BA"/>
            </a:solidFill>
            <a:ln w="0">
              <a:noFill/>
              <a:prstDash val="solid"/>
            </a:ln>
          </p:spPr>
        </p:sp>
        <p:sp>
          <p:nvSpPr>
            <p:cNvPr id="17306" name="original-2d:907">
              <a:extLst>
                <a:ext uri="{FF2B5EF4-FFF2-40B4-BE49-F238E27FC236}">
                  <ns2:creationId id="{649AD598-BEB6-4980-9E5B-6EBE3E5DB326}"/>
                </a:ext>
              </a:extLst>
            </p:cNvPr>
            <p:cNvSpPr>
              <a:spLocks noGrp="1"/>
            </p:cNvSpPr>
            <p:nvPr/>
          </p:nvSpPr>
          <p:spPr>
            <a:xfrm rot="0" flipH="0" flipV="0">
              <a:off x="4016693" y="3056573"/>
              <a:ext cx="84723" cy="94121"/>
            </a:xfrm>
            <a:prstGeom prst="rect">
              <a:avLst/>
            </a:prstGeom>
            <a:solidFill>
              <a:srgbClr val="81C9BA"/>
            </a:solidFill>
            <a:ln w="0">
              <a:noFill/>
              <a:prstDash val="solid"/>
            </a:ln>
          </p:spPr>
        </p:sp>
        <p:sp>
          <p:nvSpPr>
            <p:cNvPr id="17307" name="original-2d:908">
              <a:extLst>
                <a:ext uri="{FF2B5EF4-FFF2-40B4-BE49-F238E27FC236}">
                  <ns2:creationId id="{BC7055E9-3CEB-4B8C-B3FB-7D7BC513CA79}"/>
                </a:ext>
              </a:extLst>
            </p:cNvPr>
            <p:cNvSpPr>
              <a:spLocks noGrp="1"/>
            </p:cNvSpPr>
            <p:nvPr/>
          </p:nvSpPr>
          <p:spPr>
            <a:xfrm rot="0" flipH="0" flipV="0">
              <a:off x="4101275" y="3056573"/>
              <a:ext cx="84723" cy="94121"/>
            </a:xfrm>
            <a:prstGeom prst="rect">
              <a:avLst/>
            </a:prstGeom>
            <a:solidFill>
              <a:srgbClr val="81C9BA"/>
            </a:solidFill>
            <a:ln w="0">
              <a:noFill/>
              <a:prstDash val="solid"/>
            </a:ln>
          </p:spPr>
        </p:sp>
        <p:sp>
          <p:nvSpPr>
            <p:cNvPr id="17308" name="original-2d:909">
              <a:extLst>
                <a:ext uri="{FF2B5EF4-FFF2-40B4-BE49-F238E27FC236}">
                  <ns2:creationId id="{B03738B4-7E6D-40F0-B6DC-EA64730F0337}"/>
                </a:ext>
              </a:extLst>
            </p:cNvPr>
            <p:cNvSpPr>
              <a:spLocks noGrp="1"/>
            </p:cNvSpPr>
            <p:nvPr/>
          </p:nvSpPr>
          <p:spPr>
            <a:xfrm rot="0" flipH="0" flipV="0">
              <a:off x="4185857" y="3056573"/>
              <a:ext cx="84723" cy="94121"/>
            </a:xfrm>
            <a:prstGeom prst="rect">
              <a:avLst/>
            </a:prstGeom>
            <a:solidFill>
              <a:srgbClr val="81C9BA"/>
            </a:solidFill>
            <a:ln w="0">
              <a:noFill/>
              <a:prstDash val="solid"/>
            </a:ln>
          </p:spPr>
        </p:sp>
        <p:sp>
          <p:nvSpPr>
            <p:cNvPr id="17309" name="original-2d:910">
              <a:extLst>
                <a:ext uri="{FF2B5EF4-FFF2-40B4-BE49-F238E27FC236}">
                  <ns2:creationId id="{0F6E2A32-0B5E-4C7F-BD38-37BF5EEC0C30}"/>
                </a:ext>
              </a:extLst>
            </p:cNvPr>
            <p:cNvSpPr>
              <a:spLocks noGrp="1"/>
            </p:cNvSpPr>
            <p:nvPr/>
          </p:nvSpPr>
          <p:spPr>
            <a:xfrm rot="0" flipH="0" flipV="0">
              <a:off x="4270439" y="3056573"/>
              <a:ext cx="84723" cy="94121"/>
            </a:xfrm>
            <a:prstGeom prst="rect">
              <a:avLst/>
            </a:prstGeom>
            <a:solidFill>
              <a:srgbClr val="D55E00"/>
            </a:solidFill>
            <a:ln w="0">
              <a:noFill/>
              <a:prstDash val="solid"/>
            </a:ln>
          </p:spPr>
        </p:sp>
        <p:sp>
          <p:nvSpPr>
            <p:cNvPr id="17310" name="original-2d:911">
              <a:extLst>
                <a:ext uri="{FF2B5EF4-FFF2-40B4-BE49-F238E27FC236}">
                  <ns2:creationId id="{FF3D0998-2209-491A-89FA-3A6A43183DF0}"/>
                </a:ext>
              </a:extLst>
            </p:cNvPr>
            <p:cNvSpPr>
              <a:spLocks noGrp="1"/>
            </p:cNvSpPr>
            <p:nvPr/>
          </p:nvSpPr>
          <p:spPr>
            <a:xfrm rot="0" flipH="0" flipV="0">
              <a:off x="4355021" y="3056573"/>
              <a:ext cx="84723" cy="94121"/>
            </a:xfrm>
            <a:prstGeom prst="rect">
              <a:avLst/>
            </a:prstGeom>
            <a:solidFill>
              <a:srgbClr val="D55E00"/>
            </a:solidFill>
            <a:ln w="0">
              <a:noFill/>
              <a:prstDash val="solid"/>
            </a:ln>
          </p:spPr>
        </p:sp>
        <p:sp>
          <p:nvSpPr>
            <p:cNvPr id="17311" name="original-2d:912">
              <a:extLst>
                <a:ext uri="{FF2B5EF4-FFF2-40B4-BE49-F238E27FC236}">
                  <ns2:creationId id="{DF3EFF63-6CFE-4C17-8664-71CF37EF68AF}"/>
                </a:ext>
              </a:extLst>
            </p:cNvPr>
            <p:cNvSpPr>
              <a:spLocks noGrp="1"/>
            </p:cNvSpPr>
            <p:nvPr/>
          </p:nvSpPr>
          <p:spPr>
            <a:xfrm rot="0" flipH="0" flipV="0">
              <a:off x="4439603" y="3056573"/>
              <a:ext cx="84723" cy="94121"/>
            </a:xfrm>
            <a:prstGeom prst="rect">
              <a:avLst/>
            </a:prstGeom>
            <a:solidFill>
              <a:srgbClr val="D55E00"/>
            </a:solidFill>
            <a:ln w="0">
              <a:noFill/>
              <a:prstDash val="solid"/>
            </a:ln>
          </p:spPr>
        </p:sp>
        <p:sp>
          <p:nvSpPr>
            <p:cNvPr id="17312" name="original-2d:913">
              <a:extLst>
                <a:ext uri="{FF2B5EF4-FFF2-40B4-BE49-F238E27FC236}">
                  <ns2:creationId id="{D1245430-3DE8-458D-87A9-05FBAA5C2F0E}"/>
                </a:ext>
              </a:extLst>
            </p:cNvPr>
            <p:cNvSpPr>
              <a:spLocks noGrp="1"/>
            </p:cNvSpPr>
            <p:nvPr/>
          </p:nvSpPr>
          <p:spPr>
            <a:xfrm rot="0" flipH="0" flipV="0">
              <a:off x="4524185" y="3056573"/>
              <a:ext cx="84723" cy="94121"/>
            </a:xfrm>
            <a:prstGeom prst="rect">
              <a:avLst/>
            </a:prstGeom>
            <a:solidFill>
              <a:srgbClr val="D55E00"/>
            </a:solidFill>
            <a:ln w="0">
              <a:noFill/>
              <a:prstDash val="solid"/>
            </a:ln>
          </p:spPr>
        </p:sp>
        <p:sp>
          <p:nvSpPr>
            <p:cNvPr id="17313" name="original-2d:914">
              <a:extLst>
                <a:ext uri="{FF2B5EF4-FFF2-40B4-BE49-F238E27FC236}">
                  <ns2:creationId id="{5E4B6002-126D-4723-AC22-F1DE240A2151}"/>
                </a:ext>
              </a:extLst>
            </p:cNvPr>
            <p:cNvSpPr>
              <a:spLocks noGrp="1"/>
            </p:cNvSpPr>
            <p:nvPr/>
          </p:nvSpPr>
          <p:spPr>
            <a:xfrm rot="0" flipH="0" flipV="0">
              <a:off x="4608767" y="3056573"/>
              <a:ext cx="84723" cy="94121"/>
            </a:xfrm>
            <a:prstGeom prst="rect">
              <a:avLst/>
            </a:prstGeom>
            <a:solidFill>
              <a:srgbClr val="81C9BA"/>
            </a:solidFill>
            <a:ln w="0">
              <a:noFill/>
              <a:prstDash val="solid"/>
            </a:ln>
          </p:spPr>
        </p:sp>
        <p:sp>
          <p:nvSpPr>
            <p:cNvPr id="17314" name="original-2d:915">
              <a:extLst>
                <a:ext uri="{FF2B5EF4-FFF2-40B4-BE49-F238E27FC236}">
                  <ns2:creationId id="{505A4A9E-26EB-436E-900A-1090BA7C8324}"/>
                </a:ext>
              </a:extLst>
            </p:cNvPr>
            <p:cNvSpPr>
              <a:spLocks noGrp="1"/>
            </p:cNvSpPr>
            <p:nvPr/>
          </p:nvSpPr>
          <p:spPr>
            <a:xfrm rot="0" flipH="0" flipV="0">
              <a:off x="4693349" y="3056573"/>
              <a:ext cx="84723" cy="94121"/>
            </a:xfrm>
            <a:prstGeom prst="rect">
              <a:avLst/>
            </a:prstGeom>
            <a:solidFill>
              <a:srgbClr val="81C9BA"/>
            </a:solidFill>
            <a:ln w="0">
              <a:noFill/>
              <a:prstDash val="solid"/>
            </a:ln>
          </p:spPr>
        </p:sp>
        <p:sp>
          <p:nvSpPr>
            <p:cNvPr id="17315" name="original-2d:916">
              <a:extLst>
                <a:ext uri="{FF2B5EF4-FFF2-40B4-BE49-F238E27FC236}">
                  <ns2:creationId id="{7683F978-ED56-4D9D-8244-0D30408D9FA2}"/>
                </a:ext>
              </a:extLst>
            </p:cNvPr>
            <p:cNvSpPr>
              <a:spLocks noGrp="1"/>
            </p:cNvSpPr>
            <p:nvPr/>
          </p:nvSpPr>
          <p:spPr>
            <a:xfrm rot="0" flipH="0" flipV="0">
              <a:off x="4777931" y="3056573"/>
              <a:ext cx="84723" cy="94121"/>
            </a:xfrm>
            <a:prstGeom prst="rect">
              <a:avLst/>
            </a:prstGeom>
            <a:solidFill>
              <a:srgbClr val="81C9BA"/>
            </a:solidFill>
            <a:ln w="0">
              <a:noFill/>
              <a:prstDash val="solid"/>
            </a:ln>
          </p:spPr>
        </p:sp>
        <p:sp>
          <p:nvSpPr>
            <p:cNvPr id="17316" name="original-2d:917">
              <a:extLst>
                <a:ext uri="{FF2B5EF4-FFF2-40B4-BE49-F238E27FC236}">
                  <ns2:creationId id="{E02B5587-1080-45FE-8C18-67427DDE1A70}"/>
                </a:ext>
              </a:extLst>
            </p:cNvPr>
            <p:cNvSpPr>
              <a:spLocks noGrp="1"/>
            </p:cNvSpPr>
            <p:nvPr/>
          </p:nvSpPr>
          <p:spPr>
            <a:xfrm rot="0" flipH="0" flipV="0">
              <a:off x="4862513" y="3056573"/>
              <a:ext cx="84723" cy="94121"/>
            </a:xfrm>
            <a:prstGeom prst="rect">
              <a:avLst/>
            </a:prstGeom>
            <a:solidFill>
              <a:srgbClr val="81C9BA"/>
            </a:solidFill>
            <a:ln w="0">
              <a:noFill/>
              <a:prstDash val="solid"/>
            </a:ln>
          </p:spPr>
        </p:sp>
        <p:sp>
          <p:nvSpPr>
            <p:cNvPr id="17317" name="original-2d:918">
              <a:extLst>
                <a:ext uri="{FF2B5EF4-FFF2-40B4-BE49-F238E27FC236}">
                  <ns2:creationId id="{AE25AF55-F42E-4AD2-8CEC-9059CA1CB4B6}"/>
                </a:ext>
              </a:extLst>
            </p:cNvPr>
            <p:cNvSpPr>
              <a:spLocks noGrp="1"/>
            </p:cNvSpPr>
            <p:nvPr/>
          </p:nvSpPr>
          <p:spPr>
            <a:xfrm rot="0" flipH="0" flipV="0">
              <a:off x="4947095" y="3056573"/>
              <a:ext cx="84723" cy="94121"/>
            </a:xfrm>
            <a:prstGeom prst="rect">
              <a:avLst/>
            </a:prstGeom>
            <a:solidFill>
              <a:srgbClr val="81C9BA"/>
            </a:solidFill>
            <a:ln w="0">
              <a:noFill/>
              <a:prstDash val="solid"/>
            </a:ln>
          </p:spPr>
        </p:sp>
        <p:sp>
          <p:nvSpPr>
            <p:cNvPr id="17318" name="original-2d:919">
              <a:extLst>
                <a:ext uri="{FF2B5EF4-FFF2-40B4-BE49-F238E27FC236}">
                  <ns2:creationId id="{DD66CC75-0917-49E9-880E-2A8DEE38B03A}"/>
                </a:ext>
              </a:extLst>
            </p:cNvPr>
            <p:cNvSpPr>
              <a:spLocks noGrp="1"/>
            </p:cNvSpPr>
            <p:nvPr/>
          </p:nvSpPr>
          <p:spPr>
            <a:xfrm rot="0" flipH="0" flipV="0">
              <a:off x="5031677" y="3056573"/>
              <a:ext cx="84723" cy="94121"/>
            </a:xfrm>
            <a:prstGeom prst="rect">
              <a:avLst/>
            </a:prstGeom>
            <a:solidFill>
              <a:srgbClr val="81C9BA"/>
            </a:solidFill>
            <a:ln w="0">
              <a:noFill/>
              <a:prstDash val="solid"/>
            </a:ln>
          </p:spPr>
        </p:sp>
        <p:sp>
          <p:nvSpPr>
            <p:cNvPr id="17319" name="original-2d:920">
              <a:extLst>
                <a:ext uri="{FF2B5EF4-FFF2-40B4-BE49-F238E27FC236}">
                  <ns2:creationId id="{B84DD0FF-5AD0-4FB3-8FFD-75B74F5615E0}"/>
                </a:ext>
              </a:extLst>
            </p:cNvPr>
            <p:cNvSpPr>
              <a:spLocks noGrp="1"/>
            </p:cNvSpPr>
            <p:nvPr/>
          </p:nvSpPr>
          <p:spPr>
            <a:xfrm rot="0" flipH="0" flipV="0">
              <a:off x="5116259" y="3056573"/>
              <a:ext cx="84723" cy="94121"/>
            </a:xfrm>
            <a:prstGeom prst="rect">
              <a:avLst/>
            </a:prstGeom>
            <a:solidFill>
              <a:srgbClr val="81C9BA"/>
            </a:solidFill>
            <a:ln w="0">
              <a:noFill/>
              <a:prstDash val="solid"/>
            </a:ln>
          </p:spPr>
        </p:sp>
        <p:sp>
          <p:nvSpPr>
            <p:cNvPr id="17320" name="original-2d:921">
              <a:extLst>
                <a:ext uri="{FF2B5EF4-FFF2-40B4-BE49-F238E27FC236}">
                  <ns2:creationId id="{7AA67315-678F-4A2B-8F2F-07A38B18FD38}"/>
                </a:ext>
              </a:extLst>
            </p:cNvPr>
            <p:cNvSpPr>
              <a:spLocks noGrp="1"/>
            </p:cNvSpPr>
            <p:nvPr/>
          </p:nvSpPr>
          <p:spPr>
            <a:xfrm rot="0" flipH="0" flipV="0">
              <a:off x="5200841" y="3056573"/>
              <a:ext cx="84723" cy="94121"/>
            </a:xfrm>
            <a:prstGeom prst="rect">
              <a:avLst/>
            </a:prstGeom>
            <a:solidFill>
              <a:srgbClr val="DCE8ED"/>
            </a:solidFill>
            <a:ln w="0">
              <a:noFill/>
              <a:prstDash val="solid"/>
            </a:ln>
          </p:spPr>
        </p:sp>
        <p:sp>
          <p:nvSpPr>
            <p:cNvPr id="17321" name="original-2d:922">
              <a:extLst>
                <a:ext uri="{FF2B5EF4-FFF2-40B4-BE49-F238E27FC236}">
                  <ns2:creationId id="{15CAA971-7133-4728-A2E1-FE5D7EE87B4C}"/>
                </a:ext>
              </a:extLst>
            </p:cNvPr>
            <p:cNvSpPr>
              <a:spLocks noGrp="1"/>
            </p:cNvSpPr>
            <p:nvPr/>
          </p:nvSpPr>
          <p:spPr>
            <a:xfrm rot="0" flipH="0" flipV="0">
              <a:off x="3593783" y="3150553"/>
              <a:ext cx="84723" cy="94121"/>
            </a:xfrm>
            <a:prstGeom prst="rect">
              <a:avLst/>
            </a:prstGeom>
            <a:solidFill>
              <a:srgbClr val="DCE8ED"/>
            </a:solidFill>
            <a:ln w="0">
              <a:noFill/>
              <a:prstDash val="solid"/>
            </a:ln>
          </p:spPr>
        </p:sp>
        <p:sp>
          <p:nvSpPr>
            <p:cNvPr id="17322" name="original-2d:923">
              <a:extLst>
                <a:ext uri="{FF2B5EF4-FFF2-40B4-BE49-F238E27FC236}">
                  <ns2:creationId id="{0CB240EA-F6D3-48F5-B86D-666712E066E4}"/>
                </a:ext>
              </a:extLst>
            </p:cNvPr>
            <p:cNvSpPr>
              <a:spLocks noGrp="1"/>
            </p:cNvSpPr>
            <p:nvPr/>
          </p:nvSpPr>
          <p:spPr>
            <a:xfrm rot="0" flipH="0" flipV="0">
              <a:off x="3678365" y="3150553"/>
              <a:ext cx="84723" cy="94121"/>
            </a:xfrm>
            <a:prstGeom prst="rect">
              <a:avLst/>
            </a:prstGeom>
            <a:solidFill>
              <a:srgbClr val="DCE8ED"/>
            </a:solidFill>
            <a:ln w="0">
              <a:noFill/>
              <a:prstDash val="solid"/>
            </a:ln>
          </p:spPr>
        </p:sp>
        <p:sp>
          <p:nvSpPr>
            <p:cNvPr id="17323" name="original-2d:924">
              <a:extLst>
                <a:ext uri="{FF2B5EF4-FFF2-40B4-BE49-F238E27FC236}">
                  <ns2:creationId id="{61C371F4-4CAF-479F-9C73-BC0E074AED67}"/>
                </a:ext>
              </a:extLst>
            </p:cNvPr>
            <p:cNvSpPr>
              <a:spLocks noGrp="1"/>
            </p:cNvSpPr>
            <p:nvPr/>
          </p:nvSpPr>
          <p:spPr>
            <a:xfrm rot="0" flipH="0" flipV="0">
              <a:off x="3762947" y="3150553"/>
              <a:ext cx="84723" cy="94121"/>
            </a:xfrm>
            <a:prstGeom prst="rect">
              <a:avLst/>
            </a:prstGeom>
            <a:solidFill>
              <a:srgbClr val="DCE8ED"/>
            </a:solidFill>
            <a:ln w="0">
              <a:noFill/>
              <a:prstDash val="solid"/>
            </a:ln>
          </p:spPr>
        </p:sp>
        <p:sp>
          <p:nvSpPr>
            <p:cNvPr id="17324" name="original-2d:925">
              <a:extLst>
                <a:ext uri="{FF2B5EF4-FFF2-40B4-BE49-F238E27FC236}">
                  <ns2:creationId id="{BF1A5A0C-C9C0-4365-A6FD-EB1D2B483278}"/>
                </a:ext>
              </a:extLst>
            </p:cNvPr>
            <p:cNvSpPr>
              <a:spLocks noGrp="1"/>
            </p:cNvSpPr>
            <p:nvPr/>
          </p:nvSpPr>
          <p:spPr>
            <a:xfrm rot="0" flipH="0" flipV="0">
              <a:off x="3847529" y="3150553"/>
              <a:ext cx="84723" cy="94121"/>
            </a:xfrm>
            <a:prstGeom prst="rect">
              <a:avLst/>
            </a:prstGeom>
            <a:solidFill>
              <a:srgbClr val="DCE8ED"/>
            </a:solidFill>
            <a:ln w="0">
              <a:noFill/>
              <a:prstDash val="solid"/>
            </a:ln>
          </p:spPr>
        </p:sp>
        <p:sp>
          <p:nvSpPr>
            <p:cNvPr id="17325" name="original-2d:926">
              <a:extLst>
                <a:ext uri="{FF2B5EF4-FFF2-40B4-BE49-F238E27FC236}">
                  <ns2:creationId id="{E88DC4FF-3C1A-479B-BD96-50CD74809B8B}"/>
                </a:ext>
              </a:extLst>
            </p:cNvPr>
            <p:cNvSpPr>
              <a:spLocks noGrp="1"/>
            </p:cNvSpPr>
            <p:nvPr/>
          </p:nvSpPr>
          <p:spPr>
            <a:xfrm rot="0" flipH="0" flipV="0">
              <a:off x="3932111" y="3150553"/>
              <a:ext cx="84723" cy="94121"/>
            </a:xfrm>
            <a:prstGeom prst="rect">
              <a:avLst/>
            </a:prstGeom>
            <a:solidFill>
              <a:srgbClr val="DCE8ED"/>
            </a:solidFill>
            <a:ln w="0">
              <a:noFill/>
              <a:prstDash val="solid"/>
            </a:ln>
          </p:spPr>
        </p:sp>
        <p:sp>
          <p:nvSpPr>
            <p:cNvPr id="17326" name="original-2d:927">
              <a:extLst>
                <a:ext uri="{FF2B5EF4-FFF2-40B4-BE49-F238E27FC236}">
                  <ns2:creationId id="{973631A4-27A6-441F-A118-585F64A4EED3}"/>
                </a:ext>
              </a:extLst>
            </p:cNvPr>
            <p:cNvSpPr>
              <a:spLocks noGrp="1"/>
            </p:cNvSpPr>
            <p:nvPr/>
          </p:nvSpPr>
          <p:spPr>
            <a:xfrm rot="0" flipH="0" flipV="0">
              <a:off x="4016693" y="3150553"/>
              <a:ext cx="84723" cy="94121"/>
            </a:xfrm>
            <a:prstGeom prst="rect">
              <a:avLst/>
            </a:prstGeom>
            <a:solidFill>
              <a:srgbClr val="81C9BA"/>
            </a:solidFill>
            <a:ln w="0">
              <a:noFill/>
              <a:prstDash val="solid"/>
            </a:ln>
          </p:spPr>
        </p:sp>
        <p:sp>
          <p:nvSpPr>
            <p:cNvPr id="17327" name="original-2d:928">
              <a:extLst>
                <a:ext uri="{FF2B5EF4-FFF2-40B4-BE49-F238E27FC236}">
                  <ns2:creationId id="{F16F38CE-66A1-4E92-B397-6B1B9F80EC79}"/>
                </a:ext>
              </a:extLst>
            </p:cNvPr>
            <p:cNvSpPr>
              <a:spLocks noGrp="1"/>
            </p:cNvSpPr>
            <p:nvPr/>
          </p:nvSpPr>
          <p:spPr>
            <a:xfrm rot="0" flipH="0" flipV="0">
              <a:off x="4101275" y="3150553"/>
              <a:ext cx="84723" cy="94121"/>
            </a:xfrm>
            <a:prstGeom prst="rect">
              <a:avLst/>
            </a:prstGeom>
            <a:solidFill>
              <a:srgbClr val="81C9BA"/>
            </a:solidFill>
            <a:ln w="0">
              <a:noFill/>
              <a:prstDash val="solid"/>
            </a:ln>
          </p:spPr>
        </p:sp>
        <p:sp>
          <p:nvSpPr>
            <p:cNvPr id="17328" name="original-2d:929">
              <a:extLst>
                <a:ext uri="{FF2B5EF4-FFF2-40B4-BE49-F238E27FC236}">
                  <ns2:creationId id="{50E63F7F-1692-477D-9365-39E5CA509A2E}"/>
                </a:ext>
              </a:extLst>
            </p:cNvPr>
            <p:cNvSpPr>
              <a:spLocks noGrp="1"/>
            </p:cNvSpPr>
            <p:nvPr/>
          </p:nvSpPr>
          <p:spPr>
            <a:xfrm rot="0" flipH="0" flipV="0">
              <a:off x="4185857" y="3150553"/>
              <a:ext cx="84723" cy="94121"/>
            </a:xfrm>
            <a:prstGeom prst="rect">
              <a:avLst/>
            </a:prstGeom>
            <a:solidFill>
              <a:srgbClr val="81C9BA"/>
            </a:solidFill>
            <a:ln w="0">
              <a:noFill/>
              <a:prstDash val="solid"/>
            </a:ln>
          </p:spPr>
        </p:sp>
        <p:sp>
          <p:nvSpPr>
            <p:cNvPr id="17329" name="original-2d:930">
              <a:extLst>
                <a:ext uri="{FF2B5EF4-FFF2-40B4-BE49-F238E27FC236}">
                  <ns2:creationId id="{27E20F8A-9557-4F29-92F2-ACC36428F0D3}"/>
                </a:ext>
              </a:extLst>
            </p:cNvPr>
            <p:cNvSpPr>
              <a:spLocks noGrp="1"/>
            </p:cNvSpPr>
            <p:nvPr/>
          </p:nvSpPr>
          <p:spPr>
            <a:xfrm rot="0" flipH="0" flipV="0">
              <a:off x="4270439" y="3150553"/>
              <a:ext cx="84723" cy="94121"/>
            </a:xfrm>
            <a:prstGeom prst="rect">
              <a:avLst/>
            </a:prstGeom>
            <a:solidFill>
              <a:srgbClr val="81C9BA"/>
            </a:solidFill>
            <a:ln w="0">
              <a:noFill/>
              <a:prstDash val="solid"/>
            </a:ln>
          </p:spPr>
        </p:sp>
        <p:sp>
          <p:nvSpPr>
            <p:cNvPr id="17330" name="original-2d:931">
              <a:extLst>
                <a:ext uri="{FF2B5EF4-FFF2-40B4-BE49-F238E27FC236}">
                  <ns2:creationId id="{21CAD178-4970-43D4-A435-3E7B78F1819C}"/>
                </a:ext>
              </a:extLst>
            </p:cNvPr>
            <p:cNvSpPr>
              <a:spLocks noGrp="1"/>
            </p:cNvSpPr>
            <p:nvPr/>
          </p:nvSpPr>
          <p:spPr>
            <a:xfrm rot="0" flipH="0" flipV="0">
              <a:off x="4355021" y="3150553"/>
              <a:ext cx="84723" cy="94121"/>
            </a:xfrm>
            <a:prstGeom prst="rect">
              <a:avLst/>
            </a:prstGeom>
            <a:solidFill>
              <a:srgbClr val="D55E00"/>
            </a:solidFill>
            <a:ln w="0">
              <a:noFill/>
              <a:prstDash val="solid"/>
            </a:ln>
          </p:spPr>
        </p:sp>
        <p:sp>
          <p:nvSpPr>
            <p:cNvPr id="17331" name="original-2d:932">
              <a:extLst>
                <a:ext uri="{FF2B5EF4-FFF2-40B4-BE49-F238E27FC236}">
                  <ns2:creationId id="{CAB88405-1011-47BB-BEE7-2E7353A90453}"/>
                </a:ext>
              </a:extLst>
            </p:cNvPr>
            <p:cNvSpPr>
              <a:spLocks noGrp="1"/>
            </p:cNvSpPr>
            <p:nvPr/>
          </p:nvSpPr>
          <p:spPr>
            <a:xfrm rot="0" flipH="0" flipV="0">
              <a:off x="4439603" y="3150553"/>
              <a:ext cx="84723" cy="94121"/>
            </a:xfrm>
            <a:prstGeom prst="rect">
              <a:avLst/>
            </a:prstGeom>
            <a:solidFill>
              <a:srgbClr val="D55E00"/>
            </a:solidFill>
            <a:ln w="0">
              <a:noFill/>
              <a:prstDash val="solid"/>
            </a:ln>
          </p:spPr>
        </p:sp>
        <p:sp>
          <p:nvSpPr>
            <p:cNvPr id="17332" name="original-2d:933">
              <a:extLst>
                <a:ext uri="{FF2B5EF4-FFF2-40B4-BE49-F238E27FC236}">
                  <ns2:creationId id="{2DC72AC1-6F9D-44E7-A4EA-5966CBD901B5}"/>
                </a:ext>
              </a:extLst>
            </p:cNvPr>
            <p:cNvSpPr>
              <a:spLocks noGrp="1"/>
            </p:cNvSpPr>
            <p:nvPr/>
          </p:nvSpPr>
          <p:spPr>
            <a:xfrm rot="0" flipH="0" flipV="0">
              <a:off x="4524185" y="3150553"/>
              <a:ext cx="84723" cy="94121"/>
            </a:xfrm>
            <a:prstGeom prst="rect">
              <a:avLst/>
            </a:prstGeom>
            <a:solidFill>
              <a:srgbClr val="81C9BA"/>
            </a:solidFill>
            <a:ln w="0">
              <a:noFill/>
              <a:prstDash val="solid"/>
            </a:ln>
          </p:spPr>
        </p:sp>
        <p:sp>
          <p:nvSpPr>
            <p:cNvPr id="17333" name="original-2d:934">
              <a:extLst>
                <a:ext uri="{FF2B5EF4-FFF2-40B4-BE49-F238E27FC236}">
                  <ns2:creationId id="{C6F9C981-9645-4551-B9C4-48562D196FCC}"/>
                </a:ext>
              </a:extLst>
            </p:cNvPr>
            <p:cNvSpPr>
              <a:spLocks noGrp="1"/>
            </p:cNvSpPr>
            <p:nvPr/>
          </p:nvSpPr>
          <p:spPr>
            <a:xfrm rot="0" flipH="0" flipV="0">
              <a:off x="4608767" y="3150553"/>
              <a:ext cx="84723" cy="94121"/>
            </a:xfrm>
            <a:prstGeom prst="rect">
              <a:avLst/>
            </a:prstGeom>
            <a:solidFill>
              <a:srgbClr val="81C9BA"/>
            </a:solidFill>
            <a:ln w="0">
              <a:noFill/>
              <a:prstDash val="solid"/>
            </a:ln>
          </p:spPr>
        </p:sp>
        <p:sp>
          <p:nvSpPr>
            <p:cNvPr id="17334" name="original-2d:935">
              <a:extLst>
                <a:ext uri="{FF2B5EF4-FFF2-40B4-BE49-F238E27FC236}">
                  <ns2:creationId id="{F643AB81-B4FB-4091-B0AA-74908CABF066}"/>
                </a:ext>
              </a:extLst>
            </p:cNvPr>
            <p:cNvSpPr>
              <a:spLocks noGrp="1"/>
            </p:cNvSpPr>
            <p:nvPr/>
          </p:nvSpPr>
          <p:spPr>
            <a:xfrm rot="0" flipH="0" flipV="0">
              <a:off x="4693349" y="3150553"/>
              <a:ext cx="84723" cy="94121"/>
            </a:xfrm>
            <a:prstGeom prst="rect">
              <a:avLst/>
            </a:prstGeom>
            <a:solidFill>
              <a:srgbClr val="81C9BA"/>
            </a:solidFill>
            <a:ln w="0">
              <a:noFill/>
              <a:prstDash val="solid"/>
            </a:ln>
          </p:spPr>
        </p:sp>
        <p:sp>
          <p:nvSpPr>
            <p:cNvPr id="17335" name="original-2d:936">
              <a:extLst>
                <a:ext uri="{FF2B5EF4-FFF2-40B4-BE49-F238E27FC236}">
                  <ns2:creationId id="{A84E31B8-6BD4-4338-9F56-DA4A4677CCFC}"/>
                </a:ext>
              </a:extLst>
            </p:cNvPr>
            <p:cNvSpPr>
              <a:spLocks noGrp="1"/>
            </p:cNvSpPr>
            <p:nvPr/>
          </p:nvSpPr>
          <p:spPr>
            <a:xfrm rot="0" flipH="0" flipV="0">
              <a:off x="4777931" y="3150553"/>
              <a:ext cx="84723" cy="94121"/>
            </a:xfrm>
            <a:prstGeom prst="rect">
              <a:avLst/>
            </a:prstGeom>
            <a:solidFill>
              <a:srgbClr val="81C9BA"/>
            </a:solidFill>
            <a:ln w="0">
              <a:noFill/>
              <a:prstDash val="solid"/>
            </a:ln>
          </p:spPr>
        </p:sp>
        <p:sp>
          <p:nvSpPr>
            <p:cNvPr id="17336" name="original-2d:937">
              <a:extLst>
                <a:ext uri="{FF2B5EF4-FFF2-40B4-BE49-F238E27FC236}">
                  <ns2:creationId id="{1CCC8127-5090-4A8E-BB11-AF35F690CCC8}"/>
                </a:ext>
              </a:extLst>
            </p:cNvPr>
            <p:cNvSpPr>
              <a:spLocks noGrp="1"/>
            </p:cNvSpPr>
            <p:nvPr/>
          </p:nvSpPr>
          <p:spPr>
            <a:xfrm rot="0" flipH="0" flipV="0">
              <a:off x="4862513" y="3150553"/>
              <a:ext cx="84723" cy="94121"/>
            </a:xfrm>
            <a:prstGeom prst="rect">
              <a:avLst/>
            </a:prstGeom>
            <a:solidFill>
              <a:srgbClr val="81C9BA"/>
            </a:solidFill>
            <a:ln w="0">
              <a:noFill/>
              <a:prstDash val="solid"/>
            </a:ln>
          </p:spPr>
        </p:sp>
        <p:sp>
          <p:nvSpPr>
            <p:cNvPr id="17337" name="original-2d:938">
              <a:extLst>
                <a:ext uri="{FF2B5EF4-FFF2-40B4-BE49-F238E27FC236}">
                  <ns2:creationId id="{F8C6C407-4F16-4A22-BFA2-311A9ACEB04D}"/>
                </a:ext>
              </a:extLst>
            </p:cNvPr>
            <p:cNvSpPr>
              <a:spLocks noGrp="1"/>
            </p:cNvSpPr>
            <p:nvPr/>
          </p:nvSpPr>
          <p:spPr>
            <a:xfrm rot="0" flipH="0" flipV="0">
              <a:off x="4947095" y="3150553"/>
              <a:ext cx="84723" cy="94121"/>
            </a:xfrm>
            <a:prstGeom prst="rect">
              <a:avLst/>
            </a:prstGeom>
            <a:solidFill>
              <a:srgbClr val="81C9BA"/>
            </a:solidFill>
            <a:ln w="0">
              <a:noFill/>
              <a:prstDash val="solid"/>
            </a:ln>
          </p:spPr>
        </p:sp>
        <p:sp>
          <p:nvSpPr>
            <p:cNvPr id="17338" name="original-2d:939">
              <a:extLst>
                <a:ext uri="{FF2B5EF4-FFF2-40B4-BE49-F238E27FC236}">
                  <ns2:creationId id="{E49AAE42-7CEB-4126-B564-EE0B3A3941AB}"/>
                </a:ext>
              </a:extLst>
            </p:cNvPr>
            <p:cNvSpPr>
              <a:spLocks noGrp="1"/>
            </p:cNvSpPr>
            <p:nvPr/>
          </p:nvSpPr>
          <p:spPr>
            <a:xfrm rot="0" flipH="0" flipV="0">
              <a:off x="5031677" y="3150553"/>
              <a:ext cx="84723" cy="94121"/>
            </a:xfrm>
            <a:prstGeom prst="rect">
              <a:avLst/>
            </a:prstGeom>
            <a:solidFill>
              <a:srgbClr val="81C9BA"/>
            </a:solidFill>
            <a:ln w="0">
              <a:noFill/>
              <a:prstDash val="solid"/>
            </a:ln>
          </p:spPr>
        </p:sp>
        <p:sp>
          <p:nvSpPr>
            <p:cNvPr id="17339" name="original-2d:940">
              <a:extLst>
                <a:ext uri="{FF2B5EF4-FFF2-40B4-BE49-F238E27FC236}">
                  <ns2:creationId id="{1F899CEF-3624-458F-8AA8-2BC8BFB48251}"/>
                </a:ext>
              </a:extLst>
            </p:cNvPr>
            <p:cNvSpPr>
              <a:spLocks noGrp="1"/>
            </p:cNvSpPr>
            <p:nvPr/>
          </p:nvSpPr>
          <p:spPr>
            <a:xfrm rot="0" flipH="0" flipV="0">
              <a:off x="5116259" y="3150553"/>
              <a:ext cx="84723" cy="94121"/>
            </a:xfrm>
            <a:prstGeom prst="rect">
              <a:avLst/>
            </a:prstGeom>
            <a:solidFill>
              <a:srgbClr val="DCE8ED"/>
            </a:solidFill>
            <a:ln w="0">
              <a:noFill/>
              <a:prstDash val="solid"/>
            </a:ln>
          </p:spPr>
        </p:sp>
        <p:sp>
          <p:nvSpPr>
            <p:cNvPr id="17340" name="original-2d:941">
              <a:extLst>
                <a:ext uri="{FF2B5EF4-FFF2-40B4-BE49-F238E27FC236}">
                  <ns2:creationId id="{D1DA3641-95A4-4F54-949F-468C2F86460B}"/>
                </a:ext>
              </a:extLst>
            </p:cNvPr>
            <p:cNvSpPr>
              <a:spLocks noGrp="1"/>
            </p:cNvSpPr>
            <p:nvPr/>
          </p:nvSpPr>
          <p:spPr>
            <a:xfrm rot="0" flipH="0" flipV="0">
              <a:off x="5200841" y="3150553"/>
              <a:ext cx="84723" cy="94121"/>
            </a:xfrm>
            <a:prstGeom prst="rect">
              <a:avLst/>
            </a:prstGeom>
            <a:solidFill>
              <a:srgbClr val="DCE8ED"/>
            </a:solidFill>
            <a:ln w="0">
              <a:noFill/>
              <a:prstDash val="solid"/>
            </a:ln>
          </p:spPr>
        </p:sp>
        <p:sp>
          <p:nvSpPr>
            <p:cNvPr id="17341" name="original-2d:942">
              <a:extLst>
                <a:ext uri="{FF2B5EF4-FFF2-40B4-BE49-F238E27FC236}">
                  <ns2:creationId id="{1090FD85-F5CC-44E9-9354-1031D333E9AA}"/>
                </a:ext>
              </a:extLst>
            </p:cNvPr>
            <p:cNvSpPr>
              <a:spLocks noGrp="1"/>
            </p:cNvSpPr>
            <p:nvPr/>
          </p:nvSpPr>
          <p:spPr>
            <a:xfrm rot="0" flipH="0" flipV="0">
              <a:off x="3593783" y="3244533"/>
              <a:ext cx="84723" cy="94121"/>
            </a:xfrm>
            <a:prstGeom prst="rect">
              <a:avLst/>
            </a:prstGeom>
            <a:solidFill>
              <a:srgbClr val="DCE8ED"/>
            </a:solidFill>
            <a:ln w="0">
              <a:noFill/>
              <a:prstDash val="solid"/>
            </a:ln>
          </p:spPr>
        </p:sp>
        <p:sp>
          <p:nvSpPr>
            <p:cNvPr id="17342" name="original-2d:943">
              <a:extLst>
                <a:ext uri="{FF2B5EF4-FFF2-40B4-BE49-F238E27FC236}">
                  <ns2:creationId id="{FB726B1F-C42D-48AE-9536-40D840C4DB02}"/>
                </a:ext>
              </a:extLst>
            </p:cNvPr>
            <p:cNvSpPr>
              <a:spLocks noGrp="1"/>
            </p:cNvSpPr>
            <p:nvPr/>
          </p:nvSpPr>
          <p:spPr>
            <a:xfrm rot="0" flipH="0" flipV="0">
              <a:off x="3678365" y="3244533"/>
              <a:ext cx="84723" cy="94121"/>
            </a:xfrm>
            <a:prstGeom prst="rect">
              <a:avLst/>
            </a:prstGeom>
            <a:solidFill>
              <a:srgbClr val="DCE8ED"/>
            </a:solidFill>
            <a:ln w="0">
              <a:noFill/>
              <a:prstDash val="solid"/>
            </a:ln>
          </p:spPr>
        </p:sp>
        <p:sp>
          <p:nvSpPr>
            <p:cNvPr id="17343" name="original-2d:944">
              <a:extLst>
                <a:ext uri="{FF2B5EF4-FFF2-40B4-BE49-F238E27FC236}">
                  <ns2:creationId id="{08985983-32AF-407B-9BCD-E2D6943E5098}"/>
                </a:ext>
              </a:extLst>
            </p:cNvPr>
            <p:cNvSpPr>
              <a:spLocks noGrp="1"/>
            </p:cNvSpPr>
            <p:nvPr/>
          </p:nvSpPr>
          <p:spPr>
            <a:xfrm rot="0" flipH="0" flipV="0">
              <a:off x="3762947" y="3244533"/>
              <a:ext cx="84723" cy="94121"/>
            </a:xfrm>
            <a:prstGeom prst="rect">
              <a:avLst/>
            </a:prstGeom>
            <a:solidFill>
              <a:srgbClr val="DCE8ED"/>
            </a:solidFill>
            <a:ln w="0">
              <a:noFill/>
              <a:prstDash val="solid"/>
            </a:ln>
          </p:spPr>
        </p:sp>
        <p:sp>
          <p:nvSpPr>
            <p:cNvPr id="17344" name="original-2d:945">
              <a:extLst>
                <a:ext uri="{FF2B5EF4-FFF2-40B4-BE49-F238E27FC236}">
                  <ns2:creationId id="{3B0D4F04-64CA-4981-817B-E4F8EA260934}"/>
                </a:ext>
              </a:extLst>
            </p:cNvPr>
            <p:cNvSpPr>
              <a:spLocks noGrp="1"/>
            </p:cNvSpPr>
            <p:nvPr/>
          </p:nvSpPr>
          <p:spPr>
            <a:xfrm rot="0" flipH="0" flipV="0">
              <a:off x="3847529" y="3244533"/>
              <a:ext cx="84723" cy="94121"/>
            </a:xfrm>
            <a:prstGeom prst="rect">
              <a:avLst/>
            </a:prstGeom>
            <a:solidFill>
              <a:srgbClr val="DCE8ED"/>
            </a:solidFill>
            <a:ln w="0">
              <a:noFill/>
              <a:prstDash val="solid"/>
            </a:ln>
          </p:spPr>
        </p:sp>
        <p:sp>
          <p:nvSpPr>
            <p:cNvPr id="17345" name="original-2d:946">
              <a:extLst>
                <a:ext uri="{FF2B5EF4-FFF2-40B4-BE49-F238E27FC236}">
                  <ns2:creationId id="{736A2E40-70DC-4192-ACCB-2C8947F4B461}"/>
                </a:ext>
              </a:extLst>
            </p:cNvPr>
            <p:cNvSpPr>
              <a:spLocks noGrp="1"/>
            </p:cNvSpPr>
            <p:nvPr/>
          </p:nvSpPr>
          <p:spPr>
            <a:xfrm rot="0" flipH="0" flipV="0">
              <a:off x="3932111" y="3244533"/>
              <a:ext cx="84723" cy="94121"/>
            </a:xfrm>
            <a:prstGeom prst="rect">
              <a:avLst/>
            </a:prstGeom>
            <a:solidFill>
              <a:srgbClr val="DCE8ED"/>
            </a:solidFill>
            <a:ln w="0">
              <a:noFill/>
              <a:prstDash val="solid"/>
            </a:ln>
          </p:spPr>
        </p:sp>
        <p:sp>
          <p:nvSpPr>
            <p:cNvPr id="17346" name="original-2d:947">
              <a:extLst>
                <a:ext uri="{FF2B5EF4-FFF2-40B4-BE49-F238E27FC236}">
                  <ns2:creationId id="{3FCF59B6-5723-4A5D-BB6D-77DCA9CB3028}"/>
                </a:ext>
              </a:extLst>
            </p:cNvPr>
            <p:cNvSpPr>
              <a:spLocks noGrp="1"/>
            </p:cNvSpPr>
            <p:nvPr/>
          </p:nvSpPr>
          <p:spPr>
            <a:xfrm rot="0" flipH="0" flipV="0">
              <a:off x="4016693" y="3244533"/>
              <a:ext cx="84723" cy="94121"/>
            </a:xfrm>
            <a:prstGeom prst="rect">
              <a:avLst/>
            </a:prstGeom>
            <a:solidFill>
              <a:srgbClr val="81C9BA"/>
            </a:solidFill>
            <a:ln w="0">
              <a:noFill/>
              <a:prstDash val="solid"/>
            </a:ln>
          </p:spPr>
        </p:sp>
        <p:sp>
          <p:nvSpPr>
            <p:cNvPr id="17347" name="original-2d:948">
              <a:extLst>
                <a:ext uri="{FF2B5EF4-FFF2-40B4-BE49-F238E27FC236}">
                  <ns2:creationId id="{EA34D96B-7D58-4BF5-B611-FB79DA5C3218}"/>
                </a:ext>
              </a:extLst>
            </p:cNvPr>
            <p:cNvSpPr>
              <a:spLocks noGrp="1"/>
            </p:cNvSpPr>
            <p:nvPr/>
          </p:nvSpPr>
          <p:spPr>
            <a:xfrm rot="0" flipH="0" flipV="0">
              <a:off x="4101275" y="3244533"/>
              <a:ext cx="84723" cy="94121"/>
            </a:xfrm>
            <a:prstGeom prst="rect">
              <a:avLst/>
            </a:prstGeom>
            <a:solidFill>
              <a:srgbClr val="81C9BA"/>
            </a:solidFill>
            <a:ln w="0">
              <a:noFill/>
              <a:prstDash val="solid"/>
            </a:ln>
          </p:spPr>
        </p:sp>
        <p:sp>
          <p:nvSpPr>
            <p:cNvPr id="17348" name="original-2d:949">
              <a:extLst>
                <a:ext uri="{FF2B5EF4-FFF2-40B4-BE49-F238E27FC236}">
                  <ns2:creationId id="{9AADFEBC-1951-4EB8-A5D8-936FC0B01A39}"/>
                </a:ext>
              </a:extLst>
            </p:cNvPr>
            <p:cNvSpPr>
              <a:spLocks noGrp="1"/>
            </p:cNvSpPr>
            <p:nvPr/>
          </p:nvSpPr>
          <p:spPr>
            <a:xfrm rot="0" flipH="0" flipV="0">
              <a:off x="4185857" y="3244533"/>
              <a:ext cx="84723" cy="94121"/>
            </a:xfrm>
            <a:prstGeom prst="rect">
              <a:avLst/>
            </a:prstGeom>
            <a:solidFill>
              <a:srgbClr val="81C9BA"/>
            </a:solidFill>
            <a:ln w="0">
              <a:noFill/>
              <a:prstDash val="solid"/>
            </a:ln>
          </p:spPr>
        </p:sp>
        <p:sp>
          <p:nvSpPr>
            <p:cNvPr id="17349" name="original-2d:950">
              <a:extLst>
                <a:ext uri="{FF2B5EF4-FFF2-40B4-BE49-F238E27FC236}">
                  <ns2:creationId id="{E9E9E840-06E6-429C-B69A-0A0C5290CCFB}"/>
                </a:ext>
              </a:extLst>
            </p:cNvPr>
            <p:cNvSpPr>
              <a:spLocks noGrp="1"/>
            </p:cNvSpPr>
            <p:nvPr/>
          </p:nvSpPr>
          <p:spPr>
            <a:xfrm rot="0" flipH="0" flipV="0">
              <a:off x="4270439" y="3244533"/>
              <a:ext cx="84723" cy="94121"/>
            </a:xfrm>
            <a:prstGeom prst="rect">
              <a:avLst/>
            </a:prstGeom>
            <a:solidFill>
              <a:srgbClr val="81C9BA"/>
            </a:solidFill>
            <a:ln w="0">
              <a:noFill/>
              <a:prstDash val="solid"/>
            </a:ln>
          </p:spPr>
        </p:sp>
        <p:sp>
          <p:nvSpPr>
            <p:cNvPr id="17350" name="original-2d:951">
              <a:extLst>
                <a:ext uri="{FF2B5EF4-FFF2-40B4-BE49-F238E27FC236}">
                  <ns2:creationId id="{1A91454D-BA22-45FF-8AE8-C972B124F2A2}"/>
                </a:ext>
              </a:extLst>
            </p:cNvPr>
            <p:cNvSpPr>
              <a:spLocks noGrp="1"/>
            </p:cNvSpPr>
            <p:nvPr/>
          </p:nvSpPr>
          <p:spPr>
            <a:xfrm rot="0" flipH="0" flipV="0">
              <a:off x="4355021" y="3244533"/>
              <a:ext cx="84723" cy="94121"/>
            </a:xfrm>
            <a:prstGeom prst="rect">
              <a:avLst/>
            </a:prstGeom>
            <a:solidFill>
              <a:srgbClr val="81C9BA"/>
            </a:solidFill>
            <a:ln w="0">
              <a:noFill/>
              <a:prstDash val="solid"/>
            </a:ln>
          </p:spPr>
        </p:sp>
        <p:sp>
          <p:nvSpPr>
            <p:cNvPr id="17351" name="original-2d:952">
              <a:extLst>
                <a:ext uri="{FF2B5EF4-FFF2-40B4-BE49-F238E27FC236}">
                  <ns2:creationId id="{C32CC19A-4A5D-4395-9CAA-8F26688FE4F6}"/>
                </a:ext>
              </a:extLst>
            </p:cNvPr>
            <p:cNvSpPr>
              <a:spLocks noGrp="1"/>
            </p:cNvSpPr>
            <p:nvPr/>
          </p:nvSpPr>
          <p:spPr>
            <a:xfrm rot="0" flipH="0" flipV="0">
              <a:off x="4439603" y="3244533"/>
              <a:ext cx="84723" cy="94121"/>
            </a:xfrm>
            <a:prstGeom prst="rect">
              <a:avLst/>
            </a:prstGeom>
            <a:solidFill>
              <a:srgbClr val="81C9BA"/>
            </a:solidFill>
            <a:ln w="0">
              <a:noFill/>
              <a:prstDash val="solid"/>
            </a:ln>
          </p:spPr>
        </p:sp>
        <p:sp>
          <p:nvSpPr>
            <p:cNvPr id="17352" name="original-2d:953">
              <a:extLst>
                <a:ext uri="{FF2B5EF4-FFF2-40B4-BE49-F238E27FC236}">
                  <ns2:creationId id="{E70469A9-AC66-4864-8C2A-DBD36A3EACD5}"/>
                </a:ext>
              </a:extLst>
            </p:cNvPr>
            <p:cNvSpPr>
              <a:spLocks noGrp="1"/>
            </p:cNvSpPr>
            <p:nvPr/>
          </p:nvSpPr>
          <p:spPr>
            <a:xfrm rot="0" flipH="0" flipV="0">
              <a:off x="4524185" y="3244533"/>
              <a:ext cx="84723" cy="94121"/>
            </a:xfrm>
            <a:prstGeom prst="rect">
              <a:avLst/>
            </a:prstGeom>
            <a:solidFill>
              <a:srgbClr val="81C9BA"/>
            </a:solidFill>
            <a:ln w="0">
              <a:noFill/>
              <a:prstDash val="solid"/>
            </a:ln>
          </p:spPr>
        </p:sp>
        <p:sp>
          <p:nvSpPr>
            <p:cNvPr id="17353" name="original-2d:954">
              <a:extLst>
                <a:ext uri="{FF2B5EF4-FFF2-40B4-BE49-F238E27FC236}">
                  <ns2:creationId id="{FA06CD3F-5B81-4A06-A873-ED1672E3027A}"/>
                </a:ext>
              </a:extLst>
            </p:cNvPr>
            <p:cNvSpPr>
              <a:spLocks noGrp="1"/>
            </p:cNvSpPr>
            <p:nvPr/>
          </p:nvSpPr>
          <p:spPr>
            <a:xfrm rot="0" flipH="0" flipV="0">
              <a:off x="4608767" y="3244533"/>
              <a:ext cx="84723" cy="94121"/>
            </a:xfrm>
            <a:prstGeom prst="rect">
              <a:avLst/>
            </a:prstGeom>
            <a:solidFill>
              <a:srgbClr val="81C9BA"/>
            </a:solidFill>
            <a:ln w="0">
              <a:noFill/>
              <a:prstDash val="solid"/>
            </a:ln>
          </p:spPr>
        </p:sp>
        <p:sp>
          <p:nvSpPr>
            <p:cNvPr id="17354" name="original-2d:955">
              <a:extLst>
                <a:ext uri="{FF2B5EF4-FFF2-40B4-BE49-F238E27FC236}">
                  <ns2:creationId id="{EA4293FB-07EA-465B-9B61-91993ABFB629}"/>
                </a:ext>
              </a:extLst>
            </p:cNvPr>
            <p:cNvSpPr>
              <a:spLocks noGrp="1"/>
            </p:cNvSpPr>
            <p:nvPr/>
          </p:nvSpPr>
          <p:spPr>
            <a:xfrm rot="0" flipH="0" flipV="0">
              <a:off x="4693349" y="3244533"/>
              <a:ext cx="84723" cy="94121"/>
            </a:xfrm>
            <a:prstGeom prst="rect">
              <a:avLst/>
            </a:prstGeom>
            <a:solidFill>
              <a:srgbClr val="81C9BA"/>
            </a:solidFill>
            <a:ln w="0">
              <a:noFill/>
              <a:prstDash val="solid"/>
            </a:ln>
          </p:spPr>
        </p:sp>
        <p:sp>
          <p:nvSpPr>
            <p:cNvPr id="17355" name="original-2d:956">
              <a:extLst>
                <a:ext uri="{FF2B5EF4-FFF2-40B4-BE49-F238E27FC236}">
                  <ns2:creationId id="{D850502E-30F6-429A-BBD8-068ED76748ED}"/>
                </a:ext>
              </a:extLst>
            </p:cNvPr>
            <p:cNvSpPr>
              <a:spLocks noGrp="1"/>
            </p:cNvSpPr>
            <p:nvPr/>
          </p:nvSpPr>
          <p:spPr>
            <a:xfrm rot="0" flipH="0" flipV="0">
              <a:off x="4777931" y="3244533"/>
              <a:ext cx="84723" cy="94121"/>
            </a:xfrm>
            <a:prstGeom prst="rect">
              <a:avLst/>
            </a:prstGeom>
            <a:solidFill>
              <a:srgbClr val="81C9BA"/>
            </a:solidFill>
            <a:ln w="0">
              <a:noFill/>
              <a:prstDash val="solid"/>
            </a:ln>
          </p:spPr>
        </p:sp>
        <p:sp>
          <p:nvSpPr>
            <p:cNvPr id="17356" name="original-2d:957">
              <a:extLst>
                <a:ext uri="{FF2B5EF4-FFF2-40B4-BE49-F238E27FC236}">
                  <ns2:creationId id="{D1229572-5F34-42C4-8436-AD5BE284DB2C}"/>
                </a:ext>
              </a:extLst>
            </p:cNvPr>
            <p:cNvSpPr>
              <a:spLocks noGrp="1"/>
            </p:cNvSpPr>
            <p:nvPr/>
          </p:nvSpPr>
          <p:spPr>
            <a:xfrm rot="0" flipH="0" flipV="0">
              <a:off x="4862513" y="3244533"/>
              <a:ext cx="84723" cy="94121"/>
            </a:xfrm>
            <a:prstGeom prst="rect">
              <a:avLst/>
            </a:prstGeom>
            <a:solidFill>
              <a:srgbClr val="81C9BA"/>
            </a:solidFill>
            <a:ln w="0">
              <a:noFill/>
              <a:prstDash val="solid"/>
            </a:ln>
          </p:spPr>
        </p:sp>
        <p:sp>
          <p:nvSpPr>
            <p:cNvPr id="17357" name="original-2d:958">
              <a:extLst>
                <a:ext uri="{FF2B5EF4-FFF2-40B4-BE49-F238E27FC236}">
                  <ns2:creationId id="{3BC51CA2-C9BD-4DAD-A854-37EC2DE8E523}"/>
                </a:ext>
              </a:extLst>
            </p:cNvPr>
            <p:cNvSpPr>
              <a:spLocks noGrp="1"/>
            </p:cNvSpPr>
            <p:nvPr/>
          </p:nvSpPr>
          <p:spPr>
            <a:xfrm rot="0" flipH="0" flipV="0">
              <a:off x="4947095" y="3244533"/>
              <a:ext cx="84723" cy="94121"/>
            </a:xfrm>
            <a:prstGeom prst="rect">
              <a:avLst/>
            </a:prstGeom>
            <a:solidFill>
              <a:srgbClr val="DCE8ED"/>
            </a:solidFill>
            <a:ln w="0">
              <a:noFill/>
              <a:prstDash val="solid"/>
            </a:ln>
          </p:spPr>
        </p:sp>
        <p:sp>
          <p:nvSpPr>
            <p:cNvPr id="17358" name="original-2d:959">
              <a:extLst>
                <a:ext uri="{FF2B5EF4-FFF2-40B4-BE49-F238E27FC236}">
                  <ns2:creationId id="{2BF36D48-5CFD-4E99-8661-548CE1DDB2B9}"/>
                </a:ext>
              </a:extLst>
            </p:cNvPr>
            <p:cNvSpPr>
              <a:spLocks noGrp="1"/>
            </p:cNvSpPr>
            <p:nvPr/>
          </p:nvSpPr>
          <p:spPr>
            <a:xfrm rot="0" flipH="0" flipV="0">
              <a:off x="5031677" y="3244533"/>
              <a:ext cx="84723" cy="94121"/>
            </a:xfrm>
            <a:prstGeom prst="rect">
              <a:avLst/>
            </a:prstGeom>
            <a:solidFill>
              <a:srgbClr val="DCE8ED"/>
            </a:solidFill>
            <a:ln w="0">
              <a:noFill/>
              <a:prstDash val="solid"/>
            </a:ln>
          </p:spPr>
        </p:sp>
        <p:sp>
          <p:nvSpPr>
            <p:cNvPr id="17359" name="original-2d:960">
              <a:extLst>
                <a:ext uri="{FF2B5EF4-FFF2-40B4-BE49-F238E27FC236}">
                  <ns2:creationId id="{ED6C51C0-8D95-4F7C-A61C-500F2022C681}"/>
                </a:ext>
              </a:extLst>
            </p:cNvPr>
            <p:cNvSpPr>
              <a:spLocks noGrp="1"/>
            </p:cNvSpPr>
            <p:nvPr/>
          </p:nvSpPr>
          <p:spPr>
            <a:xfrm rot="0" flipH="0" flipV="0">
              <a:off x="5116259" y="3244533"/>
              <a:ext cx="84723" cy="94121"/>
            </a:xfrm>
            <a:prstGeom prst="rect">
              <a:avLst/>
            </a:prstGeom>
            <a:solidFill>
              <a:srgbClr val="DCE8ED"/>
            </a:solidFill>
            <a:ln w="0">
              <a:noFill/>
              <a:prstDash val="solid"/>
            </a:ln>
          </p:spPr>
        </p:sp>
        <p:sp>
          <p:nvSpPr>
            <p:cNvPr id="17360" name="original-2d:961">
              <a:extLst>
                <a:ext uri="{FF2B5EF4-FFF2-40B4-BE49-F238E27FC236}">
                  <ns2:creationId id="{DAE32CF7-CF88-4BCF-96B3-F78A50A2A4CD}"/>
                </a:ext>
              </a:extLst>
            </p:cNvPr>
            <p:cNvSpPr>
              <a:spLocks noGrp="1"/>
            </p:cNvSpPr>
            <p:nvPr/>
          </p:nvSpPr>
          <p:spPr>
            <a:xfrm rot="0" flipH="0" flipV="0">
              <a:off x="5200841" y="3244533"/>
              <a:ext cx="84723" cy="94121"/>
            </a:xfrm>
            <a:prstGeom prst="rect">
              <a:avLst/>
            </a:prstGeom>
            <a:solidFill>
              <a:srgbClr val="DCE8ED"/>
            </a:solidFill>
            <a:ln w="0">
              <a:noFill/>
              <a:prstDash val="solid"/>
            </a:ln>
          </p:spPr>
        </p:sp>
        <p:sp>
          <p:nvSpPr>
            <p:cNvPr id="17361" name="original-2d:962">
              <a:extLst>
                <a:ext uri="{FF2B5EF4-FFF2-40B4-BE49-F238E27FC236}">
                  <ns2:creationId id="{1908D23A-2542-42DF-860D-397D574FDC5C}"/>
                </a:ext>
              </a:extLst>
            </p:cNvPr>
            <p:cNvSpPr>
              <a:spLocks noGrp="1"/>
            </p:cNvSpPr>
            <p:nvPr/>
          </p:nvSpPr>
          <p:spPr>
            <a:xfrm rot="0" flipH="0" flipV="0">
              <a:off x="3593783"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62" name="original-2d:963">
              <a:extLst>
                <a:ext uri="{FF2B5EF4-FFF2-40B4-BE49-F238E27FC236}">
                  <ns2:creationId id="{8CF9055B-C093-4B51-811D-FBBA904E45B0}"/>
                </a:ext>
              </a:extLst>
            </p:cNvPr>
            <p:cNvSpPr>
              <a:spLocks noGrp="1"/>
            </p:cNvSpPr>
            <p:nvPr/>
          </p:nvSpPr>
          <p:spPr>
            <a:xfrm rot="0" flipH="0" flipV="0">
              <a:off x="3678365"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63" name="original-2d:964">
              <a:extLst>
                <a:ext uri="{FF2B5EF4-FFF2-40B4-BE49-F238E27FC236}">
                  <ns2:creationId id="{EFA70EF9-8EFB-45AD-B63A-A43AE7B716D5}"/>
                </a:ext>
              </a:extLst>
            </p:cNvPr>
            <p:cNvSpPr>
              <a:spLocks noGrp="1"/>
            </p:cNvSpPr>
            <p:nvPr/>
          </p:nvSpPr>
          <p:spPr>
            <a:xfrm rot="0" flipH="0" flipV="0">
              <a:off x="3762947"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64" name="original-2d:965">
              <a:extLst>
                <a:ext uri="{FF2B5EF4-FFF2-40B4-BE49-F238E27FC236}">
                  <ns2:creationId id="{1D4A2283-B20B-4D87-B337-B0CFCBFE5E36}"/>
                </a:ext>
              </a:extLst>
            </p:cNvPr>
            <p:cNvSpPr>
              <a:spLocks noGrp="1"/>
            </p:cNvSpPr>
            <p:nvPr/>
          </p:nvSpPr>
          <p:spPr>
            <a:xfrm rot="0" flipH="0" flipV="0">
              <a:off x="3847529"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65" name="original-2d:966">
              <a:extLst>
                <a:ext uri="{FF2B5EF4-FFF2-40B4-BE49-F238E27FC236}">
                  <ns2:creationId id="{DA20A919-1210-4554-85D6-77B70440F3A1}"/>
                </a:ext>
              </a:extLst>
            </p:cNvPr>
            <p:cNvSpPr>
              <a:spLocks noGrp="1"/>
            </p:cNvSpPr>
            <p:nvPr/>
          </p:nvSpPr>
          <p:spPr>
            <a:xfrm rot="0" flipH="0" flipV="0">
              <a:off x="3932111"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66" name="original-2d:967">
              <a:extLst>
                <a:ext uri="{FF2B5EF4-FFF2-40B4-BE49-F238E27FC236}">
                  <ns2:creationId id="{9EF04707-261E-464B-BD80-7040F9E69B9D}"/>
                </a:ext>
              </a:extLst>
            </p:cNvPr>
            <p:cNvSpPr>
              <a:spLocks noGrp="1"/>
            </p:cNvSpPr>
            <p:nvPr/>
          </p:nvSpPr>
          <p:spPr>
            <a:xfrm rot="0" flipH="0" flipV="0">
              <a:off x="4016693"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67" name="original-2d:968">
              <a:extLst>
                <a:ext uri="{FF2B5EF4-FFF2-40B4-BE49-F238E27FC236}">
                  <ns2:creationId id="{5A771F1F-45C3-4AD6-88E5-6B24131D67BB}"/>
                </a:ext>
              </a:extLst>
            </p:cNvPr>
            <p:cNvSpPr>
              <a:spLocks noGrp="1"/>
            </p:cNvSpPr>
            <p:nvPr/>
          </p:nvSpPr>
          <p:spPr>
            <a:xfrm rot="0" flipH="0" flipV="0">
              <a:off x="4101275"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68" name="original-2d:969">
              <a:extLst>
                <a:ext uri="{FF2B5EF4-FFF2-40B4-BE49-F238E27FC236}">
                  <ns2:creationId id="{547CA33A-2AE0-4E0A-BF7D-7D73F05C8E96}"/>
                </a:ext>
              </a:extLst>
            </p:cNvPr>
            <p:cNvSpPr>
              <a:spLocks noGrp="1"/>
            </p:cNvSpPr>
            <p:nvPr/>
          </p:nvSpPr>
          <p:spPr>
            <a:xfrm rot="0" flipH="0" flipV="0">
              <a:off x="4185857"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69" name="original-2d:970">
              <a:extLst>
                <a:ext uri="{FF2B5EF4-FFF2-40B4-BE49-F238E27FC236}">
                  <ns2:creationId id="{5AE66ADA-1CED-4E7A-8D86-9BCBE92B3CB7}"/>
                </a:ext>
              </a:extLst>
            </p:cNvPr>
            <p:cNvSpPr>
              <a:spLocks noGrp="1"/>
            </p:cNvSpPr>
            <p:nvPr/>
          </p:nvSpPr>
          <p:spPr>
            <a:xfrm rot="0" flipH="0" flipV="0">
              <a:off x="4270439"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70" name="original-2d:971">
              <a:extLst>
                <a:ext uri="{FF2B5EF4-FFF2-40B4-BE49-F238E27FC236}">
                  <ns2:creationId id="{170E52FE-8CC7-4971-AE58-B0CF385F60D1}"/>
                </a:ext>
              </a:extLst>
            </p:cNvPr>
            <p:cNvSpPr>
              <a:spLocks noGrp="1"/>
            </p:cNvSpPr>
            <p:nvPr/>
          </p:nvSpPr>
          <p:spPr>
            <a:xfrm rot="0" flipH="0" flipV="0">
              <a:off x="4355021"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71" name="original-2d:972">
              <a:extLst>
                <a:ext uri="{FF2B5EF4-FFF2-40B4-BE49-F238E27FC236}">
                  <ns2:creationId id="{C5E57FD1-03D3-4DEB-B04D-D5F4B96DD701}"/>
                </a:ext>
              </a:extLst>
            </p:cNvPr>
            <p:cNvSpPr>
              <a:spLocks noGrp="1"/>
            </p:cNvSpPr>
            <p:nvPr/>
          </p:nvSpPr>
          <p:spPr>
            <a:xfrm rot="0" flipH="0" flipV="0">
              <a:off x="4439603"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72" name="original-2d:973">
              <a:extLst>
                <a:ext uri="{FF2B5EF4-FFF2-40B4-BE49-F238E27FC236}">
                  <ns2:creationId id="{B4D7181E-B052-4B48-98EC-5655C42FA30D}"/>
                </a:ext>
              </a:extLst>
            </p:cNvPr>
            <p:cNvSpPr>
              <a:spLocks noGrp="1"/>
            </p:cNvSpPr>
            <p:nvPr/>
          </p:nvSpPr>
          <p:spPr>
            <a:xfrm rot="0" flipH="0" flipV="0">
              <a:off x="4524185"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73" name="original-2d:974">
              <a:extLst>
                <a:ext uri="{FF2B5EF4-FFF2-40B4-BE49-F238E27FC236}">
                  <ns2:creationId id="{75408E3A-EF79-4EBE-B9A2-9C51A4DF1B6B}"/>
                </a:ext>
              </a:extLst>
            </p:cNvPr>
            <p:cNvSpPr>
              <a:spLocks noGrp="1"/>
            </p:cNvSpPr>
            <p:nvPr/>
          </p:nvSpPr>
          <p:spPr>
            <a:xfrm rot="0" flipH="0" flipV="0">
              <a:off x="4608767"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74" name="original-2d:975">
              <a:extLst>
                <a:ext uri="{FF2B5EF4-FFF2-40B4-BE49-F238E27FC236}">
                  <ns2:creationId id="{2673F610-7AD5-4B85-82D1-12C41F370E0C}"/>
                </a:ext>
              </a:extLst>
            </p:cNvPr>
            <p:cNvSpPr>
              <a:spLocks noGrp="1"/>
            </p:cNvSpPr>
            <p:nvPr/>
          </p:nvSpPr>
          <p:spPr>
            <a:xfrm rot="0" flipH="0" flipV="0">
              <a:off x="4693349"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75" name="original-2d:976">
              <a:extLst>
                <a:ext uri="{FF2B5EF4-FFF2-40B4-BE49-F238E27FC236}">
                  <ns2:creationId id="{7590A0C7-1482-4572-A0B5-F7E6AF2BB1A6}"/>
                </a:ext>
              </a:extLst>
            </p:cNvPr>
            <p:cNvSpPr>
              <a:spLocks noGrp="1"/>
            </p:cNvSpPr>
            <p:nvPr/>
          </p:nvSpPr>
          <p:spPr>
            <a:xfrm rot="0" flipH="0" flipV="0">
              <a:off x="4777931"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76" name="original-2d:977">
              <a:extLst>
                <a:ext uri="{FF2B5EF4-FFF2-40B4-BE49-F238E27FC236}">
                  <ns2:creationId id="{93286D39-D86B-41CF-B692-130398604DB7}"/>
                </a:ext>
              </a:extLst>
            </p:cNvPr>
            <p:cNvSpPr>
              <a:spLocks noGrp="1"/>
            </p:cNvSpPr>
            <p:nvPr/>
          </p:nvSpPr>
          <p:spPr>
            <a:xfrm rot="0" flipH="0" flipV="0">
              <a:off x="4862513"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77" name="original-2d:978">
              <a:extLst>
                <a:ext uri="{FF2B5EF4-FFF2-40B4-BE49-F238E27FC236}">
                  <ns2:creationId id="{73C8ADE5-6B57-48CD-BCE7-4C47054EEC23}"/>
                </a:ext>
              </a:extLst>
            </p:cNvPr>
            <p:cNvSpPr>
              <a:spLocks noGrp="1"/>
            </p:cNvSpPr>
            <p:nvPr/>
          </p:nvSpPr>
          <p:spPr>
            <a:xfrm rot="0" flipH="0" flipV="0">
              <a:off x="4947095"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78" name="original-2d:979">
              <a:extLst>
                <a:ext uri="{FF2B5EF4-FFF2-40B4-BE49-F238E27FC236}">
                  <ns2:creationId id="{2B6BE65C-C865-438D-87A2-BE1EA39A74E5}"/>
                </a:ext>
              </a:extLst>
            </p:cNvPr>
            <p:cNvSpPr>
              <a:spLocks noGrp="1"/>
            </p:cNvSpPr>
            <p:nvPr/>
          </p:nvSpPr>
          <p:spPr>
            <a:xfrm rot="0" flipH="0" flipV="0">
              <a:off x="5031677"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79" name="original-2d:980">
              <a:extLst>
                <a:ext uri="{FF2B5EF4-FFF2-40B4-BE49-F238E27FC236}">
                  <ns2:creationId id="{4C2B6C27-3A46-4708-802A-94AC7F012BB4}"/>
                </a:ext>
              </a:extLst>
            </p:cNvPr>
            <p:cNvSpPr>
              <a:spLocks noGrp="1"/>
            </p:cNvSpPr>
            <p:nvPr/>
          </p:nvSpPr>
          <p:spPr>
            <a:xfrm rot="0" flipH="0" flipV="0">
              <a:off x="5116259"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80" name="original-2d:981">
              <a:extLst>
                <a:ext uri="{FF2B5EF4-FFF2-40B4-BE49-F238E27FC236}">
                  <ns2:creationId id="{657E3F87-975E-4543-8A52-B7147B32F6BF}"/>
                </a:ext>
              </a:extLst>
            </p:cNvPr>
            <p:cNvSpPr>
              <a:spLocks noGrp="1"/>
            </p:cNvSpPr>
            <p:nvPr/>
          </p:nvSpPr>
          <p:spPr>
            <a:xfrm rot="0" flipH="0" flipV="0">
              <a:off x="5200841"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81" name="original-2d:982">
              <a:extLst>
                <a:ext uri="{FF2B5EF4-FFF2-40B4-BE49-F238E27FC236}">
                  <ns2:creationId id="{632BEBE4-BF96-4E60-8B95-7DEFC88FC511}"/>
                </a:ext>
              </a:extLst>
            </p:cNvPr>
            <p:cNvSpPr>
              <a:spLocks noGrp="1"/>
            </p:cNvSpPr>
            <p:nvPr/>
          </p:nvSpPr>
          <p:spPr>
            <a:xfrm rot="0" flipH="0" flipV="0">
              <a:off x="5285423" y="1646873"/>
              <a:ext cx="705" cy="1691640"/>
            </a:xfrm>
            <a:custGeom>
              <a:pathLst>
                <a:path w="953" h="2286000">
                  <a:moveTo>
                    <a:pt x="0" y="0"/>
                  </a:moveTo>
                  <a:lnTo>
                    <a:pt x="0" y="2286000"/>
                  </a:lnTo>
                </a:path>
              </a:pathLst>
            </a:custGeom>
            <a:noFill/>
            <a:ln w="3172">
              <a:solidFill>
                <a:srgbClr val="7B8790">
                  <a:alpha val="35000"/>
                </a:srgbClr>
              </a:solidFill>
              <a:prstDash val="solid"/>
            </a:ln>
          </p:spPr>
        </p:sp>
        <p:sp>
          <p:nvSpPr>
            <p:cNvPr id="17382" name="original-2d:983">
              <a:extLst>
                <a:ext uri="{FF2B5EF4-FFF2-40B4-BE49-F238E27FC236}">
                  <ns2:creationId id="{E81CE92F-A74A-48DA-BA2B-1B693E593606}"/>
                </a:ext>
              </a:extLst>
            </p:cNvPr>
            <p:cNvSpPr>
              <a:spLocks noGrp="1"/>
            </p:cNvSpPr>
            <p:nvPr/>
          </p:nvSpPr>
          <p:spPr>
            <a:xfrm rot="0" flipH="0" flipV="0">
              <a:off x="3593783" y="164687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83" name="original-2d:984">
              <a:extLst>
                <a:ext uri="{FF2B5EF4-FFF2-40B4-BE49-F238E27FC236}">
                  <ns2:creationId id="{4A25FB2A-8952-4263-97B9-06CD77DB7E1B}"/>
                </a:ext>
              </a:extLst>
            </p:cNvPr>
            <p:cNvSpPr>
              <a:spLocks noGrp="1"/>
            </p:cNvSpPr>
            <p:nvPr/>
          </p:nvSpPr>
          <p:spPr>
            <a:xfrm rot="0" flipH="0" flipV="0">
              <a:off x="3593783" y="174085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84" name="original-2d:985">
              <a:extLst>
                <a:ext uri="{FF2B5EF4-FFF2-40B4-BE49-F238E27FC236}">
                  <ns2:creationId id="{363129FD-488B-44D6-9B6E-294FD6DE79D6}"/>
                </a:ext>
              </a:extLst>
            </p:cNvPr>
            <p:cNvSpPr>
              <a:spLocks noGrp="1"/>
            </p:cNvSpPr>
            <p:nvPr/>
          </p:nvSpPr>
          <p:spPr>
            <a:xfrm rot="0" flipH="0" flipV="0">
              <a:off x="3593783" y="183483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85" name="original-2d:986">
              <a:extLst>
                <a:ext uri="{FF2B5EF4-FFF2-40B4-BE49-F238E27FC236}">
                  <ns2:creationId id="{5E485F56-7012-4B59-A92F-E5E6BB9C14C5}"/>
                </a:ext>
              </a:extLst>
            </p:cNvPr>
            <p:cNvSpPr>
              <a:spLocks noGrp="1"/>
            </p:cNvSpPr>
            <p:nvPr/>
          </p:nvSpPr>
          <p:spPr>
            <a:xfrm rot="0" flipH="0" flipV="0">
              <a:off x="3593783" y="192881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86" name="original-2d:987">
              <a:extLst>
                <a:ext uri="{FF2B5EF4-FFF2-40B4-BE49-F238E27FC236}">
                  <ns2:creationId id="{4F5F9891-E1C5-4DC8-9ADF-239074A92A46}"/>
                </a:ext>
              </a:extLst>
            </p:cNvPr>
            <p:cNvSpPr>
              <a:spLocks noGrp="1"/>
            </p:cNvSpPr>
            <p:nvPr/>
          </p:nvSpPr>
          <p:spPr>
            <a:xfrm rot="0" flipH="0" flipV="0">
              <a:off x="3593783" y="202279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87" name="original-2d:988">
              <a:extLst>
                <a:ext uri="{FF2B5EF4-FFF2-40B4-BE49-F238E27FC236}">
                  <ns2:creationId id="{FBFA687E-ACC5-4342-A703-90F84F49B97A}"/>
                </a:ext>
              </a:extLst>
            </p:cNvPr>
            <p:cNvSpPr>
              <a:spLocks noGrp="1"/>
            </p:cNvSpPr>
            <p:nvPr/>
          </p:nvSpPr>
          <p:spPr>
            <a:xfrm rot="0" flipH="0" flipV="0">
              <a:off x="3593783" y="211677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88" name="original-2d:989">
              <a:extLst>
                <a:ext uri="{FF2B5EF4-FFF2-40B4-BE49-F238E27FC236}">
                  <ns2:creationId id="{37B187F9-8D04-4FDB-AF51-654946008295}"/>
                </a:ext>
              </a:extLst>
            </p:cNvPr>
            <p:cNvSpPr>
              <a:spLocks noGrp="1"/>
            </p:cNvSpPr>
            <p:nvPr/>
          </p:nvSpPr>
          <p:spPr>
            <a:xfrm rot="0" flipH="0" flipV="0">
              <a:off x="3593783" y="221075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89" name="original-2d:990">
              <a:extLst>
                <a:ext uri="{FF2B5EF4-FFF2-40B4-BE49-F238E27FC236}">
                  <ns2:creationId id="{1A73D269-FF4B-4151-AD51-FFAA33A7B597}"/>
                </a:ext>
              </a:extLst>
            </p:cNvPr>
            <p:cNvSpPr>
              <a:spLocks noGrp="1"/>
            </p:cNvSpPr>
            <p:nvPr/>
          </p:nvSpPr>
          <p:spPr>
            <a:xfrm rot="0" flipH="0" flipV="0">
              <a:off x="3593783" y="230473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90" name="original-2d:991">
              <a:extLst>
                <a:ext uri="{FF2B5EF4-FFF2-40B4-BE49-F238E27FC236}">
                  <ns2:creationId id="{28C700C0-970C-4FD5-B699-E1F3A2D44459}"/>
                </a:ext>
              </a:extLst>
            </p:cNvPr>
            <p:cNvSpPr>
              <a:spLocks noGrp="1"/>
            </p:cNvSpPr>
            <p:nvPr/>
          </p:nvSpPr>
          <p:spPr>
            <a:xfrm rot="0" flipH="0" flipV="0">
              <a:off x="3593783" y="239871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91" name="original-2d:992">
              <a:extLst>
                <a:ext uri="{FF2B5EF4-FFF2-40B4-BE49-F238E27FC236}">
                  <ns2:creationId id="{908F81E2-A499-40F1-97A1-C27CBB7EDFA3}"/>
                </a:ext>
              </a:extLst>
            </p:cNvPr>
            <p:cNvSpPr>
              <a:spLocks noGrp="1"/>
            </p:cNvSpPr>
            <p:nvPr/>
          </p:nvSpPr>
          <p:spPr>
            <a:xfrm rot="0" flipH="0" flipV="0">
              <a:off x="3593783" y="249269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92" name="original-2d:993">
              <a:extLst>
                <a:ext uri="{FF2B5EF4-FFF2-40B4-BE49-F238E27FC236}">
                  <ns2:creationId id="{F1DAE1A7-AC27-4FEF-989E-418D7DF36005}"/>
                </a:ext>
              </a:extLst>
            </p:cNvPr>
            <p:cNvSpPr>
              <a:spLocks noGrp="1"/>
            </p:cNvSpPr>
            <p:nvPr/>
          </p:nvSpPr>
          <p:spPr>
            <a:xfrm rot="0" flipH="0" flipV="0">
              <a:off x="3593783" y="258667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93" name="original-2d:994">
              <a:extLst>
                <a:ext uri="{FF2B5EF4-FFF2-40B4-BE49-F238E27FC236}">
                  <ns2:creationId id="{8BB01E7A-E04B-4BE7-A1D9-06E8C622CD3A}"/>
                </a:ext>
              </a:extLst>
            </p:cNvPr>
            <p:cNvSpPr>
              <a:spLocks noGrp="1"/>
            </p:cNvSpPr>
            <p:nvPr/>
          </p:nvSpPr>
          <p:spPr>
            <a:xfrm rot="0" flipH="0" flipV="0">
              <a:off x="3593783" y="268065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94" name="original-2d:995">
              <a:extLst>
                <a:ext uri="{FF2B5EF4-FFF2-40B4-BE49-F238E27FC236}">
                  <ns2:creationId id="{BE08D7C5-6504-4393-9E74-EA0140B3A52E}"/>
                </a:ext>
              </a:extLst>
            </p:cNvPr>
            <p:cNvSpPr>
              <a:spLocks noGrp="1"/>
            </p:cNvSpPr>
            <p:nvPr/>
          </p:nvSpPr>
          <p:spPr>
            <a:xfrm rot="0" flipH="0" flipV="0">
              <a:off x="3593783" y="277463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95" name="original-2d:996">
              <a:extLst>
                <a:ext uri="{FF2B5EF4-FFF2-40B4-BE49-F238E27FC236}">
                  <ns2:creationId id="{E66EACE8-B560-41F5-A43D-7C6879BD15CD}"/>
                </a:ext>
              </a:extLst>
            </p:cNvPr>
            <p:cNvSpPr>
              <a:spLocks noGrp="1"/>
            </p:cNvSpPr>
            <p:nvPr/>
          </p:nvSpPr>
          <p:spPr>
            <a:xfrm rot="0" flipH="0" flipV="0">
              <a:off x="3593783" y="286861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96" name="original-2d:997">
              <a:extLst>
                <a:ext uri="{FF2B5EF4-FFF2-40B4-BE49-F238E27FC236}">
                  <ns2:creationId id="{B2856674-0DBF-4186-8E97-862F4C9E4F3E}"/>
                </a:ext>
              </a:extLst>
            </p:cNvPr>
            <p:cNvSpPr>
              <a:spLocks noGrp="1"/>
            </p:cNvSpPr>
            <p:nvPr/>
          </p:nvSpPr>
          <p:spPr>
            <a:xfrm rot="0" flipH="0" flipV="0">
              <a:off x="3593783" y="296259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97" name="original-2d:998">
              <a:extLst>
                <a:ext uri="{FF2B5EF4-FFF2-40B4-BE49-F238E27FC236}">
                  <ns2:creationId id="{6A0BD1FB-868D-45F8-82BD-C7992FE91A9D}"/>
                </a:ext>
              </a:extLst>
            </p:cNvPr>
            <p:cNvSpPr>
              <a:spLocks noGrp="1"/>
            </p:cNvSpPr>
            <p:nvPr/>
          </p:nvSpPr>
          <p:spPr>
            <a:xfrm rot="0" flipH="0" flipV="0">
              <a:off x="3593783" y="305657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98" name="original-2d:999">
              <a:extLst>
                <a:ext uri="{FF2B5EF4-FFF2-40B4-BE49-F238E27FC236}">
                  <ns2:creationId id="{E65F3723-C855-4AEC-BFB1-F8DE0BBBEBB3}"/>
                </a:ext>
              </a:extLst>
            </p:cNvPr>
            <p:cNvSpPr>
              <a:spLocks noGrp="1"/>
            </p:cNvSpPr>
            <p:nvPr/>
          </p:nvSpPr>
          <p:spPr>
            <a:xfrm rot="0" flipH="0" flipV="0">
              <a:off x="3593783" y="315055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399" name="original-2d:1000">
              <a:extLst>
                <a:ext uri="{FF2B5EF4-FFF2-40B4-BE49-F238E27FC236}">
                  <ns2:creationId id="{0C3D51B6-03A1-4D59-8907-F81F599B0256}"/>
                </a:ext>
              </a:extLst>
            </p:cNvPr>
            <p:cNvSpPr>
              <a:spLocks noGrp="1"/>
            </p:cNvSpPr>
            <p:nvPr/>
          </p:nvSpPr>
          <p:spPr>
            <a:xfrm rot="0" flipH="0" flipV="0">
              <a:off x="3593783" y="324453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400" name="original-2d:1001">
              <a:extLst>
                <a:ext uri="{FF2B5EF4-FFF2-40B4-BE49-F238E27FC236}">
                  <ns2:creationId id="{1245B61E-E5FC-47EE-B687-80F4FD514FA5}"/>
                </a:ext>
              </a:extLst>
            </p:cNvPr>
            <p:cNvSpPr>
              <a:spLocks noGrp="1"/>
            </p:cNvSpPr>
            <p:nvPr/>
          </p:nvSpPr>
          <p:spPr>
            <a:xfrm rot="0" flipH="0" flipV="0">
              <a:off x="3593783" y="3338513"/>
              <a:ext cx="1691640" cy="705"/>
            </a:xfrm>
            <a:custGeom>
              <a:pathLst>
                <a:path w="2286000" h="953">
                  <a:moveTo>
                    <a:pt x="0" y="0"/>
                  </a:moveTo>
                  <a:lnTo>
                    <a:pt x="2286000" y="0"/>
                  </a:lnTo>
                </a:path>
              </a:pathLst>
            </a:custGeom>
            <a:noFill/>
            <a:ln w="3172">
              <a:solidFill>
                <a:srgbClr val="7B8790">
                  <a:alpha val="35000"/>
                </a:srgbClr>
              </a:solidFill>
              <a:prstDash val="solid"/>
            </a:ln>
          </p:spPr>
        </p:sp>
        <p:sp>
          <p:nvSpPr>
            <p:cNvPr id="17401" name="original-2d:1002">
              <a:extLst>
                <a:ext uri="{FF2B5EF4-FFF2-40B4-BE49-F238E27FC236}">
                  <ns2:creationId id="{6076C6EC-4DEF-4E87-A837-A8AE10BB821F}"/>
                </a:ext>
              </a:extLst>
            </p:cNvPr>
            <p:cNvSpPr>
              <a:spLocks noGrp="1"/>
            </p:cNvSpPr>
            <p:nvPr/>
          </p:nvSpPr>
          <p:spPr>
            <a:xfrm rot="0" flipH="0" flipV="0">
              <a:off x="3593783" y="1646873"/>
              <a:ext cx="1691640" cy="1691640"/>
            </a:xfrm>
            <a:prstGeom prst="rect">
              <a:avLst/>
            </a:prstGeom>
            <a:noFill/>
            <a:ln w="8810">
              <a:solidFill>
                <a:srgbClr val="263238"/>
              </a:solidFill>
              <a:prstDash val="solid"/>
            </a:ln>
          </p:spPr>
        </p:sp>
        <p:sp>
          <p:nvSpPr>
            <p:cNvPr id="17402" name="original-2d:1003">
              <a:extLst>
                <a:ext uri="{FF2B5EF4-FFF2-40B4-BE49-F238E27FC236}">
                  <ns2:creationId id="{BD3906B4-9567-4581-9F1A-2F2F3038D97B}"/>
                </a:ext>
              </a:extLst>
            </p:cNvPr>
            <p:cNvSpPr>
              <a:spLocks noGrp="1"/>
            </p:cNvSpPr>
            <p:nvPr/>
          </p:nvSpPr>
          <p:spPr>
            <a:xfrm rot="0" flipH="0" flipV="0">
              <a:off x="3655372" y="2364071"/>
              <a:ext cx="1646884" cy="665384"/>
            </a:xfrm>
            <a:custGeom>
              <a:pathLst>
                <a:path w="2225519" h="899168">
                  <a:moveTo>
                    <a:pt x="0" y="899168"/>
                  </a:moveTo>
                  <a:lnTo>
                    <a:pt x="2225519" y="0"/>
                  </a:lnTo>
                </a:path>
              </a:pathLst>
            </a:custGeom>
            <a:noFill/>
            <a:ln w="42291">
              <a:solidFill>
                <a:srgbClr val="FFFFFF"/>
              </a:solidFill>
              <a:prstDash val="solid"/>
            </a:ln>
          </p:spPr>
        </p:sp>
        <p:sp>
          <p:nvSpPr>
            <p:cNvPr id="17403" name="original-2d:1004">
              <a:extLst>
                <a:ext uri="{FF2B5EF4-FFF2-40B4-BE49-F238E27FC236}">
                  <ns2:creationId id="{0D7295B1-0C4E-4F27-B33F-964FE74325BB}"/>
                </a:ext>
              </a:extLst>
            </p:cNvPr>
            <p:cNvSpPr>
              <a:spLocks noGrp="1"/>
            </p:cNvSpPr>
            <p:nvPr/>
          </p:nvSpPr>
          <p:spPr>
            <a:xfrm rot="0" flipH="0" flipV="0">
              <a:off x="3655372" y="2364071"/>
              <a:ext cx="1646884" cy="665384"/>
            </a:xfrm>
            <a:custGeom>
              <a:pathLst>
                <a:path w="2225519" h="899168">
                  <a:moveTo>
                    <a:pt x="0" y="899168"/>
                  </a:moveTo>
                  <a:lnTo>
                    <a:pt x="2225519" y="0"/>
                  </a:lnTo>
                </a:path>
              </a:pathLst>
            </a:custGeom>
            <a:noFill/>
            <a:ln w="18326">
              <a:solidFill>
                <a:srgbClr val="7B8790"/>
              </a:solidFill>
              <a:prstDash val="solid"/>
            </a:ln>
          </p:spPr>
        </p:sp>
        <p:sp>
          <p:nvSpPr>
            <p:cNvPr id="17404" name="original-2d:1005">
              <a:extLst>
                <a:ext uri="{FF2B5EF4-FFF2-40B4-BE49-F238E27FC236}">
                  <ns2:creationId id="{1A20EF62-4CF2-4A7C-BC7F-76E9D6F6C7CC}"/>
                </a:ext>
              </a:extLst>
            </p:cNvPr>
            <p:cNvSpPr>
              <a:spLocks noGrp="1"/>
            </p:cNvSpPr>
            <p:nvPr/>
          </p:nvSpPr>
          <p:spPr>
            <a:xfrm rot="0" flipH="0" flipV="0">
              <a:off x="5217879" y="2362204"/>
              <a:ext cx="84377" cy="61823"/>
            </a:xfrm>
            <a:custGeom>
              <a:pathLst>
                <a:path w="114023" h="83545">
                  <a:moveTo>
                    <a:pt x="114023" y="2523"/>
                  </a:moveTo>
                  <a:lnTo>
                    <a:pt x="0" y="0"/>
                  </a:lnTo>
                  <a:lnTo>
                    <a:pt x="33754" y="83545"/>
                  </a:lnTo>
                  <a:close/>
                </a:path>
              </a:pathLst>
            </a:custGeom>
            <a:solidFill>
              <a:srgbClr val="7B8790"/>
            </a:solidFill>
            <a:ln w="0">
              <a:noFill/>
              <a:prstDash val="solid"/>
            </a:ln>
          </p:spPr>
        </p:sp>
        <p:sp>
          <p:nvSpPr>
            <p:cNvPr id="17405" name="original-2d:1006">
              <a:extLst>
                <a:ext uri="{FF2B5EF4-FFF2-40B4-BE49-F238E27FC236}">
                  <ns2:creationId id="{054EC85A-FBC5-458C-A8DF-DCA2B22AA904}"/>
                </a:ext>
              </a:extLst>
            </p:cNvPr>
            <p:cNvSpPr>
              <a:spLocks noGrp="1"/>
            </p:cNvSpPr>
            <p:nvPr/>
          </p:nvSpPr>
          <p:spPr>
            <a:xfrm rot="0" flipH="0" flipV="0">
              <a:off x="5330450" y="2145567"/>
              <a:ext cx="232601" cy="253746"/>
            </a:xfrm>
            <a:prstGeom prst="rect">
              <a:avLst/>
            </a:prstGeom>
            <a:noFill/>
            <a:ln w="0">
              <a:noFill/>
              <a:prstDash val="solid"/>
            </a:ln>
          </p:spPr>
          <p:txBody>
            <a:bodyPr wrap="none" lIns="0" tIns="0" rIns="0" bIns="0" anchor="ctr">
              <a:normAutofit fontScale="100000"/>
            </a:bodyPr>
            <a:lstStyle>
              <a:defPPr algn="ctr">
                <a:defRPr sz="1610" b="0">
                  <a:solidFill>
                    <a:srgbClr val="7B8790"/>
                  </a:solidFill>
                  <a:latin typeface="Arial"/>
                  <a:ea typeface="Arial"/>
                  <a:cs typeface="Arial"/>
                </a:defRPr>
              </a:defPPr>
              <a:lvl1pPr algn="ctr">
                <a:defRPr sz="1610" b="0">
                  <a:solidFill>
                    <a:srgbClr val="7B8790"/>
                  </a:solidFill>
                  <a:latin typeface="Arial"/>
                  <a:ea typeface="Arial"/>
                  <a:cs typeface="Arial"/>
                </a:defRPr>
              </a:lvl1pPr>
              <a:lvl2pPr algn="ctr">
                <a:defRPr sz="1610" b="0">
                  <a:solidFill>
                    <a:srgbClr val="7B8790"/>
                  </a:solidFill>
                  <a:latin typeface="Arial"/>
                  <a:ea typeface="Arial"/>
                  <a:cs typeface="Arial"/>
                </a:defRPr>
              </a:lvl2pPr>
              <a:lvl3pPr algn="ctr">
                <a:defRPr sz="1610" b="0">
                  <a:solidFill>
                    <a:srgbClr val="7B8790"/>
                  </a:solidFill>
                  <a:latin typeface="Arial"/>
                  <a:ea typeface="Arial"/>
                  <a:cs typeface="Arial"/>
                </a:defRPr>
              </a:lvl3pPr>
              <a:lvl4pPr algn="ctr">
                <a:defRPr sz="1610" b="0">
                  <a:solidFill>
                    <a:srgbClr val="7B8790"/>
                  </a:solidFill>
                  <a:latin typeface="Arial"/>
                  <a:ea typeface="Arial"/>
                  <a:cs typeface="Arial"/>
                </a:defRPr>
              </a:lvl4pPr>
              <a:lvl5pPr algn="ctr">
                <a:defRPr sz="1610" b="0">
                  <a:solidFill>
                    <a:srgbClr val="7B8790"/>
                  </a:solidFill>
                  <a:latin typeface="Arial"/>
                  <a:ea typeface="Arial"/>
                  <a:cs typeface="Arial"/>
                </a:defRPr>
              </a:lvl5pPr>
              <a:lvl6pPr algn="ctr">
                <a:defRPr sz="1610" b="0">
                  <a:solidFill>
                    <a:srgbClr val="7B8790"/>
                  </a:solidFill>
                  <a:latin typeface="Arial"/>
                  <a:ea typeface="Arial"/>
                  <a:cs typeface="Arial"/>
                </a:defRPr>
              </a:lvl6pPr>
              <a:lvl7pPr algn="ctr">
                <a:defRPr sz="1610" b="0">
                  <a:solidFill>
                    <a:srgbClr val="7B8790"/>
                  </a:solidFill>
                  <a:latin typeface="Arial"/>
                  <a:ea typeface="Arial"/>
                  <a:cs typeface="Arial"/>
                </a:defRPr>
              </a:lvl7pPr>
              <a:lvl8pPr algn="ctr">
                <a:defRPr sz="1610" b="0">
                  <a:solidFill>
                    <a:srgbClr val="7B8790"/>
                  </a:solidFill>
                  <a:latin typeface="Arial"/>
                  <a:ea typeface="Arial"/>
                  <a:cs typeface="Arial"/>
                </a:defRPr>
              </a:lvl8pPr>
              <a:lvl9pPr algn="ctr">
                <a:defRPr sz="1610" b="0">
                  <a:solidFill>
                    <a:srgbClr val="7B8790"/>
                  </a:solidFill>
                  <a:latin typeface="Arial"/>
                  <a:ea typeface="Arial"/>
                  <a:cs typeface="Arial"/>
                </a:defRPr>
              </a:lvl9pPr>
            </a:lstStyle>
            <a:p>
              <a:pPr algn="ctr">
                <a:buNone/>
                <a:defRPr sz="1610" b="0">
                  <a:solidFill>
                    <a:srgbClr val="7B8790"/>
                  </a:solidFill>
                  <a:latin typeface="Arial"/>
                  <a:ea typeface="Arial"/>
                  <a:cs typeface="Arial"/>
                </a:defRPr>
              </a:pPr>
              <a:r>
                <a:rPr sz="1610" b="0">
                  <a:solidFill>
                    <a:srgbClr val="7B8790"/>
                  </a:solidFill>
                  <a:latin typeface="Arial"/>
                  <a:ea typeface="Arial"/>
                  <a:cs typeface="Arial"/>
                </a:rPr>
                <a:t>d</a:t>
              </a:r>
            </a:p>
          </p:txBody>
        </p:sp>
        <p:sp>
          <p:nvSpPr>
            <p:cNvPr id="17406" name="original-2d:1007">
              <a:extLst>
                <a:ext uri="{FF2B5EF4-FFF2-40B4-BE49-F238E27FC236}">
                  <ns2:creationId id="{18FCC43D-F00D-4E51-B78E-B61FD35735C4}"/>
                </a:ext>
              </a:extLst>
            </p:cNvPr>
            <p:cNvSpPr>
              <a:spLocks noGrp="1"/>
            </p:cNvSpPr>
            <p:nvPr/>
          </p:nvSpPr>
          <p:spPr>
            <a:xfrm rot="0" flipH="0" flipV="0">
              <a:off x="3693005" y="2338215"/>
              <a:ext cx="234807" cy="581168"/>
            </a:xfrm>
            <a:custGeom>
              <a:pathLst>
                <a:path w="317307" h="785362">
                  <a:moveTo>
                    <a:pt x="0" y="0"/>
                  </a:moveTo>
                  <a:lnTo>
                    <a:pt x="317307" y="785362"/>
                  </a:lnTo>
                </a:path>
              </a:pathLst>
            </a:custGeom>
            <a:noFill/>
            <a:ln w="7754">
              <a:solidFill>
                <a:srgbClr val="263238"/>
              </a:solidFill>
              <a:prstDash val="dash"/>
            </a:ln>
          </p:spPr>
        </p:sp>
        <p:sp>
          <p:nvSpPr>
            <p:cNvPr id="17407" name="original-2d:1008">
              <a:extLst>
                <a:ext uri="{FF2B5EF4-FFF2-40B4-BE49-F238E27FC236}">
                  <ns2:creationId id="{622625D7-2D36-4969-BCC6-61856B76F657}"/>
                </a:ext>
              </a:extLst>
            </p:cNvPr>
            <p:cNvSpPr>
              <a:spLocks noGrp="1"/>
            </p:cNvSpPr>
            <p:nvPr/>
          </p:nvSpPr>
          <p:spPr>
            <a:xfrm rot="0" flipH="0" flipV="0">
              <a:off x="3650714" y="2295924"/>
              <a:ext cx="84582" cy="84582"/>
            </a:xfrm>
            <a:prstGeom prst="ellipse">
              <a:avLst/>
            </a:prstGeom>
            <a:solidFill>
              <a:srgbClr val="0072B2"/>
            </a:solidFill>
            <a:ln w="7049">
              <a:solidFill>
                <a:srgbClr val="263238"/>
              </a:solidFill>
              <a:prstDash val="solid"/>
            </a:ln>
          </p:spPr>
        </p:sp>
        <p:sp>
          <p:nvSpPr>
            <p:cNvPr id="17408" name="original-2d:1009">
              <a:extLst>
                <a:ext uri="{FF2B5EF4-FFF2-40B4-BE49-F238E27FC236}">
                  <ns2:creationId id="{0DFDCB0D-84DA-4900-97D9-CFAFFC063996}"/>
                </a:ext>
              </a:extLst>
            </p:cNvPr>
            <p:cNvSpPr>
              <a:spLocks noGrp="1"/>
            </p:cNvSpPr>
            <p:nvPr/>
          </p:nvSpPr>
          <p:spPr>
            <a:xfrm rot="0" flipH="0" flipV="0">
              <a:off x="3898913" y="2890484"/>
              <a:ext cx="57798" cy="57798"/>
            </a:xfrm>
            <a:prstGeom prst="ellipse">
              <a:avLst/>
            </a:prstGeom>
            <a:solidFill>
              <a:srgbClr val="0072B2"/>
            </a:solidFill>
            <a:ln w="7049">
              <a:solidFill>
                <a:srgbClr val="263238"/>
              </a:solidFill>
              <a:prstDash val="solid"/>
            </a:ln>
          </p:spPr>
        </p:sp>
        <p:sp>
          <p:nvSpPr>
            <p:cNvPr id="17409" name="original-2d:1010">
              <a:extLst>
                <a:ext uri="{FF2B5EF4-FFF2-40B4-BE49-F238E27FC236}">
                  <ns2:creationId id="{781DD7C1-FD7B-42ED-B881-1211153D69B7}"/>
                </a:ext>
              </a:extLst>
            </p:cNvPr>
            <p:cNvSpPr>
              <a:spLocks noGrp="1"/>
            </p:cNvSpPr>
            <p:nvPr/>
          </p:nvSpPr>
          <p:spPr>
            <a:xfrm rot="0" flipH="0" flipV="0">
              <a:off x="3955076" y="2855153"/>
              <a:ext cx="18483" cy="45747"/>
            </a:xfrm>
            <a:custGeom>
              <a:pathLst>
                <a:path w="24977" h="61820">
                  <a:moveTo>
                    <a:pt x="24977" y="61820"/>
                  </a:moveTo>
                  <a:lnTo>
                    <a:pt x="0" y="0"/>
                  </a:lnTo>
                </a:path>
              </a:pathLst>
            </a:custGeom>
            <a:noFill/>
            <a:ln w="5639">
              <a:solidFill>
                <a:srgbClr val="263238"/>
              </a:solidFill>
              <a:prstDash val="solid"/>
            </a:ln>
          </p:spPr>
        </p:sp>
        <p:sp>
          <p:nvSpPr>
            <p:cNvPr id="17410" name="original-2d:1011">
              <a:extLst>
                <a:ext uri="{FF2B5EF4-FFF2-40B4-BE49-F238E27FC236}">
                  <ns2:creationId id="{2AFA81BA-4178-47A2-B6BA-3B616FA02E34}"/>
                </a:ext>
              </a:extLst>
            </p:cNvPr>
            <p:cNvSpPr>
              <a:spLocks noGrp="1"/>
            </p:cNvSpPr>
            <p:nvPr/>
          </p:nvSpPr>
          <p:spPr>
            <a:xfrm rot="0" flipH="0" flipV="0">
              <a:off x="3909329" y="2855153"/>
              <a:ext cx="45747" cy="18483"/>
            </a:xfrm>
            <a:custGeom>
              <a:pathLst>
                <a:path w="61820" h="24977">
                  <a:moveTo>
                    <a:pt x="61820" y="0"/>
                  </a:moveTo>
                  <a:lnTo>
                    <a:pt x="0" y="24977"/>
                  </a:lnTo>
                </a:path>
              </a:pathLst>
            </a:custGeom>
            <a:noFill/>
            <a:ln w="5639">
              <a:solidFill>
                <a:srgbClr val="263238"/>
              </a:solidFill>
              <a:prstDash val="solid"/>
            </a:ln>
          </p:spPr>
        </p:sp>
        <p:sp>
          <p:nvSpPr>
            <p:cNvPr id="17411" name="original-2d:1012">
              <a:extLst>
                <a:ext uri="{FF2B5EF4-FFF2-40B4-BE49-F238E27FC236}">
                  <ns2:creationId id="{918D8AA4-9A1A-4135-9B42-7149C3E3D362}"/>
                </a:ext>
              </a:extLst>
            </p:cNvPr>
            <p:cNvSpPr>
              <a:spLocks noGrp="1"/>
            </p:cNvSpPr>
            <p:nvPr/>
          </p:nvSpPr>
          <p:spPr>
            <a:xfrm rot="0" flipH="0" flipV="0">
              <a:off x="4869351" y="1862940"/>
              <a:ext cx="234807" cy="581168"/>
            </a:xfrm>
            <a:custGeom>
              <a:pathLst>
                <a:path w="317307" h="785362">
                  <a:moveTo>
                    <a:pt x="0" y="0"/>
                  </a:moveTo>
                  <a:lnTo>
                    <a:pt x="317307" y="785362"/>
                  </a:lnTo>
                </a:path>
              </a:pathLst>
            </a:custGeom>
            <a:noFill/>
            <a:ln w="7754">
              <a:solidFill>
                <a:srgbClr val="263238"/>
              </a:solidFill>
              <a:prstDash val="dash"/>
            </a:ln>
          </p:spPr>
        </p:sp>
        <p:sp>
          <p:nvSpPr>
            <p:cNvPr id="17412" name="original-2d:1013">
              <a:extLst>
                <a:ext uri="{FF2B5EF4-FFF2-40B4-BE49-F238E27FC236}">
                  <ns2:creationId id="{7CDB6BDB-D53A-4A09-8039-997C530577FB}"/>
                </a:ext>
              </a:extLst>
            </p:cNvPr>
            <p:cNvSpPr>
              <a:spLocks noGrp="1"/>
            </p:cNvSpPr>
            <p:nvPr/>
          </p:nvSpPr>
          <p:spPr>
            <a:xfrm rot="0" flipH="0" flipV="0">
              <a:off x="4827060" y="1820649"/>
              <a:ext cx="84582" cy="84582"/>
            </a:xfrm>
            <a:prstGeom prst="ellipse">
              <a:avLst/>
            </a:prstGeom>
            <a:solidFill>
              <a:srgbClr val="CC79A7"/>
            </a:solidFill>
            <a:ln w="7049">
              <a:solidFill>
                <a:srgbClr val="263238"/>
              </a:solidFill>
              <a:prstDash val="solid"/>
            </a:ln>
          </p:spPr>
        </p:sp>
        <p:sp>
          <p:nvSpPr>
            <p:cNvPr id="17413" name="original-2d:1014">
              <a:extLst>
                <a:ext uri="{FF2B5EF4-FFF2-40B4-BE49-F238E27FC236}">
                  <ns2:creationId id="{A2708371-2508-4FE3-975D-54206DC61E97}"/>
                </a:ext>
              </a:extLst>
            </p:cNvPr>
            <p:cNvSpPr>
              <a:spLocks noGrp="1"/>
            </p:cNvSpPr>
            <p:nvPr/>
          </p:nvSpPr>
          <p:spPr>
            <a:xfrm rot="0" flipH="0" flipV="0">
              <a:off x="5075259" y="2415209"/>
              <a:ext cx="57798" cy="57798"/>
            </a:xfrm>
            <a:prstGeom prst="ellipse">
              <a:avLst/>
            </a:prstGeom>
            <a:solidFill>
              <a:srgbClr val="CC79A7"/>
            </a:solidFill>
            <a:ln w="7049">
              <a:solidFill>
                <a:srgbClr val="263238"/>
              </a:solidFill>
              <a:prstDash val="solid"/>
            </a:ln>
          </p:spPr>
        </p:sp>
        <p:sp>
          <p:nvSpPr>
            <p:cNvPr id="17414" name="original-2d:1015">
              <a:extLst>
                <a:ext uri="{FF2B5EF4-FFF2-40B4-BE49-F238E27FC236}">
                  <ns2:creationId id="{35E65171-D7DE-47B2-9946-76411642EB08}"/>
                </a:ext>
              </a:extLst>
            </p:cNvPr>
            <p:cNvSpPr>
              <a:spLocks noGrp="1"/>
            </p:cNvSpPr>
            <p:nvPr/>
          </p:nvSpPr>
          <p:spPr>
            <a:xfrm rot="0" flipH="0" flipV="0">
              <a:off x="5131422" y="2379878"/>
              <a:ext cx="18483" cy="45747"/>
            </a:xfrm>
            <a:custGeom>
              <a:pathLst>
                <a:path w="24977" h="61820">
                  <a:moveTo>
                    <a:pt x="24977" y="61820"/>
                  </a:moveTo>
                  <a:lnTo>
                    <a:pt x="0" y="0"/>
                  </a:lnTo>
                </a:path>
              </a:pathLst>
            </a:custGeom>
            <a:noFill/>
            <a:ln w="5639">
              <a:solidFill>
                <a:srgbClr val="263238"/>
              </a:solidFill>
              <a:prstDash val="solid"/>
            </a:ln>
          </p:spPr>
        </p:sp>
        <p:sp>
          <p:nvSpPr>
            <p:cNvPr id="17415" name="original-2d:1016">
              <a:extLst>
                <a:ext uri="{FF2B5EF4-FFF2-40B4-BE49-F238E27FC236}">
                  <ns2:creationId id="{B77DE0B0-E5EC-4BC0-A584-91CD5746306D}"/>
                </a:ext>
              </a:extLst>
            </p:cNvPr>
            <p:cNvSpPr>
              <a:spLocks noGrp="1"/>
            </p:cNvSpPr>
            <p:nvPr/>
          </p:nvSpPr>
          <p:spPr>
            <a:xfrm rot="0" flipH="0" flipV="0">
              <a:off x="5085675" y="2379878"/>
              <a:ext cx="45747" cy="18483"/>
            </a:xfrm>
            <a:custGeom>
              <a:pathLst>
                <a:path w="61820" h="24977">
                  <a:moveTo>
                    <a:pt x="61820" y="0"/>
                  </a:moveTo>
                  <a:lnTo>
                    <a:pt x="0" y="24977"/>
                  </a:lnTo>
                </a:path>
              </a:pathLst>
            </a:custGeom>
            <a:noFill/>
            <a:ln w="5639">
              <a:solidFill>
                <a:srgbClr val="263238"/>
              </a:solidFill>
              <a:prstDash val="solid"/>
            </a:ln>
          </p:spPr>
        </p:sp>
        <p:sp>
          <p:nvSpPr>
            <p:cNvPr id="17416" name="original-2d:1017">
              <a:extLst>
                <a:ext uri="{FF2B5EF4-FFF2-40B4-BE49-F238E27FC236}">
                  <ns2:creationId id="{3085F786-D6E8-4EC3-AB9E-AC61DAE0C804}"/>
                </a:ext>
              </a:extLst>
            </p:cNvPr>
            <p:cNvSpPr>
              <a:spLocks noGrp="1"/>
            </p:cNvSpPr>
            <p:nvPr/>
          </p:nvSpPr>
          <p:spPr>
            <a:xfrm rot="0" flipH="0" flipV="0">
              <a:off x="4319927" y="2760958"/>
              <a:ext cx="117248" cy="290199"/>
            </a:xfrm>
            <a:custGeom>
              <a:pathLst>
                <a:path w="158443" h="392161">
                  <a:moveTo>
                    <a:pt x="158443" y="392161"/>
                  </a:moveTo>
                  <a:lnTo>
                    <a:pt x="0" y="0"/>
                  </a:lnTo>
                </a:path>
              </a:pathLst>
            </a:custGeom>
            <a:noFill/>
            <a:ln w="7754">
              <a:solidFill>
                <a:srgbClr val="263238"/>
              </a:solidFill>
              <a:prstDash val="dash"/>
            </a:ln>
          </p:spPr>
        </p:sp>
        <p:sp>
          <p:nvSpPr>
            <p:cNvPr id="17417" name="original-2d:1018">
              <a:extLst>
                <a:ext uri="{FF2B5EF4-FFF2-40B4-BE49-F238E27FC236}">
                  <ns2:creationId id="{26C692FE-F553-492A-B7BA-A294939D1500}"/>
                </a:ext>
              </a:extLst>
            </p:cNvPr>
            <p:cNvSpPr>
              <a:spLocks noGrp="1"/>
            </p:cNvSpPr>
            <p:nvPr/>
          </p:nvSpPr>
          <p:spPr>
            <a:xfrm rot="0" flipH="0" flipV="0">
              <a:off x="4394884" y="3008866"/>
              <a:ext cx="84582" cy="84582"/>
            </a:xfrm>
            <a:prstGeom prst="ellipse">
              <a:avLst/>
            </a:prstGeom>
            <a:solidFill>
              <a:srgbClr val="D55E00"/>
            </a:solidFill>
            <a:ln w="7049">
              <a:solidFill>
                <a:srgbClr val="263238"/>
              </a:solidFill>
              <a:prstDash val="solid"/>
            </a:ln>
          </p:spPr>
        </p:sp>
        <p:sp>
          <p:nvSpPr>
            <p:cNvPr id="17418" name="original-2d:1019">
              <a:extLst>
                <a:ext uri="{FF2B5EF4-FFF2-40B4-BE49-F238E27FC236}">
                  <ns2:creationId id="{BE99D656-6CEA-43F5-97B5-562267D5DD43}"/>
                </a:ext>
              </a:extLst>
            </p:cNvPr>
            <p:cNvSpPr>
              <a:spLocks noGrp="1"/>
            </p:cNvSpPr>
            <p:nvPr/>
          </p:nvSpPr>
          <p:spPr>
            <a:xfrm rot="0" flipH="0" flipV="0">
              <a:off x="4291028" y="2732059"/>
              <a:ext cx="57798" cy="57798"/>
            </a:xfrm>
            <a:prstGeom prst="ellipse">
              <a:avLst/>
            </a:prstGeom>
            <a:solidFill>
              <a:srgbClr val="D55E00"/>
            </a:solidFill>
            <a:ln w="7049">
              <a:solidFill>
                <a:srgbClr val="263238"/>
              </a:solidFill>
              <a:prstDash val="solid"/>
            </a:ln>
          </p:spPr>
        </p:sp>
        <p:sp>
          <p:nvSpPr>
            <p:cNvPr id="17419" name="original-2d:1020">
              <a:extLst>
                <a:ext uri="{FF2B5EF4-FFF2-40B4-BE49-F238E27FC236}">
                  <ns2:creationId id="{C2EC4A82-1611-4F42-9C6C-E4A3522D6760}"/>
                </a:ext>
              </a:extLst>
            </p:cNvPr>
            <p:cNvSpPr>
              <a:spLocks noGrp="1"/>
            </p:cNvSpPr>
            <p:nvPr/>
          </p:nvSpPr>
          <p:spPr>
            <a:xfrm rot="0" flipH="0" flipV="0">
              <a:off x="4365674" y="2742475"/>
              <a:ext cx="18483" cy="45747"/>
            </a:xfrm>
            <a:custGeom>
              <a:pathLst>
                <a:path w="24977" h="61820">
                  <a:moveTo>
                    <a:pt x="0" y="0"/>
                  </a:moveTo>
                  <a:lnTo>
                    <a:pt x="24977" y="61820"/>
                  </a:lnTo>
                </a:path>
              </a:pathLst>
            </a:custGeom>
            <a:noFill/>
            <a:ln w="5639">
              <a:solidFill>
                <a:srgbClr val="263238"/>
              </a:solidFill>
              <a:prstDash val="solid"/>
            </a:ln>
          </p:spPr>
        </p:sp>
        <p:sp>
          <p:nvSpPr>
            <p:cNvPr id="17420" name="original-2d:1021">
              <a:extLst>
                <a:ext uri="{FF2B5EF4-FFF2-40B4-BE49-F238E27FC236}">
                  <ns2:creationId id="{05AF91A9-F9B3-480D-A5F2-B9F37C6C12E0}"/>
                </a:ext>
              </a:extLst>
            </p:cNvPr>
            <p:cNvSpPr>
              <a:spLocks noGrp="1"/>
            </p:cNvSpPr>
            <p:nvPr/>
          </p:nvSpPr>
          <p:spPr>
            <a:xfrm rot="0" flipH="0" flipV="0">
              <a:off x="4338410" y="2788222"/>
              <a:ext cx="45747" cy="18483"/>
            </a:xfrm>
            <a:custGeom>
              <a:pathLst>
                <a:path w="61820" h="24977">
                  <a:moveTo>
                    <a:pt x="61820" y="0"/>
                  </a:moveTo>
                  <a:lnTo>
                    <a:pt x="0" y="24977"/>
                  </a:lnTo>
                </a:path>
              </a:pathLst>
            </a:custGeom>
            <a:noFill/>
            <a:ln w="5639">
              <a:solidFill>
                <a:srgbClr val="263238"/>
              </a:solidFill>
              <a:prstDash val="solid"/>
            </a:ln>
          </p:spPr>
        </p:sp>
        <p:sp>
          <p:nvSpPr>
            <p:cNvPr id="17421" name="original-2d:1022">
              <a:extLst>
                <a:ext uri="{FF2B5EF4-FFF2-40B4-BE49-F238E27FC236}">
                  <ns2:creationId id="{4F549789-ED65-4BE1-9786-542B6ABBD6F7}"/>
                </a:ext>
              </a:extLst>
            </p:cNvPr>
            <p:cNvSpPr>
              <a:spLocks noGrp="1"/>
            </p:cNvSpPr>
            <p:nvPr/>
          </p:nvSpPr>
          <p:spPr>
            <a:xfrm rot="0" flipH="0" flipV="0">
              <a:off x="4712042" y="2602533"/>
              <a:ext cx="117248" cy="290199"/>
            </a:xfrm>
            <a:custGeom>
              <a:pathLst>
                <a:path w="158443" h="392161">
                  <a:moveTo>
                    <a:pt x="158443" y="392161"/>
                  </a:moveTo>
                  <a:lnTo>
                    <a:pt x="0" y="0"/>
                  </a:lnTo>
                </a:path>
              </a:pathLst>
            </a:custGeom>
            <a:noFill/>
            <a:ln w="7754">
              <a:solidFill>
                <a:srgbClr val="263238"/>
              </a:solidFill>
              <a:prstDash val="dash"/>
            </a:ln>
          </p:spPr>
        </p:sp>
        <p:sp>
          <p:nvSpPr>
            <p:cNvPr id="17422" name="original-2d:1023">
              <a:extLst>
                <a:ext uri="{FF2B5EF4-FFF2-40B4-BE49-F238E27FC236}">
                  <ns2:creationId id="{55AFFA3C-F53B-4D81-88D0-9A4A602D68BE}"/>
                </a:ext>
              </a:extLst>
            </p:cNvPr>
            <p:cNvSpPr>
              <a:spLocks noGrp="1"/>
            </p:cNvSpPr>
            <p:nvPr/>
          </p:nvSpPr>
          <p:spPr>
            <a:xfrm rot="0" flipH="0" flipV="0">
              <a:off x="4786999" y="2850441"/>
              <a:ext cx="84582" cy="84582"/>
            </a:xfrm>
            <a:prstGeom prst="ellipse">
              <a:avLst/>
            </a:prstGeom>
            <a:solidFill>
              <a:srgbClr val="009E73"/>
            </a:solidFill>
            <a:ln w="7049">
              <a:solidFill>
                <a:srgbClr val="263238"/>
              </a:solidFill>
              <a:prstDash val="solid"/>
            </a:ln>
          </p:spPr>
        </p:sp>
        <p:sp>
          <p:nvSpPr>
            <p:cNvPr id="17423" name="original-2d:1024">
              <a:extLst>
                <a:ext uri="{FF2B5EF4-FFF2-40B4-BE49-F238E27FC236}">
                  <ns2:creationId id="{E64E0F07-FDF1-4B1F-A1C2-C32BC5D347F5}"/>
                </a:ext>
              </a:extLst>
            </p:cNvPr>
            <p:cNvSpPr>
              <a:spLocks noGrp="1"/>
            </p:cNvSpPr>
            <p:nvPr/>
          </p:nvSpPr>
          <p:spPr>
            <a:xfrm rot="0" flipH="0" flipV="0">
              <a:off x="4683144" y="2573634"/>
              <a:ext cx="57798" cy="57798"/>
            </a:xfrm>
            <a:prstGeom prst="ellipse">
              <a:avLst/>
            </a:prstGeom>
            <a:solidFill>
              <a:srgbClr val="009E73"/>
            </a:solidFill>
            <a:ln w="7049">
              <a:solidFill>
                <a:srgbClr val="263238"/>
              </a:solidFill>
              <a:prstDash val="solid"/>
            </a:ln>
          </p:spPr>
        </p:sp>
        <p:sp>
          <p:nvSpPr>
            <p:cNvPr id="17424" name="original-2d:1025">
              <a:extLst>
                <a:ext uri="{FF2B5EF4-FFF2-40B4-BE49-F238E27FC236}">
                  <ns2:creationId id="{333AAEE1-7B59-48B8-8A62-844E3FB6326A}"/>
                </a:ext>
              </a:extLst>
            </p:cNvPr>
            <p:cNvSpPr>
              <a:spLocks noGrp="1"/>
            </p:cNvSpPr>
            <p:nvPr/>
          </p:nvSpPr>
          <p:spPr>
            <a:xfrm rot="0" flipH="0" flipV="0">
              <a:off x="4757789" y="2584050"/>
              <a:ext cx="18483" cy="45747"/>
            </a:xfrm>
            <a:custGeom>
              <a:pathLst>
                <a:path w="24977" h="61820">
                  <a:moveTo>
                    <a:pt x="0" y="0"/>
                  </a:moveTo>
                  <a:lnTo>
                    <a:pt x="24977" y="61820"/>
                  </a:lnTo>
                </a:path>
              </a:pathLst>
            </a:custGeom>
            <a:noFill/>
            <a:ln w="5639">
              <a:solidFill>
                <a:srgbClr val="263238"/>
              </a:solidFill>
              <a:prstDash val="solid"/>
            </a:ln>
          </p:spPr>
        </p:sp>
        <p:sp>
          <p:nvSpPr>
            <p:cNvPr id="17425" name="original-2d:1026">
              <a:extLst>
                <a:ext uri="{FF2B5EF4-FFF2-40B4-BE49-F238E27FC236}">
                  <ns2:creationId id="{7455C3FD-5D53-41B0-B388-53197D624BD3}"/>
                </a:ext>
              </a:extLst>
            </p:cNvPr>
            <p:cNvSpPr>
              <a:spLocks noGrp="1"/>
            </p:cNvSpPr>
            <p:nvPr/>
          </p:nvSpPr>
          <p:spPr>
            <a:xfrm rot="0" flipH="0" flipV="0">
              <a:off x="4730525" y="2629797"/>
              <a:ext cx="45747" cy="18483"/>
            </a:xfrm>
            <a:custGeom>
              <a:pathLst>
                <a:path w="61820" h="24977">
                  <a:moveTo>
                    <a:pt x="61820" y="0"/>
                  </a:moveTo>
                  <a:lnTo>
                    <a:pt x="0" y="24977"/>
                  </a:lnTo>
                </a:path>
              </a:pathLst>
            </a:custGeom>
            <a:noFill/>
            <a:ln w="5639">
              <a:solidFill>
                <a:srgbClr val="263238"/>
              </a:solidFill>
              <a:prstDash val="solid"/>
            </a:ln>
          </p:spPr>
        </p:sp>
        <p:sp>
          <p:nvSpPr>
            <p:cNvPr id="17426" name="original-2d:1027">
              <a:extLst>
                <a:ext uri="{FF2B5EF4-FFF2-40B4-BE49-F238E27FC236}">
                  <ns2:creationId id="{91824D01-9EC8-4F09-9587-51434F50910E}"/>
                </a:ext>
              </a:extLst>
            </p:cNvPr>
            <p:cNvSpPr>
              <a:spLocks noGrp="1"/>
            </p:cNvSpPr>
            <p:nvPr/>
          </p:nvSpPr>
          <p:spPr>
            <a:xfrm rot="0" flipH="0" flipV="0">
              <a:off x="4453890" y="3381375"/>
              <a:ext cx="705" cy="259080"/>
            </a:xfrm>
            <a:custGeom>
              <a:pathLst>
                <a:path w="953" h="161925">
                  <a:moveTo>
                    <a:pt x="0" y="0"/>
                  </a:moveTo>
                  <a:lnTo>
                    <a:pt x="0" y="161925"/>
                  </a:lnTo>
                </a:path>
              </a:pathLst>
            </a:custGeom>
            <a:noFill/>
            <a:ln w="10573">
              <a:solidFill>
                <a:srgbClr val="91A5B4"/>
              </a:solidFill>
              <a:prstDash val="solid"/>
            </a:ln>
          </p:spPr>
        </p:sp>
        <p:sp>
          <p:nvSpPr>
            <p:cNvPr id="17427" name="original-2d:1028">
              <a:extLst>
                <a:ext uri="{FF2B5EF4-FFF2-40B4-BE49-F238E27FC236}">
                  <ns2:creationId id="{462FE025-FB67-4998-BE72-C8755C94AB30}"/>
                </a:ext>
              </a:extLst>
            </p:cNvPr>
            <p:cNvSpPr>
              <a:spLocks noGrp="1"/>
            </p:cNvSpPr>
            <p:nvPr/>
          </p:nvSpPr>
          <p:spPr>
            <a:xfrm rot="0" flipH="0" flipV="0">
              <a:off x="4435705" y="3549015"/>
              <a:ext cx="36370" cy="91440"/>
            </a:xfrm>
            <a:custGeom>
              <a:pathLst>
                <a:path w="49149" h="57150">
                  <a:moveTo>
                    <a:pt x="24575" y="57150"/>
                  </a:moveTo>
                  <a:lnTo>
                    <a:pt x="49149" y="0"/>
                  </a:lnTo>
                  <a:lnTo>
                    <a:pt x="0" y="0"/>
                  </a:lnTo>
                  <a:close/>
                </a:path>
              </a:pathLst>
            </a:custGeom>
            <a:solidFill>
              <a:srgbClr val="91A5B4"/>
            </a:solidFill>
            <a:ln w="0">
              <a:noFill/>
              <a:prstDash val="solid"/>
            </a:ln>
          </p:spPr>
        </p:sp>
        <p:sp>
          <p:nvSpPr>
            <p:cNvPr id="17428" name="original-2d:1029">
              <a:extLst>
                <a:ext uri="{FF2B5EF4-FFF2-40B4-BE49-F238E27FC236}">
                  <ns2:creationId id="{4E9B7334-95AA-48F1-BC33-4BAFC99C088C}"/>
                </a:ext>
              </a:extLst>
            </p:cNvPr>
            <p:cNvSpPr>
              <a:spLocks noGrp="1"/>
            </p:cNvSpPr>
            <p:nvPr/>
          </p:nvSpPr>
          <p:spPr>
            <a:xfrm rot="0" flipH="0" flipV="0">
              <a:off x="3474720" y="3878580"/>
              <a:ext cx="1807274" cy="715"/>
            </a:xfrm>
            <a:custGeom>
              <a:pathLst>
                <a:path w="3409950" h="953">
                  <a:moveTo>
                    <a:pt x="0" y="0"/>
                  </a:moveTo>
                  <a:lnTo>
                    <a:pt x="3409950" y="0"/>
                  </a:lnTo>
                </a:path>
              </a:pathLst>
            </a:custGeom>
            <a:noFill/>
            <a:ln w="8077">
              <a:solidFill>
                <a:srgbClr val="263238"/>
              </a:solidFill>
              <a:prstDash val="solid"/>
            </a:ln>
          </p:spPr>
        </p:sp>
        <p:sp>
          <p:nvSpPr>
            <p:cNvPr id="17429" name="original-2d:1030">
              <a:extLst>
                <a:ext uri="{FF2B5EF4-FFF2-40B4-BE49-F238E27FC236}">
                  <ns2:creationId id="{2CFD9F54-4B5F-453A-A101-E3085AAF787E}"/>
                </a:ext>
              </a:extLst>
            </p:cNvPr>
            <p:cNvSpPr>
              <a:spLocks noGrp="1"/>
            </p:cNvSpPr>
            <p:nvPr/>
          </p:nvSpPr>
          <p:spPr>
            <a:xfrm rot="0" flipH="0" flipV="0">
              <a:off x="5236559" y="3850934"/>
              <a:ext cx="45434" cy="55293"/>
            </a:xfrm>
            <a:custGeom>
              <a:pathLst>
                <a:path w="85725" h="73724">
                  <a:moveTo>
                    <a:pt x="85725" y="36862"/>
                  </a:moveTo>
                  <a:lnTo>
                    <a:pt x="0" y="0"/>
                  </a:lnTo>
                  <a:lnTo>
                    <a:pt x="0" y="73724"/>
                  </a:lnTo>
                  <a:close/>
                </a:path>
              </a:pathLst>
            </a:custGeom>
            <a:solidFill>
              <a:srgbClr val="263238"/>
            </a:solidFill>
            <a:ln w="0">
              <a:noFill/>
              <a:prstDash val="solid"/>
            </a:ln>
          </p:spPr>
        </p:sp>
        <p:sp>
          <p:nvSpPr>
            <p:cNvPr id="17430" name="original-2d:1031">
              <a:extLst>
                <a:ext uri="{FF2B5EF4-FFF2-40B4-BE49-F238E27FC236}">
                  <ns2:creationId id="{02476097-4B2C-4CEF-B124-42EA68BA2704}"/>
                </a:ext>
              </a:extLst>
            </p:cNvPr>
            <p:cNvSpPr>
              <a:spLocks noGrp="1"/>
            </p:cNvSpPr>
            <p:nvPr/>
          </p:nvSpPr>
          <p:spPr>
            <a:xfrm rot="0" flipH="0" flipV="0">
              <a:off x="3457219" y="3774996"/>
              <a:ext cx="216738" cy="207169"/>
            </a:xfrm>
            <a:prstGeom prst="rect">
              <a:avLst/>
            </a:prstGeom>
            <a:solidFill>
              <a:srgbClr val="0072B2"/>
            </a:solidFill>
            <a:ln w="4039">
              <a:solidFill>
                <a:srgbClr val="263238"/>
              </a:solidFill>
              <a:prstDash val="solid"/>
            </a:ln>
          </p:spPr>
        </p:sp>
        <p:sp>
          <p:nvSpPr>
            <p:cNvPr id="17431" name="original-2d:1032">
              <a:extLst>
                <a:ext uri="{FF2B5EF4-FFF2-40B4-BE49-F238E27FC236}">
                  <ns2:creationId id="{8962B97D-4BC8-44BA-8AED-ADD6DD3FC0F0}"/>
                </a:ext>
              </a:extLst>
            </p:cNvPr>
            <p:cNvSpPr>
              <a:spLocks noGrp="1"/>
            </p:cNvSpPr>
            <p:nvPr/>
          </p:nvSpPr>
          <p:spPr>
            <a:xfrm rot="0" flipH="0" flipV="0">
              <a:off x="3550444" y="3857149"/>
              <a:ext cx="30290" cy="42863"/>
            </a:xfrm>
            <a:prstGeom prst="ellipse">
              <a:avLst/>
            </a:prstGeom>
            <a:solidFill>
              <a:srgbClr val="263238"/>
            </a:solidFill>
            <a:ln w="0">
              <a:noFill/>
              <a:prstDash val="solid"/>
            </a:ln>
          </p:spPr>
        </p:sp>
        <p:sp>
          <p:nvSpPr>
            <p:cNvPr id="17432" name="original-2d:1033">
              <a:extLst>
                <a:ext uri="{FF2B5EF4-FFF2-40B4-BE49-F238E27FC236}">
                  <ns2:creationId id="{2A21B198-9BF7-44CD-9585-14C6689B126B}"/>
                </a:ext>
              </a:extLst>
            </p:cNvPr>
            <p:cNvSpPr>
              <a:spLocks noGrp="1"/>
            </p:cNvSpPr>
            <p:nvPr/>
          </p:nvSpPr>
          <p:spPr>
            <a:xfrm rot="0" flipH="0" flipV="0">
              <a:off x="3999065" y="3774996"/>
              <a:ext cx="216738" cy="207169"/>
            </a:xfrm>
            <a:prstGeom prst="rect">
              <a:avLst/>
            </a:prstGeom>
            <a:solidFill>
              <a:srgbClr val="D55E00"/>
            </a:solidFill>
            <a:ln w="4039">
              <a:solidFill>
                <a:srgbClr val="263238"/>
              </a:solidFill>
              <a:prstDash val="solid"/>
            </a:ln>
          </p:spPr>
        </p:sp>
        <p:sp>
          <p:nvSpPr>
            <p:cNvPr id="17433" name="original-2d:1034">
              <a:extLst>
                <a:ext uri="{FF2B5EF4-FFF2-40B4-BE49-F238E27FC236}">
                  <ns2:creationId id="{03012EBC-F1EC-4882-863C-51E3BF193D01}"/>
                </a:ext>
              </a:extLst>
            </p:cNvPr>
            <p:cNvSpPr>
              <a:spLocks noGrp="1"/>
            </p:cNvSpPr>
            <p:nvPr/>
          </p:nvSpPr>
          <p:spPr>
            <a:xfrm rot="0" flipH="0" flipV="0">
              <a:off x="4092289" y="3857149"/>
              <a:ext cx="30290" cy="42863"/>
            </a:xfrm>
            <a:prstGeom prst="ellipse">
              <a:avLst/>
            </a:prstGeom>
            <a:solidFill>
              <a:srgbClr val="263238"/>
            </a:solidFill>
            <a:ln w="0">
              <a:noFill/>
              <a:prstDash val="solid"/>
            </a:ln>
          </p:spPr>
        </p:sp>
        <p:sp>
          <p:nvSpPr>
            <p:cNvPr id="17434" name="original-2d:1035">
              <a:extLst>
                <a:ext uri="{FF2B5EF4-FFF2-40B4-BE49-F238E27FC236}">
                  <ns2:creationId id="{4811E385-6F1E-4C74-8BB3-4C334CE15392}"/>
                </a:ext>
              </a:extLst>
            </p:cNvPr>
            <p:cNvSpPr>
              <a:spLocks noGrp="1"/>
            </p:cNvSpPr>
            <p:nvPr/>
          </p:nvSpPr>
          <p:spPr>
            <a:xfrm rot="0" flipH="0" flipV="0">
              <a:off x="4540910" y="3774996"/>
              <a:ext cx="216738" cy="207169"/>
            </a:xfrm>
            <a:prstGeom prst="rect">
              <a:avLst/>
            </a:prstGeom>
            <a:solidFill>
              <a:srgbClr val="009E73"/>
            </a:solidFill>
            <a:ln w="4039">
              <a:solidFill>
                <a:srgbClr val="263238"/>
              </a:solidFill>
              <a:prstDash val="solid"/>
            </a:ln>
          </p:spPr>
        </p:sp>
        <p:sp>
          <p:nvSpPr>
            <p:cNvPr id="17435" name="original-2d:1036">
              <a:extLst>
                <a:ext uri="{FF2B5EF4-FFF2-40B4-BE49-F238E27FC236}">
                  <ns2:creationId id="{35F8847F-EAF3-45A4-B70E-92E890E0B4E4}"/>
                </a:ext>
              </a:extLst>
            </p:cNvPr>
            <p:cNvSpPr>
              <a:spLocks noGrp="1"/>
            </p:cNvSpPr>
            <p:nvPr/>
          </p:nvSpPr>
          <p:spPr>
            <a:xfrm rot="0" flipH="0" flipV="0">
              <a:off x="4634135" y="3857149"/>
              <a:ext cx="30290" cy="42863"/>
            </a:xfrm>
            <a:prstGeom prst="ellipse">
              <a:avLst/>
            </a:prstGeom>
            <a:solidFill>
              <a:srgbClr val="263238"/>
            </a:solidFill>
            <a:ln w="0">
              <a:noFill/>
              <a:prstDash val="solid"/>
            </a:ln>
          </p:spPr>
        </p:sp>
        <p:sp>
          <p:nvSpPr>
            <p:cNvPr id="17436" name="original-2d:1037">
              <a:extLst>
                <a:ext uri="{FF2B5EF4-FFF2-40B4-BE49-F238E27FC236}">
                  <ns2:creationId id="{47262210-332F-40AC-94A3-DAE8247038E9}"/>
                </a:ext>
              </a:extLst>
            </p:cNvPr>
            <p:cNvSpPr>
              <a:spLocks noGrp="1"/>
            </p:cNvSpPr>
            <p:nvPr/>
          </p:nvSpPr>
          <p:spPr>
            <a:xfrm rot="0" flipH="0" flipV="0">
              <a:off x="5082756" y="3774996"/>
              <a:ext cx="216738" cy="207169"/>
            </a:xfrm>
            <a:prstGeom prst="rect">
              <a:avLst/>
            </a:prstGeom>
            <a:solidFill>
              <a:srgbClr val="CC79A7"/>
            </a:solidFill>
            <a:ln w="4039">
              <a:solidFill>
                <a:srgbClr val="263238"/>
              </a:solidFill>
              <a:prstDash val="solid"/>
            </a:ln>
          </p:spPr>
        </p:sp>
        <p:sp>
          <p:nvSpPr>
            <p:cNvPr id="17437" name="original-2d:1038">
              <a:extLst>
                <a:ext uri="{FF2B5EF4-FFF2-40B4-BE49-F238E27FC236}">
                  <ns2:creationId id="{87A92578-982F-49A8-A4BE-00B3CC2C775E}"/>
                </a:ext>
              </a:extLst>
            </p:cNvPr>
            <p:cNvSpPr>
              <a:spLocks noGrp="1"/>
            </p:cNvSpPr>
            <p:nvPr/>
          </p:nvSpPr>
          <p:spPr>
            <a:xfrm rot="0" flipH="0" flipV="0">
              <a:off x="5175980" y="3857149"/>
              <a:ext cx="30290" cy="42863"/>
            </a:xfrm>
            <a:prstGeom prst="ellipse">
              <a:avLst/>
            </a:prstGeom>
            <a:solidFill>
              <a:srgbClr val="263238"/>
            </a:solidFill>
            <a:ln w="0">
              <a:noFill/>
              <a:prstDash val="solid"/>
            </a:ln>
          </p:spPr>
        </p:sp>
        <p:sp>
          <p:nvSpPr>
            <p:cNvPr id="17438" name="original-2d:1039">
              <a:extLst>
                <a:ext uri="{FF2B5EF4-FFF2-40B4-BE49-F238E27FC236}">
                  <ns2:creationId id="{8692CF3E-6D18-4FE5-B563-5AB0C77AF386}"/>
                </a:ext>
              </a:extLst>
            </p:cNvPr>
            <p:cNvSpPr>
              <a:spLocks noGrp="1"/>
            </p:cNvSpPr>
            <p:nvPr/>
          </p:nvSpPr>
          <p:spPr>
            <a:xfrm rot="0" flipH="0" flipV="0">
              <a:off x="5332476" y="3735705"/>
              <a:ext cx="156496" cy="257175"/>
            </a:xfrm>
            <a:prstGeom prst="rect">
              <a:avLst/>
            </a:prstGeom>
            <a:noFill/>
            <a:ln w="0">
              <a:noFill/>
              <a:prstDash val="solid"/>
            </a:ln>
          </p:spPr>
          <p:txBody>
            <a:bodyPr wrap="none" lIns="0" tIns="0" rIns="0" bIns="0" anchor="ctr">
              <a:normAutofit fontScale="100000"/>
            </a:bodyPr>
            <a:lstStyle>
              <a:defPPr algn="ctr">
                <a:defRPr sz="1575" b="0">
                  <a:solidFill>
                    <a:srgbClr val="7B8790"/>
                  </a:solidFill>
                  <a:latin typeface="Arial"/>
                  <a:ea typeface="Arial"/>
                  <a:cs typeface="Arial"/>
                </a:defRPr>
              </a:defPPr>
              <a:lvl1pPr algn="ctr">
                <a:defRPr sz="1575" b="0">
                  <a:solidFill>
                    <a:srgbClr val="7B8790"/>
                  </a:solidFill>
                  <a:latin typeface="Arial"/>
                  <a:ea typeface="Arial"/>
                  <a:cs typeface="Arial"/>
                </a:defRPr>
              </a:lvl1pPr>
              <a:lvl2pPr algn="ctr">
                <a:defRPr sz="1575" b="0">
                  <a:solidFill>
                    <a:srgbClr val="7B8790"/>
                  </a:solidFill>
                  <a:latin typeface="Arial"/>
                  <a:ea typeface="Arial"/>
                  <a:cs typeface="Arial"/>
                </a:defRPr>
              </a:lvl2pPr>
              <a:lvl3pPr algn="ctr">
                <a:defRPr sz="1575" b="0">
                  <a:solidFill>
                    <a:srgbClr val="7B8790"/>
                  </a:solidFill>
                  <a:latin typeface="Arial"/>
                  <a:ea typeface="Arial"/>
                  <a:cs typeface="Arial"/>
                </a:defRPr>
              </a:lvl3pPr>
              <a:lvl4pPr algn="ctr">
                <a:defRPr sz="1575" b="0">
                  <a:solidFill>
                    <a:srgbClr val="7B8790"/>
                  </a:solidFill>
                  <a:latin typeface="Arial"/>
                  <a:ea typeface="Arial"/>
                  <a:cs typeface="Arial"/>
                </a:defRPr>
              </a:lvl4pPr>
              <a:lvl5pPr algn="ctr">
                <a:defRPr sz="1575" b="0">
                  <a:solidFill>
                    <a:srgbClr val="7B8790"/>
                  </a:solidFill>
                  <a:latin typeface="Arial"/>
                  <a:ea typeface="Arial"/>
                  <a:cs typeface="Arial"/>
                </a:defRPr>
              </a:lvl5pPr>
              <a:lvl6pPr algn="ctr">
                <a:defRPr sz="1575" b="0">
                  <a:solidFill>
                    <a:srgbClr val="7B8790"/>
                  </a:solidFill>
                  <a:latin typeface="Arial"/>
                  <a:ea typeface="Arial"/>
                  <a:cs typeface="Arial"/>
                </a:defRPr>
              </a:lvl6pPr>
              <a:lvl7pPr algn="ctr">
                <a:defRPr sz="1575" b="0">
                  <a:solidFill>
                    <a:srgbClr val="7B8790"/>
                  </a:solidFill>
                  <a:latin typeface="Arial"/>
                  <a:ea typeface="Arial"/>
                  <a:cs typeface="Arial"/>
                </a:defRPr>
              </a:lvl7pPr>
              <a:lvl8pPr algn="ctr">
                <a:defRPr sz="1575" b="0">
                  <a:solidFill>
                    <a:srgbClr val="7B8790"/>
                  </a:solidFill>
                  <a:latin typeface="Arial"/>
                  <a:ea typeface="Arial"/>
                  <a:cs typeface="Arial"/>
                </a:defRPr>
              </a:lvl8pPr>
              <a:lvl9pPr algn="ctr">
                <a:defRPr sz="1575" b="0">
                  <a:solidFill>
                    <a:srgbClr val="7B8790"/>
                  </a:solidFill>
                  <a:latin typeface="Arial"/>
                  <a:ea typeface="Arial"/>
                  <a:cs typeface="Arial"/>
                </a:defRPr>
              </a:lvl9pPr>
            </a:lstStyle>
            <a:p>
              <a:pPr algn="ctr">
                <a:buNone/>
                <a:defRPr sz="1575" b="0">
                  <a:solidFill>
                    <a:srgbClr val="7B8790"/>
                  </a:solidFill>
                  <a:latin typeface="Arial"/>
                  <a:ea typeface="Arial"/>
                  <a:cs typeface="Arial"/>
                </a:defRPr>
              </a:pPr>
              <a:r>
                <a:rPr sz="1575" b="0">
                  <a:solidFill>
                    <a:srgbClr val="7B8790"/>
                  </a:solidFill>
                  <a:latin typeface="Arial"/>
                  <a:ea typeface="Arial"/>
                  <a:cs typeface="Arial"/>
                </a:rPr>
                <a:t>d</a:t>
              </a:r>
            </a:p>
          </p:txBody>
        </p:sp>
        <p:sp>
          <p:nvSpPr>
            <p:cNvPr id="20001" name="projection-3d:source-239">
              <a:extLst>
                <a:ext uri="{FF2B5EF4-FFF2-40B4-BE49-F238E27FC236}">
                  <ns2:creationId id="{1EB70888-48AE-462E-9637-2E52ACAB14AE}"/>
                </a:ext>
              </a:extLst>
            </p:cNvPr>
            <p:cNvSpPr>
              <a:spLocks noGrp="1"/>
            </p:cNvSpPr>
            <p:nvPr/>
          </p:nvSpPr>
          <p:spPr>
            <a:xfrm>
              <a:off x="6003661" y="2698775"/>
              <a:ext cx="82205" cy="377236"/>
            </a:xfrm>
            <a:prstGeom prst="line">
              <a:avLst/>
            </a:prstGeom>
            <a:ln w="5156">
              <a:solidFill>
                <a:srgbClr val="0072B2">
                  <a:alpha val="96000"/>
                </a:srgbClr>
              </a:solidFill>
              <a:prstDash val="dash"/>
            </a:ln>
          </p:spPr>
        </p:sp>
        <p:sp>
          <p:nvSpPr>
            <p:cNvPr id="20002" name="projection-3d:source-240">
              <a:extLst>
                <a:ext uri="{FF2B5EF4-FFF2-40B4-BE49-F238E27FC236}">
                  <ns2:creationId id="{5359030C-D69E-40A1-AD24-355662AEC633}"/>
                </a:ext>
              </a:extLst>
            </p:cNvPr>
            <p:cNvSpPr>
              <a:spLocks noGrp="1"/>
            </p:cNvSpPr>
            <p:nvPr/>
          </p:nvSpPr>
          <p:spPr>
            <a:xfrm>
              <a:off x="5997429" y="2690825"/>
              <a:ext cx="12463" cy="15901"/>
            </a:xfrm>
            <a:prstGeom prst="ellipse">
              <a:avLst/>
            </a:prstGeom>
            <a:solidFill>
              <a:srgbClr val="0072B2">
                <a:alpha val="95000"/>
              </a:srgbClr>
            </a:solidFill>
            <a:ln>
              <a:noFill/>
            </a:ln>
          </p:spPr>
          <p:txBody>
            <a:bodyPr anchor="ctr"/>
            <a:lstStyle/>
            <a:p>
              <a:pPr algn="ctr">
                <a:buNone/>
              </a:pPr>
            </a:p>
          </p:txBody>
        </p:sp>
        <p:sp>
          <p:nvSpPr>
            <p:cNvPr id="20003" name="projection-3d:source-241">
              <a:extLst>
                <a:ext uri="{FF2B5EF4-FFF2-40B4-BE49-F238E27FC236}">
                  <ns2:creationId id="{9EB4629C-E0EE-4FD8-82DA-B2C244D4E3BA}"/>
                </a:ext>
              </a:extLst>
            </p:cNvPr>
            <p:cNvSpPr>
              <a:spLocks noGrp="1"/>
            </p:cNvSpPr>
            <p:nvPr/>
          </p:nvSpPr>
          <p:spPr>
            <a:xfrm>
              <a:off x="5648325" y="1666875"/>
              <a:ext cx="486598" cy="1434511"/>
            </a:xfrm>
            <a:custGeom>
              <a:rect l="l" t="t" r="r" b="b"/>
              <a:pathLst>
                <a:path w="367" h="848">
                  <a:moveTo>
                    <a:pt x="0" y="0"/>
                  </a:moveTo>
                  <a:moveTo>
                    <a:pt x="296" y="835"/>
                  </a:moveTo>
                  <a:lnTo>
                    <a:pt x="326" y="819"/>
                  </a:lnTo>
                  <a:lnTo>
                    <a:pt x="367" y="832"/>
                  </a:lnTo>
                  <a:lnTo>
                    <a:pt x="332" y="848"/>
                  </a:lnTo>
                  <a:close/>
                </a:path>
              </a:pathLst>
            </a:custGeom>
            <a:solidFill>
              <a:srgbClr val="0072B2">
                <a:alpha val="100000"/>
              </a:srgbClr>
            </a:solidFill>
            <a:ln>
              <a:noFill/>
            </a:ln>
          </p:spPr>
          <p:txBody>
            <a:bodyPr anchor="ctr"/>
            <a:lstStyle/>
            <a:p>
              <a:pPr algn="ctr">
                <a:buNone/>
              </a:pPr>
            </a:p>
          </p:txBody>
        </p:sp>
        <p:sp>
          <p:nvSpPr>
            <p:cNvPr id="20004" name="projection-3d:source-242">
              <a:extLst>
                <a:ext uri="{FF2B5EF4-FFF2-40B4-BE49-F238E27FC236}">
                  <ns2:creationId id="{A87A74FA-41D2-4C5F-A417-4FB1BACAFAF4}"/>
                </a:ext>
              </a:extLst>
            </p:cNvPr>
            <p:cNvSpPr>
              <a:spLocks noGrp="1"/>
            </p:cNvSpPr>
            <p:nvPr/>
          </p:nvSpPr>
          <p:spPr>
            <a:xfrm flipH="1">
              <a:off x="6507495" y="2761366"/>
              <a:ext cx="31821" cy="150556"/>
            </a:xfrm>
            <a:prstGeom prst="line">
              <a:avLst/>
            </a:prstGeom>
            <a:ln w="5156">
              <a:solidFill>
                <a:srgbClr val="DD7D32">
                  <a:alpha val="96000"/>
                </a:srgbClr>
              </a:solidFill>
              <a:prstDash val="dash"/>
            </a:ln>
          </p:spPr>
        </p:sp>
        <p:sp>
          <p:nvSpPr>
            <p:cNvPr id="20005" name="projection-3d:source-243">
              <a:extLst>
                <a:ext uri="{FF2B5EF4-FFF2-40B4-BE49-F238E27FC236}">
                  <ns2:creationId id="{DA15ED62-4112-4EBE-BEC9-50FD1B0A64B0}"/>
                </a:ext>
              </a:extLst>
            </p:cNvPr>
            <p:cNvSpPr>
              <a:spLocks noGrp="1"/>
            </p:cNvSpPr>
            <p:nvPr/>
          </p:nvSpPr>
          <p:spPr>
            <a:xfrm>
              <a:off x="6533085" y="2753415"/>
              <a:ext cx="12463" cy="15901"/>
            </a:xfrm>
            <a:prstGeom prst="ellipse">
              <a:avLst/>
            </a:prstGeom>
            <a:solidFill>
              <a:srgbClr val="DD7D32">
                <a:alpha val="95000"/>
              </a:srgbClr>
            </a:solidFill>
            <a:ln>
              <a:noFill/>
            </a:ln>
          </p:spPr>
          <p:txBody>
            <a:bodyPr anchor="ctr"/>
            <a:lstStyle/>
            <a:p>
              <a:pPr algn="ctr">
                <a:buNone/>
              </a:pPr>
            </a:p>
          </p:txBody>
        </p:sp>
        <p:sp>
          <p:nvSpPr>
            <p:cNvPr id="20006" name="projection-3d:source-244">
              <a:extLst>
                <a:ext uri="{FF2B5EF4-FFF2-40B4-BE49-F238E27FC236}">
                  <ns2:creationId id="{1D5845AE-2673-4556-8078-12F2FC703E0A}"/>
                </a:ext>
              </a:extLst>
            </p:cNvPr>
            <p:cNvSpPr>
              <a:spLocks noGrp="1"/>
            </p:cNvSpPr>
            <p:nvPr/>
          </p:nvSpPr>
          <p:spPr>
            <a:xfrm>
              <a:off x="5648325" y="1666875"/>
              <a:ext cx="908228" cy="1270422"/>
            </a:xfrm>
            <a:custGeom>
              <a:rect l="l" t="t" r="r" b="b"/>
              <a:pathLst>
                <a:path w="685" h="751">
                  <a:moveTo>
                    <a:pt x="0" y="0"/>
                  </a:moveTo>
                  <a:moveTo>
                    <a:pt x="614" y="738"/>
                  </a:moveTo>
                  <a:lnTo>
                    <a:pt x="644" y="722"/>
                  </a:lnTo>
                  <a:lnTo>
                    <a:pt x="685" y="735"/>
                  </a:lnTo>
                  <a:lnTo>
                    <a:pt x="650" y="751"/>
                  </a:lnTo>
                  <a:close/>
                </a:path>
              </a:pathLst>
            </a:custGeom>
            <a:solidFill>
              <a:srgbClr val="DD7D32">
                <a:alpha val="100000"/>
              </a:srgbClr>
            </a:solidFill>
            <a:ln>
              <a:noFill/>
            </a:ln>
          </p:spPr>
          <p:txBody>
            <a:bodyPr anchor="ctr"/>
            <a:lstStyle/>
            <a:p>
              <a:pPr algn="ctr">
                <a:buNone/>
              </a:pPr>
            </a:p>
          </p:txBody>
        </p:sp>
        <p:sp>
          <p:nvSpPr>
            <p:cNvPr id="20007" name="projection-3d:source-245">
              <a:extLst>
                <a:ext uri="{FF2B5EF4-FFF2-40B4-BE49-F238E27FC236}">
                  <ns2:creationId id="{017B340A-7B93-4FD3-B707-30B6369F40DF}"/>
                </a:ext>
              </a:extLst>
            </p:cNvPr>
            <p:cNvSpPr>
              <a:spLocks noGrp="1"/>
            </p:cNvSpPr>
            <p:nvPr/>
          </p:nvSpPr>
          <p:spPr>
            <a:xfrm>
              <a:off x="6800515" y="2284324"/>
              <a:ext cx="59665" cy="470276"/>
            </a:xfrm>
            <a:prstGeom prst="line">
              <a:avLst/>
            </a:prstGeom>
            <a:ln w="5156">
              <a:solidFill>
                <a:srgbClr val="0CA37A">
                  <a:alpha val="96000"/>
                </a:srgbClr>
              </a:solidFill>
              <a:prstDash val="dash"/>
            </a:ln>
          </p:spPr>
        </p:sp>
        <p:sp>
          <p:nvSpPr>
            <p:cNvPr id="20008" name="projection-3d:source-246">
              <a:extLst>
                <a:ext uri="{FF2B5EF4-FFF2-40B4-BE49-F238E27FC236}">
                  <ns2:creationId id="{D24E6208-8CD2-420C-8AF4-0BB7C8858312}"/>
                </a:ext>
              </a:extLst>
            </p:cNvPr>
            <p:cNvSpPr>
              <a:spLocks noGrp="1"/>
            </p:cNvSpPr>
            <p:nvPr/>
          </p:nvSpPr>
          <p:spPr>
            <a:xfrm>
              <a:off x="6794283" y="2276373"/>
              <a:ext cx="12463" cy="15901"/>
            </a:xfrm>
            <a:prstGeom prst="ellipse">
              <a:avLst/>
            </a:prstGeom>
            <a:solidFill>
              <a:srgbClr val="0CA37A">
                <a:alpha val="95000"/>
              </a:srgbClr>
            </a:solidFill>
            <a:ln>
              <a:noFill/>
            </a:ln>
          </p:spPr>
          <p:txBody>
            <a:bodyPr anchor="ctr"/>
            <a:lstStyle/>
            <a:p>
              <a:pPr algn="ctr">
                <a:buNone/>
              </a:pPr>
            </a:p>
          </p:txBody>
        </p:sp>
        <p:sp>
          <p:nvSpPr>
            <p:cNvPr id="20009" name="projection-3d:source-247">
              <a:extLst>
                <a:ext uri="{FF2B5EF4-FFF2-40B4-BE49-F238E27FC236}">
                  <ns2:creationId id="{46F158D8-D00B-4457-A94C-6ECAB81340D1}"/>
                </a:ext>
              </a:extLst>
            </p:cNvPr>
            <p:cNvSpPr>
              <a:spLocks noGrp="1"/>
            </p:cNvSpPr>
            <p:nvPr/>
          </p:nvSpPr>
          <p:spPr>
            <a:xfrm>
              <a:off x="5648325" y="1666875"/>
              <a:ext cx="1260912" cy="1113099"/>
            </a:xfrm>
            <a:custGeom>
              <a:rect l="l" t="t" r="r" b="b"/>
              <a:pathLst>
                <a:path w="951" h="658">
                  <a:moveTo>
                    <a:pt x="0" y="0"/>
                  </a:moveTo>
                  <a:moveTo>
                    <a:pt x="880" y="645"/>
                  </a:moveTo>
                  <a:lnTo>
                    <a:pt x="910" y="629"/>
                  </a:lnTo>
                  <a:lnTo>
                    <a:pt x="951" y="642"/>
                  </a:lnTo>
                  <a:lnTo>
                    <a:pt x="916" y="658"/>
                  </a:lnTo>
                  <a:close/>
                </a:path>
              </a:pathLst>
            </a:custGeom>
            <a:solidFill>
              <a:srgbClr val="0CA37A">
                <a:alpha val="100000"/>
              </a:srgbClr>
            </a:solidFill>
            <a:ln>
              <a:noFill/>
            </a:ln>
          </p:spPr>
          <p:txBody>
            <a:bodyPr anchor="ctr"/>
            <a:lstStyle/>
            <a:p>
              <a:pPr algn="ctr">
                <a:buNone/>
              </a:pPr>
            </a:p>
          </p:txBody>
        </p:sp>
        <p:sp>
          <p:nvSpPr>
            <p:cNvPr id="20010" name="projection-3d:source-248">
              <a:extLst>
                <a:ext uri="{FF2B5EF4-FFF2-40B4-BE49-F238E27FC236}">
                  <ns2:creationId id="{FDE4F394-1AD4-4679-8DB8-D5EEC1CFE790}"/>
                </a:ext>
              </a:extLst>
            </p:cNvPr>
            <p:cNvSpPr>
              <a:spLocks noGrp="1"/>
            </p:cNvSpPr>
            <p:nvPr/>
          </p:nvSpPr>
          <p:spPr>
            <a:xfrm>
              <a:off x="7069668" y="2395972"/>
              <a:ext cx="46406" cy="257129"/>
            </a:xfrm>
            <a:prstGeom prst="line">
              <a:avLst/>
            </a:prstGeom>
            <a:ln w="5156">
              <a:solidFill>
                <a:srgbClr val="CC79A7">
                  <a:alpha val="96000"/>
                </a:srgbClr>
              </a:solidFill>
              <a:prstDash val="dash"/>
            </a:ln>
          </p:spPr>
        </p:sp>
        <p:sp>
          <p:nvSpPr>
            <p:cNvPr id="20011" name="projection-3d:source-249">
              <a:extLst>
                <a:ext uri="{FF2B5EF4-FFF2-40B4-BE49-F238E27FC236}">
                  <ns2:creationId id="{EDB50AC7-B713-46CE-953F-0F6E4CE2E640}"/>
                </a:ext>
              </a:extLst>
            </p:cNvPr>
            <p:cNvSpPr>
              <a:spLocks noGrp="1"/>
            </p:cNvSpPr>
            <p:nvPr/>
          </p:nvSpPr>
          <p:spPr>
            <a:xfrm>
              <a:off x="7063437" y="2388021"/>
              <a:ext cx="12463" cy="15901"/>
            </a:xfrm>
            <a:prstGeom prst="ellipse">
              <a:avLst/>
            </a:prstGeom>
            <a:solidFill>
              <a:srgbClr val="CC79A7">
                <a:alpha val="95000"/>
              </a:srgbClr>
            </a:solidFill>
            <a:ln>
              <a:noFill/>
            </a:ln>
          </p:spPr>
          <p:txBody>
            <a:bodyPr anchor="ctr"/>
            <a:lstStyle/>
            <a:p>
              <a:pPr algn="ctr">
                <a:buNone/>
              </a:pPr>
            </a:p>
          </p:txBody>
        </p:sp>
        <p:sp>
          <p:nvSpPr>
            <p:cNvPr id="20012" name="projection-3d:source-250">
              <a:extLst>
                <a:ext uri="{FF2B5EF4-FFF2-40B4-BE49-F238E27FC236}">
                  <ns2:creationId id="{34C05FF2-B3DB-47E6-8FE1-DF8BCFF0981D}"/>
                </a:ext>
              </a:extLst>
            </p:cNvPr>
            <p:cNvSpPr>
              <a:spLocks noGrp="1"/>
            </p:cNvSpPr>
            <p:nvPr/>
          </p:nvSpPr>
          <p:spPr>
            <a:xfrm>
              <a:off x="5648325" y="1666875"/>
              <a:ext cx="1516807" cy="1011601"/>
            </a:xfrm>
            <a:custGeom>
              <a:rect l="l" t="t" r="r" b="b"/>
              <a:pathLst>
                <a:path w="1144" h="598">
                  <a:moveTo>
                    <a:pt x="0" y="0"/>
                  </a:moveTo>
                  <a:moveTo>
                    <a:pt x="1073" y="585"/>
                  </a:moveTo>
                  <a:lnTo>
                    <a:pt x="1103" y="569"/>
                  </a:lnTo>
                  <a:lnTo>
                    <a:pt x="1144" y="582"/>
                  </a:lnTo>
                  <a:lnTo>
                    <a:pt x="1109" y="598"/>
                  </a:lnTo>
                  <a:close/>
                </a:path>
              </a:pathLst>
            </a:custGeom>
            <a:solidFill>
              <a:srgbClr val="CC79A7">
                <a:alpha val="100000"/>
              </a:srgbClr>
            </a:solidFill>
            <a:ln>
              <a:noFill/>
            </a:ln>
          </p:spPr>
          <p:txBody>
            <a:bodyPr anchor="ctr"/>
            <a:lstStyle/>
            <a:p>
              <a:pPr algn="ctr">
                <a:buNone/>
              </a:pPr>
            </a:p>
          </p:txBody>
        </p:sp>
        <p:sp>
          <p:nvSpPr>
            <p:cNvPr id="20013" name="projection-3d:frame">
              <a:extLst>
                <a:ext uri="{FF2B5EF4-FFF2-40B4-BE49-F238E27FC236}">
                  <ns2:creationId id="{9C8DBB23-3353-43CD-A734-2E510BC1BE80}"/>
                </a:ext>
              </a:extLst>
            </p:cNvPr>
            <p:cNvSpPr>
              <a:spLocks noGrp="1"/>
            </p:cNvSpPr>
            <p:nvPr/>
          </p:nvSpPr>
          <p:spPr>
            <a:xfrm rot="0" flipH="0" flipV="0">
              <a:off x="5753100" y="1646873"/>
              <a:ext cx="1857375" cy="1691640"/>
            </a:xfrm>
            <a:prstGeom prst="rect">
              <a:avLst/>
            </a:prstGeom>
            <a:noFill/>
            <a:ln w="8810">
              <a:solidFill>
                <a:srgbClr val="263238"/>
              </a:solidFill>
              <a:prstDash val="solid"/>
            </a:ln>
          </p:spPr>
        </p:sp>
        <p:sp>
          <p:nvSpPr>
            <p:cNvPr id="20014" name="projection-3d:down-arrow-1027">
              <a:extLst>
                <a:ext uri="{FF2B5EF4-FFF2-40B4-BE49-F238E27FC236}">
                  <ns2:creationId id="{352F2AA5-63D1-4152-973F-C4F154904357}"/>
                </a:ext>
              </a:extLst>
            </p:cNvPr>
            <p:cNvSpPr>
              <a:spLocks noGrp="1"/>
            </p:cNvSpPr>
            <p:nvPr/>
          </p:nvSpPr>
          <p:spPr>
            <a:xfrm rot="0" flipH="0" flipV="0">
              <a:off x="6667500" y="3381375"/>
              <a:ext cx="705" cy="259080"/>
            </a:xfrm>
            <a:custGeom>
              <a:pathLst>
                <a:path w="953" h="161925">
                  <a:moveTo>
                    <a:pt x="0" y="0"/>
                  </a:moveTo>
                  <a:lnTo>
                    <a:pt x="0" y="161925"/>
                  </a:lnTo>
                </a:path>
              </a:pathLst>
            </a:custGeom>
            <a:noFill/>
            <a:ln w="10573">
              <a:solidFill>
                <a:srgbClr val="91A5B4"/>
              </a:solidFill>
              <a:prstDash val="solid"/>
            </a:ln>
          </p:spPr>
        </p:sp>
        <p:sp>
          <p:nvSpPr>
            <p:cNvPr id="20015" name="projection-3d:down-arrow-1028">
              <a:extLst>
                <a:ext uri="{FF2B5EF4-FFF2-40B4-BE49-F238E27FC236}">
                  <ns2:creationId id="{CA8D46BE-E65D-4102-9D4C-ADC6AAAB5B78}"/>
                </a:ext>
              </a:extLst>
            </p:cNvPr>
            <p:cNvSpPr>
              <a:spLocks noGrp="1"/>
            </p:cNvSpPr>
            <p:nvPr/>
          </p:nvSpPr>
          <p:spPr>
            <a:xfrm rot="0" flipH="0" flipV="0">
              <a:off x="6649315" y="3549015"/>
              <a:ext cx="36370" cy="91440"/>
            </a:xfrm>
            <a:custGeom>
              <a:pathLst>
                <a:path w="49149" h="57150">
                  <a:moveTo>
                    <a:pt x="24575" y="57150"/>
                  </a:moveTo>
                  <a:lnTo>
                    <a:pt x="49149" y="0"/>
                  </a:lnTo>
                  <a:lnTo>
                    <a:pt x="0" y="0"/>
                  </a:lnTo>
                  <a:close/>
                </a:path>
              </a:pathLst>
            </a:custGeom>
            <a:solidFill>
              <a:srgbClr val="91A5B4"/>
            </a:solidFill>
            <a:ln w="0">
              <a:noFill/>
              <a:prstDash val="solid"/>
            </a:ln>
          </p:spPr>
        </p:sp>
      </p:grpSp>
      <p:grpSp>
        <p:nvGrpSpPr>
          <p:cNvPr id="3179" name="position-certificate"/>
          <p:cNvGrpSpPr/>
          <p:nvPr/>
        </p:nvGrpSpPr>
        <p:grpSpPr>
          <a:xfrm>
            <a:off x="0" y="0"/>
            <a:ext cx="24955500" cy="8572500"/>
            <a:chOff x="0" y="0"/>
            <a:chExt cx="24955500" cy="8572500"/>
          </a:xfrm>
        </p:grpSpPr>
        <p:sp>
          <p:nvSpPr>
            <p:cNvPr id="1040" name="four:position-certificate:textbox:1040">
              <a:extLst>
                <a:ext uri="{FF2B5EF4-FFF2-40B4-BE49-F238E27FC236}">
                  <ns2:creationId id="{AA97211A-DBEF-423F-A893-82FEC402FB94}"/>
                </a:ext>
              </a:extLst>
            </p:cNvPr>
            <p:cNvSpPr>
              <a:spLocks noGrp="1"/>
            </p:cNvSpPr>
            <p:nvPr/>
          </p:nvSpPr>
          <p:spPr>
            <a:xfrm>
              <a:off x="8572500" y="1057275"/>
              <a:ext cx="2857500" cy="304800"/>
            </a:xfrm>
            <a:prstGeom prst="rect">
              <a:avLst/>
            </a:prstGeom>
            <a:noFill/>
            <a:ln w="0">
              <a:noFill/>
              <a:prstDash val="solid"/>
            </a:ln>
          </p:spPr>
          <p:txBody>
            <a:bodyPr wrap="none" lIns="0" tIns="0" rIns="0" bIns="0" anchor="ctr">
              <a:normAutofit fontScale="100000"/>
            </a:bodyPr>
            <a:lstStyle>
              <a:defPPr algn="l">
                <a:defRPr sz="1875" b="1">
                  <a:solidFill>
                    <a:srgbClr val="263238"/>
                  </a:solidFill>
                  <a:latin typeface="Arial"/>
                  <a:ea typeface="Arial"/>
                  <a:cs typeface="Arial"/>
                </a:defRPr>
              </a:defPPr>
            </a:lstStyle>
            <a:p>
              <a:pPr algn="l">
                <a:defRPr sz="1875" b="1">
                  <a:solidFill>
                    <a:srgbClr val="263238"/>
                  </a:solidFill>
                  <a:latin typeface="Arial"/>
                  <a:ea typeface="Arial"/>
                  <a:cs typeface="Arial"/>
                </a:defRPr>
              </a:pPr>
              <a:r>
                <a:rPr sz="1875" b="1">
                  <a:solidFill>
                    <a:srgbClr val="263238"/>
                  </a:solidFill>
                  <a:latin typeface="Arial"/>
                  <a:ea typeface="Arial"/>
                  <a:cs typeface="Arial"/>
                </a:rPr>
                <a:t>Position certificate</a:t>
              </a:r>
            </a:p>
          </p:txBody>
        </p:sp>
        <p:sp>
          <p:nvSpPr>
            <p:cNvPr id="1041" name="four:position-certificate:line:1041">
              <a:extLst>
                <a:ext uri="{FF2B5EF4-FFF2-40B4-BE49-F238E27FC236}">
                  <ns2:creationId id="{7A6C3B28-414E-44CD-8DD8-6F515B6D5769}"/>
                </a:ext>
              </a:extLst>
            </p:cNvPr>
            <p:cNvSpPr>
              <a:spLocks noGrp="1"/>
            </p:cNvSpPr>
            <p:nvPr/>
          </p:nvSpPr>
          <p:spPr>
            <a:xfrm>
              <a:off x="11811000" y="1171575"/>
              <a:ext cx="314325" cy="953"/>
            </a:xfrm>
            <a:custGeom>
              <a:pathLst>
                <a:path w="314325" h="953">
                  <a:moveTo>
                    <a:pt x="0" y="0"/>
                  </a:moveTo>
                  <a:lnTo>
                    <a:pt x="314325" y="0"/>
                  </a:lnTo>
                </a:path>
              </a:pathLst>
            </a:custGeom>
            <a:noFill/>
            <a:ln w="11430">
              <a:solidFill>
                <a:srgbClr val="263238"/>
              </a:solidFill>
              <a:prstDash val="solid"/>
            </a:ln>
          </p:spPr>
        </p:sp>
        <p:sp>
          <p:nvSpPr>
            <p:cNvPr id="1042" name="four:position-certificate:reference-box-key:1042">
              <a:extLst>
                <a:ext uri="{FF2B5EF4-FFF2-40B4-BE49-F238E27FC236}">
                  <ns2:creationId id="{A41B316A-1511-4852-AA48-6093F5ADFF7D}"/>
                </a:ext>
              </a:extLst>
            </p:cNvPr>
            <p:cNvSpPr>
              <a:spLocks noGrp="1"/>
            </p:cNvSpPr>
            <p:nvPr/>
          </p:nvSpPr>
          <p:spPr>
            <a:xfrm>
              <a:off x="11887200" y="1104900"/>
              <a:ext cx="171450" cy="133350"/>
            </a:xfrm>
            <a:prstGeom prst="rect">
              <a:avLst/>
            </a:prstGeom>
            <a:solidFill>
              <a:srgbClr val="92C0D9"/>
            </a:solidFill>
            <a:ln w="7620">
              <a:solidFill>
                <a:srgbClr val="263238"/>
              </a:solidFill>
              <a:prstDash val="solid"/>
            </a:ln>
          </p:spPr>
        </p:sp>
        <p:sp>
          <p:nvSpPr>
            <p:cNvPr id="1043" name="four:position-certificate:regular-node:1043">
              <a:extLst>
                <a:ext uri="{FF2B5EF4-FFF2-40B4-BE49-F238E27FC236}">
                  <ns2:creationId id="{3C50B046-ACA6-433B-80DB-1B79A99E032A}"/>
                </a:ext>
              </a:extLst>
            </p:cNvPr>
            <p:cNvSpPr>
              <a:spLocks noGrp="1"/>
            </p:cNvSpPr>
            <p:nvPr/>
          </p:nvSpPr>
          <p:spPr>
            <a:xfrm>
              <a:off x="11953875" y="1152525"/>
              <a:ext cx="38100" cy="38100"/>
            </a:xfrm>
            <a:prstGeom prst="ellipse">
              <a:avLst/>
            </a:prstGeom>
            <a:solidFill>
              <a:srgbClr val="263238"/>
            </a:solidFill>
            <a:ln w="0">
              <a:noFill/>
              <a:prstDash val="solid"/>
            </a:ln>
          </p:spPr>
        </p:sp>
        <p:sp>
          <p:nvSpPr>
            <p:cNvPr id="1044" name="four:position-certificate:textbox:1044">
              <a:extLst>
                <a:ext uri="{FF2B5EF4-FFF2-40B4-BE49-F238E27FC236}">
                  <ns2:creationId id="{3308DBF4-08BD-4835-9759-03ED93479A83}"/>
                </a:ext>
              </a:extLst>
            </p:cNvPr>
            <p:cNvSpPr>
              <a:spLocks noGrp="1"/>
            </p:cNvSpPr>
            <p:nvPr/>
          </p:nvSpPr>
          <p:spPr>
            <a:xfrm>
              <a:off x="12192000" y="990600"/>
              <a:ext cx="419100" cy="342900"/>
            </a:xfrm>
            <a:prstGeom prst="rect">
              <a:avLst/>
            </a:prstGeom>
            <a:noFill/>
            <a:ln w="0">
              <a:noFill/>
              <a:prstDash val="solid"/>
            </a:ln>
          </p:spPr>
          <p:txBody>
            <a:bodyPr wrap="none" lIns="0" tIns="0" rIns="0" bIns="0" anchor="ctr">
              <a:normAutofit fontScale="100000"/>
            </a:bodyPr>
            <a:lstStyle>
              <a:defPPr algn="ctr">
                <a:defRPr sz="1650" b="0">
                  <a:solidFill>
                    <a:srgbClr val="263238"/>
                  </a:solidFill>
                  <a:latin typeface="Arial"/>
                  <a:ea typeface="Arial"/>
                  <a:cs typeface="Arial"/>
                </a:defRPr>
              </a:defPPr>
            </a:lstStyle>
            <a:p>
              <a:pPr algn="ctr">
                <a:defRPr sz="1650" b="0">
                  <a:solidFill>
                    <a:srgbClr val="263238"/>
                  </a:solidFill>
                  <a:latin typeface="Arial"/>
                  <a:ea typeface="Arial"/>
                  <a:cs typeface="Arial"/>
                </a:defRPr>
              </a:pPr>
              <a:r>
                <a:rPr sz="1650" b="0">
                  <a:solidFill>
                    <a:srgbClr val="263238"/>
                  </a:solidFill>
                  <a:latin typeface="Arial"/>
                  <a:ea typeface="Arial"/>
                  <a:cs typeface="Arial"/>
                </a:rPr>
                <a:t>q</a:t>
              </a:r>
              <a:r>
                <a:rPr sz="1188" b="0" baseline="-25000">
                  <a:solidFill>
                    <a:srgbClr val="263238"/>
                  </a:solidFill>
                  <a:latin typeface="Arial"/>
                  <a:ea typeface="Arial"/>
                  <a:cs typeface="Arial"/>
                </a:rPr>
                <a:t>i</a:t>
              </a:r>
            </a:p>
          </p:txBody>
        </p:sp>
        <p:sp>
          <p:nvSpPr>
            <p:cNvPr id="1045" name="four:position-certificate:line:1045">
              <a:extLst>
                <a:ext uri="{FF2B5EF4-FFF2-40B4-BE49-F238E27FC236}">
                  <ns2:creationId id="{45FE9B5F-0ECC-4117-9205-C1A88D55845D}"/>
                </a:ext>
              </a:extLst>
            </p:cNvPr>
            <p:cNvSpPr>
              <a:spLocks noGrp="1"/>
            </p:cNvSpPr>
            <p:nvPr/>
          </p:nvSpPr>
          <p:spPr>
            <a:xfrm>
              <a:off x="13001625" y="1171575"/>
              <a:ext cx="314325" cy="953"/>
            </a:xfrm>
            <a:custGeom>
              <a:pathLst>
                <a:path w="314325" h="953">
                  <a:moveTo>
                    <a:pt x="0" y="0"/>
                  </a:moveTo>
                  <a:lnTo>
                    <a:pt x="314325" y="0"/>
                  </a:lnTo>
                </a:path>
              </a:pathLst>
            </a:custGeom>
            <a:noFill/>
            <a:ln w="11430">
              <a:solidFill>
                <a:srgbClr val="263238"/>
              </a:solidFill>
              <a:prstDash val="dash"/>
            </a:ln>
          </p:spPr>
        </p:sp>
        <p:sp>
          <p:nvSpPr>
            <p:cNvPr id="1046" name="four:position-certificate:line:1046">
              <a:extLst>
                <a:ext uri="{FF2B5EF4-FFF2-40B4-BE49-F238E27FC236}">
                  <ns2:creationId id="{AEA261D5-5566-468C-82B7-DE6530EA1153}"/>
                </a:ext>
              </a:extLst>
            </p:cNvPr>
            <p:cNvSpPr>
              <a:spLocks noGrp="1"/>
            </p:cNvSpPr>
            <p:nvPr/>
          </p:nvSpPr>
          <p:spPr>
            <a:xfrm>
              <a:off x="13154025" y="1095375"/>
              <a:ext cx="953" cy="152400"/>
            </a:xfrm>
            <a:custGeom>
              <a:pathLst>
                <a:path w="953" h="152400">
                  <a:moveTo>
                    <a:pt x="0" y="0"/>
                  </a:moveTo>
                  <a:lnTo>
                    <a:pt x="0" y="152400"/>
                  </a:lnTo>
                </a:path>
              </a:pathLst>
            </a:custGeom>
            <a:noFill/>
            <a:ln w="11430">
              <a:solidFill>
                <a:srgbClr val="263238"/>
              </a:solidFill>
              <a:prstDash val="dash"/>
            </a:ln>
          </p:spPr>
        </p:sp>
        <p:sp>
          <p:nvSpPr>
            <p:cNvPr id="1047" name="four:position-certificate:line:1047">
              <a:extLst>
                <a:ext uri="{FF2B5EF4-FFF2-40B4-BE49-F238E27FC236}">
                  <ns2:creationId id="{BCA4C937-13F9-4ED7-90DA-79DFE1DB4A07}"/>
                </a:ext>
              </a:extLst>
            </p:cNvPr>
            <p:cNvSpPr>
              <a:spLocks noGrp="1"/>
            </p:cNvSpPr>
            <p:nvPr/>
          </p:nvSpPr>
          <p:spPr>
            <a:xfrm>
              <a:off x="13115925" y="1095375"/>
              <a:ext cx="76200" cy="953"/>
            </a:xfrm>
            <a:custGeom>
              <a:pathLst>
                <a:path w="76200" h="953">
                  <a:moveTo>
                    <a:pt x="0" y="0"/>
                  </a:moveTo>
                  <a:lnTo>
                    <a:pt x="76200" y="0"/>
                  </a:lnTo>
                </a:path>
              </a:pathLst>
            </a:custGeom>
            <a:noFill/>
            <a:ln w="11430">
              <a:solidFill>
                <a:srgbClr val="263238"/>
              </a:solidFill>
              <a:prstDash val="solid"/>
            </a:ln>
          </p:spPr>
        </p:sp>
        <p:sp>
          <p:nvSpPr>
            <p:cNvPr id="1048" name="four:position-certificate:textbox:1048">
              <a:extLst>
                <a:ext uri="{FF2B5EF4-FFF2-40B4-BE49-F238E27FC236}">
                  <ns2:creationId id="{6C6D6525-13A5-4580-BA94-D5DDE1400546}"/>
                </a:ext>
              </a:extLst>
            </p:cNvPr>
            <p:cNvSpPr>
              <a:spLocks noGrp="1"/>
            </p:cNvSpPr>
            <p:nvPr/>
          </p:nvSpPr>
          <p:spPr>
            <a:xfrm>
              <a:off x="13382625" y="990600"/>
              <a:ext cx="419100" cy="342900"/>
            </a:xfrm>
            <a:prstGeom prst="rect">
              <a:avLst/>
            </a:prstGeom>
            <a:noFill/>
            <a:ln w="0">
              <a:noFill/>
              <a:prstDash val="solid"/>
            </a:ln>
          </p:spPr>
          <p:txBody>
            <a:bodyPr wrap="none" lIns="0" tIns="0" rIns="0" bIns="0" anchor="ctr">
              <a:normAutofit fontScale="100000"/>
            </a:bodyPr>
            <a:lstStyle>
              <a:defPPr algn="ctr">
                <a:defRPr sz="1650" b="0">
                  <a:solidFill>
                    <a:srgbClr val="263238"/>
                  </a:solidFill>
                  <a:latin typeface="Arial"/>
                  <a:ea typeface="Arial"/>
                  <a:cs typeface="Arial"/>
                </a:defRPr>
              </a:defPPr>
            </a:lstStyle>
            <a:p>
              <a:pPr algn="ctr">
                <a:defRPr sz="1650" b="0">
                  <a:solidFill>
                    <a:srgbClr val="263238"/>
                  </a:solidFill>
                  <a:latin typeface="Arial"/>
                  <a:ea typeface="Arial"/>
                  <a:cs typeface="Arial"/>
                </a:defRPr>
              </a:pPr>
              <a:r>
                <a:rPr sz="1650" b="0">
                  <a:solidFill>
                    <a:srgbClr val="263238"/>
                  </a:solidFill>
                  <a:latin typeface="Arial"/>
                  <a:ea typeface="Arial"/>
                  <a:cs typeface="Arial"/>
                </a:rPr>
                <a:t>u</a:t>
              </a:r>
              <a:r>
                <a:rPr sz="1188" b="0" baseline="-25000">
                  <a:solidFill>
                    <a:srgbClr val="263238"/>
                  </a:solidFill>
                  <a:latin typeface="Arial"/>
                  <a:ea typeface="Arial"/>
                  <a:cs typeface="Arial"/>
                </a:rPr>
                <a:t>i</a:t>
              </a:r>
            </a:p>
          </p:txBody>
        </p:sp>
        <p:sp>
          <p:nvSpPr>
            <p:cNvPr id="1049" name="four:position-certificate:textbox:1049">
              <a:extLst>
                <a:ext uri="{FF2B5EF4-FFF2-40B4-BE49-F238E27FC236}">
                  <ns2:creationId id="{596B60AD-522F-4A94-88F6-575CA3EC68B8}"/>
                </a:ext>
              </a:extLst>
            </p:cNvPr>
            <p:cNvSpPr>
              <a:spLocks noGrp="1"/>
            </p:cNvSpPr>
            <p:nvPr/>
          </p:nvSpPr>
          <p:spPr>
            <a:xfrm>
              <a:off x="8648700" y="1400175"/>
              <a:ext cx="2762250" cy="276225"/>
            </a:xfrm>
            <a:prstGeom prst="rect">
              <a:avLst/>
            </a:prstGeom>
            <a:noFill/>
            <a:ln w="0">
              <a:noFill/>
              <a:prstDash val="solid"/>
            </a:ln>
          </p:spPr>
          <p:txBody>
            <a:bodyPr wrap="none" lIns="0" tIns="0" rIns="0" bIns="0" anchor="ctr">
              <a:normAutofit fontScale="100000"/>
            </a:bodyPr>
            <a:lstStyle>
              <a:defPPr algn="ctr">
                <a:defRPr sz="1650" b="1">
                  <a:solidFill>
                    <a:srgbClr val="263238"/>
                  </a:solidFill>
                  <a:latin typeface="Arial"/>
                  <a:ea typeface="Arial"/>
                  <a:cs typeface="Arial"/>
                </a:defRPr>
              </a:defPPr>
            </a:lstStyle>
            <a:p>
              <a:pPr algn="ctr">
                <a:defRPr sz="1650" b="1">
                  <a:solidFill>
                    <a:srgbClr val="263238"/>
                  </a:solidFill>
                  <a:latin typeface="Arial"/>
                  <a:ea typeface="Arial"/>
                  <a:cs typeface="Arial"/>
                </a:defRPr>
              </a:pPr>
              <a:r>
                <a:rPr sz="1650" b="1">
                  <a:solidFill>
                    <a:srgbClr val="263238"/>
                  </a:solidFill>
                  <a:latin typeface="Arial"/>
                  <a:ea typeface="Arial"/>
                  <a:cs typeface="Arial"/>
                </a:rPr>
                <a:t>Geometry only</a:t>
              </a:r>
            </a:p>
          </p:txBody>
        </p:sp>
        <p:sp>
          <p:nvSpPr>
            <p:cNvPr id="1050" name="four:position-certificate:textbox:1050">
              <a:extLst>
                <a:ext uri="{FF2B5EF4-FFF2-40B4-BE49-F238E27FC236}">
                  <ns2:creationId id="{FCC96523-4C71-4F25-8FA2-84411EEF1D1D}"/>
                </a:ext>
              </a:extLst>
            </p:cNvPr>
            <p:cNvSpPr>
              <a:spLocks noGrp="1"/>
            </p:cNvSpPr>
            <p:nvPr/>
          </p:nvSpPr>
          <p:spPr>
            <a:xfrm>
              <a:off x="8610600" y="1800225"/>
              <a:ext cx="266700" cy="342900"/>
            </a:xfrm>
            <a:prstGeom prst="rect">
              <a:avLst/>
            </a:prstGeom>
            <a:noFill/>
            <a:ln w="0">
              <a:noFill/>
              <a:prstDash val="solid"/>
            </a:ln>
          </p:spPr>
          <p:txBody>
            <a:bodyPr wrap="none" lIns="0" tIns="0" rIns="0" bIns="0" anchor="ctr">
              <a:normAutofit fontScale="100000"/>
            </a:bodyPr>
            <a:lstStyle>
              <a:defPPr algn="ctr">
                <a:defRPr sz="1650" b="0">
                  <a:solidFill>
                    <a:srgbClr val="7B8790"/>
                  </a:solidFill>
                  <a:latin typeface="Arial"/>
                  <a:ea typeface="Arial"/>
                  <a:cs typeface="Arial"/>
                </a:defRPr>
              </a:defPPr>
            </a:lstStyle>
            <a:p>
              <a:pPr algn="ctr">
                <a:defRPr sz="1650" b="0">
                  <a:solidFill>
                    <a:srgbClr val="7B8790"/>
                  </a:solidFill>
                  <a:latin typeface="Arial"/>
                  <a:ea typeface="Arial"/>
                  <a:cs typeface="Arial"/>
                </a:defRPr>
              </a:pPr>
              <a:r>
                <a:rPr sz="1650" b="0">
                  <a:solidFill>
                    <a:srgbClr val="7B8790"/>
                  </a:solidFill>
                  <a:latin typeface="Arial"/>
                  <a:ea typeface="Arial"/>
                  <a:cs typeface="Arial"/>
                </a:rPr>
                <a:t>u</a:t>
              </a:r>
              <a:r>
                <a:rPr sz="1188" b="0" baseline="-25000">
                  <a:solidFill>
                    <a:srgbClr val="7B8790"/>
                  </a:solidFill>
                  <a:latin typeface="Arial"/>
                  <a:ea typeface="Arial"/>
                  <a:cs typeface="Arial"/>
                </a:rPr>
                <a:t>i</a:t>
              </a:r>
            </a:p>
          </p:txBody>
        </p:sp>
        <p:sp>
          <p:nvSpPr>
            <p:cNvPr id="1051" name="four:position-certificate:textbox:1051">
              <a:extLst>
                <a:ext uri="{FF2B5EF4-FFF2-40B4-BE49-F238E27FC236}">
                  <ns2:creationId id="{B6B99628-50CB-424A-ACEF-CDD2F7BC1F57}"/>
                </a:ext>
              </a:extLst>
            </p:cNvPr>
            <p:cNvSpPr>
              <a:spLocks noGrp="1"/>
            </p:cNvSpPr>
            <p:nvPr/>
          </p:nvSpPr>
          <p:spPr>
            <a:xfrm>
              <a:off x="8610600" y="2486025"/>
              <a:ext cx="266700" cy="342900"/>
            </a:xfrm>
            <a:prstGeom prst="rect">
              <a:avLst/>
            </a:prstGeom>
            <a:noFill/>
            <a:ln w="0">
              <a:noFill/>
              <a:prstDash val="solid"/>
            </a:ln>
          </p:spPr>
          <p:txBody>
            <a:bodyPr wrap="none" lIns="0" tIns="0" rIns="0" bIns="0" anchor="ctr">
              <a:normAutofit fontScale="100000"/>
            </a:bodyPr>
            <a:lstStyle>
              <a:defPPr algn="ctr">
                <a:defRPr sz="1650" b="0">
                  <a:solidFill>
                    <a:srgbClr val="7B8790"/>
                  </a:solidFill>
                  <a:latin typeface="Arial"/>
                  <a:ea typeface="Arial"/>
                  <a:cs typeface="Arial"/>
                </a:defRPr>
              </a:defPPr>
            </a:lstStyle>
            <a:p>
              <a:pPr algn="ctr">
                <a:defRPr sz="1650" b="0">
                  <a:solidFill>
                    <a:srgbClr val="7B8790"/>
                  </a:solidFill>
                  <a:latin typeface="Arial"/>
                  <a:ea typeface="Arial"/>
                  <a:cs typeface="Arial"/>
                </a:defRPr>
              </a:pPr>
              <a:r>
                <a:rPr sz="1650" b="0">
                  <a:solidFill>
                    <a:srgbClr val="7B8790"/>
                  </a:solidFill>
                  <a:latin typeface="Arial"/>
                  <a:ea typeface="Arial"/>
                  <a:cs typeface="Arial"/>
                </a:rPr>
                <a:t>q</a:t>
              </a:r>
              <a:r>
                <a:rPr sz="1188" b="0" baseline="-25000">
                  <a:solidFill>
                    <a:srgbClr val="7B8790"/>
                  </a:solidFill>
                  <a:latin typeface="Arial"/>
                  <a:ea typeface="Arial"/>
                  <a:cs typeface="Arial"/>
                </a:rPr>
                <a:t>i</a:t>
              </a:r>
            </a:p>
          </p:txBody>
        </p:sp>
        <p:sp>
          <p:nvSpPr>
            <p:cNvPr id="1052" name="four:position-certificate:line:1052">
              <a:extLst>
                <a:ext uri="{FF2B5EF4-FFF2-40B4-BE49-F238E27FC236}">
                  <ns2:creationId id="{AB51CE09-96A5-4C67-832A-37814F504C9F}"/>
                </a:ext>
              </a:extLst>
            </p:cNvPr>
            <p:cNvSpPr>
              <a:spLocks noGrp="1"/>
            </p:cNvSpPr>
            <p:nvPr/>
          </p:nvSpPr>
          <p:spPr>
            <a:xfrm>
              <a:off x="9043988" y="2124075"/>
              <a:ext cx="100013" cy="400050"/>
            </a:xfrm>
            <a:custGeom>
              <a:pathLst>
                <a:path w="100013" h="400050">
                  <a:moveTo>
                    <a:pt x="0" y="0"/>
                  </a:moveTo>
                  <a:lnTo>
                    <a:pt x="100013" y="400050"/>
                  </a:lnTo>
                </a:path>
              </a:pathLst>
            </a:custGeom>
            <a:noFill/>
            <a:ln w="10478">
              <a:solidFill>
                <a:srgbClr val="0072B2">
                  <a:alpha val="48000"/>
                </a:srgbClr>
              </a:solidFill>
              <a:prstDash val="solid"/>
            </a:ln>
          </p:spPr>
        </p:sp>
        <p:sp>
          <p:nvSpPr>
            <p:cNvPr id="1053" name="four:position-certificate:line:1053">
              <a:extLst>
                <a:ext uri="{FF2B5EF4-FFF2-40B4-BE49-F238E27FC236}">
                  <ns2:creationId id="{AA68D12B-3A1C-479C-ABD8-4C3BC972E481}"/>
                </a:ext>
              </a:extLst>
            </p:cNvPr>
            <p:cNvSpPr>
              <a:spLocks noGrp="1"/>
            </p:cNvSpPr>
            <p:nvPr/>
          </p:nvSpPr>
          <p:spPr>
            <a:xfrm>
              <a:off x="9777413" y="2124075"/>
              <a:ext cx="33338" cy="400050"/>
            </a:xfrm>
            <a:custGeom>
              <a:pathLst>
                <a:path w="33338" h="400050">
                  <a:moveTo>
                    <a:pt x="0" y="0"/>
                  </a:moveTo>
                  <a:lnTo>
                    <a:pt x="33338" y="400050"/>
                  </a:lnTo>
                </a:path>
              </a:pathLst>
            </a:custGeom>
            <a:noFill/>
            <a:ln w="10478">
              <a:solidFill>
                <a:srgbClr val="D55E00">
                  <a:alpha val="48000"/>
                </a:srgbClr>
              </a:solidFill>
              <a:prstDash val="solid"/>
            </a:ln>
          </p:spPr>
        </p:sp>
        <p:sp>
          <p:nvSpPr>
            <p:cNvPr id="1054" name="four:position-certificate:line:1054">
              <a:extLst>
                <a:ext uri="{FF2B5EF4-FFF2-40B4-BE49-F238E27FC236}">
                  <ns2:creationId id="{CDD1EF76-5714-49E0-ADC9-BF9EE1F2A413}"/>
                </a:ext>
              </a:extLst>
            </p:cNvPr>
            <p:cNvSpPr>
              <a:spLocks noGrp="1"/>
            </p:cNvSpPr>
            <p:nvPr/>
          </p:nvSpPr>
          <p:spPr>
            <a:xfrm>
              <a:off x="10477500" y="2124075"/>
              <a:ext cx="33338" cy="400050"/>
            </a:xfrm>
            <a:custGeom>
              <a:pathLst>
                <a:path w="33338" h="400050">
                  <a:moveTo>
                    <a:pt x="33338" y="0"/>
                  </a:moveTo>
                  <a:lnTo>
                    <a:pt x="0" y="400050"/>
                  </a:lnTo>
                </a:path>
              </a:pathLst>
            </a:custGeom>
            <a:noFill/>
            <a:ln w="10478">
              <a:solidFill>
                <a:srgbClr val="009E73">
                  <a:alpha val="48000"/>
                </a:srgbClr>
              </a:solidFill>
              <a:prstDash val="solid"/>
            </a:ln>
          </p:spPr>
        </p:sp>
        <p:sp>
          <p:nvSpPr>
            <p:cNvPr id="1055" name="four:position-certificate:line:1055">
              <a:extLst>
                <a:ext uri="{FF2B5EF4-FFF2-40B4-BE49-F238E27FC236}">
                  <ns2:creationId id="{E0381C89-3167-40D5-82DA-FD2C95557595}"/>
                </a:ext>
              </a:extLst>
            </p:cNvPr>
            <p:cNvSpPr>
              <a:spLocks noGrp="1"/>
            </p:cNvSpPr>
            <p:nvPr/>
          </p:nvSpPr>
          <p:spPr>
            <a:xfrm>
              <a:off x="11144250" y="2124075"/>
              <a:ext cx="100013" cy="400050"/>
            </a:xfrm>
            <a:custGeom>
              <a:pathLst>
                <a:path w="100013" h="400050">
                  <a:moveTo>
                    <a:pt x="100013" y="0"/>
                  </a:moveTo>
                  <a:lnTo>
                    <a:pt x="0" y="400050"/>
                  </a:lnTo>
                </a:path>
              </a:pathLst>
            </a:custGeom>
            <a:noFill/>
            <a:ln w="10478">
              <a:solidFill>
                <a:srgbClr val="CC79A7">
                  <a:alpha val="48000"/>
                </a:srgbClr>
              </a:solidFill>
              <a:prstDash val="solid"/>
            </a:ln>
          </p:spPr>
        </p:sp>
        <p:sp>
          <p:nvSpPr>
            <p:cNvPr id="1056" name="four:position-certificate:line:1056">
              <a:extLst>
                <a:ext uri="{FF2B5EF4-FFF2-40B4-BE49-F238E27FC236}">
                  <ns2:creationId id="{F7E87FD0-179D-4A7A-A94E-BC3637A0B8BA}"/>
                </a:ext>
              </a:extLst>
            </p:cNvPr>
            <p:cNvSpPr>
              <a:spLocks noGrp="1"/>
            </p:cNvSpPr>
            <p:nvPr/>
          </p:nvSpPr>
          <p:spPr>
            <a:xfrm>
              <a:off x="8915400" y="1990725"/>
              <a:ext cx="2457450" cy="953"/>
            </a:xfrm>
            <a:custGeom>
              <a:pathLst>
                <a:path w="2457450" h="953">
                  <a:moveTo>
                    <a:pt x="0" y="0"/>
                  </a:moveTo>
                  <a:lnTo>
                    <a:pt x="2457450" y="0"/>
                  </a:lnTo>
                </a:path>
              </a:pathLst>
            </a:custGeom>
            <a:noFill/>
            <a:ln w="12383">
              <a:solidFill>
                <a:srgbClr val="263238"/>
              </a:solidFill>
              <a:prstDash val="dash"/>
            </a:ln>
          </p:spPr>
        </p:sp>
        <p:sp>
          <p:nvSpPr>
            <p:cNvPr id="1057" name="four:position-certificate:polygon:1057">
              <a:extLst>
                <a:ext uri="{FF2B5EF4-FFF2-40B4-BE49-F238E27FC236}">
                  <ns2:creationId id="{8108A69E-AE9D-49AB-B5F0-E43C43F89D1B}"/>
                </a:ext>
              </a:extLst>
            </p:cNvPr>
            <p:cNvSpPr>
              <a:spLocks noGrp="1"/>
            </p:cNvSpPr>
            <p:nvPr/>
          </p:nvSpPr>
          <p:spPr>
            <a:xfrm>
              <a:off x="11306175" y="1962055"/>
              <a:ext cx="66675" cy="57340"/>
            </a:xfrm>
            <a:custGeom>
              <a:pathLst>
                <a:path w="66675" h="57340">
                  <a:moveTo>
                    <a:pt x="66675" y="28670"/>
                  </a:moveTo>
                  <a:lnTo>
                    <a:pt x="0" y="0"/>
                  </a:lnTo>
                  <a:lnTo>
                    <a:pt x="0" y="57340"/>
                  </a:lnTo>
                  <a:close/>
                </a:path>
              </a:pathLst>
            </a:custGeom>
            <a:solidFill>
              <a:srgbClr val="263238"/>
            </a:solidFill>
            <a:ln w="0">
              <a:noFill/>
              <a:prstDash val="solid"/>
            </a:ln>
          </p:spPr>
        </p:sp>
        <p:sp>
          <p:nvSpPr>
            <p:cNvPr id="1058" name="four:position-certificate:line:1058">
              <a:extLst>
                <a:ext uri="{FF2B5EF4-FFF2-40B4-BE49-F238E27FC236}">
                  <ns2:creationId id="{1B2DD57F-1482-429C-B628-7568A4EECF8E}"/>
                </a:ext>
              </a:extLst>
            </p:cNvPr>
            <p:cNvSpPr>
              <a:spLocks noGrp="1"/>
            </p:cNvSpPr>
            <p:nvPr/>
          </p:nvSpPr>
          <p:spPr>
            <a:xfrm>
              <a:off x="9043988" y="1876425"/>
              <a:ext cx="953" cy="228600"/>
            </a:xfrm>
            <a:custGeom>
              <a:pathLst>
                <a:path w="953" h="228600">
                  <a:moveTo>
                    <a:pt x="0" y="0"/>
                  </a:moveTo>
                  <a:lnTo>
                    <a:pt x="0" y="228600"/>
                  </a:lnTo>
                </a:path>
              </a:pathLst>
            </a:custGeom>
            <a:noFill/>
            <a:ln w="15240">
              <a:solidFill>
                <a:srgbClr val="0072B2"/>
              </a:solidFill>
              <a:prstDash val="dash"/>
            </a:ln>
          </p:spPr>
        </p:sp>
        <p:sp>
          <p:nvSpPr>
            <p:cNvPr id="1059" name="four:position-certificate:line:1059">
              <a:extLst>
                <a:ext uri="{FF2B5EF4-FFF2-40B4-BE49-F238E27FC236}">
                  <ns2:creationId id="{A582DEAA-A17D-4DC1-909F-AEE99F70296D}"/>
                </a:ext>
              </a:extLst>
            </p:cNvPr>
            <p:cNvSpPr>
              <a:spLocks noGrp="1"/>
            </p:cNvSpPr>
            <p:nvPr/>
          </p:nvSpPr>
          <p:spPr>
            <a:xfrm>
              <a:off x="9005888" y="1876425"/>
              <a:ext cx="76200" cy="953"/>
            </a:xfrm>
            <a:custGeom>
              <a:pathLst>
                <a:path w="76200" h="953">
                  <a:moveTo>
                    <a:pt x="0" y="0"/>
                  </a:moveTo>
                  <a:lnTo>
                    <a:pt x="76200" y="0"/>
                  </a:lnTo>
                </a:path>
              </a:pathLst>
            </a:custGeom>
            <a:noFill/>
            <a:ln w="15240">
              <a:solidFill>
                <a:srgbClr val="0072B2"/>
              </a:solidFill>
              <a:prstDash val="solid"/>
            </a:ln>
          </p:spPr>
        </p:sp>
        <p:sp>
          <p:nvSpPr>
            <p:cNvPr id="1060" name="four:position-certificate:regular-node:1060">
              <a:extLst>
                <a:ext uri="{FF2B5EF4-FFF2-40B4-BE49-F238E27FC236}">
                  <ns2:creationId id="{77BA45D8-BE56-41BD-9EB4-CB2A213B911A}"/>
                </a:ext>
              </a:extLst>
            </p:cNvPr>
            <p:cNvSpPr>
              <a:spLocks noGrp="1"/>
            </p:cNvSpPr>
            <p:nvPr/>
          </p:nvSpPr>
          <p:spPr>
            <a:xfrm>
              <a:off x="9022080" y="1968818"/>
              <a:ext cx="43815" cy="43815"/>
            </a:xfrm>
            <a:prstGeom prst="ellipse">
              <a:avLst/>
            </a:prstGeom>
            <a:solidFill>
              <a:srgbClr val="0072B2"/>
            </a:solidFill>
            <a:ln w="0">
              <a:noFill/>
              <a:prstDash val="solid"/>
            </a:ln>
          </p:spPr>
        </p:sp>
        <p:sp>
          <p:nvSpPr>
            <p:cNvPr id="1061" name="four:position-certificate:line:1061">
              <a:extLst>
                <a:ext uri="{FF2B5EF4-FFF2-40B4-BE49-F238E27FC236}">
                  <ns2:creationId id="{11CB2EF2-05FD-4C1A-A777-20A81CF7386F}"/>
                </a:ext>
              </a:extLst>
            </p:cNvPr>
            <p:cNvSpPr>
              <a:spLocks noGrp="1"/>
            </p:cNvSpPr>
            <p:nvPr/>
          </p:nvSpPr>
          <p:spPr>
            <a:xfrm>
              <a:off x="9777413" y="1876425"/>
              <a:ext cx="953" cy="228600"/>
            </a:xfrm>
            <a:custGeom>
              <a:pathLst>
                <a:path w="953" h="228600">
                  <a:moveTo>
                    <a:pt x="0" y="0"/>
                  </a:moveTo>
                  <a:lnTo>
                    <a:pt x="0" y="228600"/>
                  </a:lnTo>
                </a:path>
              </a:pathLst>
            </a:custGeom>
            <a:noFill/>
            <a:ln w="15240">
              <a:solidFill>
                <a:srgbClr val="D55E00"/>
              </a:solidFill>
              <a:prstDash val="dash"/>
            </a:ln>
          </p:spPr>
        </p:sp>
        <p:sp>
          <p:nvSpPr>
            <p:cNvPr id="1062" name="four:position-certificate:line:1062">
              <a:extLst>
                <a:ext uri="{FF2B5EF4-FFF2-40B4-BE49-F238E27FC236}">
                  <ns2:creationId id="{AA0E9B3D-F47A-4958-8A2C-76F198E900AD}"/>
                </a:ext>
              </a:extLst>
            </p:cNvPr>
            <p:cNvSpPr>
              <a:spLocks noGrp="1"/>
            </p:cNvSpPr>
            <p:nvPr/>
          </p:nvSpPr>
          <p:spPr>
            <a:xfrm>
              <a:off x="9739313" y="1876425"/>
              <a:ext cx="76200" cy="953"/>
            </a:xfrm>
            <a:custGeom>
              <a:pathLst>
                <a:path w="76200" h="953">
                  <a:moveTo>
                    <a:pt x="0" y="0"/>
                  </a:moveTo>
                  <a:lnTo>
                    <a:pt x="76200" y="0"/>
                  </a:lnTo>
                </a:path>
              </a:pathLst>
            </a:custGeom>
            <a:noFill/>
            <a:ln w="15240">
              <a:solidFill>
                <a:srgbClr val="D55E00"/>
              </a:solidFill>
              <a:prstDash val="solid"/>
            </a:ln>
          </p:spPr>
        </p:sp>
        <p:sp>
          <p:nvSpPr>
            <p:cNvPr id="1063" name="four:position-certificate:regular-node:1063">
              <a:extLst>
                <a:ext uri="{FF2B5EF4-FFF2-40B4-BE49-F238E27FC236}">
                  <ns2:creationId id="{96EAB132-3427-4CC8-986E-26A786124756}"/>
                </a:ext>
              </a:extLst>
            </p:cNvPr>
            <p:cNvSpPr>
              <a:spLocks noGrp="1"/>
            </p:cNvSpPr>
            <p:nvPr/>
          </p:nvSpPr>
          <p:spPr>
            <a:xfrm>
              <a:off x="9755505" y="1968818"/>
              <a:ext cx="43815" cy="43815"/>
            </a:xfrm>
            <a:prstGeom prst="ellipse">
              <a:avLst/>
            </a:prstGeom>
            <a:solidFill>
              <a:srgbClr val="D55E00"/>
            </a:solidFill>
            <a:ln w="0">
              <a:noFill/>
              <a:prstDash val="solid"/>
            </a:ln>
          </p:spPr>
        </p:sp>
        <p:sp>
          <p:nvSpPr>
            <p:cNvPr id="1064" name="four:position-certificate:line:1064">
              <a:extLst>
                <a:ext uri="{FF2B5EF4-FFF2-40B4-BE49-F238E27FC236}">
                  <ns2:creationId id="{801566AB-A6C8-4E21-8823-8E709BB59CA6}"/>
                </a:ext>
              </a:extLst>
            </p:cNvPr>
            <p:cNvSpPr>
              <a:spLocks noGrp="1"/>
            </p:cNvSpPr>
            <p:nvPr/>
          </p:nvSpPr>
          <p:spPr>
            <a:xfrm>
              <a:off x="10510838" y="1876425"/>
              <a:ext cx="953" cy="228600"/>
            </a:xfrm>
            <a:custGeom>
              <a:pathLst>
                <a:path w="953" h="228600">
                  <a:moveTo>
                    <a:pt x="0" y="0"/>
                  </a:moveTo>
                  <a:lnTo>
                    <a:pt x="0" y="228600"/>
                  </a:lnTo>
                </a:path>
              </a:pathLst>
            </a:custGeom>
            <a:noFill/>
            <a:ln w="15240">
              <a:solidFill>
                <a:srgbClr val="009E73"/>
              </a:solidFill>
              <a:prstDash val="dash"/>
            </a:ln>
          </p:spPr>
        </p:sp>
        <p:sp>
          <p:nvSpPr>
            <p:cNvPr id="1065" name="four:position-certificate:line:1065">
              <a:extLst>
                <a:ext uri="{FF2B5EF4-FFF2-40B4-BE49-F238E27FC236}">
                  <ns2:creationId id="{319FE9D2-4BDD-41D3-951B-2BD04A857223}"/>
                </a:ext>
              </a:extLst>
            </p:cNvPr>
            <p:cNvSpPr>
              <a:spLocks noGrp="1"/>
            </p:cNvSpPr>
            <p:nvPr/>
          </p:nvSpPr>
          <p:spPr>
            <a:xfrm>
              <a:off x="10472738" y="1876425"/>
              <a:ext cx="76200" cy="953"/>
            </a:xfrm>
            <a:custGeom>
              <a:pathLst>
                <a:path w="76200" h="953">
                  <a:moveTo>
                    <a:pt x="0" y="0"/>
                  </a:moveTo>
                  <a:lnTo>
                    <a:pt x="76200" y="0"/>
                  </a:lnTo>
                </a:path>
              </a:pathLst>
            </a:custGeom>
            <a:noFill/>
            <a:ln w="15240">
              <a:solidFill>
                <a:srgbClr val="009E73"/>
              </a:solidFill>
              <a:prstDash val="solid"/>
            </a:ln>
          </p:spPr>
        </p:sp>
        <p:sp>
          <p:nvSpPr>
            <p:cNvPr id="1066" name="four:position-certificate:regular-node:1066">
              <a:extLst>
                <a:ext uri="{FF2B5EF4-FFF2-40B4-BE49-F238E27FC236}">
                  <ns2:creationId id="{515DA00F-9426-4341-82C6-4E97DEF3D8CD}"/>
                </a:ext>
              </a:extLst>
            </p:cNvPr>
            <p:cNvSpPr>
              <a:spLocks noGrp="1"/>
            </p:cNvSpPr>
            <p:nvPr/>
          </p:nvSpPr>
          <p:spPr>
            <a:xfrm>
              <a:off x="10488930" y="1968818"/>
              <a:ext cx="43815" cy="43815"/>
            </a:xfrm>
            <a:prstGeom prst="ellipse">
              <a:avLst/>
            </a:prstGeom>
            <a:solidFill>
              <a:srgbClr val="009E73"/>
            </a:solidFill>
            <a:ln w="0">
              <a:noFill/>
              <a:prstDash val="solid"/>
            </a:ln>
          </p:spPr>
        </p:sp>
        <p:sp>
          <p:nvSpPr>
            <p:cNvPr id="1067" name="four:position-certificate:line:1067">
              <a:extLst>
                <a:ext uri="{FF2B5EF4-FFF2-40B4-BE49-F238E27FC236}">
                  <ns2:creationId id="{38F4844C-429F-4629-832E-9553AA223F7F}"/>
                </a:ext>
              </a:extLst>
            </p:cNvPr>
            <p:cNvSpPr>
              <a:spLocks noGrp="1"/>
            </p:cNvSpPr>
            <p:nvPr/>
          </p:nvSpPr>
          <p:spPr>
            <a:xfrm>
              <a:off x="11244263" y="1876425"/>
              <a:ext cx="953" cy="228600"/>
            </a:xfrm>
            <a:custGeom>
              <a:pathLst>
                <a:path w="953" h="228600">
                  <a:moveTo>
                    <a:pt x="0" y="0"/>
                  </a:moveTo>
                  <a:lnTo>
                    <a:pt x="0" y="228600"/>
                  </a:lnTo>
                </a:path>
              </a:pathLst>
            </a:custGeom>
            <a:noFill/>
            <a:ln w="15240">
              <a:solidFill>
                <a:srgbClr val="CC79A7"/>
              </a:solidFill>
              <a:prstDash val="dash"/>
            </a:ln>
          </p:spPr>
        </p:sp>
        <p:sp>
          <p:nvSpPr>
            <p:cNvPr id="1068" name="four:position-certificate:line:1068">
              <a:extLst>
                <a:ext uri="{FF2B5EF4-FFF2-40B4-BE49-F238E27FC236}">
                  <ns2:creationId id="{FABB8B8C-6FC8-4FFF-8120-C33B40158BF5}"/>
                </a:ext>
              </a:extLst>
            </p:cNvPr>
            <p:cNvSpPr>
              <a:spLocks noGrp="1"/>
            </p:cNvSpPr>
            <p:nvPr/>
          </p:nvSpPr>
          <p:spPr>
            <a:xfrm>
              <a:off x="11206163" y="1876425"/>
              <a:ext cx="76200" cy="953"/>
            </a:xfrm>
            <a:custGeom>
              <a:pathLst>
                <a:path w="76200" h="953">
                  <a:moveTo>
                    <a:pt x="0" y="0"/>
                  </a:moveTo>
                  <a:lnTo>
                    <a:pt x="76200" y="0"/>
                  </a:lnTo>
                </a:path>
              </a:pathLst>
            </a:custGeom>
            <a:noFill/>
            <a:ln w="15240">
              <a:solidFill>
                <a:srgbClr val="CC79A7"/>
              </a:solidFill>
              <a:prstDash val="solid"/>
            </a:ln>
          </p:spPr>
        </p:sp>
        <p:sp>
          <p:nvSpPr>
            <p:cNvPr id="1069" name="four:position-certificate:regular-node:1069">
              <a:extLst>
                <a:ext uri="{FF2B5EF4-FFF2-40B4-BE49-F238E27FC236}">
                  <ns2:creationId id="{57E588AD-46D2-440B-90C9-BD74B9D60D73}"/>
                </a:ext>
              </a:extLst>
            </p:cNvPr>
            <p:cNvSpPr>
              <a:spLocks noGrp="1"/>
            </p:cNvSpPr>
            <p:nvPr/>
          </p:nvSpPr>
          <p:spPr>
            <a:xfrm>
              <a:off x="11222355" y="1968818"/>
              <a:ext cx="43815" cy="43815"/>
            </a:xfrm>
            <a:prstGeom prst="ellipse">
              <a:avLst/>
            </a:prstGeom>
            <a:solidFill>
              <a:srgbClr val="CC79A7"/>
            </a:solidFill>
            <a:ln w="0">
              <a:noFill/>
              <a:prstDash val="solid"/>
            </a:ln>
          </p:spPr>
        </p:sp>
        <p:sp>
          <p:nvSpPr>
            <p:cNvPr id="1070" name="four:position-certificate:line:1070">
              <a:extLst>
                <a:ext uri="{FF2B5EF4-FFF2-40B4-BE49-F238E27FC236}">
                  <ns2:creationId id="{94170492-C1A5-46FB-86A5-64CD29B162F7}"/>
                </a:ext>
              </a:extLst>
            </p:cNvPr>
            <p:cNvSpPr>
              <a:spLocks noGrp="1"/>
            </p:cNvSpPr>
            <p:nvPr/>
          </p:nvSpPr>
          <p:spPr>
            <a:xfrm>
              <a:off x="8915400" y="2676525"/>
              <a:ext cx="2457450" cy="953"/>
            </a:xfrm>
            <a:custGeom>
              <a:pathLst>
                <a:path w="2457450" h="953">
                  <a:moveTo>
                    <a:pt x="0" y="0"/>
                  </a:moveTo>
                  <a:lnTo>
                    <a:pt x="2457450" y="0"/>
                  </a:lnTo>
                </a:path>
              </a:pathLst>
            </a:custGeom>
            <a:noFill/>
            <a:ln w="14288">
              <a:solidFill>
                <a:srgbClr val="263238"/>
              </a:solidFill>
              <a:prstDash val="solid"/>
            </a:ln>
          </p:spPr>
        </p:sp>
        <p:sp>
          <p:nvSpPr>
            <p:cNvPr id="1071" name="four:position-certificate:polygon:1071">
              <a:extLst>
                <a:ext uri="{FF2B5EF4-FFF2-40B4-BE49-F238E27FC236}">
                  <ns2:creationId id="{C01FEAE8-5C16-481E-8B60-FB710DBF6E1E}"/>
                </a:ext>
              </a:extLst>
            </p:cNvPr>
            <p:cNvSpPr>
              <a:spLocks noGrp="1"/>
            </p:cNvSpPr>
            <p:nvPr/>
          </p:nvSpPr>
          <p:spPr>
            <a:xfrm>
              <a:off x="11306175" y="2647855"/>
              <a:ext cx="66675" cy="57340"/>
            </a:xfrm>
            <a:custGeom>
              <a:pathLst>
                <a:path w="66675" h="57340">
                  <a:moveTo>
                    <a:pt x="66675" y="28670"/>
                  </a:moveTo>
                  <a:lnTo>
                    <a:pt x="0" y="0"/>
                  </a:lnTo>
                  <a:lnTo>
                    <a:pt x="0" y="57340"/>
                  </a:lnTo>
                  <a:close/>
                </a:path>
              </a:pathLst>
            </a:custGeom>
            <a:solidFill>
              <a:srgbClr val="263238"/>
            </a:solidFill>
            <a:ln w="0">
              <a:noFill/>
              <a:prstDash val="solid"/>
            </a:ln>
          </p:spPr>
        </p:sp>
        <p:sp>
          <p:nvSpPr>
            <p:cNvPr id="1072" name="four:position-certificate:interval-A:1072">
              <a:extLst>
                <a:ext uri="{FF2B5EF4-FFF2-40B4-BE49-F238E27FC236}">
                  <ns2:creationId id="{E61C3230-6C95-44DD-9FCD-F23ACD8D17D9}"/>
                </a:ext>
              </a:extLst>
            </p:cNvPr>
            <p:cNvSpPr>
              <a:spLocks noGrp="1"/>
            </p:cNvSpPr>
            <p:nvPr/>
          </p:nvSpPr>
          <p:spPr>
            <a:xfrm>
              <a:off x="9010650" y="2543175"/>
              <a:ext cx="266700" cy="266700"/>
            </a:xfrm>
            <a:prstGeom prst="rect">
              <a:avLst/>
            </a:prstGeom>
            <a:solidFill>
              <a:srgbClr val="0072B2"/>
            </a:solidFill>
            <a:ln w="7620">
              <a:solidFill>
                <a:srgbClr val="263238"/>
              </a:solidFill>
              <a:prstDash val="solid"/>
            </a:ln>
          </p:spPr>
        </p:sp>
        <p:sp>
          <p:nvSpPr>
            <p:cNvPr id="1073" name="four:position-certificate:regular-node:1073">
              <a:extLst>
                <a:ext uri="{FF2B5EF4-FFF2-40B4-BE49-F238E27FC236}">
                  <ns2:creationId id="{8D349AE7-1A5E-4700-BD38-6FFD6711B605}"/>
                </a:ext>
              </a:extLst>
            </p:cNvPr>
            <p:cNvSpPr>
              <a:spLocks noGrp="1"/>
            </p:cNvSpPr>
            <p:nvPr/>
          </p:nvSpPr>
          <p:spPr>
            <a:xfrm>
              <a:off x="9120188" y="2652713"/>
              <a:ext cx="47625" cy="47625"/>
            </a:xfrm>
            <a:prstGeom prst="ellipse">
              <a:avLst/>
            </a:prstGeom>
            <a:solidFill>
              <a:srgbClr val="263238"/>
            </a:solidFill>
            <a:ln w="0">
              <a:noFill/>
              <a:prstDash val="solid"/>
            </a:ln>
          </p:spPr>
        </p:sp>
        <p:sp>
          <p:nvSpPr>
            <p:cNvPr id="1074" name="four:position-certificate:interval-C:1074">
              <a:extLst>
                <a:ext uri="{FF2B5EF4-FFF2-40B4-BE49-F238E27FC236}">
                  <ns2:creationId id="{59D619CF-C95A-447C-9666-A2BEC0469AD8}"/>
                </a:ext>
              </a:extLst>
            </p:cNvPr>
            <p:cNvSpPr>
              <a:spLocks noGrp="1"/>
            </p:cNvSpPr>
            <p:nvPr/>
          </p:nvSpPr>
          <p:spPr>
            <a:xfrm>
              <a:off x="9677400" y="2543175"/>
              <a:ext cx="266700" cy="266700"/>
            </a:xfrm>
            <a:prstGeom prst="rect">
              <a:avLst/>
            </a:prstGeom>
            <a:solidFill>
              <a:srgbClr val="D55E00"/>
            </a:solidFill>
            <a:ln w="7620">
              <a:solidFill>
                <a:srgbClr val="263238"/>
              </a:solidFill>
              <a:prstDash val="solid"/>
            </a:ln>
          </p:spPr>
        </p:sp>
        <p:sp>
          <p:nvSpPr>
            <p:cNvPr id="1075" name="four:position-certificate:regular-node:1075">
              <a:extLst>
                <a:ext uri="{FF2B5EF4-FFF2-40B4-BE49-F238E27FC236}">
                  <ns2:creationId id="{D4CE32B3-B613-4F81-85E3-AB3001626E99}"/>
                </a:ext>
              </a:extLst>
            </p:cNvPr>
            <p:cNvSpPr>
              <a:spLocks noGrp="1"/>
            </p:cNvSpPr>
            <p:nvPr/>
          </p:nvSpPr>
          <p:spPr>
            <a:xfrm>
              <a:off x="9786938" y="2652713"/>
              <a:ext cx="47625" cy="47625"/>
            </a:xfrm>
            <a:prstGeom prst="ellipse">
              <a:avLst/>
            </a:prstGeom>
            <a:solidFill>
              <a:srgbClr val="263238"/>
            </a:solidFill>
            <a:ln w="0">
              <a:noFill/>
              <a:prstDash val="solid"/>
            </a:ln>
          </p:spPr>
        </p:sp>
        <p:sp>
          <p:nvSpPr>
            <p:cNvPr id="1076" name="four:position-certificate:interval-D:1076">
              <a:extLst>
                <a:ext uri="{FF2B5EF4-FFF2-40B4-BE49-F238E27FC236}">
                  <ns2:creationId id="{BC0FAA8C-0032-4EAD-A83B-B9A8775B99C3}"/>
                </a:ext>
              </a:extLst>
            </p:cNvPr>
            <p:cNvSpPr>
              <a:spLocks noGrp="1"/>
            </p:cNvSpPr>
            <p:nvPr/>
          </p:nvSpPr>
          <p:spPr>
            <a:xfrm>
              <a:off x="10344150" y="2543175"/>
              <a:ext cx="266700" cy="266700"/>
            </a:xfrm>
            <a:prstGeom prst="rect">
              <a:avLst/>
            </a:prstGeom>
            <a:solidFill>
              <a:srgbClr val="009E73"/>
            </a:solidFill>
            <a:ln w="7620">
              <a:solidFill>
                <a:srgbClr val="263238"/>
              </a:solidFill>
              <a:prstDash val="solid"/>
            </a:ln>
          </p:spPr>
        </p:sp>
        <p:sp>
          <p:nvSpPr>
            <p:cNvPr id="1077" name="four:position-certificate:regular-node:1077">
              <a:extLst>
                <a:ext uri="{FF2B5EF4-FFF2-40B4-BE49-F238E27FC236}">
                  <ns2:creationId id="{B7C3EFB6-FA80-45B9-9768-ABA3690FE2A1}"/>
                </a:ext>
              </a:extLst>
            </p:cNvPr>
            <p:cNvSpPr>
              <a:spLocks noGrp="1"/>
            </p:cNvSpPr>
            <p:nvPr/>
          </p:nvSpPr>
          <p:spPr>
            <a:xfrm>
              <a:off x="10453688" y="2652713"/>
              <a:ext cx="47625" cy="47625"/>
            </a:xfrm>
            <a:prstGeom prst="ellipse">
              <a:avLst/>
            </a:prstGeom>
            <a:solidFill>
              <a:srgbClr val="263238"/>
            </a:solidFill>
            <a:ln w="0">
              <a:noFill/>
              <a:prstDash val="solid"/>
            </a:ln>
          </p:spPr>
        </p:sp>
        <p:sp>
          <p:nvSpPr>
            <p:cNvPr id="1078" name="four:position-certificate:interval-B:1078">
              <a:extLst>
                <a:ext uri="{FF2B5EF4-FFF2-40B4-BE49-F238E27FC236}">
                  <ns2:creationId id="{28493800-73FE-4BD6-85A3-2FD43FFEBD37}"/>
                </a:ext>
              </a:extLst>
            </p:cNvPr>
            <p:cNvSpPr>
              <a:spLocks noGrp="1"/>
            </p:cNvSpPr>
            <p:nvPr/>
          </p:nvSpPr>
          <p:spPr>
            <a:xfrm>
              <a:off x="11010900" y="2543175"/>
              <a:ext cx="266700" cy="266700"/>
            </a:xfrm>
            <a:prstGeom prst="rect">
              <a:avLst/>
            </a:prstGeom>
            <a:solidFill>
              <a:srgbClr val="CC79A7"/>
            </a:solidFill>
            <a:ln w="7620">
              <a:solidFill>
                <a:srgbClr val="263238"/>
              </a:solidFill>
              <a:prstDash val="solid"/>
            </a:ln>
          </p:spPr>
        </p:sp>
        <p:sp>
          <p:nvSpPr>
            <p:cNvPr id="1079" name="four:position-certificate:regular-node:1079">
              <a:extLst>
                <a:ext uri="{FF2B5EF4-FFF2-40B4-BE49-F238E27FC236}">
                  <ns2:creationId id="{74B37AD8-A30E-45DA-A2C4-97FC4F3E26EF}"/>
                </a:ext>
              </a:extLst>
            </p:cNvPr>
            <p:cNvSpPr>
              <a:spLocks noGrp="1"/>
            </p:cNvSpPr>
            <p:nvPr/>
          </p:nvSpPr>
          <p:spPr>
            <a:xfrm>
              <a:off x="11120438" y="2652713"/>
              <a:ext cx="47625" cy="47625"/>
            </a:xfrm>
            <a:prstGeom prst="ellipse">
              <a:avLst/>
            </a:prstGeom>
            <a:solidFill>
              <a:srgbClr val="263238"/>
            </a:solidFill>
            <a:ln w="0">
              <a:noFill/>
              <a:prstDash val="solid"/>
            </a:ln>
          </p:spPr>
        </p:sp>
        <p:sp>
          <p:nvSpPr>
            <p:cNvPr id="1080" name="four:position-certificate:textbox:1080">
              <a:extLst>
                <a:ext uri="{FF2B5EF4-FFF2-40B4-BE49-F238E27FC236}">
                  <ns2:creationId id="{ABC86171-05F0-4439-8AB6-3227174A98DC}"/>
                </a:ext>
              </a:extLst>
            </p:cNvPr>
            <p:cNvSpPr>
              <a:spLocks noGrp="1"/>
            </p:cNvSpPr>
            <p:nvPr/>
          </p:nvSpPr>
          <p:spPr>
            <a:xfrm>
              <a:off x="11887200" y="1400175"/>
              <a:ext cx="2762250" cy="276225"/>
            </a:xfrm>
            <a:prstGeom prst="rect">
              <a:avLst/>
            </a:prstGeom>
            <a:noFill/>
            <a:ln w="0">
              <a:noFill/>
              <a:prstDash val="solid"/>
            </a:ln>
          </p:spPr>
          <p:txBody>
            <a:bodyPr wrap="none" lIns="0" tIns="0" rIns="0" bIns="0" anchor="ctr">
              <a:normAutofit fontScale="100000"/>
            </a:bodyPr>
            <a:lstStyle>
              <a:defPPr algn="ctr">
                <a:defRPr sz="1650" b="1">
                  <a:solidFill>
                    <a:srgbClr val="263238"/>
                  </a:solidFill>
                  <a:latin typeface="Arial"/>
                  <a:ea typeface="Arial"/>
                  <a:cs typeface="Arial"/>
                </a:defRPr>
              </a:defPPr>
            </a:lstStyle>
            <a:p>
              <a:pPr algn="ctr">
                <a:defRPr sz="1650" b="1">
                  <a:solidFill>
                    <a:srgbClr val="263238"/>
                  </a:solidFill>
                  <a:latin typeface="Arial"/>
                  <a:ea typeface="Arial"/>
                  <a:cs typeface="Arial"/>
                </a:defRPr>
              </a:pPr>
              <a:r>
                <a:rPr sz="1650" b="1">
                  <a:solidFill>
                    <a:srgbClr val="263238"/>
                  </a:solidFill>
                  <a:latin typeface="Arial"/>
                  <a:ea typeface="Arial"/>
                  <a:cs typeface="Arial"/>
                </a:rPr>
                <a:t>Geometry + hierarchy</a:t>
              </a:r>
            </a:p>
          </p:txBody>
        </p:sp>
        <p:sp>
          <p:nvSpPr>
            <p:cNvPr id="1081" name="four:position-certificate:textbox:1081">
              <a:extLst>
                <a:ext uri="{FF2B5EF4-FFF2-40B4-BE49-F238E27FC236}">
                  <ns2:creationId id="{C1B915AA-7727-44F2-95D3-02F9C98385FA}"/>
                </a:ext>
              </a:extLst>
            </p:cNvPr>
            <p:cNvSpPr>
              <a:spLocks noGrp="1"/>
            </p:cNvSpPr>
            <p:nvPr/>
          </p:nvSpPr>
          <p:spPr>
            <a:xfrm>
              <a:off x="11849100" y="1800225"/>
              <a:ext cx="266700" cy="342900"/>
            </a:xfrm>
            <a:prstGeom prst="rect">
              <a:avLst/>
            </a:prstGeom>
            <a:noFill/>
            <a:ln w="0">
              <a:noFill/>
              <a:prstDash val="solid"/>
            </a:ln>
          </p:spPr>
          <p:txBody>
            <a:bodyPr wrap="none" lIns="0" tIns="0" rIns="0" bIns="0" anchor="ctr">
              <a:normAutofit fontScale="100000"/>
            </a:bodyPr>
            <a:lstStyle>
              <a:defPPr algn="ctr">
                <a:defRPr sz="1650" b="0">
                  <a:solidFill>
                    <a:srgbClr val="7B8790"/>
                  </a:solidFill>
                  <a:latin typeface="Arial"/>
                  <a:ea typeface="Arial"/>
                  <a:cs typeface="Arial"/>
                </a:defRPr>
              </a:defPPr>
            </a:lstStyle>
            <a:p>
              <a:pPr algn="ctr">
                <a:defRPr sz="1650" b="0">
                  <a:solidFill>
                    <a:srgbClr val="7B8790"/>
                  </a:solidFill>
                  <a:latin typeface="Arial"/>
                  <a:ea typeface="Arial"/>
                  <a:cs typeface="Arial"/>
                </a:defRPr>
              </a:pPr>
              <a:r>
                <a:rPr sz="1650" b="0">
                  <a:solidFill>
                    <a:srgbClr val="7B8790"/>
                  </a:solidFill>
                  <a:latin typeface="Arial"/>
                  <a:ea typeface="Arial"/>
                  <a:cs typeface="Arial"/>
                </a:rPr>
                <a:t>u</a:t>
              </a:r>
              <a:r>
                <a:rPr sz="1188" b="0" baseline="-25000">
                  <a:solidFill>
                    <a:srgbClr val="7B8790"/>
                  </a:solidFill>
                  <a:latin typeface="Arial"/>
                  <a:ea typeface="Arial"/>
                  <a:cs typeface="Arial"/>
                </a:rPr>
                <a:t>i</a:t>
              </a:r>
            </a:p>
          </p:txBody>
        </p:sp>
        <p:sp>
          <p:nvSpPr>
            <p:cNvPr id="1082" name="four:position-certificate:textbox:1082">
              <a:extLst>
                <a:ext uri="{FF2B5EF4-FFF2-40B4-BE49-F238E27FC236}">
                  <ns2:creationId id="{C2EDE554-BCDC-476E-BEE4-681696634BBE}"/>
                </a:ext>
              </a:extLst>
            </p:cNvPr>
            <p:cNvSpPr>
              <a:spLocks noGrp="1"/>
            </p:cNvSpPr>
            <p:nvPr/>
          </p:nvSpPr>
          <p:spPr>
            <a:xfrm>
              <a:off x="11849100" y="2486025"/>
              <a:ext cx="266700" cy="342900"/>
            </a:xfrm>
            <a:prstGeom prst="rect">
              <a:avLst/>
            </a:prstGeom>
            <a:noFill/>
            <a:ln w="0">
              <a:noFill/>
              <a:prstDash val="solid"/>
            </a:ln>
          </p:spPr>
          <p:txBody>
            <a:bodyPr wrap="none" lIns="0" tIns="0" rIns="0" bIns="0" anchor="ctr">
              <a:normAutofit fontScale="100000"/>
            </a:bodyPr>
            <a:lstStyle>
              <a:defPPr algn="ctr">
                <a:defRPr sz="1650" b="0">
                  <a:solidFill>
                    <a:srgbClr val="7B8790"/>
                  </a:solidFill>
                  <a:latin typeface="Arial"/>
                  <a:ea typeface="Arial"/>
                  <a:cs typeface="Arial"/>
                </a:defRPr>
              </a:defPPr>
            </a:lstStyle>
            <a:p>
              <a:pPr algn="ctr">
                <a:defRPr sz="1650" b="0">
                  <a:solidFill>
                    <a:srgbClr val="7B8790"/>
                  </a:solidFill>
                  <a:latin typeface="Arial"/>
                  <a:ea typeface="Arial"/>
                  <a:cs typeface="Arial"/>
                </a:defRPr>
              </a:pPr>
              <a:r>
                <a:rPr sz="1650" b="0">
                  <a:solidFill>
                    <a:srgbClr val="7B8790"/>
                  </a:solidFill>
                  <a:latin typeface="Arial"/>
                  <a:ea typeface="Arial"/>
                  <a:cs typeface="Arial"/>
                </a:rPr>
                <a:t>q</a:t>
              </a:r>
              <a:r>
                <a:rPr sz="1188" b="0" baseline="-25000">
                  <a:solidFill>
                    <a:srgbClr val="7B8790"/>
                  </a:solidFill>
                  <a:latin typeface="Arial"/>
                  <a:ea typeface="Arial"/>
                  <a:cs typeface="Arial"/>
                </a:rPr>
                <a:t>i</a:t>
              </a:r>
            </a:p>
          </p:txBody>
        </p:sp>
        <p:sp>
          <p:nvSpPr>
            <p:cNvPr id="1083" name="four:position-certificate:line:1083">
              <a:extLst>
                <a:ext uri="{FF2B5EF4-FFF2-40B4-BE49-F238E27FC236}">
                  <ns2:creationId id="{1CCC2CBC-D874-4D6C-871C-E1C06E9AD7D9}"/>
                </a:ext>
              </a:extLst>
            </p:cNvPr>
            <p:cNvSpPr>
              <a:spLocks noGrp="1"/>
            </p:cNvSpPr>
            <p:nvPr/>
          </p:nvSpPr>
          <p:spPr>
            <a:xfrm>
              <a:off x="12382500" y="2124075"/>
              <a:ext cx="953" cy="400050"/>
            </a:xfrm>
            <a:custGeom>
              <a:pathLst>
                <a:path w="953" h="400050">
                  <a:moveTo>
                    <a:pt x="0" y="0"/>
                  </a:moveTo>
                  <a:lnTo>
                    <a:pt x="0" y="400050"/>
                  </a:lnTo>
                </a:path>
              </a:pathLst>
            </a:custGeom>
            <a:noFill/>
            <a:ln w="10478">
              <a:solidFill>
                <a:srgbClr val="0072B2">
                  <a:alpha val="48000"/>
                </a:srgbClr>
              </a:solidFill>
              <a:prstDash val="solid"/>
            </a:ln>
          </p:spPr>
        </p:sp>
        <p:sp>
          <p:nvSpPr>
            <p:cNvPr id="1084" name="four:position-certificate:line:1084">
              <a:extLst>
                <a:ext uri="{FF2B5EF4-FFF2-40B4-BE49-F238E27FC236}">
                  <ns2:creationId id="{9141388E-B4F8-4ED3-8A50-D66124E06CD6}"/>
                </a:ext>
              </a:extLst>
            </p:cNvPr>
            <p:cNvSpPr>
              <a:spLocks noGrp="1"/>
            </p:cNvSpPr>
            <p:nvPr/>
          </p:nvSpPr>
          <p:spPr>
            <a:xfrm>
              <a:off x="13049250" y="2124075"/>
              <a:ext cx="800100" cy="400050"/>
            </a:xfrm>
            <a:custGeom>
              <a:pathLst>
                <a:path w="800100" h="400050">
                  <a:moveTo>
                    <a:pt x="800100" y="0"/>
                  </a:moveTo>
                  <a:lnTo>
                    <a:pt x="0" y="400050"/>
                  </a:lnTo>
                </a:path>
              </a:pathLst>
            </a:custGeom>
            <a:noFill/>
            <a:ln w="10478">
              <a:solidFill>
                <a:srgbClr val="D55E00">
                  <a:alpha val="48000"/>
                </a:srgbClr>
              </a:solidFill>
              <a:prstDash val="solid"/>
            </a:ln>
          </p:spPr>
        </p:sp>
        <p:sp>
          <p:nvSpPr>
            <p:cNvPr id="1085" name="four:position-certificate:line:1085">
              <a:extLst>
                <a:ext uri="{FF2B5EF4-FFF2-40B4-BE49-F238E27FC236}">
                  <ns2:creationId id="{6B2E187F-66EF-4645-A65B-D3EEF15E8D0F}"/>
                </a:ext>
              </a:extLst>
            </p:cNvPr>
            <p:cNvSpPr>
              <a:spLocks noGrp="1"/>
            </p:cNvSpPr>
            <p:nvPr/>
          </p:nvSpPr>
          <p:spPr>
            <a:xfrm>
              <a:off x="13716000" y="2124075"/>
              <a:ext cx="866775" cy="400050"/>
            </a:xfrm>
            <a:custGeom>
              <a:pathLst>
                <a:path w="866775" h="400050">
                  <a:moveTo>
                    <a:pt x="866775" y="0"/>
                  </a:moveTo>
                  <a:lnTo>
                    <a:pt x="0" y="400050"/>
                  </a:lnTo>
                </a:path>
              </a:pathLst>
            </a:custGeom>
            <a:noFill/>
            <a:ln w="10478">
              <a:solidFill>
                <a:srgbClr val="009E73">
                  <a:alpha val="48000"/>
                </a:srgbClr>
              </a:solidFill>
              <a:prstDash val="solid"/>
            </a:ln>
          </p:spPr>
        </p:sp>
        <p:sp>
          <p:nvSpPr>
            <p:cNvPr id="1086" name="four:position-certificate:line:1086">
              <a:extLst>
                <a:ext uri="{FF2B5EF4-FFF2-40B4-BE49-F238E27FC236}">
                  <ns2:creationId id="{19139623-B410-4EA5-8544-5FA5232465EA}"/>
                </a:ext>
              </a:extLst>
            </p:cNvPr>
            <p:cNvSpPr>
              <a:spLocks noGrp="1"/>
            </p:cNvSpPr>
            <p:nvPr/>
          </p:nvSpPr>
          <p:spPr>
            <a:xfrm>
              <a:off x="13115925" y="2124075"/>
              <a:ext cx="1266825" cy="400050"/>
            </a:xfrm>
            <a:custGeom>
              <a:pathLst>
                <a:path w="1266825" h="400050">
                  <a:moveTo>
                    <a:pt x="0" y="0"/>
                  </a:moveTo>
                  <a:lnTo>
                    <a:pt x="1266825" y="400050"/>
                  </a:lnTo>
                </a:path>
              </a:pathLst>
            </a:custGeom>
            <a:noFill/>
            <a:ln w="10478">
              <a:solidFill>
                <a:srgbClr val="CC79A7">
                  <a:alpha val="48000"/>
                </a:srgbClr>
              </a:solidFill>
              <a:prstDash val="solid"/>
            </a:ln>
          </p:spPr>
        </p:sp>
        <p:sp>
          <p:nvSpPr>
            <p:cNvPr id="1087" name="four:position-certificate:line:1087">
              <a:extLst>
                <a:ext uri="{FF2B5EF4-FFF2-40B4-BE49-F238E27FC236}">
                  <ns2:creationId id="{D38B21A5-650F-4A3A-BC3C-E74A0F7CAC59}"/>
                </a:ext>
              </a:extLst>
            </p:cNvPr>
            <p:cNvSpPr>
              <a:spLocks noGrp="1"/>
            </p:cNvSpPr>
            <p:nvPr/>
          </p:nvSpPr>
          <p:spPr>
            <a:xfrm>
              <a:off x="12153900" y="1990725"/>
              <a:ext cx="2457450" cy="953"/>
            </a:xfrm>
            <a:custGeom>
              <a:pathLst>
                <a:path w="2457450" h="953">
                  <a:moveTo>
                    <a:pt x="0" y="0"/>
                  </a:moveTo>
                  <a:lnTo>
                    <a:pt x="2457450" y="0"/>
                  </a:lnTo>
                </a:path>
              </a:pathLst>
            </a:custGeom>
            <a:noFill/>
            <a:ln w="12383">
              <a:solidFill>
                <a:srgbClr val="263238"/>
              </a:solidFill>
              <a:prstDash val="dash"/>
            </a:ln>
          </p:spPr>
        </p:sp>
        <p:sp>
          <p:nvSpPr>
            <p:cNvPr id="1088" name="four:position-certificate:polygon:1088">
              <a:extLst>
                <a:ext uri="{FF2B5EF4-FFF2-40B4-BE49-F238E27FC236}">
                  <ns2:creationId id="{0539AED4-8878-42D9-A56C-3EC37A7B3423}"/>
                </a:ext>
              </a:extLst>
            </p:cNvPr>
            <p:cNvSpPr>
              <a:spLocks noGrp="1"/>
            </p:cNvSpPr>
            <p:nvPr/>
          </p:nvSpPr>
          <p:spPr>
            <a:xfrm>
              <a:off x="14544675" y="1962055"/>
              <a:ext cx="66675" cy="57340"/>
            </a:xfrm>
            <a:custGeom>
              <a:pathLst>
                <a:path w="66675" h="57340">
                  <a:moveTo>
                    <a:pt x="66675" y="28670"/>
                  </a:moveTo>
                  <a:lnTo>
                    <a:pt x="0" y="0"/>
                  </a:lnTo>
                  <a:lnTo>
                    <a:pt x="0" y="57340"/>
                  </a:lnTo>
                  <a:close/>
                </a:path>
              </a:pathLst>
            </a:custGeom>
            <a:solidFill>
              <a:srgbClr val="263238"/>
            </a:solidFill>
            <a:ln w="0">
              <a:noFill/>
              <a:prstDash val="solid"/>
            </a:ln>
          </p:spPr>
        </p:sp>
        <p:sp>
          <p:nvSpPr>
            <p:cNvPr id="1089" name="four:position-certificate:line:1089">
              <a:extLst>
                <a:ext uri="{FF2B5EF4-FFF2-40B4-BE49-F238E27FC236}">
                  <ns2:creationId id="{4AEA6BA2-F818-4A47-BD02-092F1D6BFF0F}"/>
                </a:ext>
              </a:extLst>
            </p:cNvPr>
            <p:cNvSpPr>
              <a:spLocks noGrp="1"/>
            </p:cNvSpPr>
            <p:nvPr/>
          </p:nvSpPr>
          <p:spPr>
            <a:xfrm>
              <a:off x="12382500" y="1876425"/>
              <a:ext cx="953" cy="228600"/>
            </a:xfrm>
            <a:custGeom>
              <a:pathLst>
                <a:path w="953" h="228600">
                  <a:moveTo>
                    <a:pt x="0" y="0"/>
                  </a:moveTo>
                  <a:lnTo>
                    <a:pt x="0" y="228600"/>
                  </a:lnTo>
                </a:path>
              </a:pathLst>
            </a:custGeom>
            <a:noFill/>
            <a:ln w="15240">
              <a:solidFill>
                <a:srgbClr val="0072B2"/>
              </a:solidFill>
              <a:prstDash val="dash"/>
            </a:ln>
          </p:spPr>
        </p:sp>
        <p:sp>
          <p:nvSpPr>
            <p:cNvPr id="1090" name="four:position-certificate:line:1090">
              <a:extLst>
                <a:ext uri="{FF2B5EF4-FFF2-40B4-BE49-F238E27FC236}">
                  <ns2:creationId id="{DB48440C-D5EB-44B2-BE29-EAB62F56A606}"/>
                </a:ext>
              </a:extLst>
            </p:cNvPr>
            <p:cNvSpPr>
              <a:spLocks noGrp="1"/>
            </p:cNvSpPr>
            <p:nvPr/>
          </p:nvSpPr>
          <p:spPr>
            <a:xfrm>
              <a:off x="12344400" y="1876425"/>
              <a:ext cx="76200" cy="953"/>
            </a:xfrm>
            <a:custGeom>
              <a:pathLst>
                <a:path w="76200" h="953">
                  <a:moveTo>
                    <a:pt x="0" y="0"/>
                  </a:moveTo>
                  <a:lnTo>
                    <a:pt x="76200" y="0"/>
                  </a:lnTo>
                </a:path>
              </a:pathLst>
            </a:custGeom>
            <a:noFill/>
            <a:ln w="15240">
              <a:solidFill>
                <a:srgbClr val="0072B2"/>
              </a:solidFill>
              <a:prstDash val="solid"/>
            </a:ln>
          </p:spPr>
        </p:sp>
        <p:sp>
          <p:nvSpPr>
            <p:cNvPr id="1091" name="four:position-certificate:regular-node:1091">
              <a:extLst>
                <a:ext uri="{FF2B5EF4-FFF2-40B4-BE49-F238E27FC236}">
                  <ns2:creationId id="{C27BC865-29A9-4320-9A94-8FACF5B3F931}"/>
                </a:ext>
              </a:extLst>
            </p:cNvPr>
            <p:cNvSpPr>
              <a:spLocks noGrp="1"/>
            </p:cNvSpPr>
            <p:nvPr/>
          </p:nvSpPr>
          <p:spPr>
            <a:xfrm>
              <a:off x="12360593" y="1968818"/>
              <a:ext cx="43815" cy="43815"/>
            </a:xfrm>
            <a:prstGeom prst="ellipse">
              <a:avLst/>
            </a:prstGeom>
            <a:solidFill>
              <a:srgbClr val="0072B2"/>
            </a:solidFill>
            <a:ln w="0">
              <a:noFill/>
              <a:prstDash val="solid"/>
            </a:ln>
          </p:spPr>
        </p:sp>
        <p:sp>
          <p:nvSpPr>
            <p:cNvPr id="1092" name="four:position-certificate:line:1092">
              <a:extLst>
                <a:ext uri="{FF2B5EF4-FFF2-40B4-BE49-F238E27FC236}">
                  <ns2:creationId id="{FAEEC342-E0DB-4FF1-8620-E1B957C77F69}"/>
                </a:ext>
              </a:extLst>
            </p:cNvPr>
            <p:cNvSpPr>
              <a:spLocks noGrp="1"/>
            </p:cNvSpPr>
            <p:nvPr/>
          </p:nvSpPr>
          <p:spPr>
            <a:xfrm>
              <a:off x="13849350" y="1876425"/>
              <a:ext cx="953" cy="228600"/>
            </a:xfrm>
            <a:custGeom>
              <a:pathLst>
                <a:path w="953" h="228600">
                  <a:moveTo>
                    <a:pt x="0" y="0"/>
                  </a:moveTo>
                  <a:lnTo>
                    <a:pt x="0" y="228600"/>
                  </a:lnTo>
                </a:path>
              </a:pathLst>
            </a:custGeom>
            <a:noFill/>
            <a:ln w="15240">
              <a:solidFill>
                <a:srgbClr val="D55E00"/>
              </a:solidFill>
              <a:prstDash val="dash"/>
            </a:ln>
          </p:spPr>
        </p:sp>
        <p:sp>
          <p:nvSpPr>
            <p:cNvPr id="1093" name="four:position-certificate:line:1093">
              <a:extLst>
                <a:ext uri="{FF2B5EF4-FFF2-40B4-BE49-F238E27FC236}">
                  <ns2:creationId id="{573F6767-8E68-4AB5-8250-660B1487E26C}"/>
                </a:ext>
              </a:extLst>
            </p:cNvPr>
            <p:cNvSpPr>
              <a:spLocks noGrp="1"/>
            </p:cNvSpPr>
            <p:nvPr/>
          </p:nvSpPr>
          <p:spPr>
            <a:xfrm>
              <a:off x="13811250" y="1876425"/>
              <a:ext cx="76200" cy="953"/>
            </a:xfrm>
            <a:custGeom>
              <a:pathLst>
                <a:path w="76200" h="953">
                  <a:moveTo>
                    <a:pt x="0" y="0"/>
                  </a:moveTo>
                  <a:lnTo>
                    <a:pt x="76200" y="0"/>
                  </a:lnTo>
                </a:path>
              </a:pathLst>
            </a:custGeom>
            <a:noFill/>
            <a:ln w="15240">
              <a:solidFill>
                <a:srgbClr val="D55E00"/>
              </a:solidFill>
              <a:prstDash val="solid"/>
            </a:ln>
          </p:spPr>
        </p:sp>
        <p:sp>
          <p:nvSpPr>
            <p:cNvPr id="1094" name="four:position-certificate:regular-node:1094">
              <a:extLst>
                <a:ext uri="{FF2B5EF4-FFF2-40B4-BE49-F238E27FC236}">
                  <ns2:creationId id="{20CE98E8-B1BF-41FC-9A0B-2A5574CB7904}"/>
                </a:ext>
              </a:extLst>
            </p:cNvPr>
            <p:cNvSpPr>
              <a:spLocks noGrp="1"/>
            </p:cNvSpPr>
            <p:nvPr/>
          </p:nvSpPr>
          <p:spPr>
            <a:xfrm>
              <a:off x="13827443" y="1968818"/>
              <a:ext cx="43815" cy="43815"/>
            </a:xfrm>
            <a:prstGeom prst="ellipse">
              <a:avLst/>
            </a:prstGeom>
            <a:solidFill>
              <a:srgbClr val="D55E00"/>
            </a:solidFill>
            <a:ln w="0">
              <a:noFill/>
              <a:prstDash val="solid"/>
            </a:ln>
          </p:spPr>
        </p:sp>
        <p:sp>
          <p:nvSpPr>
            <p:cNvPr id="1095" name="four:position-certificate:line:1095">
              <a:extLst>
                <a:ext uri="{FF2B5EF4-FFF2-40B4-BE49-F238E27FC236}">
                  <ns2:creationId id="{BC889BF9-1738-4BB2-AB6C-5BB9FA3F1EB9}"/>
                </a:ext>
              </a:extLst>
            </p:cNvPr>
            <p:cNvSpPr>
              <a:spLocks noGrp="1"/>
            </p:cNvSpPr>
            <p:nvPr/>
          </p:nvSpPr>
          <p:spPr>
            <a:xfrm>
              <a:off x="14582775" y="1876425"/>
              <a:ext cx="953" cy="228600"/>
            </a:xfrm>
            <a:custGeom>
              <a:pathLst>
                <a:path w="953" h="228600">
                  <a:moveTo>
                    <a:pt x="0" y="0"/>
                  </a:moveTo>
                  <a:lnTo>
                    <a:pt x="0" y="228600"/>
                  </a:lnTo>
                </a:path>
              </a:pathLst>
            </a:custGeom>
            <a:noFill/>
            <a:ln w="15240">
              <a:solidFill>
                <a:srgbClr val="009E73"/>
              </a:solidFill>
              <a:prstDash val="dash"/>
            </a:ln>
          </p:spPr>
        </p:sp>
        <p:sp>
          <p:nvSpPr>
            <p:cNvPr id="1096" name="four:position-certificate:line:1096">
              <a:extLst>
                <a:ext uri="{FF2B5EF4-FFF2-40B4-BE49-F238E27FC236}">
                  <ns2:creationId id="{627A7D46-4965-4945-AE96-ABD9AB01C9BA}"/>
                </a:ext>
              </a:extLst>
            </p:cNvPr>
            <p:cNvSpPr>
              <a:spLocks noGrp="1"/>
            </p:cNvSpPr>
            <p:nvPr/>
          </p:nvSpPr>
          <p:spPr>
            <a:xfrm>
              <a:off x="14544675" y="1876425"/>
              <a:ext cx="76200" cy="953"/>
            </a:xfrm>
            <a:custGeom>
              <a:pathLst>
                <a:path w="76200" h="953">
                  <a:moveTo>
                    <a:pt x="0" y="0"/>
                  </a:moveTo>
                  <a:lnTo>
                    <a:pt x="76200" y="0"/>
                  </a:lnTo>
                </a:path>
              </a:pathLst>
            </a:custGeom>
            <a:noFill/>
            <a:ln w="15240">
              <a:solidFill>
                <a:srgbClr val="009E73"/>
              </a:solidFill>
              <a:prstDash val="solid"/>
            </a:ln>
          </p:spPr>
        </p:sp>
        <p:sp>
          <p:nvSpPr>
            <p:cNvPr id="1097" name="four:position-certificate:regular-node:1097">
              <a:extLst>
                <a:ext uri="{FF2B5EF4-FFF2-40B4-BE49-F238E27FC236}">
                  <ns2:creationId id="{D8003F91-D79F-4C64-A203-1084F6067B2C}"/>
                </a:ext>
              </a:extLst>
            </p:cNvPr>
            <p:cNvSpPr>
              <a:spLocks noGrp="1"/>
            </p:cNvSpPr>
            <p:nvPr/>
          </p:nvSpPr>
          <p:spPr>
            <a:xfrm>
              <a:off x="14560868" y="1968818"/>
              <a:ext cx="43815" cy="43815"/>
            </a:xfrm>
            <a:prstGeom prst="ellipse">
              <a:avLst/>
            </a:prstGeom>
            <a:solidFill>
              <a:srgbClr val="009E73"/>
            </a:solidFill>
            <a:ln w="0">
              <a:noFill/>
              <a:prstDash val="solid"/>
            </a:ln>
          </p:spPr>
        </p:sp>
        <p:sp>
          <p:nvSpPr>
            <p:cNvPr id="1098" name="four:position-certificate:line:1098">
              <a:extLst>
                <a:ext uri="{FF2B5EF4-FFF2-40B4-BE49-F238E27FC236}">
                  <ns2:creationId id="{2E5EFB51-CD25-46C9-AA94-D9B71A2055EC}"/>
                </a:ext>
              </a:extLst>
            </p:cNvPr>
            <p:cNvSpPr>
              <a:spLocks noGrp="1"/>
            </p:cNvSpPr>
            <p:nvPr/>
          </p:nvSpPr>
          <p:spPr>
            <a:xfrm>
              <a:off x="13115925" y="1876425"/>
              <a:ext cx="953" cy="228600"/>
            </a:xfrm>
            <a:custGeom>
              <a:pathLst>
                <a:path w="953" h="228600">
                  <a:moveTo>
                    <a:pt x="0" y="0"/>
                  </a:moveTo>
                  <a:lnTo>
                    <a:pt x="0" y="228600"/>
                  </a:lnTo>
                </a:path>
              </a:pathLst>
            </a:custGeom>
            <a:noFill/>
            <a:ln w="15240">
              <a:solidFill>
                <a:srgbClr val="CC79A7"/>
              </a:solidFill>
              <a:prstDash val="dash"/>
            </a:ln>
          </p:spPr>
        </p:sp>
        <p:sp>
          <p:nvSpPr>
            <p:cNvPr id="1099" name="four:position-certificate:line:1099">
              <a:extLst>
                <a:ext uri="{FF2B5EF4-FFF2-40B4-BE49-F238E27FC236}">
                  <ns2:creationId id="{D6ADF916-ED26-4BB0-B036-D1A6A07A31E4}"/>
                </a:ext>
              </a:extLst>
            </p:cNvPr>
            <p:cNvSpPr>
              <a:spLocks noGrp="1"/>
            </p:cNvSpPr>
            <p:nvPr/>
          </p:nvSpPr>
          <p:spPr>
            <a:xfrm>
              <a:off x="13077825" y="1876425"/>
              <a:ext cx="76200" cy="953"/>
            </a:xfrm>
            <a:custGeom>
              <a:pathLst>
                <a:path w="76200" h="953">
                  <a:moveTo>
                    <a:pt x="0" y="0"/>
                  </a:moveTo>
                  <a:lnTo>
                    <a:pt x="76200" y="0"/>
                  </a:lnTo>
                </a:path>
              </a:pathLst>
            </a:custGeom>
            <a:noFill/>
            <a:ln w="15240">
              <a:solidFill>
                <a:srgbClr val="CC79A7"/>
              </a:solidFill>
              <a:prstDash val="solid"/>
            </a:ln>
          </p:spPr>
        </p:sp>
        <p:sp>
          <p:nvSpPr>
            <p:cNvPr id="1100" name="four:position-certificate:regular-node:1100">
              <a:extLst>
                <a:ext uri="{FF2B5EF4-FFF2-40B4-BE49-F238E27FC236}">
                  <ns2:creationId id="{42155E4F-15BF-4DB5-8C8B-5B712AF1972F}"/>
                </a:ext>
              </a:extLst>
            </p:cNvPr>
            <p:cNvSpPr>
              <a:spLocks noGrp="1"/>
            </p:cNvSpPr>
            <p:nvPr/>
          </p:nvSpPr>
          <p:spPr>
            <a:xfrm>
              <a:off x="13094018" y="1968818"/>
              <a:ext cx="43815" cy="43815"/>
            </a:xfrm>
            <a:prstGeom prst="ellipse">
              <a:avLst/>
            </a:prstGeom>
            <a:solidFill>
              <a:srgbClr val="CC79A7"/>
            </a:solidFill>
            <a:ln w="0">
              <a:noFill/>
              <a:prstDash val="solid"/>
            </a:ln>
          </p:spPr>
        </p:sp>
        <p:sp>
          <p:nvSpPr>
            <p:cNvPr id="1101" name="four:position-certificate:line:1101">
              <a:extLst>
                <a:ext uri="{FF2B5EF4-FFF2-40B4-BE49-F238E27FC236}">
                  <ns2:creationId id="{BF7DF5E1-8012-4065-A644-8022FA826703}"/>
                </a:ext>
              </a:extLst>
            </p:cNvPr>
            <p:cNvSpPr>
              <a:spLocks noGrp="1"/>
            </p:cNvSpPr>
            <p:nvPr/>
          </p:nvSpPr>
          <p:spPr>
            <a:xfrm>
              <a:off x="12153900" y="2676525"/>
              <a:ext cx="2457450" cy="953"/>
            </a:xfrm>
            <a:custGeom>
              <a:pathLst>
                <a:path w="2457450" h="953">
                  <a:moveTo>
                    <a:pt x="0" y="0"/>
                  </a:moveTo>
                  <a:lnTo>
                    <a:pt x="2457450" y="0"/>
                  </a:lnTo>
                </a:path>
              </a:pathLst>
            </a:custGeom>
            <a:noFill/>
            <a:ln w="14288">
              <a:solidFill>
                <a:srgbClr val="263238"/>
              </a:solidFill>
              <a:prstDash val="solid"/>
            </a:ln>
          </p:spPr>
        </p:sp>
        <p:sp>
          <p:nvSpPr>
            <p:cNvPr id="1102" name="four:position-certificate:polygon:1102">
              <a:extLst>
                <a:ext uri="{FF2B5EF4-FFF2-40B4-BE49-F238E27FC236}">
                  <ns2:creationId id="{FDEBC238-272E-43E1-BBAF-4905CA25896A}"/>
                </a:ext>
              </a:extLst>
            </p:cNvPr>
            <p:cNvSpPr>
              <a:spLocks noGrp="1"/>
            </p:cNvSpPr>
            <p:nvPr/>
          </p:nvSpPr>
          <p:spPr>
            <a:xfrm>
              <a:off x="14544675" y="2647855"/>
              <a:ext cx="66675" cy="57340"/>
            </a:xfrm>
            <a:custGeom>
              <a:pathLst>
                <a:path w="66675" h="57340">
                  <a:moveTo>
                    <a:pt x="66675" y="28670"/>
                  </a:moveTo>
                  <a:lnTo>
                    <a:pt x="0" y="0"/>
                  </a:lnTo>
                  <a:lnTo>
                    <a:pt x="0" y="57340"/>
                  </a:lnTo>
                  <a:close/>
                </a:path>
              </a:pathLst>
            </a:custGeom>
            <a:solidFill>
              <a:srgbClr val="263238"/>
            </a:solidFill>
            <a:ln w="0">
              <a:noFill/>
              <a:prstDash val="solid"/>
            </a:ln>
          </p:spPr>
        </p:sp>
        <p:sp>
          <p:nvSpPr>
            <p:cNvPr id="1103" name="four:position-certificate:interval-A:1103">
              <a:extLst>
                <a:ext uri="{FF2B5EF4-FFF2-40B4-BE49-F238E27FC236}">
                  <ns2:creationId id="{6B47067A-7BB2-4DAB-A295-586ED5CEEEF9}"/>
                </a:ext>
              </a:extLst>
            </p:cNvPr>
            <p:cNvSpPr>
              <a:spLocks noGrp="1"/>
            </p:cNvSpPr>
            <p:nvPr/>
          </p:nvSpPr>
          <p:spPr>
            <a:xfrm>
              <a:off x="12249150" y="2543175"/>
              <a:ext cx="266700" cy="266700"/>
            </a:xfrm>
            <a:prstGeom prst="rect">
              <a:avLst/>
            </a:prstGeom>
            <a:solidFill>
              <a:srgbClr val="0072B2"/>
            </a:solidFill>
            <a:ln w="7620">
              <a:solidFill>
                <a:srgbClr val="263238"/>
              </a:solidFill>
              <a:prstDash val="solid"/>
            </a:ln>
          </p:spPr>
        </p:sp>
        <p:sp>
          <p:nvSpPr>
            <p:cNvPr id="1104" name="four:position-certificate:regular-node:1104">
              <a:extLst>
                <a:ext uri="{FF2B5EF4-FFF2-40B4-BE49-F238E27FC236}">
                  <ns2:creationId id="{F4CEBE48-6C70-4A23-939A-65AA6E0C88DB}"/>
                </a:ext>
              </a:extLst>
            </p:cNvPr>
            <p:cNvSpPr>
              <a:spLocks noGrp="1"/>
            </p:cNvSpPr>
            <p:nvPr/>
          </p:nvSpPr>
          <p:spPr>
            <a:xfrm>
              <a:off x="12358688" y="2652713"/>
              <a:ext cx="47625" cy="47625"/>
            </a:xfrm>
            <a:prstGeom prst="ellipse">
              <a:avLst/>
            </a:prstGeom>
            <a:solidFill>
              <a:srgbClr val="263238"/>
            </a:solidFill>
            <a:ln w="0">
              <a:noFill/>
              <a:prstDash val="solid"/>
            </a:ln>
          </p:spPr>
        </p:sp>
        <p:sp>
          <p:nvSpPr>
            <p:cNvPr id="1105" name="four:position-certificate:interval-C:1105">
              <a:extLst>
                <a:ext uri="{FF2B5EF4-FFF2-40B4-BE49-F238E27FC236}">
                  <ns2:creationId id="{6E7E5E92-1474-4B45-9997-F046BE5333AE}"/>
                </a:ext>
              </a:extLst>
            </p:cNvPr>
            <p:cNvSpPr>
              <a:spLocks noGrp="1"/>
            </p:cNvSpPr>
            <p:nvPr/>
          </p:nvSpPr>
          <p:spPr>
            <a:xfrm>
              <a:off x="12915900" y="2543175"/>
              <a:ext cx="266700" cy="266700"/>
            </a:xfrm>
            <a:prstGeom prst="rect">
              <a:avLst/>
            </a:prstGeom>
            <a:solidFill>
              <a:srgbClr val="D55E00"/>
            </a:solidFill>
            <a:ln w="7620">
              <a:solidFill>
                <a:srgbClr val="263238"/>
              </a:solidFill>
              <a:prstDash val="solid"/>
            </a:ln>
          </p:spPr>
        </p:sp>
        <p:sp>
          <p:nvSpPr>
            <p:cNvPr id="1106" name="four:position-certificate:regular-node:1106">
              <a:extLst>
                <a:ext uri="{FF2B5EF4-FFF2-40B4-BE49-F238E27FC236}">
                  <ns2:creationId id="{010951F2-9A7E-4CC8-B9D3-A22B590B91EF}"/>
                </a:ext>
              </a:extLst>
            </p:cNvPr>
            <p:cNvSpPr>
              <a:spLocks noGrp="1"/>
            </p:cNvSpPr>
            <p:nvPr/>
          </p:nvSpPr>
          <p:spPr>
            <a:xfrm>
              <a:off x="13025438" y="2652713"/>
              <a:ext cx="47625" cy="47625"/>
            </a:xfrm>
            <a:prstGeom prst="ellipse">
              <a:avLst/>
            </a:prstGeom>
            <a:solidFill>
              <a:srgbClr val="263238"/>
            </a:solidFill>
            <a:ln w="0">
              <a:noFill/>
              <a:prstDash val="solid"/>
            </a:ln>
          </p:spPr>
        </p:sp>
        <p:sp>
          <p:nvSpPr>
            <p:cNvPr id="1107" name="four:position-certificate:interval-D:1107">
              <a:extLst>
                <a:ext uri="{FF2B5EF4-FFF2-40B4-BE49-F238E27FC236}">
                  <ns2:creationId id="{73811BDA-9F30-40CB-8409-96213EE9634F}"/>
                </a:ext>
              </a:extLst>
            </p:cNvPr>
            <p:cNvSpPr>
              <a:spLocks noGrp="1"/>
            </p:cNvSpPr>
            <p:nvPr/>
          </p:nvSpPr>
          <p:spPr>
            <a:xfrm>
              <a:off x="13582650" y="2543175"/>
              <a:ext cx="266700" cy="266700"/>
            </a:xfrm>
            <a:prstGeom prst="rect">
              <a:avLst/>
            </a:prstGeom>
            <a:solidFill>
              <a:srgbClr val="009E73"/>
            </a:solidFill>
            <a:ln w="7620">
              <a:solidFill>
                <a:srgbClr val="263238"/>
              </a:solidFill>
              <a:prstDash val="solid"/>
            </a:ln>
          </p:spPr>
        </p:sp>
        <p:sp>
          <p:nvSpPr>
            <p:cNvPr id="1108" name="four:position-certificate:regular-node:1108">
              <a:extLst>
                <a:ext uri="{FF2B5EF4-FFF2-40B4-BE49-F238E27FC236}">
                  <ns2:creationId id="{0386B928-B7D1-47AB-AC52-C7452788D3FB}"/>
                </a:ext>
              </a:extLst>
            </p:cNvPr>
            <p:cNvSpPr>
              <a:spLocks noGrp="1"/>
            </p:cNvSpPr>
            <p:nvPr/>
          </p:nvSpPr>
          <p:spPr>
            <a:xfrm>
              <a:off x="13692188" y="2652713"/>
              <a:ext cx="47625" cy="47625"/>
            </a:xfrm>
            <a:prstGeom prst="ellipse">
              <a:avLst/>
            </a:prstGeom>
            <a:solidFill>
              <a:srgbClr val="263238"/>
            </a:solidFill>
            <a:ln w="0">
              <a:noFill/>
              <a:prstDash val="solid"/>
            </a:ln>
          </p:spPr>
        </p:sp>
        <p:sp>
          <p:nvSpPr>
            <p:cNvPr id="1109" name="four:position-certificate:interval-B:1109">
              <a:extLst>
                <a:ext uri="{FF2B5EF4-FFF2-40B4-BE49-F238E27FC236}">
                  <ns2:creationId id="{F7393685-0AB0-4F5A-BCC6-73833D89FB37}"/>
                </a:ext>
              </a:extLst>
            </p:cNvPr>
            <p:cNvSpPr>
              <a:spLocks noGrp="1"/>
            </p:cNvSpPr>
            <p:nvPr/>
          </p:nvSpPr>
          <p:spPr>
            <a:xfrm>
              <a:off x="14249400" y="2543175"/>
              <a:ext cx="266700" cy="266700"/>
            </a:xfrm>
            <a:prstGeom prst="rect">
              <a:avLst/>
            </a:prstGeom>
            <a:solidFill>
              <a:srgbClr val="CC79A7"/>
            </a:solidFill>
            <a:ln w="7620">
              <a:solidFill>
                <a:srgbClr val="263238"/>
              </a:solidFill>
              <a:prstDash val="solid"/>
            </a:ln>
          </p:spPr>
        </p:sp>
        <p:sp>
          <p:nvSpPr>
            <p:cNvPr id="1110" name="four:position-certificate:regular-node:1110">
              <a:extLst>
                <a:ext uri="{FF2B5EF4-FFF2-40B4-BE49-F238E27FC236}">
                  <ns2:creationId id="{6720D497-C112-4F58-9BF0-2A21D057767B}"/>
                </a:ext>
              </a:extLst>
            </p:cNvPr>
            <p:cNvSpPr>
              <a:spLocks noGrp="1"/>
            </p:cNvSpPr>
            <p:nvPr/>
          </p:nvSpPr>
          <p:spPr>
            <a:xfrm>
              <a:off x="14358938" y="2652713"/>
              <a:ext cx="47625" cy="47625"/>
            </a:xfrm>
            <a:prstGeom prst="ellipse">
              <a:avLst/>
            </a:prstGeom>
            <a:solidFill>
              <a:srgbClr val="263238"/>
            </a:solidFill>
            <a:ln w="0">
              <a:noFill/>
              <a:prstDash val="solid"/>
            </a:ln>
          </p:spPr>
        </p:sp>
        <p:sp>
          <p:nvSpPr>
            <p:cNvPr id="1111" name="four:position-certificate:line:1111">
              <a:extLst>
                <a:ext uri="{FF2B5EF4-FFF2-40B4-BE49-F238E27FC236}">
                  <ns2:creationId id="{BCDD3056-E23F-4700-8A79-2748E4030EA0}"/>
                </a:ext>
              </a:extLst>
            </p:cNvPr>
            <p:cNvSpPr>
              <a:spLocks noGrp="1"/>
            </p:cNvSpPr>
            <p:nvPr/>
          </p:nvSpPr>
          <p:spPr>
            <a:xfrm>
              <a:off x="9043988" y="2143125"/>
              <a:ext cx="953" cy="352425"/>
            </a:xfrm>
            <a:custGeom>
              <a:pathLst>
                <a:path w="953" h="352425">
                  <a:moveTo>
                    <a:pt x="0" y="0"/>
                  </a:moveTo>
                  <a:lnTo>
                    <a:pt x="0" y="352425"/>
                  </a:lnTo>
                </a:path>
              </a:pathLst>
            </a:custGeom>
            <a:noFill/>
            <a:ln w="9525">
              <a:solidFill>
                <a:srgbClr val="0072B2">
                  <a:alpha val="65000"/>
                </a:srgbClr>
              </a:solidFill>
              <a:prstDash val="dash"/>
            </a:ln>
          </p:spPr>
        </p:sp>
        <p:sp>
          <p:nvSpPr>
            <p:cNvPr id="1112" name="four:position-certificate:line:1112">
              <a:extLst>
                <a:ext uri="{FF2B5EF4-FFF2-40B4-BE49-F238E27FC236}">
                  <ns2:creationId id="{BB9AE212-F990-4B0F-8F37-F11E1248C3F0}"/>
                </a:ext>
              </a:extLst>
            </p:cNvPr>
            <p:cNvSpPr>
              <a:spLocks noGrp="1"/>
            </p:cNvSpPr>
            <p:nvPr/>
          </p:nvSpPr>
          <p:spPr>
            <a:xfrm>
              <a:off x="9043988" y="2857500"/>
              <a:ext cx="953" cy="590550"/>
            </a:xfrm>
            <a:custGeom>
              <a:pathLst>
                <a:path w="953" h="590550">
                  <a:moveTo>
                    <a:pt x="0" y="0"/>
                  </a:moveTo>
                  <a:lnTo>
                    <a:pt x="0" y="590550"/>
                  </a:lnTo>
                </a:path>
              </a:pathLst>
            </a:custGeom>
            <a:noFill/>
            <a:ln w="9525">
              <a:solidFill>
                <a:srgbClr val="0072B2">
                  <a:alpha val="65000"/>
                </a:srgbClr>
              </a:solidFill>
              <a:prstDash val="dash"/>
            </a:ln>
          </p:spPr>
        </p:sp>
        <p:sp>
          <p:nvSpPr>
            <p:cNvPr id="1113" name="four:position-certificate:line:1113">
              <a:extLst>
                <a:ext uri="{FF2B5EF4-FFF2-40B4-BE49-F238E27FC236}">
                  <ns2:creationId id="{E4BDA046-39D7-496B-B918-44BBDAC0143F}"/>
                </a:ext>
              </a:extLst>
            </p:cNvPr>
            <p:cNvSpPr>
              <a:spLocks noGrp="1"/>
            </p:cNvSpPr>
            <p:nvPr/>
          </p:nvSpPr>
          <p:spPr>
            <a:xfrm>
              <a:off x="9144000" y="2828925"/>
              <a:ext cx="953" cy="619125"/>
            </a:xfrm>
            <a:custGeom>
              <a:pathLst>
                <a:path w="953" h="619125">
                  <a:moveTo>
                    <a:pt x="0" y="0"/>
                  </a:moveTo>
                  <a:lnTo>
                    <a:pt x="0" y="619125"/>
                  </a:lnTo>
                </a:path>
              </a:pathLst>
            </a:custGeom>
            <a:noFill/>
            <a:ln w="10478">
              <a:solidFill>
                <a:srgbClr val="0072B2"/>
              </a:solidFill>
              <a:prstDash val="solid"/>
            </a:ln>
          </p:spPr>
        </p:sp>
        <p:sp>
          <p:nvSpPr>
            <p:cNvPr id="1114" name="four:position-certificate:line:1114">
              <a:extLst>
                <a:ext uri="{FF2B5EF4-FFF2-40B4-BE49-F238E27FC236}">
                  <ns2:creationId id="{2B9CBEF6-3A32-4E12-9EED-DD97AF95CADC}"/>
                </a:ext>
              </a:extLst>
            </p:cNvPr>
            <p:cNvSpPr>
              <a:spLocks noGrp="1"/>
            </p:cNvSpPr>
            <p:nvPr/>
          </p:nvSpPr>
          <p:spPr>
            <a:xfrm>
              <a:off x="9043988" y="3381375"/>
              <a:ext cx="100013" cy="953"/>
            </a:xfrm>
            <a:custGeom>
              <a:pathLst>
                <a:path w="100013" h="953">
                  <a:moveTo>
                    <a:pt x="0" y="0"/>
                  </a:moveTo>
                  <a:lnTo>
                    <a:pt x="100013" y="0"/>
                  </a:lnTo>
                </a:path>
              </a:pathLst>
            </a:custGeom>
            <a:noFill/>
            <a:ln w="15240">
              <a:solidFill>
                <a:srgbClr val="0072B2"/>
              </a:solidFill>
              <a:prstDash val="solid"/>
            </a:ln>
          </p:spPr>
        </p:sp>
        <p:sp>
          <p:nvSpPr>
            <p:cNvPr id="1115" name="four:position-certificate:polygon:1115">
              <a:extLst>
                <a:ext uri="{FF2B5EF4-FFF2-40B4-BE49-F238E27FC236}">
                  <ns2:creationId id="{C48B1B97-4310-4B3C-9904-66FD1AD22ADA}"/>
                </a:ext>
              </a:extLst>
            </p:cNvPr>
            <p:cNvSpPr>
              <a:spLocks noGrp="1"/>
            </p:cNvSpPr>
            <p:nvPr/>
          </p:nvSpPr>
          <p:spPr>
            <a:xfrm>
              <a:off x="9105900" y="3364992"/>
              <a:ext cx="38100" cy="32766"/>
            </a:xfrm>
            <a:custGeom>
              <a:pathLst>
                <a:path w="38100" h="32766">
                  <a:moveTo>
                    <a:pt x="38100" y="16383"/>
                  </a:moveTo>
                  <a:lnTo>
                    <a:pt x="0" y="0"/>
                  </a:lnTo>
                  <a:lnTo>
                    <a:pt x="0" y="32766"/>
                  </a:lnTo>
                  <a:close/>
                </a:path>
              </a:pathLst>
            </a:custGeom>
            <a:solidFill>
              <a:srgbClr val="0072B2"/>
            </a:solidFill>
            <a:ln w="0">
              <a:noFill/>
              <a:prstDash val="solid"/>
            </a:ln>
          </p:spPr>
        </p:sp>
        <p:sp>
          <p:nvSpPr>
            <p:cNvPr id="1116" name="four:position-certificate:polygon:1116">
              <a:extLst>
                <a:ext uri="{FF2B5EF4-FFF2-40B4-BE49-F238E27FC236}">
                  <ns2:creationId id="{E98A7385-CE90-431C-BF6E-2251A0900F13}"/>
                </a:ext>
              </a:extLst>
            </p:cNvPr>
            <p:cNvSpPr>
              <a:spLocks noGrp="1"/>
            </p:cNvSpPr>
            <p:nvPr/>
          </p:nvSpPr>
          <p:spPr>
            <a:xfrm>
              <a:off x="9043988" y="3364992"/>
              <a:ext cx="38100" cy="32766"/>
            </a:xfrm>
            <a:custGeom>
              <a:pathLst>
                <a:path w="38100" h="32766">
                  <a:moveTo>
                    <a:pt x="0" y="16383"/>
                  </a:moveTo>
                  <a:lnTo>
                    <a:pt x="38100" y="32766"/>
                  </a:lnTo>
                  <a:lnTo>
                    <a:pt x="38100" y="0"/>
                  </a:lnTo>
                  <a:close/>
                </a:path>
              </a:pathLst>
            </a:custGeom>
            <a:solidFill>
              <a:srgbClr val="0072B2"/>
            </a:solidFill>
            <a:ln w="0">
              <a:noFill/>
              <a:prstDash val="solid"/>
            </a:ln>
          </p:spPr>
        </p:sp>
        <p:sp>
          <p:nvSpPr>
            <p:cNvPr id="1117" name="four:position-certificate:textbox:1117">
              <a:extLst>
                <a:ext uri="{FF2B5EF4-FFF2-40B4-BE49-F238E27FC236}">
                  <ns2:creationId id="{AC3291BB-F983-4079-932C-4E8A359F2149}"/>
                </a:ext>
              </a:extLst>
            </p:cNvPr>
            <p:cNvSpPr>
              <a:spLocks noGrp="1"/>
            </p:cNvSpPr>
            <p:nvPr/>
          </p:nvSpPr>
          <p:spPr>
            <a:xfrm>
              <a:off x="8617744" y="3009900"/>
              <a:ext cx="952500" cy="342900"/>
            </a:xfrm>
            <a:prstGeom prst="rect">
              <a:avLst/>
            </a:prstGeom>
            <a:solidFill>
              <a:srgbClr val="F7F9FA"/>
            </a:solidFill>
            <a:ln w="0">
              <a:noFill/>
              <a:prstDash val="solid"/>
            </a:ln>
          </p:spPr>
          <p:txBody>
            <a:bodyPr wrap="none" lIns="0" tIns="0" rIns="0" bIns="0" anchor="ctr">
              <a:normAutofit fontScale="100000"/>
            </a:bodyPr>
            <a:lstStyle>
              <a:defPPr algn="ctr">
                <a:defRPr sz="2175" b="0">
                  <a:solidFill>
                    <a:srgbClr val="0072B2"/>
                  </a:solidFill>
                  <a:latin typeface="Arial"/>
                  <a:ea typeface="Arial"/>
                  <a:cs typeface="Arial"/>
                </a:defRPr>
              </a:defPPr>
            </a:lstStyle>
            <a:p>
              <a:pPr algn="ctr">
                <a:defRPr sz="2175" b="0">
                  <a:solidFill>
                    <a:srgbClr val="0072B2"/>
                  </a:solidFill>
                  <a:latin typeface="Arial"/>
                  <a:ea typeface="Arial"/>
                  <a:cs typeface="Arial"/>
                </a:defRPr>
              </a:pPr>
              <a:r>
                <a:rPr sz="2175" b="0">
                  <a:solidFill>
                    <a:srgbClr val="0072B2"/>
                  </a:solidFill>
                  <a:latin typeface="Arial"/>
                  <a:ea typeface="Arial"/>
                  <a:cs typeface="Arial"/>
                </a:rPr>
                <a:t>τ</a:t>
              </a:r>
              <a:r>
                <a:rPr sz="1566" b="0" baseline="-25000">
                  <a:solidFill>
                    <a:srgbClr val="0072B2"/>
                  </a:solidFill>
                  <a:latin typeface="Arial"/>
                  <a:ea typeface="Arial"/>
                  <a:cs typeface="Arial"/>
                </a:rPr>
                <a:t>free</a:t>
              </a:r>
            </a:p>
          </p:txBody>
        </p:sp>
        <p:sp>
          <p:nvSpPr>
            <p:cNvPr id="1118" name="four:position-certificate:textbox:1118">
              <a:extLst>
                <a:ext uri="{FF2B5EF4-FFF2-40B4-BE49-F238E27FC236}">
                  <ns2:creationId id="{1E988130-B821-4442-A924-D8745AAAE1E0}"/>
                </a:ext>
              </a:extLst>
            </p:cNvPr>
            <p:cNvSpPr>
              <a:spLocks noGrp="1"/>
            </p:cNvSpPr>
            <p:nvPr/>
          </p:nvSpPr>
          <p:spPr>
            <a:xfrm>
              <a:off x="10010775" y="3105150"/>
              <a:ext cx="1371600" cy="238125"/>
            </a:xfrm>
            <a:prstGeom prst="rect">
              <a:avLst/>
            </a:prstGeom>
            <a:noFill/>
            <a:ln w="0">
              <a:noFill/>
              <a:prstDash val="solid"/>
            </a:ln>
          </p:spPr>
          <p:txBody>
            <a:bodyPr wrap="none" lIns="0" tIns="0" rIns="0" bIns="0" anchor="ctr">
              <a:normAutofit fontScale="100000"/>
            </a:bodyPr>
            <a:lstStyle>
              <a:defPPr algn="ctr">
                <a:defRPr sz="1425" b="0">
                  <a:solidFill>
                    <a:srgbClr val="7B8790"/>
                  </a:solidFill>
                  <a:latin typeface="Arial"/>
                  <a:ea typeface="Arial"/>
                  <a:cs typeface="Arial"/>
                </a:defRPr>
              </a:defPPr>
            </a:lstStyle>
            <a:p>
              <a:pPr algn="ctr">
                <a:defRPr sz="1425" b="0">
                  <a:solidFill>
                    <a:srgbClr val="7B8790"/>
                  </a:solidFill>
                  <a:latin typeface="Arial"/>
                  <a:ea typeface="Arial"/>
                  <a:cs typeface="Arial"/>
                </a:defRPr>
              </a:pPr>
              <a:r>
                <a:rPr sz="1425" b="0">
                  <a:solidFill>
                    <a:srgbClr val="7B8790"/>
                  </a:solidFill>
                  <a:latin typeface="Arial"/>
                  <a:ea typeface="Arial"/>
                  <a:cs typeface="Arial"/>
                </a:rPr>
                <a:t>Geometry cost</a:t>
              </a:r>
            </a:p>
          </p:txBody>
        </p:sp>
        <p:sp>
          <p:nvSpPr>
            <p:cNvPr id="1119" name="four:position-certificate:line:1119">
              <a:extLst>
                <a:ext uri="{FF2B5EF4-FFF2-40B4-BE49-F238E27FC236}">
                  <ns2:creationId id="{31512681-C07A-4812-B510-EF3F043F3720}"/>
                </a:ext>
              </a:extLst>
            </p:cNvPr>
            <p:cNvSpPr>
              <a:spLocks noGrp="1"/>
            </p:cNvSpPr>
            <p:nvPr/>
          </p:nvSpPr>
          <p:spPr>
            <a:xfrm>
              <a:off x="13115925" y="2143125"/>
              <a:ext cx="953" cy="352425"/>
            </a:xfrm>
            <a:custGeom>
              <a:pathLst>
                <a:path w="953" h="352425">
                  <a:moveTo>
                    <a:pt x="0" y="0"/>
                  </a:moveTo>
                  <a:lnTo>
                    <a:pt x="0" y="352425"/>
                  </a:lnTo>
                </a:path>
              </a:pathLst>
            </a:custGeom>
            <a:noFill/>
            <a:ln w="11430">
              <a:solidFill>
                <a:srgbClr val="CC79A7">
                  <a:alpha val="70000"/>
                </a:srgbClr>
              </a:solidFill>
              <a:prstDash val="dash"/>
            </a:ln>
          </p:spPr>
        </p:sp>
        <p:sp>
          <p:nvSpPr>
            <p:cNvPr id="1120" name="four:position-certificate:line:1120">
              <a:extLst>
                <a:ext uri="{FF2B5EF4-FFF2-40B4-BE49-F238E27FC236}">
                  <ns2:creationId id="{2E017023-CF69-4C31-879F-67FD51271C6B}"/>
                </a:ext>
              </a:extLst>
            </p:cNvPr>
            <p:cNvSpPr>
              <a:spLocks noGrp="1"/>
            </p:cNvSpPr>
            <p:nvPr/>
          </p:nvSpPr>
          <p:spPr>
            <a:xfrm>
              <a:off x="13115925" y="2857500"/>
              <a:ext cx="953" cy="590550"/>
            </a:xfrm>
            <a:custGeom>
              <a:pathLst>
                <a:path w="953" h="590550">
                  <a:moveTo>
                    <a:pt x="0" y="0"/>
                  </a:moveTo>
                  <a:lnTo>
                    <a:pt x="0" y="590550"/>
                  </a:lnTo>
                </a:path>
              </a:pathLst>
            </a:custGeom>
            <a:noFill/>
            <a:ln w="11430">
              <a:solidFill>
                <a:srgbClr val="CC79A7">
                  <a:alpha val="70000"/>
                </a:srgbClr>
              </a:solidFill>
              <a:prstDash val="dash"/>
            </a:ln>
          </p:spPr>
        </p:sp>
        <p:sp>
          <p:nvSpPr>
            <p:cNvPr id="1121" name="four:position-certificate:line:1121">
              <a:extLst>
                <a:ext uri="{FF2B5EF4-FFF2-40B4-BE49-F238E27FC236}">
                  <ns2:creationId id="{483137C8-4C47-4AF9-A131-6404D75F6722}"/>
                </a:ext>
              </a:extLst>
            </p:cNvPr>
            <p:cNvSpPr>
              <a:spLocks noGrp="1"/>
            </p:cNvSpPr>
            <p:nvPr/>
          </p:nvSpPr>
          <p:spPr>
            <a:xfrm>
              <a:off x="14382750" y="2828925"/>
              <a:ext cx="953" cy="619125"/>
            </a:xfrm>
            <a:custGeom>
              <a:pathLst>
                <a:path w="953" h="619125">
                  <a:moveTo>
                    <a:pt x="0" y="0"/>
                  </a:moveTo>
                  <a:lnTo>
                    <a:pt x="0" y="619125"/>
                  </a:lnTo>
                </a:path>
              </a:pathLst>
            </a:custGeom>
            <a:noFill/>
            <a:ln w="11430">
              <a:solidFill>
                <a:srgbClr val="CC79A7"/>
              </a:solidFill>
              <a:prstDash val="solid"/>
            </a:ln>
          </p:spPr>
        </p:sp>
        <p:sp>
          <p:nvSpPr>
            <p:cNvPr id="1122" name="four:position-certificate:line:1122">
              <a:extLst>
                <a:ext uri="{FF2B5EF4-FFF2-40B4-BE49-F238E27FC236}">
                  <ns2:creationId id="{3E7ABB45-44B3-487F-8810-620BE153C0F5}"/>
                </a:ext>
              </a:extLst>
            </p:cNvPr>
            <p:cNvSpPr>
              <a:spLocks noGrp="1"/>
            </p:cNvSpPr>
            <p:nvPr/>
          </p:nvSpPr>
          <p:spPr>
            <a:xfrm>
              <a:off x="13115925" y="3381375"/>
              <a:ext cx="1266825" cy="953"/>
            </a:xfrm>
            <a:custGeom>
              <a:pathLst>
                <a:path w="1266825" h="953">
                  <a:moveTo>
                    <a:pt x="0" y="0"/>
                  </a:moveTo>
                  <a:lnTo>
                    <a:pt x="1266825" y="0"/>
                  </a:lnTo>
                </a:path>
              </a:pathLst>
            </a:custGeom>
            <a:noFill/>
            <a:ln w="15240">
              <a:solidFill>
                <a:srgbClr val="CC79A7"/>
              </a:solidFill>
              <a:prstDash val="solid"/>
            </a:ln>
          </p:spPr>
        </p:sp>
        <p:sp>
          <p:nvSpPr>
            <p:cNvPr id="1123" name="four:position-certificate:polygon:1123">
              <a:extLst>
                <a:ext uri="{FF2B5EF4-FFF2-40B4-BE49-F238E27FC236}">
                  <ns2:creationId id="{E468C975-7A4A-4630-8382-C77650F5498A}"/>
                </a:ext>
              </a:extLst>
            </p:cNvPr>
            <p:cNvSpPr>
              <a:spLocks noGrp="1"/>
            </p:cNvSpPr>
            <p:nvPr/>
          </p:nvSpPr>
          <p:spPr>
            <a:xfrm>
              <a:off x="14325600" y="3356801"/>
              <a:ext cx="57150" cy="49149"/>
            </a:xfrm>
            <a:custGeom>
              <a:pathLst>
                <a:path w="57150" h="49149">
                  <a:moveTo>
                    <a:pt x="57150" y="24574"/>
                  </a:moveTo>
                  <a:lnTo>
                    <a:pt x="0" y="0"/>
                  </a:lnTo>
                  <a:lnTo>
                    <a:pt x="0" y="49149"/>
                  </a:lnTo>
                  <a:close/>
                </a:path>
              </a:pathLst>
            </a:custGeom>
            <a:solidFill>
              <a:srgbClr val="CC79A7"/>
            </a:solidFill>
            <a:ln w="0">
              <a:noFill/>
              <a:prstDash val="solid"/>
            </a:ln>
          </p:spPr>
        </p:sp>
        <p:sp>
          <p:nvSpPr>
            <p:cNvPr id="1124" name="four:position-certificate:polygon:1124">
              <a:extLst>
                <a:ext uri="{FF2B5EF4-FFF2-40B4-BE49-F238E27FC236}">
                  <ns2:creationId id="{D8E64B47-8D44-42CF-B231-36ED7573EF55}"/>
                </a:ext>
              </a:extLst>
            </p:cNvPr>
            <p:cNvSpPr>
              <a:spLocks noGrp="1"/>
            </p:cNvSpPr>
            <p:nvPr/>
          </p:nvSpPr>
          <p:spPr>
            <a:xfrm>
              <a:off x="13115925" y="3356801"/>
              <a:ext cx="57150" cy="49149"/>
            </a:xfrm>
            <a:custGeom>
              <a:pathLst>
                <a:path w="57150" h="49149">
                  <a:moveTo>
                    <a:pt x="0" y="24574"/>
                  </a:moveTo>
                  <a:lnTo>
                    <a:pt x="57150" y="49149"/>
                  </a:lnTo>
                  <a:lnTo>
                    <a:pt x="57150" y="0"/>
                  </a:lnTo>
                  <a:close/>
                </a:path>
              </a:pathLst>
            </a:custGeom>
            <a:solidFill>
              <a:srgbClr val="CC79A7"/>
            </a:solidFill>
            <a:ln w="0">
              <a:noFill/>
              <a:prstDash val="solid"/>
            </a:ln>
          </p:spPr>
        </p:sp>
        <p:sp>
          <p:nvSpPr>
            <p:cNvPr id="1125" name="four:position-certificate:textbox:1125">
              <a:extLst>
                <a:ext uri="{FF2B5EF4-FFF2-40B4-BE49-F238E27FC236}">
                  <ns2:creationId id="{F5A4AB35-B012-4278-B5C2-F45C7F00B364}"/>
                </a:ext>
              </a:extLst>
            </p:cNvPr>
            <p:cNvSpPr>
              <a:spLocks noGrp="1"/>
            </p:cNvSpPr>
            <p:nvPr/>
          </p:nvSpPr>
          <p:spPr>
            <a:xfrm>
              <a:off x="13425488" y="3009900"/>
              <a:ext cx="647700" cy="342900"/>
            </a:xfrm>
            <a:prstGeom prst="rect">
              <a:avLst/>
            </a:prstGeom>
            <a:solidFill>
              <a:srgbClr val="F7F9FA"/>
            </a:solidFill>
            <a:ln w="0">
              <a:noFill/>
              <a:prstDash val="solid"/>
            </a:ln>
          </p:spPr>
          <p:txBody>
            <a:bodyPr wrap="none" lIns="0" tIns="0" rIns="0" bIns="0" anchor="ctr">
              <a:normAutofit fontScale="100000"/>
            </a:bodyPr>
            <a:lstStyle>
              <a:defPPr algn="ctr">
                <a:defRPr sz="2175" b="0">
                  <a:solidFill>
                    <a:srgbClr val="CC79A7"/>
                  </a:solidFill>
                  <a:latin typeface="Arial"/>
                  <a:ea typeface="Arial"/>
                  <a:cs typeface="Arial"/>
                </a:defRPr>
              </a:defPPr>
            </a:lstStyle>
            <a:p>
              <a:pPr algn="ctr">
                <a:defRPr sz="2175" b="0">
                  <a:solidFill>
                    <a:srgbClr val="CC79A7"/>
                  </a:solidFill>
                  <a:latin typeface="Arial"/>
                  <a:ea typeface="Arial"/>
                  <a:cs typeface="Arial"/>
                </a:defRPr>
              </a:pPr>
              <a:r>
                <a:rPr sz="2175" b="0">
                  <a:solidFill>
                    <a:srgbClr val="CC79A7"/>
                  </a:solidFill>
                  <a:latin typeface="Arial"/>
                  <a:ea typeface="Arial"/>
                  <a:cs typeface="Arial"/>
                </a:rPr>
                <a:t>τ</a:t>
              </a:r>
              <a:r>
                <a:rPr sz="1566" b="0" baseline="32000">
                  <a:solidFill>
                    <a:srgbClr val="CC79A7"/>
                  </a:solidFill>
                  <a:latin typeface="Arial"/>
                  <a:ea typeface="Arial"/>
                  <a:cs typeface="Arial"/>
                </a:rPr>
                <a:t>*</a:t>
              </a:r>
            </a:p>
          </p:txBody>
        </p:sp>
        <p:sp>
          <p:nvSpPr>
            <p:cNvPr id="1126" name="four:position-certificate:textbox:1126">
              <a:extLst>
                <a:ext uri="{FF2B5EF4-FFF2-40B4-BE49-F238E27FC236}">
                  <ns2:creationId id="{C2D3740F-9676-4015-A38A-B6A261FD9866}"/>
                </a:ext>
              </a:extLst>
            </p:cNvPr>
            <p:cNvSpPr>
              <a:spLocks noGrp="1"/>
            </p:cNvSpPr>
            <p:nvPr/>
          </p:nvSpPr>
          <p:spPr>
            <a:xfrm rot="0" flipH="0" flipV="0">
              <a:off x="8629650" y="3629025"/>
              <a:ext cx="2857500" cy="342900"/>
            </a:xfrm>
            <a:prstGeom prst="rect">
              <a:avLst/>
            </a:prstGeom>
            <a:noFill/>
            <a:ln w="0">
              <a:noFill/>
              <a:prstDash val="solid"/>
            </a:ln>
          </p:spPr>
          <p:txBody>
            <a:bodyPr wrap="none" lIns="0" tIns="0" rIns="0" bIns="0" anchor="ctr">
              <a:normAutofit fontScale="100000"/>
            </a:bodyPr>
            <a:lstStyle>
              <a:defPPr algn="ctr">
                <a:defRPr sz="1875" b="0">
                  <a:solidFill>
                    <a:srgbClr val="263238"/>
                  </a:solidFill>
                  <a:latin typeface="Arial"/>
                  <a:ea typeface="Arial"/>
                  <a:cs typeface="Arial"/>
                </a:defRPr>
              </a:defPPr>
              <a:lvl1pPr algn="ctr">
                <a:defRPr sz="1875" b="0">
                  <a:solidFill>
                    <a:srgbClr val="263238"/>
                  </a:solidFill>
                  <a:latin typeface="Arial"/>
                  <a:ea typeface="Arial"/>
                  <a:cs typeface="Arial"/>
                </a:defRPr>
              </a:lvl1pPr>
              <a:lvl2pPr algn="ctr">
                <a:defRPr sz="1875" b="0">
                  <a:solidFill>
                    <a:srgbClr val="263238"/>
                  </a:solidFill>
                  <a:latin typeface="Arial"/>
                  <a:ea typeface="Arial"/>
                  <a:cs typeface="Arial"/>
                </a:defRPr>
              </a:lvl2pPr>
              <a:lvl3pPr algn="ctr">
                <a:defRPr sz="1875" b="0">
                  <a:solidFill>
                    <a:srgbClr val="263238"/>
                  </a:solidFill>
                  <a:latin typeface="Arial"/>
                  <a:ea typeface="Arial"/>
                  <a:cs typeface="Arial"/>
                </a:defRPr>
              </a:lvl3pPr>
              <a:lvl4pPr algn="ctr">
                <a:defRPr sz="1875" b="0">
                  <a:solidFill>
                    <a:srgbClr val="263238"/>
                  </a:solidFill>
                  <a:latin typeface="Arial"/>
                  <a:ea typeface="Arial"/>
                  <a:cs typeface="Arial"/>
                </a:defRPr>
              </a:lvl4pPr>
              <a:lvl5pPr algn="ctr">
                <a:defRPr sz="1875" b="0">
                  <a:solidFill>
                    <a:srgbClr val="263238"/>
                  </a:solidFill>
                  <a:latin typeface="Arial"/>
                  <a:ea typeface="Arial"/>
                  <a:cs typeface="Arial"/>
                </a:defRPr>
              </a:lvl5pPr>
              <a:lvl6pPr algn="ctr">
                <a:defRPr sz="1875" b="0">
                  <a:solidFill>
                    <a:srgbClr val="263238"/>
                  </a:solidFill>
                  <a:latin typeface="Arial"/>
                  <a:ea typeface="Arial"/>
                  <a:cs typeface="Arial"/>
                </a:defRPr>
              </a:lvl6pPr>
              <a:lvl7pPr algn="ctr">
                <a:defRPr sz="1875" b="0">
                  <a:solidFill>
                    <a:srgbClr val="263238"/>
                  </a:solidFill>
                  <a:latin typeface="Arial"/>
                  <a:ea typeface="Arial"/>
                  <a:cs typeface="Arial"/>
                </a:defRPr>
              </a:lvl7pPr>
              <a:lvl8pPr algn="ctr">
                <a:defRPr sz="1875" b="0">
                  <a:solidFill>
                    <a:srgbClr val="263238"/>
                  </a:solidFill>
                  <a:latin typeface="Arial"/>
                  <a:ea typeface="Arial"/>
                  <a:cs typeface="Arial"/>
                </a:defRPr>
              </a:lvl8pPr>
              <a:lvl9pPr algn="ctr">
                <a:defRPr sz="1875" b="0">
                  <a:solidFill>
                    <a:srgbClr val="263238"/>
                  </a:solidFill>
                  <a:latin typeface="Arial"/>
                  <a:ea typeface="Arial"/>
                  <a:cs typeface="Arial"/>
                </a:defRPr>
              </a:lvl9pPr>
            </a:lstStyle>
            <a:p>
              <a:pPr algn="ctr">
                <a:buNone/>
                <a:defRPr sz="1875" b="0">
                  <a:solidFill>
                    <a:srgbClr val="263238"/>
                  </a:solidFill>
                  <a:latin typeface="Arial"/>
                  <a:ea typeface="Arial"/>
                  <a:cs typeface="Arial"/>
                </a:defRPr>
              </a:pPr>
              <a:r>
                <a:rPr sz="1875" b="0">
                  <a:solidFill>
                    <a:srgbClr val="263238"/>
                  </a:solidFill>
                  <a:latin typeface="Arial"/>
                  <a:ea typeface="Arial"/>
                  <a:cs typeface="Arial"/>
                </a:rPr>
                <a:t>τ</a:t>
              </a:r>
              <a:r>
                <a:rPr sz="1350" b="0" baseline="-25000">
                  <a:solidFill>
                    <a:srgbClr val="263238"/>
                  </a:solidFill>
                  <a:latin typeface="Arial"/>
                  <a:ea typeface="Arial"/>
                  <a:cs typeface="Arial"/>
                </a:rPr>
                <a:t>free</a:t>
              </a:r>
            </a:p>
          </p:txBody>
        </p:sp>
        <p:sp>
          <p:nvSpPr>
            <p:cNvPr id="1127" name="four:position-certificate:textbox:1127">
              <a:extLst>
                <a:ext uri="{FF2B5EF4-FFF2-40B4-BE49-F238E27FC236}">
                  <ns2:creationId id="{6F436207-3084-4A39-A6C6-BF5D7D60EB63}"/>
                </a:ext>
              </a:extLst>
            </p:cNvPr>
            <p:cNvSpPr>
              <a:spLocks noGrp="1"/>
            </p:cNvSpPr>
            <p:nvPr/>
          </p:nvSpPr>
          <p:spPr>
            <a:xfrm rot="0" flipH="0" flipV="0">
              <a:off x="11811000" y="3629025"/>
              <a:ext cx="3009900" cy="342900"/>
            </a:xfrm>
            <a:prstGeom prst="rect">
              <a:avLst/>
            </a:prstGeom>
            <a:noFill/>
            <a:ln w="0">
              <a:noFill/>
              <a:prstDash val="solid"/>
            </a:ln>
          </p:spPr>
          <p:txBody>
            <a:bodyPr wrap="none" lIns="0" tIns="0" rIns="0" bIns="0" anchor="ctr">
              <a:normAutofit fontScale="100000"/>
            </a:bodyPr>
            <a:lstStyle>
              <a:defPPr algn="ctr">
                <a:defRPr sz="1950" b="0">
                  <a:solidFill>
                    <a:srgbClr val="263238"/>
                  </a:solidFill>
                  <a:latin typeface="Arial"/>
                  <a:ea typeface="Arial"/>
                  <a:cs typeface="Arial"/>
                </a:defRPr>
              </a:defPPr>
              <a:lvl1pPr algn="ctr">
                <a:defRPr sz="1950" b="0">
                  <a:solidFill>
                    <a:srgbClr val="263238"/>
                  </a:solidFill>
                  <a:latin typeface="Arial"/>
                  <a:ea typeface="Arial"/>
                  <a:cs typeface="Arial"/>
                </a:defRPr>
              </a:lvl1pPr>
              <a:lvl2pPr algn="ctr">
                <a:defRPr sz="1950" b="0">
                  <a:solidFill>
                    <a:srgbClr val="263238"/>
                  </a:solidFill>
                  <a:latin typeface="Arial"/>
                  <a:ea typeface="Arial"/>
                  <a:cs typeface="Arial"/>
                </a:defRPr>
              </a:lvl2pPr>
              <a:lvl3pPr algn="ctr">
                <a:defRPr sz="1950" b="0">
                  <a:solidFill>
                    <a:srgbClr val="263238"/>
                  </a:solidFill>
                  <a:latin typeface="Arial"/>
                  <a:ea typeface="Arial"/>
                  <a:cs typeface="Arial"/>
                </a:defRPr>
              </a:lvl3pPr>
              <a:lvl4pPr algn="ctr">
                <a:defRPr sz="1950" b="0">
                  <a:solidFill>
                    <a:srgbClr val="263238"/>
                  </a:solidFill>
                  <a:latin typeface="Arial"/>
                  <a:ea typeface="Arial"/>
                  <a:cs typeface="Arial"/>
                </a:defRPr>
              </a:lvl4pPr>
              <a:lvl5pPr algn="ctr">
                <a:defRPr sz="1950" b="0">
                  <a:solidFill>
                    <a:srgbClr val="263238"/>
                  </a:solidFill>
                  <a:latin typeface="Arial"/>
                  <a:ea typeface="Arial"/>
                  <a:cs typeface="Arial"/>
                </a:defRPr>
              </a:lvl5pPr>
              <a:lvl6pPr algn="ctr">
                <a:defRPr sz="1950" b="0">
                  <a:solidFill>
                    <a:srgbClr val="263238"/>
                  </a:solidFill>
                  <a:latin typeface="Arial"/>
                  <a:ea typeface="Arial"/>
                  <a:cs typeface="Arial"/>
                </a:defRPr>
              </a:lvl6pPr>
              <a:lvl7pPr algn="ctr">
                <a:defRPr sz="1950" b="0">
                  <a:solidFill>
                    <a:srgbClr val="263238"/>
                  </a:solidFill>
                  <a:latin typeface="Arial"/>
                  <a:ea typeface="Arial"/>
                  <a:cs typeface="Arial"/>
                </a:defRPr>
              </a:lvl7pPr>
              <a:lvl8pPr algn="ctr">
                <a:defRPr sz="1950" b="0">
                  <a:solidFill>
                    <a:srgbClr val="263238"/>
                  </a:solidFill>
                  <a:latin typeface="Arial"/>
                  <a:ea typeface="Arial"/>
                  <a:cs typeface="Arial"/>
                </a:defRPr>
              </a:lvl8pPr>
              <a:lvl9pPr algn="ctr">
                <a:defRPr sz="1950" b="0">
                  <a:solidFill>
                    <a:srgbClr val="263238"/>
                  </a:solidFill>
                  <a:latin typeface="Arial"/>
                  <a:ea typeface="Arial"/>
                  <a:cs typeface="Arial"/>
                </a:defRPr>
              </a:lvl9pPr>
            </a:lstStyle>
            <a:p>
              <a:pPr algn="ctr">
                <a:buNone/>
                <a:defRPr sz="1950" b="0">
                  <a:solidFill>
                    <a:srgbClr val="263238"/>
                  </a:solidFill>
                  <a:latin typeface="Arial"/>
                  <a:ea typeface="Arial"/>
                  <a:cs typeface="Arial"/>
                </a:defRPr>
              </a:pPr>
              <a:r>
                <a:rPr sz="1950" b="0">
                  <a:solidFill>
                    <a:srgbClr val="263238"/>
                  </a:solidFill>
                  <a:latin typeface="Arial"/>
                  <a:ea typeface="Arial"/>
                  <a:cs typeface="Arial"/>
                </a:rPr>
                <a:t>τ</a:t>
              </a:r>
              <a:r>
                <a:rPr sz="1404" b="0" baseline="32000">
                  <a:solidFill>
                    <a:srgbClr val="263238"/>
                  </a:solidFill>
                  <a:latin typeface="Arial"/>
                  <a:ea typeface="Arial"/>
                  <a:cs typeface="Arial"/>
                </a:rPr>
                <a:t>*</a:t>
              </a:r>
            </a:p>
          </p:txBody>
        </p:sp>
      </p:grpSp>
      <p:grpSp>
        <p:nvGrpSpPr>
          <p:cNvPr id="3180" name="certificate-flow"/>
          <p:cNvGrpSpPr/>
          <p:nvPr/>
        </p:nvGrpSpPr>
        <p:grpSpPr>
          <a:xfrm>
            <a:off x="0" y="0"/>
            <a:ext cx="24955500" cy="8572500"/>
            <a:chOff x="0" y="0"/>
            <a:chExt cx="24955500" cy="8572500"/>
          </a:xfrm>
        </p:grpSpPr>
        <p:sp>
          <p:nvSpPr>
            <p:cNvPr id="1128" name="four:certificate-flow:line:1128">
              <a:extLst>
                <a:ext uri="{FF2B5EF4-FFF2-40B4-BE49-F238E27FC236}">
                  <ns2:creationId id="{2A02FA2A-EBDA-4C5E-94CB-2373451E414F}"/>
                </a:ext>
              </a:extLst>
            </p:cNvPr>
            <p:cNvSpPr>
              <a:spLocks noGrp="1"/>
            </p:cNvSpPr>
            <p:nvPr/>
          </p:nvSpPr>
          <p:spPr>
            <a:xfrm>
              <a:off x="11601450" y="4162425"/>
              <a:ext cx="953" cy="542925"/>
            </a:xfrm>
            <a:custGeom>
              <a:pathLst>
                <a:path w="953" h="542925">
                  <a:moveTo>
                    <a:pt x="0" y="0"/>
                  </a:moveTo>
                  <a:lnTo>
                    <a:pt x="0" y="542925"/>
                  </a:lnTo>
                </a:path>
              </a:pathLst>
            </a:custGeom>
            <a:noFill/>
            <a:ln w="19050">
              <a:solidFill>
                <a:srgbClr val="7895A8"/>
              </a:solidFill>
              <a:prstDash val="solid"/>
            </a:ln>
          </p:spPr>
        </p:sp>
        <p:sp>
          <p:nvSpPr>
            <p:cNvPr id="1129" name="four:certificate-flow:polygon:1129">
              <a:extLst>
                <a:ext uri="{FF2B5EF4-FFF2-40B4-BE49-F238E27FC236}">
                  <ns2:creationId id="{71910B65-FDDA-4532-80C6-4786C034A441}"/>
                </a:ext>
              </a:extLst>
            </p:cNvPr>
            <p:cNvSpPr>
              <a:spLocks noGrp="1"/>
            </p:cNvSpPr>
            <p:nvPr/>
          </p:nvSpPr>
          <p:spPr>
            <a:xfrm>
              <a:off x="11564588" y="4619625"/>
              <a:ext cx="73723" cy="85725"/>
            </a:xfrm>
            <a:custGeom>
              <a:pathLst>
                <a:path w="73723" h="85725">
                  <a:moveTo>
                    <a:pt x="36862" y="85725"/>
                  </a:moveTo>
                  <a:lnTo>
                    <a:pt x="73723" y="0"/>
                  </a:lnTo>
                  <a:lnTo>
                    <a:pt x="0" y="0"/>
                  </a:lnTo>
                  <a:close/>
                </a:path>
              </a:pathLst>
            </a:custGeom>
            <a:solidFill>
              <a:srgbClr val="7895A8"/>
            </a:solidFill>
            <a:ln w="0">
              <a:noFill/>
              <a:prstDash val="solid"/>
            </a:ln>
          </p:spPr>
        </p:sp>
        <p:sp>
          <p:nvSpPr>
            <p:cNvPr id="1130" name="four:certificate-flow:textbox:1130">
              <a:extLst>
                <a:ext uri="{FF2B5EF4-FFF2-40B4-BE49-F238E27FC236}">
                  <ns2:creationId id="{AB5C2CC1-9913-4341-BF5C-5F3FDDDC5365}"/>
                </a:ext>
              </a:extLst>
            </p:cNvPr>
            <p:cNvSpPr>
              <a:spLocks noGrp="1"/>
            </p:cNvSpPr>
            <p:nvPr/>
          </p:nvSpPr>
          <p:spPr>
            <a:xfrm>
              <a:off x="8572500" y="4257675"/>
              <a:ext cx="2857500" cy="342900"/>
            </a:xfrm>
            <a:prstGeom prst="rect">
              <a:avLst/>
            </a:prstGeom>
            <a:noFill/>
            <a:ln w="0">
              <a:noFill/>
              <a:prstDash val="solid"/>
            </a:ln>
          </p:spPr>
          <p:txBody>
            <a:bodyPr wrap="none" lIns="0" tIns="0" rIns="0" bIns="0" anchor="ctr">
              <a:normAutofit fontScale="100000"/>
            </a:bodyPr>
            <a:lstStyle>
              <a:defPPr algn="ctr">
                <a:defRPr sz="2025" b="0">
                  <a:solidFill>
                    <a:srgbClr val="7B8790"/>
                  </a:solidFill>
                  <a:latin typeface="Arial"/>
                  <a:ea typeface="Arial"/>
                  <a:cs typeface="Arial"/>
                </a:defRPr>
              </a:defPPr>
            </a:lstStyle>
            <a:p>
              <a:pPr algn="ctr">
                <a:defRPr sz="2025" b="0">
                  <a:solidFill>
                    <a:srgbClr val="7B8790"/>
                  </a:solidFill>
                  <a:latin typeface="Arial"/>
                  <a:ea typeface="Arial"/>
                  <a:cs typeface="Arial"/>
                </a:defRPr>
              </a:pPr>
              <a:r>
                <a:rPr sz="2025" b="0">
                  <a:solidFill>
                    <a:srgbClr val="7B8790"/>
                  </a:solidFill>
                  <a:latin typeface="Arial"/>
                  <a:ea typeface="Arial"/>
                  <a:cs typeface="Arial"/>
                </a:rPr>
                <a:t>H = </a:t>
              </a:r>
              <a:r>
                <a:rPr sz="2025" b="0">
                  <a:solidFill>
                    <a:srgbClr val="7B8790"/>
                  </a:solidFill>
                  <a:latin typeface="Arial"/>
                  <a:ea typeface="Arial"/>
                  <a:cs typeface="Arial"/>
                </a:rPr>
                <a:t>τ</a:t>
              </a:r>
              <a:r>
                <a:rPr sz="1458" b="0" baseline="32000">
                  <a:solidFill>
                    <a:srgbClr val="7B8790"/>
                  </a:solidFill>
                  <a:latin typeface="Arial"/>
                  <a:ea typeface="Arial"/>
                  <a:cs typeface="Arial"/>
                </a:rPr>
                <a:t>*</a:t>
              </a:r>
              <a:r>
                <a:rPr sz="2025" b="0">
                  <a:solidFill>
                    <a:srgbClr val="7B8790"/>
                  </a:solidFill>
                  <a:latin typeface="Arial"/>
                  <a:ea typeface="Arial"/>
                  <a:cs typeface="Arial"/>
                </a:rPr>
                <a:t> − </a:t>
              </a:r>
              <a:r>
                <a:rPr sz="2025" b="0">
                  <a:solidFill>
                    <a:srgbClr val="7B8790"/>
                  </a:solidFill>
                  <a:latin typeface="Arial"/>
                  <a:ea typeface="Arial"/>
                  <a:cs typeface="Arial"/>
                </a:rPr>
                <a:t>τ</a:t>
              </a:r>
              <a:r>
                <a:rPr sz="1458" b="0" baseline="-25000">
                  <a:solidFill>
                    <a:srgbClr val="7B8790"/>
                  </a:solidFill>
                  <a:latin typeface="Arial"/>
                  <a:ea typeface="Arial"/>
                  <a:cs typeface="Arial"/>
                </a:rPr>
                <a:t>free</a:t>
              </a:r>
            </a:p>
          </p:txBody>
        </p:sp>
        <p:sp>
          <p:nvSpPr>
            <p:cNvPr id="1131" name="four:certificate-flow:textbox:1131">
              <a:extLst>
                <a:ext uri="{FF2B5EF4-FFF2-40B4-BE49-F238E27FC236}">
                  <ns2:creationId id="{AAD5D2A2-61C9-4AE4-9770-6886025BD5D3}"/>
                </a:ext>
              </a:extLst>
            </p:cNvPr>
            <p:cNvSpPr>
              <a:spLocks noGrp="1"/>
            </p:cNvSpPr>
            <p:nvPr/>
          </p:nvSpPr>
          <p:spPr>
            <a:xfrm>
              <a:off x="11830050" y="4257675"/>
              <a:ext cx="1524000" cy="342900"/>
            </a:xfrm>
            <a:prstGeom prst="rect">
              <a:avLst/>
            </a:prstGeom>
            <a:noFill/>
            <a:ln w="0">
              <a:noFill/>
              <a:prstDash val="solid"/>
            </a:ln>
          </p:spPr>
          <p:txBody>
            <a:bodyPr wrap="none" lIns="0" tIns="0" rIns="0" bIns="0" anchor="ctr">
              <a:normAutofit fontScale="100000"/>
            </a:bodyPr>
            <a:lstStyle>
              <a:defPPr algn="ctr">
                <a:defRPr sz="2250" b="0">
                  <a:solidFill>
                    <a:srgbClr val="7B8790"/>
                  </a:solidFill>
                  <a:latin typeface="Arial"/>
                  <a:ea typeface="Arial"/>
                  <a:cs typeface="Arial"/>
                </a:defRPr>
              </a:defPPr>
            </a:lstStyle>
            <a:p>
              <a:pPr algn="ctr">
                <a:defRPr sz="2250" b="0">
                  <a:solidFill>
                    <a:srgbClr val="7B8790"/>
                  </a:solidFill>
                  <a:latin typeface="Arial"/>
                  <a:ea typeface="Arial"/>
                  <a:cs typeface="Arial"/>
                </a:defRPr>
              </a:pPr>
              <a:r>
                <a:rPr sz="2250" b="0">
                  <a:solidFill>
                    <a:srgbClr val="7B8790"/>
                  </a:solidFill>
                  <a:latin typeface="Arial"/>
                  <a:ea typeface="Arial"/>
                  <a:cs typeface="Arial"/>
                </a:rPr>
                <a:t>H &gt; θ</a:t>
              </a:r>
            </a:p>
          </p:txBody>
        </p:sp>
      </p:grpSp>
      <p:grpSp>
        <p:nvGrpSpPr>
          <p:cNvPr id="3181" name="selective-relaxation"/>
          <p:cNvGrpSpPr/>
          <p:nvPr/>
        </p:nvGrpSpPr>
        <p:grpSpPr>
          <a:xfrm>
            <a:off x="0" y="0"/>
            <a:ext cx="24955500" cy="8572500"/>
            <a:chOff x="0" y="0"/>
            <a:chExt cx="24955500" cy="8572500"/>
          </a:xfrm>
        </p:grpSpPr>
        <p:sp>
          <p:nvSpPr>
            <p:cNvPr id="1132" name="four:selective-relaxation:textbox:1132">
              <a:extLst>
                <a:ext uri="{FF2B5EF4-FFF2-40B4-BE49-F238E27FC236}">
                  <ns2:creationId id="{F1FB1A25-8499-4258-A072-12634B4CFE69}"/>
                </a:ext>
              </a:extLst>
            </p:cNvPr>
            <p:cNvSpPr>
              <a:spLocks noGrp="1"/>
            </p:cNvSpPr>
            <p:nvPr/>
          </p:nvSpPr>
          <p:spPr>
            <a:xfrm>
              <a:off x="8572500" y="4867275"/>
              <a:ext cx="4219575" cy="304800"/>
            </a:xfrm>
            <a:prstGeom prst="rect">
              <a:avLst/>
            </a:prstGeom>
            <a:noFill/>
            <a:ln w="0">
              <a:noFill/>
              <a:prstDash val="solid"/>
            </a:ln>
          </p:spPr>
          <p:txBody>
            <a:bodyPr wrap="none" lIns="0" tIns="0" rIns="0" bIns="0" anchor="ctr">
              <a:normAutofit fontScale="100000"/>
            </a:bodyPr>
            <a:lstStyle>
              <a:defPPr algn="l">
                <a:defRPr sz="1875" b="1">
                  <a:solidFill>
                    <a:srgbClr val="263238"/>
                  </a:solidFill>
                  <a:latin typeface="Arial"/>
                  <a:ea typeface="Arial"/>
                  <a:cs typeface="Arial"/>
                </a:defRPr>
              </a:defPPr>
            </a:lstStyle>
            <a:p>
              <a:pPr algn="l">
                <a:defRPr sz="1875" b="1">
                  <a:solidFill>
                    <a:srgbClr val="263238"/>
                  </a:solidFill>
                  <a:latin typeface="Arial"/>
                  <a:ea typeface="Arial"/>
                  <a:cs typeface="Arial"/>
                </a:defRPr>
              </a:pPr>
              <a:r>
                <a:rPr sz="1875" b="1">
                  <a:solidFill>
                    <a:srgbClr val="263238"/>
                  </a:solidFill>
                  <a:latin typeface="Arial"/>
                  <a:ea typeface="Arial"/>
                  <a:cs typeface="Arial"/>
                </a:rPr>
                <a:t>Selective relaxation</a:t>
              </a:r>
            </a:p>
          </p:txBody>
        </p:sp>
        <p:sp>
          <p:nvSpPr>
            <p:cNvPr id="1133" name="four:selective-relaxation:textbox:1133">
              <a:extLst>
                <a:ext uri="{FF2B5EF4-FFF2-40B4-BE49-F238E27FC236}">
                  <ns2:creationId id="{4D9BD45E-AFA8-49A6-B4C9-F94382C8DAB0}"/>
                </a:ext>
              </a:extLst>
            </p:cNvPr>
            <p:cNvSpPr>
              <a:spLocks noGrp="1"/>
            </p:cNvSpPr>
            <p:nvPr/>
          </p:nvSpPr>
          <p:spPr>
            <a:xfrm>
              <a:off x="8572500" y="5172075"/>
              <a:ext cx="1333500" cy="342900"/>
            </a:xfrm>
            <a:prstGeom prst="rect">
              <a:avLst/>
            </a:prstGeom>
            <a:noFill/>
            <a:ln w="0">
              <a:noFill/>
              <a:prstDash val="solid"/>
            </a:ln>
          </p:spPr>
          <p:txBody>
            <a:bodyPr wrap="none" lIns="0" tIns="0" rIns="0" bIns="0" anchor="ctr">
              <a:normAutofit fontScale="100000"/>
            </a:bodyPr>
            <a:lstStyle>
              <a:defPPr algn="ctr">
                <a:defRPr sz="2025" b="0">
                  <a:solidFill>
                    <a:srgbClr val="7B8790"/>
                  </a:solidFill>
                  <a:latin typeface="Arial"/>
                  <a:ea typeface="Arial"/>
                  <a:cs typeface="Arial"/>
                </a:defRPr>
              </a:defPPr>
            </a:lstStyle>
            <a:p>
              <a:pPr algn="ctr">
                <a:defRPr sz="2025" b="0">
                  <a:solidFill>
                    <a:srgbClr val="7B8790"/>
                  </a:solidFill>
                  <a:latin typeface="Arial"/>
                  <a:ea typeface="Arial"/>
                  <a:cs typeface="Arial"/>
                </a:defRPr>
              </a:pPr>
              <a:r>
                <a:rPr sz="2025" b="0">
                  <a:solidFill>
                    <a:srgbClr val="7B8790"/>
                  </a:solidFill>
                  <a:latin typeface="Arial"/>
                  <a:ea typeface="Arial"/>
                  <a:cs typeface="Arial"/>
                </a:rPr>
                <a:t>γ</a:t>
              </a:r>
              <a:r>
                <a:rPr sz="1458" b="0" baseline="-25000">
                  <a:solidFill>
                    <a:srgbClr val="7B8790"/>
                  </a:solidFill>
                  <a:latin typeface="Arial"/>
                  <a:ea typeface="Arial"/>
                  <a:cs typeface="Arial"/>
                </a:rPr>
                <a:t>v</a:t>
              </a:r>
              <a:r>
                <a:rPr sz="2025" b="0">
                  <a:solidFill>
                    <a:srgbClr val="7B8790"/>
                  </a:solidFill>
                  <a:latin typeface="Arial"/>
                  <a:ea typeface="Arial"/>
                  <a:cs typeface="Arial"/>
                </a:rPr>
                <a:t> ≤ κ</a:t>
              </a:r>
            </a:p>
          </p:txBody>
        </p:sp>
        <p:sp>
          <p:nvSpPr>
            <p:cNvPr id="1134" name="four:selective-relaxation:textbox:1134">
              <a:extLst>
                <a:ext uri="{FF2B5EF4-FFF2-40B4-BE49-F238E27FC236}">
                  <ns2:creationId id="{85A0F2AD-26FA-48A5-9C63-11A4CA722558}"/>
                </a:ext>
              </a:extLst>
            </p:cNvPr>
            <p:cNvSpPr>
              <a:spLocks noGrp="1"/>
            </p:cNvSpPr>
            <p:nvPr/>
          </p:nvSpPr>
          <p:spPr>
            <a:xfrm>
              <a:off x="8572500" y="5467350"/>
              <a:ext cx="1333500" cy="219075"/>
            </a:xfrm>
            <a:prstGeom prst="rect">
              <a:avLst/>
            </a:prstGeom>
            <a:noFill/>
            <a:ln w="0">
              <a:noFill/>
              <a:prstDash val="solid"/>
            </a:ln>
          </p:spPr>
          <p:txBody>
            <a:bodyPr wrap="none" lIns="0" tIns="0" rIns="0" bIns="0" anchor="ctr">
              <a:normAutofit fontScale="100000"/>
            </a:bodyPr>
            <a:lstStyle>
              <a:defPPr algn="ctr">
                <a:defRPr sz="1425" b="1">
                  <a:solidFill>
                    <a:srgbClr val="7B8790"/>
                  </a:solidFill>
                  <a:latin typeface="Arial"/>
                  <a:ea typeface="Arial"/>
                  <a:cs typeface="Arial"/>
                </a:defRPr>
              </a:defPPr>
            </a:lstStyle>
            <a:p>
              <a:pPr algn="ctr">
                <a:defRPr sz="1425" b="1">
                  <a:solidFill>
                    <a:srgbClr val="7B8790"/>
                  </a:solidFill>
                  <a:latin typeface="Arial"/>
                  <a:ea typeface="Arial"/>
                  <a:cs typeface="Arial"/>
                </a:defRPr>
              </a:pPr>
              <a:r>
                <a:rPr sz="1425" b="1">
                  <a:solidFill>
                    <a:srgbClr val="7B8790"/>
                  </a:solidFill>
                  <a:latin typeface="Arial"/>
                  <a:ea typeface="Arial"/>
                  <a:cs typeface="Arial"/>
                </a:rPr>
                <a:t>Expand</a:t>
              </a:r>
            </a:p>
          </p:txBody>
        </p:sp>
        <p:sp>
          <p:nvSpPr>
            <p:cNvPr id="1135" name="four:selective-relaxation:textbox:1135">
              <a:extLst>
                <a:ext uri="{FF2B5EF4-FFF2-40B4-BE49-F238E27FC236}">
                  <ns2:creationId id="{46EC5B2D-FA2A-4C56-BA41-908388EB963C}"/>
                </a:ext>
              </a:extLst>
            </p:cNvPr>
            <p:cNvSpPr>
              <a:spLocks noGrp="1"/>
            </p:cNvSpPr>
            <p:nvPr/>
          </p:nvSpPr>
          <p:spPr>
            <a:xfrm>
              <a:off x="10039350" y="5172075"/>
              <a:ext cx="1333500" cy="342900"/>
            </a:xfrm>
            <a:prstGeom prst="rect">
              <a:avLst/>
            </a:prstGeom>
            <a:noFill/>
            <a:ln w="0">
              <a:noFill/>
              <a:prstDash val="solid"/>
            </a:ln>
          </p:spPr>
          <p:txBody>
            <a:bodyPr wrap="none" lIns="0" tIns="0" rIns="0" bIns="0" anchor="ctr">
              <a:normAutofit fontScale="100000"/>
            </a:bodyPr>
            <a:lstStyle>
              <a:defPPr algn="ctr">
                <a:defRPr sz="2025" b="0">
                  <a:solidFill>
                    <a:srgbClr val="7B8790"/>
                  </a:solidFill>
                  <a:latin typeface="Arial"/>
                  <a:ea typeface="Arial"/>
                  <a:cs typeface="Arial"/>
                </a:defRPr>
              </a:defPPr>
            </a:lstStyle>
            <a:p>
              <a:pPr algn="ctr">
                <a:defRPr sz="2025" b="0">
                  <a:solidFill>
                    <a:srgbClr val="7B8790"/>
                  </a:solidFill>
                  <a:latin typeface="Arial"/>
                  <a:ea typeface="Arial"/>
                  <a:cs typeface="Arial"/>
                </a:defRPr>
              </a:pPr>
              <a:r>
                <a:rPr sz="2025" b="0">
                  <a:solidFill>
                    <a:srgbClr val="7B8790"/>
                  </a:solidFill>
                  <a:latin typeface="Arial"/>
                  <a:ea typeface="Arial"/>
                  <a:cs typeface="Arial"/>
                </a:rPr>
                <a:t>γ</a:t>
              </a:r>
              <a:r>
                <a:rPr sz="1458" b="0" baseline="-25000">
                  <a:solidFill>
                    <a:srgbClr val="7B8790"/>
                  </a:solidFill>
                  <a:latin typeface="Arial"/>
                  <a:ea typeface="Arial"/>
                  <a:cs typeface="Arial"/>
                </a:rPr>
                <a:t>v</a:t>
              </a:r>
              <a:r>
                <a:rPr sz="2025" b="0">
                  <a:solidFill>
                    <a:srgbClr val="7B8790"/>
                  </a:solidFill>
                  <a:latin typeface="Arial"/>
                  <a:ea typeface="Arial"/>
                  <a:cs typeface="Arial"/>
                </a:rPr>
                <a:t> &gt; κ</a:t>
              </a:r>
            </a:p>
          </p:txBody>
        </p:sp>
        <p:sp>
          <p:nvSpPr>
            <p:cNvPr id="1136" name="four:selective-relaxation:textbox:1136">
              <a:extLst>
                <a:ext uri="{FF2B5EF4-FFF2-40B4-BE49-F238E27FC236}">
                  <ns2:creationId id="{5D3978CA-A3EC-4530-808C-B5EE3EDCBFFC}"/>
                </a:ext>
              </a:extLst>
            </p:cNvPr>
            <p:cNvSpPr>
              <a:spLocks noGrp="1"/>
            </p:cNvSpPr>
            <p:nvPr/>
          </p:nvSpPr>
          <p:spPr>
            <a:xfrm>
              <a:off x="10039350" y="5467350"/>
              <a:ext cx="1333500" cy="219075"/>
            </a:xfrm>
            <a:prstGeom prst="rect">
              <a:avLst/>
            </a:prstGeom>
            <a:noFill/>
            <a:ln w="0">
              <a:noFill/>
              <a:prstDash val="solid"/>
            </a:ln>
          </p:spPr>
          <p:txBody>
            <a:bodyPr wrap="none" lIns="0" tIns="0" rIns="0" bIns="0" anchor="ctr">
              <a:normAutofit fontScale="100000"/>
            </a:bodyPr>
            <a:lstStyle>
              <a:defPPr algn="ctr">
                <a:defRPr sz="1425" b="1">
                  <a:solidFill>
                    <a:srgbClr val="7B8790"/>
                  </a:solidFill>
                  <a:latin typeface="Arial"/>
                  <a:ea typeface="Arial"/>
                  <a:cs typeface="Arial"/>
                </a:defRPr>
              </a:defPPr>
            </a:lstStyle>
            <a:p>
              <a:pPr algn="ctr">
                <a:defRPr sz="1425" b="1">
                  <a:solidFill>
                    <a:srgbClr val="7B8790"/>
                  </a:solidFill>
                  <a:latin typeface="Arial"/>
                  <a:ea typeface="Arial"/>
                  <a:cs typeface="Arial"/>
                </a:defRPr>
              </a:pPr>
              <a:r>
                <a:rPr sz="1425" b="1">
                  <a:solidFill>
                    <a:srgbClr val="7B8790"/>
                  </a:solidFill>
                  <a:latin typeface="Arial"/>
                  <a:ea typeface="Arial"/>
                  <a:cs typeface="Arial"/>
                </a:rPr>
                <a:t>Retain</a:t>
              </a:r>
            </a:p>
          </p:txBody>
        </p:sp>
        <p:sp>
          <p:nvSpPr>
            <p:cNvPr id="1137" name="four:selective-relaxation:line:1137">
              <a:extLst>
                <a:ext uri="{FF2B5EF4-FFF2-40B4-BE49-F238E27FC236}">
                  <ns2:creationId id="{3238EDE6-A3C3-4D18-9C46-5D8C310815EF}"/>
                </a:ext>
              </a:extLst>
            </p:cNvPr>
            <p:cNvSpPr>
              <a:spLocks noGrp="1"/>
            </p:cNvSpPr>
            <p:nvPr/>
          </p:nvSpPr>
          <p:spPr>
            <a:xfrm>
              <a:off x="9696450" y="5581650"/>
              <a:ext cx="953" cy="293370"/>
            </a:xfrm>
            <a:custGeom>
              <a:pathLst>
                <a:path w="953" h="293370">
                  <a:moveTo>
                    <a:pt x="0" y="60341"/>
                  </a:moveTo>
                  <a:lnTo>
                    <a:pt x="0" y="233029"/>
                  </a:lnTo>
                </a:path>
              </a:pathLst>
            </a:custGeom>
            <a:noFill/>
            <a:ln w="11906">
              <a:solidFill>
                <a:srgbClr val="263238"/>
              </a:solidFill>
              <a:prstDash val="solid"/>
            </a:ln>
          </p:spPr>
        </p:sp>
        <p:sp>
          <p:nvSpPr>
            <p:cNvPr id="1138" name="four:selective-relaxation:regular-node:1138">
              <a:extLst>
                <a:ext uri="{FF2B5EF4-FFF2-40B4-BE49-F238E27FC236}">
                  <ns2:creationId id="{31E788D4-A087-4E42-9EBD-1F3BF1EBE5D7}"/>
                </a:ext>
              </a:extLst>
            </p:cNvPr>
            <p:cNvSpPr>
              <a:spLocks noGrp="1"/>
            </p:cNvSpPr>
            <p:nvPr/>
          </p:nvSpPr>
          <p:spPr>
            <a:xfrm>
              <a:off x="9678048" y="5672795"/>
              <a:ext cx="36805" cy="36805"/>
            </a:xfrm>
            <a:prstGeom prst="ellipse">
              <a:avLst/>
            </a:prstGeom>
            <a:solidFill>
              <a:srgbClr val="DCE8ED"/>
            </a:solidFill>
            <a:ln w="9525">
              <a:solidFill>
                <a:srgbClr val="263238"/>
              </a:solidFill>
              <a:prstDash val="solid"/>
            </a:ln>
          </p:spPr>
        </p:sp>
        <p:sp>
          <p:nvSpPr>
            <p:cNvPr id="1139" name="four:selective-relaxation:regular-node:1139">
              <a:extLst>
                <a:ext uri="{FF2B5EF4-FFF2-40B4-BE49-F238E27FC236}">
                  <ns2:creationId id="{4D298528-6CF2-49EA-ADAA-67223BAA0F04}"/>
                </a:ext>
              </a:extLst>
            </p:cNvPr>
            <p:cNvSpPr>
              <a:spLocks noGrp="1"/>
            </p:cNvSpPr>
            <p:nvPr/>
          </p:nvSpPr>
          <p:spPr>
            <a:xfrm>
              <a:off x="9678048" y="5747071"/>
              <a:ext cx="36805" cy="36805"/>
            </a:xfrm>
            <a:prstGeom prst="ellipse">
              <a:avLst/>
            </a:prstGeom>
            <a:solidFill>
              <a:srgbClr val="DCE8ED"/>
            </a:solidFill>
            <a:ln w="9525">
              <a:solidFill>
                <a:srgbClr val="263238"/>
              </a:solidFill>
              <a:prstDash val="solid"/>
            </a:ln>
          </p:spPr>
        </p:sp>
        <p:sp>
          <p:nvSpPr>
            <p:cNvPr id="1140" name="four:selective-relaxation:critical-node:1140">
              <a:extLst>
                <a:ext uri="{FF2B5EF4-FFF2-40B4-BE49-F238E27FC236}">
                  <ns2:creationId id="{5C760112-C9E3-4067-85F8-BFE2C905D538}"/>
                </a:ext>
              </a:extLst>
            </p:cNvPr>
            <p:cNvSpPr>
              <a:spLocks noGrp="1"/>
            </p:cNvSpPr>
            <p:nvPr/>
          </p:nvSpPr>
          <p:spPr>
            <a:xfrm>
              <a:off x="9642777" y="5527977"/>
              <a:ext cx="107347" cy="107347"/>
            </a:xfrm>
            <a:prstGeom prst="diamond">
              <a:avLst/>
            </a:prstGeom>
            <a:solidFill>
              <a:srgbClr val="DCE8ED"/>
            </a:solidFill>
            <a:ln w="10478">
              <a:solidFill>
                <a:srgbClr val="263238"/>
              </a:solidFill>
              <a:prstDash val="solid"/>
            </a:ln>
          </p:spPr>
        </p:sp>
        <p:sp>
          <p:nvSpPr>
            <p:cNvPr id="1141" name="four:selective-relaxation:critical-node:1141">
              <a:extLst>
                <a:ext uri="{FF2B5EF4-FFF2-40B4-BE49-F238E27FC236}">
                  <ns2:creationId id="{285A6D79-5E99-44DD-8F2A-9B066F470D08}"/>
                </a:ext>
              </a:extLst>
            </p:cNvPr>
            <p:cNvSpPr>
              <a:spLocks noGrp="1"/>
            </p:cNvSpPr>
            <p:nvPr/>
          </p:nvSpPr>
          <p:spPr>
            <a:xfrm>
              <a:off x="9642777" y="5821347"/>
              <a:ext cx="107347" cy="107347"/>
            </a:xfrm>
            <a:prstGeom prst="diamond">
              <a:avLst/>
            </a:prstGeom>
            <a:solidFill>
              <a:srgbClr val="DCE8ED"/>
            </a:solidFill>
            <a:ln w="10478">
              <a:solidFill>
                <a:srgbClr val="263238"/>
              </a:solidFill>
              <a:prstDash val="solid"/>
            </a:ln>
          </p:spPr>
        </p:sp>
        <p:sp>
          <p:nvSpPr>
            <p:cNvPr id="1142" name="four:selective-relaxation:line:1142">
              <a:extLst>
                <a:ext uri="{FF2B5EF4-FFF2-40B4-BE49-F238E27FC236}">
                  <ns2:creationId id="{858191A9-D2A0-4184-AB7B-BDD52788ABE7}"/>
                </a:ext>
              </a:extLst>
            </p:cNvPr>
            <p:cNvSpPr>
              <a:spLocks noGrp="1"/>
            </p:cNvSpPr>
            <p:nvPr/>
          </p:nvSpPr>
          <p:spPr>
            <a:xfrm>
              <a:off x="9151239" y="5875020"/>
              <a:ext cx="1090422" cy="953"/>
            </a:xfrm>
            <a:custGeom>
              <a:pathLst>
                <a:path w="1090422" h="953">
                  <a:moveTo>
                    <a:pt x="0" y="0"/>
                  </a:moveTo>
                  <a:lnTo>
                    <a:pt x="484870" y="0"/>
                  </a:lnTo>
                  <a:moveTo>
                    <a:pt x="605552" y="0"/>
                  </a:moveTo>
                  <a:lnTo>
                    <a:pt x="1090422" y="0"/>
                  </a:lnTo>
                </a:path>
              </a:pathLst>
            </a:custGeom>
            <a:noFill/>
            <a:ln w="11906">
              <a:solidFill>
                <a:srgbClr val="263238"/>
              </a:solidFill>
              <a:prstDash val="solid"/>
            </a:ln>
          </p:spPr>
        </p:sp>
        <p:sp>
          <p:nvSpPr>
            <p:cNvPr id="1143" name="four:selective-relaxation:line:1143">
              <a:extLst>
                <a:ext uri="{FF2B5EF4-FFF2-40B4-BE49-F238E27FC236}">
                  <ns2:creationId id="{4DF5CCEF-1529-499C-99E5-47EFCE5F44D6}"/>
                </a:ext>
              </a:extLst>
            </p:cNvPr>
            <p:cNvSpPr>
              <a:spLocks noGrp="1"/>
            </p:cNvSpPr>
            <p:nvPr/>
          </p:nvSpPr>
          <p:spPr>
            <a:xfrm>
              <a:off x="9151239" y="5875020"/>
              <a:ext cx="953" cy="320040"/>
            </a:xfrm>
            <a:custGeom>
              <a:pathLst>
                <a:path w="953" h="320040">
                  <a:moveTo>
                    <a:pt x="0" y="0"/>
                  </a:moveTo>
                  <a:lnTo>
                    <a:pt x="0" y="236696"/>
                  </a:lnTo>
                </a:path>
              </a:pathLst>
            </a:custGeom>
            <a:noFill/>
            <a:ln w="11906">
              <a:solidFill>
                <a:srgbClr val="263238"/>
              </a:solidFill>
              <a:prstDash val="solid"/>
            </a:ln>
          </p:spPr>
        </p:sp>
        <p:sp>
          <p:nvSpPr>
            <p:cNvPr id="1144" name="four:selective-relaxation:regular-node:1144">
              <a:extLst>
                <a:ext uri="{FF2B5EF4-FFF2-40B4-BE49-F238E27FC236}">
                  <ns2:creationId id="{77885CD6-7B48-477C-BCCD-52F6665365B7}"/>
                </a:ext>
              </a:extLst>
            </p:cNvPr>
            <p:cNvSpPr>
              <a:spLocks noGrp="1"/>
            </p:cNvSpPr>
            <p:nvPr/>
          </p:nvSpPr>
          <p:spPr>
            <a:xfrm>
              <a:off x="9125169" y="5921381"/>
              <a:ext cx="52140" cy="52140"/>
            </a:xfrm>
            <a:prstGeom prst="ellipse">
              <a:avLst/>
            </a:prstGeom>
            <a:solidFill>
              <a:srgbClr val="D4B4CC"/>
            </a:solidFill>
            <a:ln w="9525">
              <a:solidFill>
                <a:srgbClr val="263238"/>
              </a:solidFill>
              <a:prstDash val="solid"/>
            </a:ln>
          </p:spPr>
        </p:sp>
        <p:sp>
          <p:nvSpPr>
            <p:cNvPr id="1145" name="four:selective-relaxation:regular-node:1145">
              <a:extLst>
                <a:ext uri="{FF2B5EF4-FFF2-40B4-BE49-F238E27FC236}">
                  <ns2:creationId id="{2C8B3802-70C9-4A2C-807F-DFFEDF9BA77D}"/>
                </a:ext>
              </a:extLst>
            </p:cNvPr>
            <p:cNvSpPr>
              <a:spLocks noGrp="1"/>
            </p:cNvSpPr>
            <p:nvPr/>
          </p:nvSpPr>
          <p:spPr>
            <a:xfrm>
              <a:off x="9125169" y="6019883"/>
              <a:ext cx="52140" cy="52140"/>
            </a:xfrm>
            <a:prstGeom prst="ellipse">
              <a:avLst/>
            </a:prstGeom>
            <a:solidFill>
              <a:srgbClr val="D4B4CC"/>
            </a:solidFill>
            <a:ln w="9525">
              <a:solidFill>
                <a:srgbClr val="263238"/>
              </a:solidFill>
              <a:prstDash val="solid"/>
            </a:ln>
          </p:spPr>
        </p:sp>
        <p:sp>
          <p:nvSpPr>
            <p:cNvPr id="1146" name="four:selective-relaxation:line:1146">
              <a:extLst>
                <a:ext uri="{FF2B5EF4-FFF2-40B4-BE49-F238E27FC236}">
                  <ns2:creationId id="{9B1693FF-8DF8-4AB0-8145-1EBF4D48F50B}"/>
                </a:ext>
              </a:extLst>
            </p:cNvPr>
            <p:cNvSpPr>
              <a:spLocks noGrp="1"/>
            </p:cNvSpPr>
            <p:nvPr/>
          </p:nvSpPr>
          <p:spPr>
            <a:xfrm>
              <a:off x="10241661" y="5875020"/>
              <a:ext cx="953" cy="773430"/>
            </a:xfrm>
            <a:custGeom>
              <a:pathLst>
                <a:path w="953" h="773430">
                  <a:moveTo>
                    <a:pt x="0" y="0"/>
                  </a:moveTo>
                  <a:lnTo>
                    <a:pt x="0" y="690086"/>
                  </a:lnTo>
                </a:path>
              </a:pathLst>
            </a:custGeom>
            <a:noFill/>
            <a:ln w="11906">
              <a:solidFill>
                <a:srgbClr val="263238"/>
              </a:solidFill>
              <a:prstDash val="solid"/>
            </a:ln>
          </p:spPr>
        </p:sp>
        <p:sp>
          <p:nvSpPr>
            <p:cNvPr id="1147" name="four:selective-relaxation:regular-node:1147">
              <a:extLst>
                <a:ext uri="{FF2B5EF4-FFF2-40B4-BE49-F238E27FC236}">
                  <ns2:creationId id="{4C2BF638-7180-44F2-A8EF-870B1E3B448F}"/>
                </a:ext>
              </a:extLst>
            </p:cNvPr>
            <p:cNvSpPr>
              <a:spLocks noGrp="1"/>
            </p:cNvSpPr>
            <p:nvPr/>
          </p:nvSpPr>
          <p:spPr>
            <a:xfrm>
              <a:off x="10215591" y="6010104"/>
              <a:ext cx="52140" cy="52140"/>
            </a:xfrm>
            <a:prstGeom prst="ellipse">
              <a:avLst/>
            </a:prstGeom>
            <a:solidFill>
              <a:srgbClr val="81C9BA"/>
            </a:solidFill>
            <a:ln w="9525">
              <a:solidFill>
                <a:srgbClr val="263238"/>
              </a:solidFill>
              <a:prstDash val="solid"/>
            </a:ln>
          </p:spPr>
        </p:sp>
        <p:sp>
          <p:nvSpPr>
            <p:cNvPr id="1148" name="four:selective-relaxation:regular-node:1148">
              <a:extLst>
                <a:ext uri="{FF2B5EF4-FFF2-40B4-BE49-F238E27FC236}">
                  <ns2:creationId id="{CABFC6AA-2E50-479E-A47B-14696AC25210}"/>
                </a:ext>
              </a:extLst>
            </p:cNvPr>
            <p:cNvSpPr>
              <a:spLocks noGrp="1"/>
            </p:cNvSpPr>
            <p:nvPr/>
          </p:nvSpPr>
          <p:spPr>
            <a:xfrm>
              <a:off x="10215591" y="6197327"/>
              <a:ext cx="52140" cy="52140"/>
            </a:xfrm>
            <a:prstGeom prst="ellipse">
              <a:avLst/>
            </a:prstGeom>
            <a:solidFill>
              <a:srgbClr val="81C9BA"/>
            </a:solidFill>
            <a:ln w="9525">
              <a:solidFill>
                <a:srgbClr val="263238"/>
              </a:solidFill>
              <a:prstDash val="solid"/>
            </a:ln>
          </p:spPr>
        </p:sp>
        <p:sp>
          <p:nvSpPr>
            <p:cNvPr id="1149" name="four:selective-relaxation:regular-node:1149">
              <a:extLst>
                <a:ext uri="{FF2B5EF4-FFF2-40B4-BE49-F238E27FC236}">
                  <ns2:creationId id="{F599D4D3-FCF0-42DF-90BF-8672F763190B}"/>
                </a:ext>
              </a:extLst>
            </p:cNvPr>
            <p:cNvSpPr>
              <a:spLocks noGrp="1"/>
            </p:cNvSpPr>
            <p:nvPr/>
          </p:nvSpPr>
          <p:spPr>
            <a:xfrm>
              <a:off x="10215591" y="6384550"/>
              <a:ext cx="52140" cy="52140"/>
            </a:xfrm>
            <a:prstGeom prst="ellipse">
              <a:avLst/>
            </a:prstGeom>
            <a:solidFill>
              <a:srgbClr val="81C9BA"/>
            </a:solidFill>
            <a:ln w="9525">
              <a:solidFill>
                <a:srgbClr val="263238"/>
              </a:solidFill>
              <a:prstDash val="solid"/>
            </a:ln>
          </p:spPr>
        </p:sp>
        <p:sp>
          <p:nvSpPr>
            <p:cNvPr id="1150" name="four:selective-relaxation:line:1150">
              <a:extLst>
                <a:ext uri="{FF2B5EF4-FFF2-40B4-BE49-F238E27FC236}">
                  <ns2:creationId id="{BAB93A01-C5C4-4B4F-A597-89F7A028891E}"/>
                </a:ext>
              </a:extLst>
            </p:cNvPr>
            <p:cNvSpPr>
              <a:spLocks noGrp="1"/>
            </p:cNvSpPr>
            <p:nvPr/>
          </p:nvSpPr>
          <p:spPr>
            <a:xfrm>
              <a:off x="8807958" y="6195060"/>
              <a:ext cx="686562" cy="953"/>
            </a:xfrm>
            <a:custGeom>
              <a:pathLst>
                <a:path w="686562" h="953">
                  <a:moveTo>
                    <a:pt x="0" y="0"/>
                  </a:moveTo>
                  <a:lnTo>
                    <a:pt x="259937" y="0"/>
                  </a:lnTo>
                  <a:moveTo>
                    <a:pt x="426625" y="0"/>
                  </a:moveTo>
                  <a:lnTo>
                    <a:pt x="686562" y="0"/>
                  </a:lnTo>
                </a:path>
              </a:pathLst>
            </a:custGeom>
            <a:noFill/>
            <a:ln w="11906">
              <a:solidFill>
                <a:srgbClr val="263238"/>
              </a:solidFill>
              <a:prstDash val="solid"/>
            </a:ln>
          </p:spPr>
        </p:sp>
        <p:sp>
          <p:nvSpPr>
            <p:cNvPr id="1151" name="four:selective-relaxation:line:1151">
              <a:extLst>
                <a:ext uri="{FF2B5EF4-FFF2-40B4-BE49-F238E27FC236}">
                  <ns2:creationId id="{5A785127-FCE0-46A1-871F-12B8F5136248}"/>
                </a:ext>
              </a:extLst>
            </p:cNvPr>
            <p:cNvSpPr>
              <a:spLocks noGrp="1"/>
            </p:cNvSpPr>
            <p:nvPr/>
          </p:nvSpPr>
          <p:spPr>
            <a:xfrm>
              <a:off x="9898380" y="6648450"/>
              <a:ext cx="686562" cy="953"/>
            </a:xfrm>
            <a:custGeom>
              <a:pathLst>
                <a:path w="686562" h="953">
                  <a:moveTo>
                    <a:pt x="0" y="0"/>
                  </a:moveTo>
                  <a:lnTo>
                    <a:pt x="259937" y="0"/>
                  </a:lnTo>
                  <a:moveTo>
                    <a:pt x="426625" y="0"/>
                  </a:moveTo>
                  <a:lnTo>
                    <a:pt x="686562" y="0"/>
                  </a:lnTo>
                </a:path>
              </a:pathLst>
            </a:custGeom>
            <a:noFill/>
            <a:ln w="11906">
              <a:solidFill>
                <a:srgbClr val="263238"/>
              </a:solidFill>
              <a:prstDash val="solid"/>
            </a:ln>
          </p:spPr>
        </p:sp>
        <p:sp>
          <p:nvSpPr>
            <p:cNvPr id="1152" name="four:selective-relaxation:line:1152">
              <a:extLst>
                <a:ext uri="{FF2B5EF4-FFF2-40B4-BE49-F238E27FC236}">
                  <ns2:creationId id="{E11BB8CB-BD11-4D7F-B661-7417DAE93B24}"/>
                </a:ext>
              </a:extLst>
            </p:cNvPr>
            <p:cNvSpPr>
              <a:spLocks noGrp="1"/>
            </p:cNvSpPr>
            <p:nvPr/>
          </p:nvSpPr>
          <p:spPr>
            <a:xfrm>
              <a:off x="8807958" y="6195060"/>
              <a:ext cx="953" cy="720090"/>
            </a:xfrm>
            <a:custGeom>
              <a:pathLst>
                <a:path w="953" h="720090">
                  <a:moveTo>
                    <a:pt x="0" y="0"/>
                  </a:moveTo>
                  <a:lnTo>
                    <a:pt x="0" y="636746"/>
                  </a:lnTo>
                </a:path>
              </a:pathLst>
            </a:custGeom>
            <a:noFill/>
            <a:ln w="11906">
              <a:solidFill>
                <a:srgbClr val="263238"/>
              </a:solidFill>
              <a:prstDash val="solid"/>
            </a:ln>
          </p:spPr>
        </p:sp>
        <p:sp>
          <p:nvSpPr>
            <p:cNvPr id="1153" name="four:selective-relaxation:regular-node:1153">
              <a:extLst>
                <a:ext uri="{FF2B5EF4-FFF2-40B4-BE49-F238E27FC236}">
                  <ns2:creationId id="{EF87E333-D4A1-4FE5-9224-D8604B10B5E6}"/>
                </a:ext>
              </a:extLst>
            </p:cNvPr>
            <p:cNvSpPr>
              <a:spLocks noGrp="1"/>
            </p:cNvSpPr>
            <p:nvPr/>
          </p:nvSpPr>
          <p:spPr>
            <a:xfrm>
              <a:off x="8781888" y="6316809"/>
              <a:ext cx="52140" cy="52140"/>
            </a:xfrm>
            <a:prstGeom prst="ellipse">
              <a:avLst/>
            </a:prstGeom>
            <a:solidFill>
              <a:srgbClr val="0072B2"/>
            </a:solidFill>
            <a:ln w="9525">
              <a:solidFill>
                <a:srgbClr val="263238"/>
              </a:solidFill>
              <a:prstDash val="solid"/>
            </a:ln>
          </p:spPr>
        </p:sp>
        <p:sp>
          <p:nvSpPr>
            <p:cNvPr id="1154" name="four:selective-relaxation:regular-node:1154">
              <a:extLst>
                <a:ext uri="{FF2B5EF4-FFF2-40B4-BE49-F238E27FC236}">
                  <ns2:creationId id="{E653F3CB-C139-404F-BADE-783D9FD3E211}"/>
                </a:ext>
              </a:extLst>
            </p:cNvPr>
            <p:cNvSpPr>
              <a:spLocks noGrp="1"/>
            </p:cNvSpPr>
            <p:nvPr/>
          </p:nvSpPr>
          <p:spPr>
            <a:xfrm>
              <a:off x="8781888" y="6490697"/>
              <a:ext cx="52140" cy="52140"/>
            </a:xfrm>
            <a:prstGeom prst="ellipse">
              <a:avLst/>
            </a:prstGeom>
            <a:solidFill>
              <a:srgbClr val="0072B2"/>
            </a:solidFill>
            <a:ln w="9525">
              <a:solidFill>
                <a:srgbClr val="263238"/>
              </a:solidFill>
              <a:prstDash val="solid"/>
            </a:ln>
          </p:spPr>
        </p:sp>
        <p:sp>
          <p:nvSpPr>
            <p:cNvPr id="1155" name="four:selective-relaxation:regular-node:1155">
              <a:extLst>
                <a:ext uri="{FF2B5EF4-FFF2-40B4-BE49-F238E27FC236}">
                  <ns2:creationId id="{6FBE8BD5-31B1-45B7-970E-E60F57E16108}"/>
                </a:ext>
              </a:extLst>
            </p:cNvPr>
            <p:cNvSpPr>
              <a:spLocks noGrp="1"/>
            </p:cNvSpPr>
            <p:nvPr/>
          </p:nvSpPr>
          <p:spPr>
            <a:xfrm>
              <a:off x="8781888" y="6664585"/>
              <a:ext cx="52140" cy="52140"/>
            </a:xfrm>
            <a:prstGeom prst="ellipse">
              <a:avLst/>
            </a:prstGeom>
            <a:solidFill>
              <a:srgbClr val="0072B2"/>
            </a:solidFill>
            <a:ln w="9525">
              <a:solidFill>
                <a:srgbClr val="263238"/>
              </a:solidFill>
              <a:prstDash val="solid"/>
            </a:ln>
          </p:spPr>
        </p:sp>
        <p:sp>
          <p:nvSpPr>
            <p:cNvPr id="1156" name="four:selective-relaxation:line:1156">
              <a:extLst>
                <a:ext uri="{FF2B5EF4-FFF2-40B4-BE49-F238E27FC236}">
                  <ns2:creationId id="{FF87F583-6556-42C9-8320-53C4E09A103F}"/>
                </a:ext>
              </a:extLst>
            </p:cNvPr>
            <p:cNvSpPr>
              <a:spLocks noGrp="1"/>
            </p:cNvSpPr>
            <p:nvPr/>
          </p:nvSpPr>
          <p:spPr>
            <a:xfrm>
              <a:off x="9494520" y="6195060"/>
              <a:ext cx="953" cy="720090"/>
            </a:xfrm>
            <a:custGeom>
              <a:pathLst>
                <a:path w="953" h="720090">
                  <a:moveTo>
                    <a:pt x="0" y="0"/>
                  </a:moveTo>
                  <a:lnTo>
                    <a:pt x="0" y="636746"/>
                  </a:lnTo>
                </a:path>
              </a:pathLst>
            </a:custGeom>
            <a:noFill/>
            <a:ln w="11906">
              <a:solidFill>
                <a:srgbClr val="263238"/>
              </a:solidFill>
              <a:prstDash val="solid"/>
            </a:ln>
          </p:spPr>
        </p:sp>
        <p:sp>
          <p:nvSpPr>
            <p:cNvPr id="1157" name="four:selective-relaxation:regular-node:1157">
              <a:extLst>
                <a:ext uri="{FF2B5EF4-FFF2-40B4-BE49-F238E27FC236}">
                  <ns2:creationId id="{B3B0665D-1EAC-4C42-ABED-95467CF9418A}"/>
                </a:ext>
              </a:extLst>
            </p:cNvPr>
            <p:cNvSpPr>
              <a:spLocks noGrp="1"/>
            </p:cNvSpPr>
            <p:nvPr/>
          </p:nvSpPr>
          <p:spPr>
            <a:xfrm>
              <a:off x="9468450" y="6316809"/>
              <a:ext cx="52140" cy="52140"/>
            </a:xfrm>
            <a:prstGeom prst="ellipse">
              <a:avLst/>
            </a:prstGeom>
            <a:solidFill>
              <a:srgbClr val="CC79A7"/>
            </a:solidFill>
            <a:ln w="9525">
              <a:solidFill>
                <a:srgbClr val="263238"/>
              </a:solidFill>
              <a:prstDash val="solid"/>
            </a:ln>
          </p:spPr>
        </p:sp>
        <p:sp>
          <p:nvSpPr>
            <p:cNvPr id="1158" name="four:selective-relaxation:regular-node:1158">
              <a:extLst>
                <a:ext uri="{FF2B5EF4-FFF2-40B4-BE49-F238E27FC236}">
                  <ns2:creationId id="{20CCF6DA-2A1B-4346-A777-C3AE2FE17EC7}"/>
                </a:ext>
              </a:extLst>
            </p:cNvPr>
            <p:cNvSpPr>
              <a:spLocks noGrp="1"/>
            </p:cNvSpPr>
            <p:nvPr/>
          </p:nvSpPr>
          <p:spPr>
            <a:xfrm>
              <a:off x="9468450" y="6490697"/>
              <a:ext cx="52140" cy="52140"/>
            </a:xfrm>
            <a:prstGeom prst="ellipse">
              <a:avLst/>
            </a:prstGeom>
            <a:solidFill>
              <a:srgbClr val="CC79A7"/>
            </a:solidFill>
            <a:ln w="9525">
              <a:solidFill>
                <a:srgbClr val="263238"/>
              </a:solidFill>
              <a:prstDash val="solid"/>
            </a:ln>
          </p:spPr>
        </p:sp>
        <p:sp>
          <p:nvSpPr>
            <p:cNvPr id="1159" name="four:selective-relaxation:regular-node:1159">
              <a:extLst>
                <a:ext uri="{FF2B5EF4-FFF2-40B4-BE49-F238E27FC236}">
                  <ns2:creationId id="{B960246A-BCF4-48BC-BAC9-28805F7EDD57}"/>
                </a:ext>
              </a:extLst>
            </p:cNvPr>
            <p:cNvSpPr>
              <a:spLocks noGrp="1"/>
            </p:cNvSpPr>
            <p:nvPr/>
          </p:nvSpPr>
          <p:spPr>
            <a:xfrm>
              <a:off x="9468450" y="6664585"/>
              <a:ext cx="52140" cy="52140"/>
            </a:xfrm>
            <a:prstGeom prst="ellipse">
              <a:avLst/>
            </a:prstGeom>
            <a:solidFill>
              <a:srgbClr val="CC79A7"/>
            </a:solidFill>
            <a:ln w="9525">
              <a:solidFill>
                <a:srgbClr val="263238"/>
              </a:solidFill>
              <a:prstDash val="solid"/>
            </a:ln>
          </p:spPr>
        </p:sp>
        <p:sp>
          <p:nvSpPr>
            <p:cNvPr id="1160" name="four:selective-relaxation:line:1160">
              <a:extLst>
                <a:ext uri="{FF2B5EF4-FFF2-40B4-BE49-F238E27FC236}">
                  <ns2:creationId id="{EE16AEB5-F471-4DD6-9A31-519A4B2103F1}"/>
                </a:ext>
              </a:extLst>
            </p:cNvPr>
            <p:cNvSpPr>
              <a:spLocks noGrp="1"/>
            </p:cNvSpPr>
            <p:nvPr/>
          </p:nvSpPr>
          <p:spPr>
            <a:xfrm>
              <a:off x="9898380" y="6648450"/>
              <a:ext cx="953" cy="266700"/>
            </a:xfrm>
            <a:custGeom>
              <a:pathLst>
                <a:path w="953" h="266700">
                  <a:moveTo>
                    <a:pt x="0" y="0"/>
                  </a:moveTo>
                  <a:lnTo>
                    <a:pt x="0" y="183356"/>
                  </a:lnTo>
                </a:path>
              </a:pathLst>
            </a:custGeom>
            <a:noFill/>
            <a:ln w="11906">
              <a:solidFill>
                <a:srgbClr val="263238"/>
              </a:solidFill>
              <a:prstDash val="solid"/>
            </a:ln>
          </p:spPr>
        </p:sp>
        <p:sp>
          <p:nvSpPr>
            <p:cNvPr id="1161" name="four:selective-relaxation:regular-node:1161">
              <a:extLst>
                <a:ext uri="{FF2B5EF4-FFF2-40B4-BE49-F238E27FC236}">
                  <ns2:creationId id="{45D125F0-7F79-42E1-9855-C7766CC31A70}"/>
                </a:ext>
              </a:extLst>
            </p:cNvPr>
            <p:cNvSpPr>
              <a:spLocks noGrp="1"/>
            </p:cNvSpPr>
            <p:nvPr/>
          </p:nvSpPr>
          <p:spPr>
            <a:xfrm>
              <a:off x="9872310" y="6717392"/>
              <a:ext cx="52140" cy="52140"/>
            </a:xfrm>
            <a:prstGeom prst="ellipse">
              <a:avLst/>
            </a:prstGeom>
            <a:solidFill>
              <a:srgbClr val="D55E00"/>
            </a:solidFill>
            <a:ln w="9525">
              <a:solidFill>
                <a:srgbClr val="263238"/>
              </a:solidFill>
              <a:prstDash val="solid"/>
            </a:ln>
          </p:spPr>
        </p:sp>
        <p:sp>
          <p:nvSpPr>
            <p:cNvPr id="1162" name="four:selective-relaxation:line:1162">
              <a:extLst>
                <a:ext uri="{FF2B5EF4-FFF2-40B4-BE49-F238E27FC236}">
                  <ns2:creationId id="{DDBD812B-4FEB-4381-BBE4-CF3AFD095A56}"/>
                </a:ext>
              </a:extLst>
            </p:cNvPr>
            <p:cNvSpPr>
              <a:spLocks noGrp="1"/>
            </p:cNvSpPr>
            <p:nvPr/>
          </p:nvSpPr>
          <p:spPr>
            <a:xfrm>
              <a:off x="10584942" y="6648450"/>
              <a:ext cx="953" cy="266700"/>
            </a:xfrm>
            <a:custGeom>
              <a:pathLst>
                <a:path w="953" h="266700">
                  <a:moveTo>
                    <a:pt x="0" y="0"/>
                  </a:moveTo>
                  <a:lnTo>
                    <a:pt x="0" y="183356"/>
                  </a:lnTo>
                </a:path>
              </a:pathLst>
            </a:custGeom>
            <a:noFill/>
            <a:ln w="11906">
              <a:solidFill>
                <a:srgbClr val="263238"/>
              </a:solidFill>
              <a:prstDash val="solid"/>
            </a:ln>
          </p:spPr>
        </p:sp>
        <p:sp>
          <p:nvSpPr>
            <p:cNvPr id="1163" name="four:selective-relaxation:regular-node:1163">
              <a:extLst>
                <a:ext uri="{FF2B5EF4-FFF2-40B4-BE49-F238E27FC236}">
                  <ns2:creationId id="{4FBBD0D7-2A69-4792-A741-F5FB6A241FC3}"/>
                </a:ext>
              </a:extLst>
            </p:cNvPr>
            <p:cNvSpPr>
              <a:spLocks noGrp="1"/>
            </p:cNvSpPr>
            <p:nvPr/>
          </p:nvSpPr>
          <p:spPr>
            <a:xfrm>
              <a:off x="10558872" y="6717392"/>
              <a:ext cx="52140" cy="52140"/>
            </a:xfrm>
            <a:prstGeom prst="ellipse">
              <a:avLst/>
            </a:prstGeom>
            <a:solidFill>
              <a:srgbClr val="009E73"/>
            </a:solidFill>
            <a:ln w="9525">
              <a:solidFill>
                <a:srgbClr val="263238"/>
              </a:solidFill>
              <a:prstDash val="solid"/>
            </a:ln>
          </p:spPr>
        </p:sp>
        <p:sp>
          <p:nvSpPr>
            <p:cNvPr id="1164" name="four:selective-relaxation:critical-node:1164">
              <a:extLst>
                <a:ext uri="{FF2B5EF4-FFF2-40B4-BE49-F238E27FC236}">
                  <ns2:creationId id="{1333CA64-AB51-455C-A23E-68B397B2664C}"/>
                </a:ext>
              </a:extLst>
            </p:cNvPr>
            <p:cNvSpPr>
              <a:spLocks noGrp="1"/>
            </p:cNvSpPr>
            <p:nvPr/>
          </p:nvSpPr>
          <p:spPr>
            <a:xfrm>
              <a:off x="9074563" y="6118384"/>
              <a:ext cx="153353" cy="153353"/>
            </a:xfrm>
            <a:prstGeom prst="diamond">
              <a:avLst/>
            </a:prstGeom>
            <a:solidFill>
              <a:srgbClr val="D4B4CC"/>
            </a:solidFill>
            <a:ln w="10478">
              <a:solidFill>
                <a:srgbClr val="263238"/>
              </a:solidFill>
              <a:prstDash val="solid"/>
            </a:ln>
          </p:spPr>
        </p:sp>
        <p:sp>
          <p:nvSpPr>
            <p:cNvPr id="1165" name="four:selective-relaxation:critical-node:1165">
              <a:extLst>
                <a:ext uri="{FF2B5EF4-FFF2-40B4-BE49-F238E27FC236}">
                  <ns2:creationId id="{BDF21209-04AB-4344-8738-03DACB082E82}"/>
                </a:ext>
              </a:extLst>
            </p:cNvPr>
            <p:cNvSpPr>
              <a:spLocks noGrp="1"/>
            </p:cNvSpPr>
            <p:nvPr/>
          </p:nvSpPr>
          <p:spPr>
            <a:xfrm>
              <a:off x="10164985" y="6571774"/>
              <a:ext cx="153353" cy="153353"/>
            </a:xfrm>
            <a:prstGeom prst="diamond">
              <a:avLst/>
            </a:prstGeom>
            <a:solidFill>
              <a:srgbClr val="81C9BA"/>
            </a:solidFill>
            <a:ln w="10478">
              <a:solidFill>
                <a:srgbClr val="263238"/>
              </a:solidFill>
              <a:prstDash val="solid"/>
            </a:ln>
          </p:spPr>
        </p:sp>
        <p:sp>
          <p:nvSpPr>
            <p:cNvPr id="1166" name="four:selective-relaxation:critical-node:1166">
              <a:extLst>
                <a:ext uri="{FF2B5EF4-FFF2-40B4-BE49-F238E27FC236}">
                  <ns2:creationId id="{4FCE08ED-6055-4EA5-82EF-A4820132A5E5}"/>
                </a:ext>
              </a:extLst>
            </p:cNvPr>
            <p:cNvSpPr>
              <a:spLocks noGrp="1"/>
            </p:cNvSpPr>
            <p:nvPr/>
          </p:nvSpPr>
          <p:spPr>
            <a:xfrm>
              <a:off x="8731282" y="6838474"/>
              <a:ext cx="153353" cy="153353"/>
            </a:xfrm>
            <a:prstGeom prst="diamond">
              <a:avLst/>
            </a:prstGeom>
            <a:solidFill>
              <a:srgbClr val="0072B2"/>
            </a:solidFill>
            <a:ln w="10478">
              <a:solidFill>
                <a:srgbClr val="263238"/>
              </a:solidFill>
              <a:prstDash val="solid"/>
            </a:ln>
          </p:spPr>
        </p:sp>
        <p:sp>
          <p:nvSpPr>
            <p:cNvPr id="1167" name="four:selective-relaxation:critical-node:1167">
              <a:extLst>
                <a:ext uri="{FF2B5EF4-FFF2-40B4-BE49-F238E27FC236}">
                  <ns2:creationId id="{D0F8B67B-0104-4AED-AB68-F8A2D0C85F75}"/>
                </a:ext>
              </a:extLst>
            </p:cNvPr>
            <p:cNvSpPr>
              <a:spLocks noGrp="1"/>
            </p:cNvSpPr>
            <p:nvPr/>
          </p:nvSpPr>
          <p:spPr>
            <a:xfrm>
              <a:off x="9417844" y="6838474"/>
              <a:ext cx="153353" cy="153353"/>
            </a:xfrm>
            <a:prstGeom prst="diamond">
              <a:avLst/>
            </a:prstGeom>
            <a:solidFill>
              <a:srgbClr val="CC79A7"/>
            </a:solidFill>
            <a:ln w="10478">
              <a:solidFill>
                <a:srgbClr val="263238"/>
              </a:solidFill>
              <a:prstDash val="solid"/>
            </a:ln>
          </p:spPr>
        </p:sp>
        <p:sp>
          <p:nvSpPr>
            <p:cNvPr id="1168" name="four:selective-relaxation:critical-node:1168">
              <a:extLst>
                <a:ext uri="{FF2B5EF4-FFF2-40B4-BE49-F238E27FC236}">
                  <ns2:creationId id="{83A18D83-50D8-4B9B-9424-B8888D52677D}"/>
                </a:ext>
              </a:extLst>
            </p:cNvPr>
            <p:cNvSpPr>
              <a:spLocks noGrp="1"/>
            </p:cNvSpPr>
            <p:nvPr/>
          </p:nvSpPr>
          <p:spPr>
            <a:xfrm>
              <a:off x="9821704" y="6838474"/>
              <a:ext cx="153353" cy="153353"/>
            </a:xfrm>
            <a:prstGeom prst="diamond">
              <a:avLst/>
            </a:prstGeom>
            <a:solidFill>
              <a:srgbClr val="D55E00"/>
            </a:solidFill>
            <a:ln w="10478">
              <a:solidFill>
                <a:srgbClr val="263238"/>
              </a:solidFill>
              <a:prstDash val="solid"/>
            </a:ln>
          </p:spPr>
        </p:sp>
        <p:sp>
          <p:nvSpPr>
            <p:cNvPr id="1169" name="four:selective-relaxation:critical-node:1169">
              <a:extLst>
                <a:ext uri="{FF2B5EF4-FFF2-40B4-BE49-F238E27FC236}">
                  <ns2:creationId id="{8D90D834-B048-4368-8D1C-18B9E8ED1CE9}"/>
                </a:ext>
              </a:extLst>
            </p:cNvPr>
            <p:cNvSpPr>
              <a:spLocks noGrp="1"/>
            </p:cNvSpPr>
            <p:nvPr/>
          </p:nvSpPr>
          <p:spPr>
            <a:xfrm>
              <a:off x="10508266" y="6838474"/>
              <a:ext cx="153353" cy="153353"/>
            </a:xfrm>
            <a:prstGeom prst="diamond">
              <a:avLst/>
            </a:prstGeom>
            <a:solidFill>
              <a:srgbClr val="009E73"/>
            </a:solidFill>
            <a:ln w="10478">
              <a:solidFill>
                <a:srgbClr val="263238"/>
              </a:solidFill>
              <a:prstDash val="solid"/>
            </a:ln>
          </p:spPr>
        </p:sp>
        <p:sp>
          <p:nvSpPr>
            <p:cNvPr id="1170" name="four:selective-relaxation:admissible-merge:1170">
              <a:extLst>
                <a:ext uri="{FF2B5EF4-FFF2-40B4-BE49-F238E27FC236}">
                  <ns2:creationId id="{5E3DB1AB-91B8-4A04-AA5F-79F66FA8716C}"/>
                </a:ext>
              </a:extLst>
            </p:cNvPr>
            <p:cNvSpPr>
              <a:spLocks noGrp="1"/>
            </p:cNvSpPr>
            <p:nvPr/>
          </p:nvSpPr>
          <p:spPr>
            <a:xfrm>
              <a:off x="8979789" y="6023610"/>
              <a:ext cx="342900" cy="342900"/>
            </a:xfrm>
            <a:prstGeom prst="ellipse">
              <a:avLst/>
            </a:prstGeom>
            <a:solidFill>
              <a:srgbClr val="E6E8EB">
                <a:alpha val="35000"/>
              </a:srgbClr>
            </a:solidFill>
            <a:ln w="18098">
              <a:solidFill>
                <a:srgbClr val="7B8790"/>
              </a:solidFill>
              <a:prstDash val="solid"/>
            </a:ln>
          </p:spPr>
        </p:sp>
        <p:sp>
          <p:nvSpPr>
            <p:cNvPr id="1171" name="four:selective-relaxation:retained-merge:1171">
              <a:extLst>
                <a:ext uri="{FF2B5EF4-FFF2-40B4-BE49-F238E27FC236}">
                  <ns2:creationId id="{FCE869FE-2721-43B9-BB69-FD41E3C6C03D}"/>
                </a:ext>
              </a:extLst>
            </p:cNvPr>
            <p:cNvSpPr>
              <a:spLocks noGrp="1"/>
            </p:cNvSpPr>
            <p:nvPr/>
          </p:nvSpPr>
          <p:spPr>
            <a:xfrm>
              <a:off x="10070211" y="6477000"/>
              <a:ext cx="342900" cy="342900"/>
            </a:xfrm>
            <a:prstGeom prst="ellipse">
              <a:avLst/>
            </a:prstGeom>
            <a:solidFill>
              <a:srgbClr val="E6E8EB">
                <a:alpha val="35000"/>
              </a:srgbClr>
            </a:solidFill>
            <a:ln w="18098">
              <a:solidFill>
                <a:srgbClr val="7B8790"/>
              </a:solidFill>
              <a:prstDash val="solid"/>
            </a:ln>
          </p:spPr>
        </p:sp>
        <p:sp>
          <p:nvSpPr>
            <p:cNvPr id="1172" name="four:selective-relaxation:line:1172">
              <a:extLst>
                <a:ext uri="{FF2B5EF4-FFF2-40B4-BE49-F238E27FC236}">
                  <ns2:creationId id="{99AC0168-3F61-46F0-8977-AC137AAE120A}"/>
                </a:ext>
              </a:extLst>
            </p:cNvPr>
            <p:cNvSpPr>
              <a:spLocks noGrp="1"/>
            </p:cNvSpPr>
            <p:nvPr/>
          </p:nvSpPr>
          <p:spPr>
            <a:xfrm>
              <a:off x="8896350" y="5695950"/>
              <a:ext cx="152400" cy="123825"/>
            </a:xfrm>
            <a:custGeom>
              <a:pathLst>
                <a:path w="152400" h="123825">
                  <a:moveTo>
                    <a:pt x="152400" y="0"/>
                  </a:moveTo>
                  <a:lnTo>
                    <a:pt x="0" y="123825"/>
                  </a:lnTo>
                </a:path>
              </a:pathLst>
            </a:custGeom>
            <a:noFill/>
            <a:ln w="13335">
              <a:solidFill>
                <a:srgbClr val="7B8790"/>
              </a:solidFill>
              <a:prstDash val="solid"/>
            </a:ln>
          </p:spPr>
        </p:sp>
        <p:sp>
          <p:nvSpPr>
            <p:cNvPr id="1173" name="four:selective-relaxation:line:1173">
              <a:extLst>
                <a:ext uri="{FF2B5EF4-FFF2-40B4-BE49-F238E27FC236}">
                  <ns2:creationId id="{CC378E21-E8D0-438D-8931-1696816D99CD}"/>
                </a:ext>
              </a:extLst>
            </p:cNvPr>
            <p:cNvSpPr>
              <a:spLocks noGrp="1"/>
            </p:cNvSpPr>
            <p:nvPr/>
          </p:nvSpPr>
          <p:spPr>
            <a:xfrm>
              <a:off x="8896350" y="5819775"/>
              <a:ext cx="953" cy="114300"/>
            </a:xfrm>
            <a:custGeom>
              <a:pathLst>
                <a:path w="953" h="114300">
                  <a:moveTo>
                    <a:pt x="0" y="0"/>
                  </a:moveTo>
                  <a:lnTo>
                    <a:pt x="0" y="114300"/>
                  </a:lnTo>
                </a:path>
              </a:pathLst>
            </a:custGeom>
            <a:noFill/>
            <a:ln w="13335">
              <a:solidFill>
                <a:srgbClr val="7B8790"/>
              </a:solidFill>
              <a:prstDash val="solid"/>
            </a:ln>
          </p:spPr>
        </p:sp>
        <p:sp>
          <p:nvSpPr>
            <p:cNvPr id="1174" name="four:selective-relaxation:line:1174">
              <a:extLst>
                <a:ext uri="{FF2B5EF4-FFF2-40B4-BE49-F238E27FC236}">
                  <ns2:creationId id="{91A56CAD-4DF7-4B87-9976-A8E25AEF31A0}"/>
                </a:ext>
              </a:extLst>
            </p:cNvPr>
            <p:cNvSpPr>
              <a:spLocks noGrp="1"/>
            </p:cNvSpPr>
            <p:nvPr/>
          </p:nvSpPr>
          <p:spPr>
            <a:xfrm>
              <a:off x="8896350" y="5934075"/>
              <a:ext cx="125349" cy="131445"/>
            </a:xfrm>
            <a:custGeom>
              <a:pathLst>
                <a:path w="125349" h="131445">
                  <a:moveTo>
                    <a:pt x="0" y="0"/>
                  </a:moveTo>
                  <a:lnTo>
                    <a:pt x="125349" y="131445"/>
                  </a:lnTo>
                </a:path>
              </a:pathLst>
            </a:custGeom>
            <a:noFill/>
            <a:ln w="13335">
              <a:solidFill>
                <a:srgbClr val="7B8790"/>
              </a:solidFill>
              <a:prstDash val="solid"/>
            </a:ln>
          </p:spPr>
        </p:sp>
        <p:sp>
          <p:nvSpPr>
            <p:cNvPr id="1175" name="four:selective-relaxation:line:1175">
              <a:extLst>
                <a:ext uri="{FF2B5EF4-FFF2-40B4-BE49-F238E27FC236}">
                  <ns2:creationId id="{88D0B7A7-D623-4982-A103-337286FFFBE8}"/>
                </a:ext>
              </a:extLst>
            </p:cNvPr>
            <p:cNvSpPr>
              <a:spLocks noGrp="1"/>
            </p:cNvSpPr>
            <p:nvPr/>
          </p:nvSpPr>
          <p:spPr>
            <a:xfrm>
              <a:off x="10801350" y="5695950"/>
              <a:ext cx="953" cy="542925"/>
            </a:xfrm>
            <a:custGeom>
              <a:pathLst>
                <a:path w="953" h="542925">
                  <a:moveTo>
                    <a:pt x="0" y="0"/>
                  </a:moveTo>
                  <a:lnTo>
                    <a:pt x="0" y="542925"/>
                  </a:lnTo>
                </a:path>
              </a:pathLst>
            </a:custGeom>
            <a:noFill/>
            <a:ln w="13335">
              <a:solidFill>
                <a:srgbClr val="7B8790"/>
              </a:solidFill>
              <a:prstDash val="solid"/>
            </a:ln>
          </p:spPr>
        </p:sp>
        <p:sp>
          <p:nvSpPr>
            <p:cNvPr id="1176" name="four:selective-relaxation:line:1176">
              <a:extLst>
                <a:ext uri="{FF2B5EF4-FFF2-40B4-BE49-F238E27FC236}">
                  <ns2:creationId id="{D17954F4-A0E9-43AE-99DA-6AF14ED8A13F}"/>
                </a:ext>
              </a:extLst>
            </p:cNvPr>
            <p:cNvSpPr>
              <a:spLocks noGrp="1"/>
            </p:cNvSpPr>
            <p:nvPr/>
          </p:nvSpPr>
          <p:spPr>
            <a:xfrm>
              <a:off x="10371201" y="6238875"/>
              <a:ext cx="430149" cy="280035"/>
            </a:xfrm>
            <a:custGeom>
              <a:pathLst>
                <a:path w="430149" h="280035">
                  <a:moveTo>
                    <a:pt x="430149" y="0"/>
                  </a:moveTo>
                  <a:lnTo>
                    <a:pt x="0" y="280035"/>
                  </a:lnTo>
                </a:path>
              </a:pathLst>
            </a:custGeom>
            <a:noFill/>
            <a:ln w="13335">
              <a:solidFill>
                <a:srgbClr val="7B8790"/>
              </a:solidFill>
              <a:prstDash val="solid"/>
            </a:ln>
          </p:spPr>
        </p:sp>
        <p:sp>
          <p:nvSpPr>
            <p:cNvPr id="1205" name="four:selective-relaxation:textbox:1205">
              <a:extLst>
                <a:ext uri="{FF2B5EF4-FFF2-40B4-BE49-F238E27FC236}">
                  <ns2:creationId id="{81BFE2E5-631F-4902-996D-FF41DC8AFD92}"/>
                </a:ext>
              </a:extLst>
            </p:cNvPr>
            <p:cNvSpPr>
              <a:spLocks noGrp="1"/>
            </p:cNvSpPr>
            <p:nvPr/>
          </p:nvSpPr>
          <p:spPr>
            <a:xfrm>
              <a:off x="10839450" y="5600700"/>
              <a:ext cx="1524000" cy="276225"/>
            </a:xfrm>
            <a:prstGeom prst="rect">
              <a:avLst/>
            </a:prstGeom>
            <a:noFill/>
            <a:ln w="0">
              <a:noFill/>
              <a:prstDash val="solid"/>
            </a:ln>
          </p:spPr>
          <p:txBody>
            <a:bodyPr wrap="none" lIns="0" tIns="0" rIns="0" bIns="0" anchor="ctr">
              <a:normAutofit fontScale="96334"/>
            </a:bodyPr>
            <a:lstStyle>
              <a:defPPr algn="ctr">
                <a:defRPr sz="1425" b="1">
                  <a:solidFill>
                    <a:srgbClr val="7B8790"/>
                  </a:solidFill>
                  <a:latin typeface="Arial"/>
                  <a:ea typeface="Arial"/>
                  <a:cs typeface="Arial"/>
                </a:defRPr>
              </a:defPPr>
            </a:lstStyle>
            <a:p>
              <a:pPr algn="ctr">
                <a:defRPr sz="1425" b="1">
                  <a:solidFill>
                    <a:srgbClr val="7B8790"/>
                  </a:solidFill>
                  <a:latin typeface="Arial"/>
                  <a:ea typeface="Arial"/>
                  <a:cs typeface="Arial"/>
                </a:defRPr>
              </a:pPr>
              <a:r>
                <a:rPr sz="1425" b="1">
                  <a:solidFill>
                    <a:srgbClr val="7B8790"/>
                  </a:solidFill>
                  <a:latin typeface="Arial"/>
                  <a:ea typeface="Arial"/>
                  <a:cs typeface="Arial"/>
                </a:rPr>
                <a:t>Flatten then prune</a:t>
              </a:r>
            </a:p>
          </p:txBody>
        </p:sp>
        <p:sp>
          <p:nvSpPr>
            <p:cNvPr id="1206" name="four:selective-relaxation:rightArrow:1206">
              <a:extLst>
                <a:ext uri="{FF2B5EF4-FFF2-40B4-BE49-F238E27FC236}">
                  <ns2:creationId id="{C3588755-0D09-4D89-B3EC-D204EF59710F}"/>
                </a:ext>
              </a:extLst>
            </p:cNvPr>
            <p:cNvSpPr>
              <a:spLocks noGrp="1"/>
            </p:cNvSpPr>
            <p:nvPr/>
          </p:nvSpPr>
          <p:spPr>
            <a:xfrm>
              <a:off x="11372850" y="6105525"/>
              <a:ext cx="457200" cy="314325"/>
            </a:xfrm>
            <a:prstGeom prst="rightArrow">
              <a:avLst/>
            </a:prstGeom>
            <a:solidFill>
              <a:srgbClr val="9AAEBC"/>
            </a:solidFill>
            <a:ln w="0">
              <a:noFill/>
              <a:prstDash val="solid"/>
            </a:ln>
          </p:spPr>
        </p:sp>
        <p:sp>
          <p:nvSpPr>
            <p:cNvPr id="1207" name="four:selective-relaxation:textbox:1207">
              <a:extLst>
                <a:ext uri="{FF2B5EF4-FFF2-40B4-BE49-F238E27FC236}">
                  <ns2:creationId id="{EA4F6AF4-D3E2-4AD3-935A-69FFDAE21625}"/>
                </a:ext>
              </a:extLst>
            </p:cNvPr>
            <p:cNvSpPr>
              <a:spLocks noGrp="1"/>
            </p:cNvSpPr>
            <p:nvPr/>
          </p:nvSpPr>
          <p:spPr>
            <a:xfrm>
              <a:off x="8686800" y="7124700"/>
              <a:ext cx="2019300" cy="342900"/>
            </a:xfrm>
            <a:prstGeom prst="rect">
              <a:avLst/>
            </a:prstGeom>
            <a:noFill/>
            <a:ln w="0">
              <a:noFill/>
              <a:prstDash val="solid"/>
            </a:ln>
          </p:spPr>
          <p:txBody>
            <a:bodyPr wrap="none" lIns="0" tIns="0" rIns="0" bIns="0" anchor="ctr">
              <a:normAutofit fontScale="100000"/>
            </a:bodyPr>
            <a:lstStyle>
              <a:defPPr algn="ctr">
                <a:defRPr sz="2100" b="0">
                  <a:solidFill>
                    <a:srgbClr val="263238"/>
                  </a:solidFill>
                  <a:latin typeface="Arial"/>
                  <a:ea typeface="Arial"/>
                  <a:cs typeface="Arial"/>
                </a:defRPr>
              </a:defPPr>
            </a:lstStyle>
            <a:p>
              <a:pPr algn="ctr">
                <a:defRPr sz="2100" b="0">
                  <a:solidFill>
                    <a:srgbClr val="263238"/>
                  </a:solidFill>
                  <a:latin typeface="Arial"/>
                  <a:ea typeface="Arial"/>
                  <a:cs typeface="Arial"/>
                </a:defRPr>
              </a:pPr>
              <a:r>
                <a:rPr sz="2100" b="0">
                  <a:solidFill>
                    <a:srgbClr val="263238"/>
                  </a:solidFill>
                  <a:latin typeface="Arial"/>
                  <a:ea typeface="Arial"/>
                  <a:cs typeface="Arial"/>
                </a:rPr>
                <a:t>T</a:t>
              </a:r>
            </a:p>
          </p:txBody>
        </p:sp>
        <p:sp>
          <p:nvSpPr>
            <p:cNvPr id="1208" name="four:selective-relaxation:textbox:1208">
              <a:extLst>
                <a:ext uri="{FF2B5EF4-FFF2-40B4-BE49-F238E27FC236}">
                  <ns2:creationId id="{F45AA82E-311D-4DE9-BD57-B55BD06AAEE3}"/>
                </a:ext>
              </a:extLst>
            </p:cNvPr>
            <p:cNvSpPr>
              <a:spLocks noGrp="1"/>
            </p:cNvSpPr>
            <p:nvPr/>
          </p:nvSpPr>
          <p:spPr>
            <a:xfrm>
              <a:off x="12639675" y="7124700"/>
              <a:ext cx="2019300" cy="342900"/>
            </a:xfrm>
            <a:prstGeom prst="rect">
              <a:avLst/>
            </a:prstGeom>
            <a:noFill/>
            <a:ln w="0">
              <a:noFill/>
              <a:prstDash val="solid"/>
            </a:ln>
          </p:spPr>
          <p:txBody>
            <a:bodyPr wrap="none" lIns="0" tIns="0" rIns="0" bIns="0" anchor="ctr">
              <a:normAutofit fontScale="100000"/>
            </a:bodyPr>
            <a:lstStyle>
              <a:defPPr algn="ctr">
                <a:defRPr sz="2100" b="0">
                  <a:solidFill>
                    <a:srgbClr val="263238"/>
                  </a:solidFill>
                  <a:latin typeface="Arial"/>
                  <a:ea typeface="Arial"/>
                  <a:cs typeface="Arial"/>
                </a:defRPr>
              </a:defPPr>
            </a:lstStyle>
            <a:p>
              <a:pPr algn="ctr">
                <a:defRPr sz="2100" b="0">
                  <a:solidFill>
                    <a:srgbClr val="263238"/>
                  </a:solidFill>
                  <a:latin typeface="Arial"/>
                  <a:ea typeface="Arial"/>
                  <a:cs typeface="Arial"/>
                </a:defRPr>
              </a:pPr>
              <a:r>
                <a:rPr sz="2100" b="0">
                  <a:solidFill>
                    <a:srgbClr val="263238"/>
                  </a:solidFill>
                  <a:latin typeface="Arial"/>
                  <a:ea typeface="Arial"/>
                  <a:cs typeface="Arial"/>
                </a:rPr>
                <a:t>T′</a:t>
              </a:r>
            </a:p>
          </p:txBody>
        </p:sp>
      </p:grpSp>
      <p:grpSp>
        <p:nvGrpSpPr>
          <p:cNvPr id="3182" name="relaxed-hierarchy"/>
          <p:cNvGrpSpPr/>
          <p:nvPr/>
        </p:nvGrpSpPr>
        <p:grpSpPr>
          <a:xfrm>
            <a:off x="0" y="0"/>
            <a:ext cx="24955500" cy="8572500"/>
            <a:chOff x="0" y="0"/>
            <a:chExt cx="24955500" cy="8572500"/>
          </a:xfrm>
        </p:grpSpPr>
        <p:sp>
          <p:nvSpPr>
            <p:cNvPr id="1177" name="four:relaxed-hierarchy:line:1177">
              <a:extLst>
                <a:ext uri="{FF2B5EF4-FFF2-40B4-BE49-F238E27FC236}">
                  <ns2:creationId id="{88043821-D85B-4C3F-BE4C-6F052A599B48}"/>
                </a:ext>
              </a:extLst>
            </p:cNvPr>
            <p:cNvSpPr>
              <a:spLocks noGrp="1"/>
            </p:cNvSpPr>
            <p:nvPr/>
          </p:nvSpPr>
          <p:spPr>
            <a:xfrm>
              <a:off x="13649325" y="5372100"/>
              <a:ext cx="953" cy="339471"/>
            </a:xfrm>
            <a:custGeom>
              <a:pathLst>
                <a:path w="953" h="339471">
                  <a:moveTo>
                    <a:pt x="0" y="68775"/>
                  </a:moveTo>
                  <a:lnTo>
                    <a:pt x="0" y="270696"/>
                  </a:lnTo>
                </a:path>
              </a:pathLst>
            </a:custGeom>
            <a:noFill/>
            <a:ln w="11906">
              <a:solidFill>
                <a:srgbClr val="263238"/>
              </a:solidFill>
              <a:prstDash val="solid"/>
            </a:ln>
          </p:spPr>
        </p:sp>
        <p:sp>
          <p:nvSpPr>
            <p:cNvPr id="1178" name="four:relaxed-hierarchy:regular-node:1178">
              <a:extLst>
                <a:ext uri="{FF2B5EF4-FFF2-40B4-BE49-F238E27FC236}">
                  <ns2:creationId id="{32025D97-13DB-4120-A973-A7BD9FABAB3B}"/>
                </a:ext>
              </a:extLst>
            </p:cNvPr>
            <p:cNvSpPr>
              <a:spLocks noGrp="1"/>
            </p:cNvSpPr>
            <p:nvPr/>
          </p:nvSpPr>
          <p:spPr>
            <a:xfrm>
              <a:off x="13628031" y="5477567"/>
              <a:ext cx="42588" cy="42588"/>
            </a:xfrm>
            <a:prstGeom prst="ellipse">
              <a:avLst/>
            </a:prstGeom>
            <a:solidFill>
              <a:srgbClr val="DCE8ED"/>
            </a:solidFill>
            <a:ln w="9525">
              <a:solidFill>
                <a:srgbClr val="263238"/>
              </a:solidFill>
              <a:prstDash val="solid"/>
            </a:ln>
          </p:spPr>
        </p:sp>
        <p:sp>
          <p:nvSpPr>
            <p:cNvPr id="1179" name="four:relaxed-hierarchy:regular-node:1179">
              <a:extLst>
                <a:ext uri="{FF2B5EF4-FFF2-40B4-BE49-F238E27FC236}">
                  <ns2:creationId id="{EFE4A765-B05D-4CCE-8ABB-22FCEE005AE0}"/>
                </a:ext>
              </a:extLst>
            </p:cNvPr>
            <p:cNvSpPr>
              <a:spLocks noGrp="1"/>
            </p:cNvSpPr>
            <p:nvPr/>
          </p:nvSpPr>
          <p:spPr>
            <a:xfrm>
              <a:off x="13628031" y="5563515"/>
              <a:ext cx="42588" cy="42588"/>
            </a:xfrm>
            <a:prstGeom prst="ellipse">
              <a:avLst/>
            </a:prstGeom>
            <a:solidFill>
              <a:srgbClr val="DCE8ED"/>
            </a:solidFill>
            <a:ln w="9525">
              <a:solidFill>
                <a:srgbClr val="263238"/>
              </a:solidFill>
              <a:prstDash val="solid"/>
            </a:ln>
          </p:spPr>
        </p:sp>
        <p:sp>
          <p:nvSpPr>
            <p:cNvPr id="1180" name="four:relaxed-hierarchy:critical-node:1180">
              <a:extLst>
                <a:ext uri="{FF2B5EF4-FFF2-40B4-BE49-F238E27FC236}">
                  <ns2:creationId id="{D7538290-BB8D-4786-B38E-59454F05144E}"/>
                </a:ext>
              </a:extLst>
            </p:cNvPr>
            <p:cNvSpPr>
              <a:spLocks noGrp="1"/>
            </p:cNvSpPr>
            <p:nvPr/>
          </p:nvSpPr>
          <p:spPr>
            <a:xfrm>
              <a:off x="13587217" y="5309992"/>
              <a:ext cx="124216" cy="124216"/>
            </a:xfrm>
            <a:prstGeom prst="diamond">
              <a:avLst/>
            </a:prstGeom>
            <a:solidFill>
              <a:srgbClr val="DCE8ED"/>
            </a:solidFill>
            <a:ln w="10478">
              <a:solidFill>
                <a:srgbClr val="263238"/>
              </a:solidFill>
              <a:prstDash val="solid"/>
            </a:ln>
          </p:spPr>
        </p:sp>
        <p:sp>
          <p:nvSpPr>
            <p:cNvPr id="1181" name="four:relaxed-hierarchy:critical-node:1181">
              <a:extLst>
                <a:ext uri="{FF2B5EF4-FFF2-40B4-BE49-F238E27FC236}">
                  <ns2:creationId id="{D8F06087-9EF9-4EA8-A7A3-C1E8CB71FAFF}"/>
                </a:ext>
              </a:extLst>
            </p:cNvPr>
            <p:cNvSpPr>
              <a:spLocks noGrp="1"/>
            </p:cNvSpPr>
            <p:nvPr/>
          </p:nvSpPr>
          <p:spPr>
            <a:xfrm>
              <a:off x="13587217" y="5649463"/>
              <a:ext cx="124216" cy="124216"/>
            </a:xfrm>
            <a:prstGeom prst="diamond">
              <a:avLst/>
            </a:prstGeom>
            <a:solidFill>
              <a:srgbClr val="DCE8ED"/>
            </a:solidFill>
            <a:ln w="10478">
              <a:solidFill>
                <a:srgbClr val="263238"/>
              </a:solidFill>
              <a:prstDash val="solid"/>
            </a:ln>
          </p:spPr>
        </p:sp>
        <p:sp>
          <p:nvSpPr>
            <p:cNvPr id="1182" name="four:relaxed-hierarchy:line:1182">
              <a:extLst>
                <a:ext uri="{FF2B5EF4-FFF2-40B4-BE49-F238E27FC236}">
                  <ns2:creationId id="{541F9518-FDB4-41FA-BCCC-9BE54E26CA22}"/>
                </a:ext>
              </a:extLst>
            </p:cNvPr>
            <p:cNvSpPr>
              <a:spLocks noGrp="1"/>
            </p:cNvSpPr>
            <p:nvPr/>
          </p:nvSpPr>
          <p:spPr>
            <a:xfrm>
              <a:off x="12760833" y="5711571"/>
              <a:ext cx="1776984" cy="953"/>
            </a:xfrm>
            <a:custGeom>
              <a:pathLst>
                <a:path w="1776984" h="953">
                  <a:moveTo>
                    <a:pt x="0" y="0"/>
                  </a:moveTo>
                  <a:lnTo>
                    <a:pt x="819717" y="0"/>
                  </a:lnTo>
                  <a:moveTo>
                    <a:pt x="957267" y="0"/>
                  </a:moveTo>
                  <a:lnTo>
                    <a:pt x="1776984" y="0"/>
                  </a:lnTo>
                </a:path>
              </a:pathLst>
            </a:custGeom>
            <a:noFill/>
            <a:ln w="11906">
              <a:solidFill>
                <a:srgbClr val="263238"/>
              </a:solidFill>
              <a:prstDash val="solid"/>
            </a:ln>
          </p:spPr>
        </p:sp>
        <p:sp>
          <p:nvSpPr>
            <p:cNvPr id="1183" name="four:relaxed-hierarchy:line:1183">
              <a:extLst>
                <a:ext uri="{FF2B5EF4-FFF2-40B4-BE49-F238E27FC236}">
                  <ns2:creationId id="{D40E5FEC-1268-41EA-9557-469D64784E35}"/>
                </a:ext>
              </a:extLst>
            </p:cNvPr>
            <p:cNvSpPr>
              <a:spLocks noGrp="1"/>
            </p:cNvSpPr>
            <p:nvPr/>
          </p:nvSpPr>
          <p:spPr>
            <a:xfrm>
              <a:off x="12760833" y="5711571"/>
              <a:ext cx="953" cy="1203579"/>
            </a:xfrm>
            <a:custGeom>
              <a:pathLst>
                <a:path w="953" h="1203579">
                  <a:moveTo>
                    <a:pt x="0" y="0"/>
                  </a:moveTo>
                  <a:lnTo>
                    <a:pt x="0" y="1108186"/>
                  </a:lnTo>
                </a:path>
              </a:pathLst>
            </a:custGeom>
            <a:noFill/>
            <a:ln w="11906">
              <a:solidFill>
                <a:srgbClr val="263238"/>
              </a:solidFill>
              <a:prstDash val="solid"/>
            </a:ln>
          </p:spPr>
        </p:sp>
        <p:sp>
          <p:nvSpPr>
            <p:cNvPr id="1184" name="four:relaxed-hierarchy:regular-node:1184">
              <a:extLst>
                <a:ext uri="{FF2B5EF4-FFF2-40B4-BE49-F238E27FC236}">
                  <ns2:creationId id="{63600FB5-B052-4590-9980-48902E64073C}"/>
                </a:ext>
              </a:extLst>
            </p:cNvPr>
            <p:cNvSpPr>
              <a:spLocks noGrp="1"/>
            </p:cNvSpPr>
            <p:nvPr/>
          </p:nvSpPr>
          <p:spPr>
            <a:xfrm>
              <a:off x="12730666" y="5945034"/>
              <a:ext cx="60333" cy="60333"/>
            </a:xfrm>
            <a:prstGeom prst="ellipse">
              <a:avLst/>
            </a:prstGeom>
            <a:solidFill>
              <a:srgbClr val="0072B2"/>
            </a:solidFill>
            <a:ln w="9525">
              <a:solidFill>
                <a:srgbClr val="263238"/>
              </a:solidFill>
              <a:prstDash val="solid"/>
            </a:ln>
          </p:spPr>
        </p:sp>
        <p:sp>
          <p:nvSpPr>
            <p:cNvPr id="1185" name="four:relaxed-hierarchy:regular-node:1185">
              <a:extLst>
                <a:ext uri="{FF2B5EF4-FFF2-40B4-BE49-F238E27FC236}">
                  <ns2:creationId id="{5B0378BA-D2FC-4F4C-86F7-BFC0EAB39A0A}"/>
                </a:ext>
              </a:extLst>
            </p:cNvPr>
            <p:cNvSpPr>
              <a:spLocks noGrp="1"/>
            </p:cNvSpPr>
            <p:nvPr/>
          </p:nvSpPr>
          <p:spPr>
            <a:xfrm>
              <a:off x="12730666" y="6238831"/>
              <a:ext cx="60333" cy="60333"/>
            </a:xfrm>
            <a:prstGeom prst="ellipse">
              <a:avLst/>
            </a:prstGeom>
            <a:solidFill>
              <a:srgbClr val="0072B2"/>
            </a:solidFill>
            <a:ln w="9525">
              <a:solidFill>
                <a:srgbClr val="263238"/>
              </a:solidFill>
              <a:prstDash val="solid"/>
            </a:ln>
          </p:spPr>
        </p:sp>
        <p:sp>
          <p:nvSpPr>
            <p:cNvPr id="1186" name="four:relaxed-hierarchy:regular-node:1186">
              <a:extLst>
                <a:ext uri="{FF2B5EF4-FFF2-40B4-BE49-F238E27FC236}">
                  <ns2:creationId id="{5964611D-9B1B-47D3-B2D4-8C9709AED000}"/>
                </a:ext>
              </a:extLst>
            </p:cNvPr>
            <p:cNvSpPr>
              <a:spLocks noGrp="1"/>
            </p:cNvSpPr>
            <p:nvPr/>
          </p:nvSpPr>
          <p:spPr>
            <a:xfrm>
              <a:off x="12730666" y="6532628"/>
              <a:ext cx="60333" cy="60333"/>
            </a:xfrm>
            <a:prstGeom prst="ellipse">
              <a:avLst/>
            </a:prstGeom>
            <a:solidFill>
              <a:srgbClr val="0072B2"/>
            </a:solidFill>
            <a:ln w="9525">
              <a:solidFill>
                <a:srgbClr val="263238"/>
              </a:solidFill>
              <a:prstDash val="solid"/>
            </a:ln>
          </p:spPr>
        </p:sp>
        <p:sp>
          <p:nvSpPr>
            <p:cNvPr id="1187" name="four:relaxed-hierarchy:line:1187">
              <a:extLst>
                <a:ext uri="{FF2B5EF4-FFF2-40B4-BE49-F238E27FC236}">
                  <ns2:creationId id="{22EE3AAC-AB8E-43D7-AE36-0CD45A06A090}"/>
                </a:ext>
              </a:extLst>
            </p:cNvPr>
            <p:cNvSpPr>
              <a:spLocks noGrp="1"/>
            </p:cNvSpPr>
            <p:nvPr/>
          </p:nvSpPr>
          <p:spPr>
            <a:xfrm>
              <a:off x="14537817" y="5711571"/>
              <a:ext cx="953" cy="1203579"/>
            </a:xfrm>
            <a:custGeom>
              <a:pathLst>
                <a:path w="953" h="1203579">
                  <a:moveTo>
                    <a:pt x="0" y="0"/>
                  </a:moveTo>
                  <a:lnTo>
                    <a:pt x="0" y="1108186"/>
                  </a:lnTo>
                </a:path>
              </a:pathLst>
            </a:custGeom>
            <a:noFill/>
            <a:ln w="11906">
              <a:solidFill>
                <a:srgbClr val="263238"/>
              </a:solidFill>
              <a:prstDash val="solid"/>
            </a:ln>
          </p:spPr>
        </p:sp>
        <p:sp>
          <p:nvSpPr>
            <p:cNvPr id="1188" name="four:relaxed-hierarchy:regular-node:1188">
              <a:extLst>
                <a:ext uri="{FF2B5EF4-FFF2-40B4-BE49-F238E27FC236}">
                  <ns2:creationId id="{3505DFCC-CCFD-4D3E-8542-C94A587AA0DB}"/>
                </a:ext>
              </a:extLst>
            </p:cNvPr>
            <p:cNvSpPr>
              <a:spLocks noGrp="1"/>
            </p:cNvSpPr>
            <p:nvPr/>
          </p:nvSpPr>
          <p:spPr>
            <a:xfrm>
              <a:off x="14507650" y="5945034"/>
              <a:ext cx="60333" cy="60333"/>
            </a:xfrm>
            <a:prstGeom prst="ellipse">
              <a:avLst/>
            </a:prstGeom>
            <a:solidFill>
              <a:srgbClr val="CC79A7"/>
            </a:solidFill>
            <a:ln w="9525">
              <a:solidFill>
                <a:srgbClr val="263238"/>
              </a:solidFill>
              <a:prstDash val="solid"/>
            </a:ln>
          </p:spPr>
        </p:sp>
        <p:sp>
          <p:nvSpPr>
            <p:cNvPr id="1189" name="four:relaxed-hierarchy:regular-node:1189">
              <a:extLst>
                <a:ext uri="{FF2B5EF4-FFF2-40B4-BE49-F238E27FC236}">
                  <ns2:creationId id="{3DA0202A-576F-4B46-93FA-7C8CA55B895D}"/>
                </a:ext>
              </a:extLst>
            </p:cNvPr>
            <p:cNvSpPr>
              <a:spLocks noGrp="1"/>
            </p:cNvSpPr>
            <p:nvPr/>
          </p:nvSpPr>
          <p:spPr>
            <a:xfrm>
              <a:off x="14507650" y="6238831"/>
              <a:ext cx="60333" cy="60333"/>
            </a:xfrm>
            <a:prstGeom prst="ellipse">
              <a:avLst/>
            </a:prstGeom>
            <a:solidFill>
              <a:srgbClr val="CC79A7"/>
            </a:solidFill>
            <a:ln w="9525">
              <a:solidFill>
                <a:srgbClr val="263238"/>
              </a:solidFill>
              <a:prstDash val="solid"/>
            </a:ln>
          </p:spPr>
        </p:sp>
        <p:sp>
          <p:nvSpPr>
            <p:cNvPr id="1190" name="four:relaxed-hierarchy:regular-node:1190">
              <a:extLst>
                <a:ext uri="{FF2B5EF4-FFF2-40B4-BE49-F238E27FC236}">
                  <ns2:creationId id="{2815775A-370C-49A0-ACF5-C8127CAC2299}"/>
                </a:ext>
              </a:extLst>
            </p:cNvPr>
            <p:cNvSpPr>
              <a:spLocks noGrp="1"/>
            </p:cNvSpPr>
            <p:nvPr/>
          </p:nvSpPr>
          <p:spPr>
            <a:xfrm>
              <a:off x="14507650" y="6532628"/>
              <a:ext cx="60333" cy="60333"/>
            </a:xfrm>
            <a:prstGeom prst="ellipse">
              <a:avLst/>
            </a:prstGeom>
            <a:solidFill>
              <a:srgbClr val="CC79A7"/>
            </a:solidFill>
            <a:ln w="9525">
              <a:solidFill>
                <a:srgbClr val="263238"/>
              </a:solidFill>
              <a:prstDash val="solid"/>
            </a:ln>
          </p:spPr>
        </p:sp>
        <p:sp>
          <p:nvSpPr>
            <p:cNvPr id="1191" name="four:relaxed-hierarchy:line:1191">
              <a:extLst>
                <a:ext uri="{FF2B5EF4-FFF2-40B4-BE49-F238E27FC236}">
                  <ns2:creationId id="{0B468E75-4A2D-4ED2-AAD0-795CDA64927C}"/>
                </a:ext>
              </a:extLst>
            </p:cNvPr>
            <p:cNvSpPr>
              <a:spLocks noGrp="1"/>
            </p:cNvSpPr>
            <p:nvPr/>
          </p:nvSpPr>
          <p:spPr>
            <a:xfrm>
              <a:off x="13649325" y="5711571"/>
              <a:ext cx="953" cy="894969"/>
            </a:xfrm>
            <a:custGeom>
              <a:pathLst>
                <a:path w="953" h="894969">
                  <a:moveTo>
                    <a:pt x="0" y="68775"/>
                  </a:moveTo>
                  <a:lnTo>
                    <a:pt x="0" y="799576"/>
                  </a:lnTo>
                </a:path>
              </a:pathLst>
            </a:custGeom>
            <a:noFill/>
            <a:ln w="11906">
              <a:solidFill>
                <a:srgbClr val="263238"/>
              </a:solidFill>
              <a:prstDash val="solid"/>
            </a:ln>
          </p:spPr>
        </p:sp>
        <p:sp>
          <p:nvSpPr>
            <p:cNvPr id="1192" name="four:relaxed-hierarchy:regular-node:1192">
              <a:extLst>
                <a:ext uri="{FF2B5EF4-FFF2-40B4-BE49-F238E27FC236}">
                  <ns2:creationId id="{031EA58C-0F5D-44C1-817C-94FC3C9F530B}"/>
                </a:ext>
              </a:extLst>
            </p:cNvPr>
            <p:cNvSpPr>
              <a:spLocks noGrp="1"/>
            </p:cNvSpPr>
            <p:nvPr/>
          </p:nvSpPr>
          <p:spPr>
            <a:xfrm>
              <a:off x="13619158" y="5914463"/>
              <a:ext cx="60333" cy="60333"/>
            </a:xfrm>
            <a:prstGeom prst="ellipse">
              <a:avLst/>
            </a:prstGeom>
            <a:solidFill>
              <a:srgbClr val="81C9BA"/>
            </a:solidFill>
            <a:ln w="9525">
              <a:solidFill>
                <a:srgbClr val="263238"/>
              </a:solidFill>
              <a:prstDash val="solid"/>
            </a:ln>
          </p:spPr>
        </p:sp>
        <p:sp>
          <p:nvSpPr>
            <p:cNvPr id="1193" name="four:relaxed-hierarchy:regular-node:1193">
              <a:extLst>
                <a:ext uri="{FF2B5EF4-FFF2-40B4-BE49-F238E27FC236}">
                  <ns2:creationId id="{D6053FC3-72FE-4362-AA7D-9F31EBDF6D09}"/>
                </a:ext>
              </a:extLst>
            </p:cNvPr>
            <p:cNvSpPr>
              <a:spLocks noGrp="1"/>
            </p:cNvSpPr>
            <p:nvPr/>
          </p:nvSpPr>
          <p:spPr>
            <a:xfrm>
              <a:off x="13619158" y="6115580"/>
              <a:ext cx="60333" cy="60333"/>
            </a:xfrm>
            <a:prstGeom prst="ellipse">
              <a:avLst/>
            </a:prstGeom>
            <a:solidFill>
              <a:srgbClr val="81C9BA"/>
            </a:solidFill>
            <a:ln w="9525">
              <a:solidFill>
                <a:srgbClr val="263238"/>
              </a:solidFill>
              <a:prstDash val="solid"/>
            </a:ln>
          </p:spPr>
        </p:sp>
        <p:sp>
          <p:nvSpPr>
            <p:cNvPr id="1194" name="four:relaxed-hierarchy:regular-node:1194">
              <a:extLst>
                <a:ext uri="{FF2B5EF4-FFF2-40B4-BE49-F238E27FC236}">
                  <ns2:creationId id="{70FA1199-131F-472B-A759-C65AED7BEC99}"/>
                </a:ext>
              </a:extLst>
            </p:cNvPr>
            <p:cNvSpPr>
              <a:spLocks noGrp="1"/>
            </p:cNvSpPr>
            <p:nvPr/>
          </p:nvSpPr>
          <p:spPr>
            <a:xfrm>
              <a:off x="13619158" y="6316697"/>
              <a:ext cx="60333" cy="60333"/>
            </a:xfrm>
            <a:prstGeom prst="ellipse">
              <a:avLst/>
            </a:prstGeom>
            <a:solidFill>
              <a:srgbClr val="81C9BA"/>
            </a:solidFill>
            <a:ln w="9525">
              <a:solidFill>
                <a:srgbClr val="263238"/>
              </a:solidFill>
              <a:prstDash val="solid"/>
            </a:ln>
          </p:spPr>
        </p:sp>
        <p:sp>
          <p:nvSpPr>
            <p:cNvPr id="1195" name="four:relaxed-hierarchy:line:1195">
              <a:extLst>
                <a:ext uri="{FF2B5EF4-FFF2-40B4-BE49-F238E27FC236}">
                  <ns2:creationId id="{9B1211E9-F275-45B5-B49A-504893175C5A}"/>
                </a:ext>
              </a:extLst>
            </p:cNvPr>
            <p:cNvSpPr>
              <a:spLocks noGrp="1"/>
            </p:cNvSpPr>
            <p:nvPr/>
          </p:nvSpPr>
          <p:spPr>
            <a:xfrm>
              <a:off x="13346430" y="6606540"/>
              <a:ext cx="605790" cy="953"/>
            </a:xfrm>
            <a:custGeom>
              <a:pathLst>
                <a:path w="605790" h="953">
                  <a:moveTo>
                    <a:pt x="0" y="0"/>
                  </a:moveTo>
                  <a:lnTo>
                    <a:pt x="207502" y="0"/>
                  </a:lnTo>
                  <a:moveTo>
                    <a:pt x="398288" y="0"/>
                  </a:moveTo>
                  <a:lnTo>
                    <a:pt x="605790" y="0"/>
                  </a:lnTo>
                </a:path>
              </a:pathLst>
            </a:custGeom>
            <a:noFill/>
            <a:ln w="11906">
              <a:solidFill>
                <a:srgbClr val="263238"/>
              </a:solidFill>
              <a:prstDash val="solid"/>
            </a:ln>
          </p:spPr>
        </p:sp>
        <p:sp>
          <p:nvSpPr>
            <p:cNvPr id="1196" name="four:relaxed-hierarchy:line:1196">
              <a:extLst>
                <a:ext uri="{FF2B5EF4-FFF2-40B4-BE49-F238E27FC236}">
                  <ns2:creationId id="{C68146C5-A6C0-49AE-9023-440A730DA61D}"/>
                </a:ext>
              </a:extLst>
            </p:cNvPr>
            <p:cNvSpPr>
              <a:spLocks noGrp="1"/>
            </p:cNvSpPr>
            <p:nvPr/>
          </p:nvSpPr>
          <p:spPr>
            <a:xfrm>
              <a:off x="13346430" y="6606540"/>
              <a:ext cx="953" cy="308610"/>
            </a:xfrm>
            <a:custGeom>
              <a:pathLst>
                <a:path w="953" h="308610">
                  <a:moveTo>
                    <a:pt x="0" y="0"/>
                  </a:moveTo>
                  <a:lnTo>
                    <a:pt x="0" y="213217"/>
                  </a:lnTo>
                </a:path>
              </a:pathLst>
            </a:custGeom>
            <a:noFill/>
            <a:ln w="11906">
              <a:solidFill>
                <a:srgbClr val="263238"/>
              </a:solidFill>
              <a:prstDash val="solid"/>
            </a:ln>
          </p:spPr>
        </p:sp>
        <p:sp>
          <p:nvSpPr>
            <p:cNvPr id="1197" name="four:relaxed-hierarchy:regular-node:1197">
              <a:extLst>
                <a:ext uri="{FF2B5EF4-FFF2-40B4-BE49-F238E27FC236}">
                  <ns2:creationId id="{B6E99B7E-094C-4D26-B21D-D0DF05742501}"/>
                </a:ext>
              </a:extLst>
            </p:cNvPr>
            <p:cNvSpPr>
              <a:spLocks noGrp="1"/>
            </p:cNvSpPr>
            <p:nvPr/>
          </p:nvSpPr>
          <p:spPr>
            <a:xfrm>
              <a:off x="13316263" y="6686316"/>
              <a:ext cx="60333" cy="60333"/>
            </a:xfrm>
            <a:prstGeom prst="ellipse">
              <a:avLst/>
            </a:prstGeom>
            <a:solidFill>
              <a:srgbClr val="D55E00"/>
            </a:solidFill>
            <a:ln w="9525">
              <a:solidFill>
                <a:srgbClr val="263238"/>
              </a:solidFill>
              <a:prstDash val="solid"/>
            </a:ln>
          </p:spPr>
        </p:sp>
        <p:sp>
          <p:nvSpPr>
            <p:cNvPr id="1198" name="four:relaxed-hierarchy:line:1198">
              <a:extLst>
                <a:ext uri="{FF2B5EF4-FFF2-40B4-BE49-F238E27FC236}">
                  <ns2:creationId id="{0DBFA2E5-0EE1-490F-A0AA-A50E66D0BDF6}"/>
                </a:ext>
              </a:extLst>
            </p:cNvPr>
            <p:cNvSpPr>
              <a:spLocks noGrp="1"/>
            </p:cNvSpPr>
            <p:nvPr/>
          </p:nvSpPr>
          <p:spPr>
            <a:xfrm>
              <a:off x="13952220" y="6606540"/>
              <a:ext cx="953" cy="308610"/>
            </a:xfrm>
            <a:custGeom>
              <a:pathLst>
                <a:path w="953" h="308610">
                  <a:moveTo>
                    <a:pt x="0" y="0"/>
                  </a:moveTo>
                  <a:lnTo>
                    <a:pt x="0" y="213217"/>
                  </a:lnTo>
                </a:path>
              </a:pathLst>
            </a:custGeom>
            <a:noFill/>
            <a:ln w="11906">
              <a:solidFill>
                <a:srgbClr val="263238"/>
              </a:solidFill>
              <a:prstDash val="solid"/>
            </a:ln>
          </p:spPr>
        </p:sp>
        <p:sp>
          <p:nvSpPr>
            <p:cNvPr id="1199" name="four:relaxed-hierarchy:regular-node:1199">
              <a:extLst>
                <a:ext uri="{FF2B5EF4-FFF2-40B4-BE49-F238E27FC236}">
                  <ns2:creationId id="{021A08B9-0391-46F6-ACA7-6ED0EE6F7051}"/>
                </a:ext>
              </a:extLst>
            </p:cNvPr>
            <p:cNvSpPr>
              <a:spLocks noGrp="1"/>
            </p:cNvSpPr>
            <p:nvPr/>
          </p:nvSpPr>
          <p:spPr>
            <a:xfrm>
              <a:off x="13922053" y="6686316"/>
              <a:ext cx="60333" cy="60333"/>
            </a:xfrm>
            <a:prstGeom prst="ellipse">
              <a:avLst/>
            </a:prstGeom>
            <a:solidFill>
              <a:srgbClr val="009E73"/>
            </a:solidFill>
            <a:ln w="9525">
              <a:solidFill>
                <a:srgbClr val="263238"/>
              </a:solidFill>
              <a:prstDash val="solid"/>
            </a:ln>
          </p:spPr>
        </p:sp>
        <p:sp>
          <p:nvSpPr>
            <p:cNvPr id="1200" name="four:relaxed-hierarchy:critical-node:1200">
              <a:extLst>
                <a:ext uri="{FF2B5EF4-FFF2-40B4-BE49-F238E27FC236}">
                  <ns2:creationId id="{12A83335-37D2-449D-B88D-D9C3DEE2839C}"/>
                </a:ext>
              </a:extLst>
            </p:cNvPr>
            <p:cNvSpPr>
              <a:spLocks noGrp="1"/>
            </p:cNvSpPr>
            <p:nvPr/>
          </p:nvSpPr>
          <p:spPr>
            <a:xfrm>
              <a:off x="13560600" y="6517815"/>
              <a:ext cx="177451" cy="177451"/>
            </a:xfrm>
            <a:prstGeom prst="diamond">
              <a:avLst/>
            </a:prstGeom>
            <a:solidFill>
              <a:srgbClr val="81C9BA"/>
            </a:solidFill>
            <a:ln w="10478">
              <a:solidFill>
                <a:srgbClr val="263238"/>
              </a:solidFill>
              <a:prstDash val="solid"/>
            </a:ln>
          </p:spPr>
        </p:sp>
        <p:sp>
          <p:nvSpPr>
            <p:cNvPr id="1201" name="four:relaxed-hierarchy:critical-node:1201">
              <a:extLst>
                <a:ext uri="{FF2B5EF4-FFF2-40B4-BE49-F238E27FC236}">
                  <ns2:creationId id="{D2AA5A7C-694F-430E-8A54-CD796FE7D081}"/>
                </a:ext>
              </a:extLst>
            </p:cNvPr>
            <p:cNvSpPr>
              <a:spLocks noGrp="1"/>
            </p:cNvSpPr>
            <p:nvPr/>
          </p:nvSpPr>
          <p:spPr>
            <a:xfrm>
              <a:off x="12672108" y="6826425"/>
              <a:ext cx="177451" cy="177451"/>
            </a:xfrm>
            <a:prstGeom prst="diamond">
              <a:avLst/>
            </a:prstGeom>
            <a:solidFill>
              <a:srgbClr val="0072B2"/>
            </a:solidFill>
            <a:ln w="10478">
              <a:solidFill>
                <a:srgbClr val="263238"/>
              </a:solidFill>
              <a:prstDash val="solid"/>
            </a:ln>
          </p:spPr>
        </p:sp>
        <p:sp>
          <p:nvSpPr>
            <p:cNvPr id="1202" name="four:relaxed-hierarchy:critical-node:1202">
              <a:extLst>
                <a:ext uri="{FF2B5EF4-FFF2-40B4-BE49-F238E27FC236}">
                  <ns2:creationId id="{9D3316A9-42A7-4EB9-A39B-44242A71635B}"/>
                </a:ext>
              </a:extLst>
            </p:cNvPr>
            <p:cNvSpPr>
              <a:spLocks noGrp="1"/>
            </p:cNvSpPr>
            <p:nvPr/>
          </p:nvSpPr>
          <p:spPr>
            <a:xfrm>
              <a:off x="13257705" y="6826425"/>
              <a:ext cx="177451" cy="177451"/>
            </a:xfrm>
            <a:prstGeom prst="diamond">
              <a:avLst/>
            </a:prstGeom>
            <a:solidFill>
              <a:srgbClr val="D55E00"/>
            </a:solidFill>
            <a:ln w="10478">
              <a:solidFill>
                <a:srgbClr val="263238"/>
              </a:solidFill>
              <a:prstDash val="solid"/>
            </a:ln>
          </p:spPr>
        </p:sp>
        <p:sp>
          <p:nvSpPr>
            <p:cNvPr id="1203" name="four:relaxed-hierarchy:critical-node:1203">
              <a:extLst>
                <a:ext uri="{FF2B5EF4-FFF2-40B4-BE49-F238E27FC236}">
                  <ns2:creationId id="{76AD8D64-8E9A-4730-9A53-83D5FBFDC6F7}"/>
                </a:ext>
              </a:extLst>
            </p:cNvPr>
            <p:cNvSpPr>
              <a:spLocks noGrp="1"/>
            </p:cNvSpPr>
            <p:nvPr/>
          </p:nvSpPr>
          <p:spPr>
            <a:xfrm>
              <a:off x="13863495" y="6826425"/>
              <a:ext cx="177451" cy="177451"/>
            </a:xfrm>
            <a:prstGeom prst="diamond">
              <a:avLst/>
            </a:prstGeom>
            <a:solidFill>
              <a:srgbClr val="009E73"/>
            </a:solidFill>
            <a:ln w="10478">
              <a:solidFill>
                <a:srgbClr val="263238"/>
              </a:solidFill>
              <a:prstDash val="solid"/>
            </a:ln>
          </p:spPr>
        </p:sp>
        <p:sp>
          <p:nvSpPr>
            <p:cNvPr id="1204" name="four:relaxed-hierarchy:critical-node:1204">
              <a:extLst>
                <a:ext uri="{FF2B5EF4-FFF2-40B4-BE49-F238E27FC236}">
                  <ns2:creationId id="{15968231-1402-4A11-A78C-0CF40501C7A3}"/>
                </a:ext>
              </a:extLst>
            </p:cNvPr>
            <p:cNvSpPr>
              <a:spLocks noGrp="1"/>
            </p:cNvSpPr>
            <p:nvPr/>
          </p:nvSpPr>
          <p:spPr>
            <a:xfrm>
              <a:off x="14449092" y="6826425"/>
              <a:ext cx="177451" cy="177451"/>
            </a:xfrm>
            <a:prstGeom prst="diamond">
              <a:avLst/>
            </a:prstGeom>
            <a:solidFill>
              <a:srgbClr val="CC79A7"/>
            </a:solidFill>
            <a:ln w="10478">
              <a:solidFill>
                <a:srgbClr val="263238"/>
              </a:solidFill>
              <a:prstDash val="solid"/>
            </a:ln>
          </p:spPr>
        </p:sp>
      </p:grpSp>
      <p:grpSp>
        <p:nvGrpSpPr>
          <p:cNvPr id="3183" name="linked-tree-layout"/>
          <p:cNvGrpSpPr/>
          <p:nvPr/>
        </p:nvGrpSpPr>
        <p:grpSpPr>
          <a:xfrm>
            <a:off x="0" y="0"/>
            <a:ext cx="24955500" cy="8572500"/>
            <a:chOff x="0" y="0"/>
            <a:chExt cx="24955500" cy="8572500"/>
          </a:xfrm>
        </p:grpSpPr>
        <p:sp>
          <p:nvSpPr>
            <p:cNvPr id="1209" name="four:linked-tree-layout:textbox:1209">
              <a:extLst>
                <a:ext uri="{FF2B5EF4-FFF2-40B4-BE49-F238E27FC236}">
                  <ns2:creationId id="{155F0153-1A0D-4D77-ADF2-C2767BFE4C05}"/>
                </a:ext>
              </a:extLst>
            </p:cNvPr>
            <p:cNvSpPr>
              <a:spLocks noGrp="1"/>
            </p:cNvSpPr>
            <p:nvPr/>
          </p:nvSpPr>
          <p:spPr>
            <a:xfrm>
              <a:off x="15754350" y="1057275"/>
              <a:ext cx="4114800" cy="304800"/>
            </a:xfrm>
            <a:prstGeom prst="rect">
              <a:avLst/>
            </a:prstGeom>
            <a:noFill/>
            <a:ln w="0">
              <a:noFill/>
              <a:prstDash val="solid"/>
            </a:ln>
          </p:spPr>
          <p:txBody>
            <a:bodyPr wrap="none" lIns="0" tIns="0" rIns="0" bIns="0" anchor="ctr">
              <a:normAutofit fontScale="100000"/>
            </a:bodyPr>
            <a:lstStyle>
              <a:defPPr algn="l">
                <a:defRPr sz="1800" b="1">
                  <a:solidFill>
                    <a:srgbClr val="263238"/>
                  </a:solidFill>
                  <a:latin typeface="Arial"/>
                  <a:ea typeface="Arial"/>
                  <a:cs typeface="Arial"/>
                </a:defRPr>
              </a:defPPr>
            </a:lstStyle>
            <a:p>
              <a:pPr algn="l">
                <a:defRPr sz="1800" b="1">
                  <a:solidFill>
                    <a:srgbClr val="263238"/>
                  </a:solidFill>
                  <a:latin typeface="Arial"/>
                  <a:ea typeface="Arial"/>
                  <a:cs typeface="Arial"/>
                </a:defRPr>
              </a:pPr>
              <a:r>
                <a:rPr sz="1800" b="1">
                  <a:solidFill>
                    <a:srgbClr val="263238"/>
                  </a:solidFill>
                  <a:latin typeface="Arial"/>
                  <a:ea typeface="Arial"/>
                  <a:cs typeface="Arial"/>
                </a:rPr>
                <a:t>Budgeted interval layout</a:t>
              </a:r>
            </a:p>
          </p:txBody>
        </p:sp>
        <p:sp>
          <p:nvSpPr>
            <p:cNvPr id="1238" name="four:linked-tree-layout:textbox:1238">
              <a:extLst>
                <a:ext uri="{FF2B5EF4-FFF2-40B4-BE49-F238E27FC236}">
                  <ns2:creationId id="{BF037CEA-0C65-417E-B15C-E72A10105D2C}"/>
                </a:ext>
              </a:extLst>
            </p:cNvPr>
            <p:cNvSpPr>
              <a:spLocks noGrp="1"/>
            </p:cNvSpPr>
            <p:nvPr/>
          </p:nvSpPr>
          <p:spPr>
            <a:xfrm>
              <a:off x="19450050" y="1457325"/>
              <a:ext cx="428625" cy="342900"/>
            </a:xfrm>
            <a:prstGeom prst="rect">
              <a:avLst/>
            </a:prstGeom>
            <a:noFill/>
            <a:ln w="0">
              <a:noFill/>
              <a:prstDash val="solid"/>
            </a:ln>
          </p:spPr>
          <p:txBody>
            <a:bodyPr wrap="none" lIns="0" tIns="0" rIns="0" bIns="0" anchor="ctr">
              <a:normAutofit fontScale="100000"/>
            </a:bodyPr>
            <a:lstStyle>
              <a:defPPr algn="ctr">
                <a:defRPr sz="2025" b="0">
                  <a:solidFill>
                    <a:srgbClr val="263238"/>
                  </a:solidFill>
                  <a:latin typeface="Arial"/>
                  <a:ea typeface="Arial"/>
                  <a:cs typeface="Arial"/>
                </a:defRPr>
              </a:defPPr>
            </a:lstStyle>
            <a:p>
              <a:pPr algn="ctr">
                <a:defRPr sz="2025" b="0">
                  <a:solidFill>
                    <a:srgbClr val="263238"/>
                  </a:solidFill>
                  <a:latin typeface="Arial"/>
                  <a:ea typeface="Arial"/>
                  <a:cs typeface="Arial"/>
                </a:defRPr>
              </a:pPr>
              <a:r>
                <a:rPr sz="2025" b="0">
                  <a:solidFill>
                    <a:srgbClr val="263238"/>
                  </a:solidFill>
                  <a:latin typeface="Arial"/>
                  <a:ea typeface="Arial"/>
                  <a:cs typeface="Arial"/>
                </a:rPr>
                <a:t>T′</a:t>
              </a:r>
            </a:p>
          </p:txBody>
        </p:sp>
        <p:sp>
          <p:nvSpPr>
            <p:cNvPr id="1239" name="four:linked-tree-layout:line:1239">
              <a:extLst>
                <a:ext uri="{FF2B5EF4-FFF2-40B4-BE49-F238E27FC236}">
                  <ns2:creationId id="{24792923-143F-4010-B765-DAEEDD84FED9}"/>
                </a:ext>
              </a:extLst>
            </p:cNvPr>
            <p:cNvSpPr>
              <a:spLocks noGrp="1"/>
            </p:cNvSpPr>
            <p:nvPr/>
          </p:nvSpPr>
          <p:spPr>
            <a:xfrm>
              <a:off x="16059150" y="3171825"/>
              <a:ext cx="3648075" cy="953"/>
            </a:xfrm>
            <a:custGeom>
              <a:pathLst>
                <a:path w="3648075" h="953">
                  <a:moveTo>
                    <a:pt x="0" y="0"/>
                  </a:moveTo>
                  <a:lnTo>
                    <a:pt x="3648075" y="0"/>
                  </a:lnTo>
                </a:path>
              </a:pathLst>
            </a:custGeom>
            <a:noFill/>
            <a:ln w="11430">
              <a:solidFill>
                <a:srgbClr val="263238"/>
              </a:solidFill>
              <a:prstDash val="dash"/>
            </a:ln>
          </p:spPr>
        </p:sp>
        <p:sp>
          <p:nvSpPr>
            <p:cNvPr id="1240" name="four:linked-tree-layout:polygon:1240">
              <a:extLst>
                <a:ext uri="{FF2B5EF4-FFF2-40B4-BE49-F238E27FC236}">
                  <ns2:creationId id="{F6094A20-E7C9-49E0-BEC4-0EE60168B914}"/>
                </a:ext>
              </a:extLst>
            </p:cNvPr>
            <p:cNvSpPr>
              <a:spLocks noGrp="1"/>
            </p:cNvSpPr>
            <p:nvPr/>
          </p:nvSpPr>
          <p:spPr>
            <a:xfrm>
              <a:off x="19640550" y="3143155"/>
              <a:ext cx="66675" cy="57340"/>
            </a:xfrm>
            <a:custGeom>
              <a:pathLst>
                <a:path w="66675" h="57340">
                  <a:moveTo>
                    <a:pt x="66675" y="28670"/>
                  </a:moveTo>
                  <a:lnTo>
                    <a:pt x="0" y="0"/>
                  </a:lnTo>
                  <a:lnTo>
                    <a:pt x="0" y="57340"/>
                  </a:lnTo>
                  <a:close/>
                </a:path>
              </a:pathLst>
            </a:custGeom>
            <a:solidFill>
              <a:srgbClr val="263238"/>
            </a:solidFill>
            <a:ln w="0">
              <a:noFill/>
              <a:prstDash val="solid"/>
            </a:ln>
          </p:spPr>
        </p:sp>
        <p:sp>
          <p:nvSpPr>
            <p:cNvPr id="1241" name="four:linked-tree-layout:textbox:1241">
              <a:extLst>
                <a:ext uri="{FF2B5EF4-FFF2-40B4-BE49-F238E27FC236}">
                  <ns2:creationId id="{00EE2EEB-9BDC-41C1-AC13-95CD48F86FF8}"/>
                </a:ext>
              </a:extLst>
            </p:cNvPr>
            <p:cNvSpPr>
              <a:spLocks noGrp="1"/>
            </p:cNvSpPr>
            <p:nvPr/>
          </p:nvSpPr>
          <p:spPr>
            <a:xfrm>
              <a:off x="15716250" y="2981325"/>
              <a:ext cx="333375" cy="342900"/>
            </a:xfrm>
            <a:prstGeom prst="rect">
              <a:avLst/>
            </a:prstGeom>
            <a:noFill/>
            <a:ln w="0">
              <a:noFill/>
              <a:prstDash val="solid"/>
            </a:ln>
          </p:spPr>
          <p:txBody>
            <a:bodyPr wrap="none" lIns="0" tIns="0" rIns="0" bIns="0" anchor="ctr">
              <a:normAutofit fontScale="100000"/>
            </a:bodyPr>
            <a:lstStyle>
              <a:defPPr algn="ctr">
                <a:defRPr sz="1725" b="0">
                  <a:solidFill>
                    <a:srgbClr val="7B8790"/>
                  </a:solidFill>
                  <a:latin typeface="Arial"/>
                  <a:ea typeface="Arial"/>
                  <a:cs typeface="Arial"/>
                </a:defRPr>
              </a:defPPr>
            </a:lstStyle>
            <a:p>
              <a:pPr algn="ctr">
                <a:defRPr sz="1725" b="0">
                  <a:solidFill>
                    <a:srgbClr val="7B8790"/>
                  </a:solidFill>
                  <a:latin typeface="Arial"/>
                  <a:ea typeface="Arial"/>
                  <a:cs typeface="Arial"/>
                </a:defRPr>
              </a:pPr>
              <a:r>
                <a:rPr sz="1725" b="0">
                  <a:solidFill>
                    <a:srgbClr val="7B8790"/>
                  </a:solidFill>
                  <a:latin typeface="Arial"/>
                  <a:ea typeface="Arial"/>
                  <a:cs typeface="Arial"/>
                </a:rPr>
                <a:t>u</a:t>
              </a:r>
              <a:r>
                <a:rPr sz="1242" b="0" baseline="-25000">
                  <a:solidFill>
                    <a:srgbClr val="7B8790"/>
                  </a:solidFill>
                  <a:latin typeface="Arial"/>
                  <a:ea typeface="Arial"/>
                  <a:cs typeface="Arial"/>
                </a:rPr>
                <a:t>i</a:t>
              </a:r>
            </a:p>
          </p:txBody>
        </p:sp>
        <p:sp>
          <p:nvSpPr>
            <p:cNvPr id="1242" name="four:linked-tree-layout:line:1242">
              <a:extLst>
                <a:ext uri="{FF2B5EF4-FFF2-40B4-BE49-F238E27FC236}">
                  <ns2:creationId id="{9C0BF1EB-0A5C-420B-96D1-8FCD083FE745}"/>
                </a:ext>
              </a:extLst>
            </p:cNvPr>
            <p:cNvSpPr>
              <a:spLocks noGrp="1"/>
            </p:cNvSpPr>
            <p:nvPr/>
          </p:nvSpPr>
          <p:spPr>
            <a:xfrm>
              <a:off x="16268224" y="2809875"/>
              <a:ext cx="953" cy="457200"/>
            </a:xfrm>
            <a:custGeom>
              <a:pathLst>
                <a:path w="953" h="457200">
                  <a:moveTo>
                    <a:pt x="0" y="3310"/>
                  </a:moveTo>
                  <a:lnTo>
                    <a:pt x="0" y="457200"/>
                  </a:lnTo>
                </a:path>
              </a:pathLst>
            </a:custGeom>
            <a:noFill/>
            <a:ln w="13335">
              <a:solidFill>
                <a:srgbClr val="0072B2"/>
              </a:solidFill>
              <a:prstDash val="dash"/>
            </a:ln>
          </p:spPr>
        </p:sp>
        <p:sp>
          <p:nvSpPr>
            <p:cNvPr id="1243" name="four:linked-tree-layout:line:1243">
              <a:extLst>
                <a:ext uri="{FF2B5EF4-FFF2-40B4-BE49-F238E27FC236}">
                  <ns2:creationId id="{C0AEF529-D9E8-4A97-8AED-507E3D2E49EF}"/>
                </a:ext>
              </a:extLst>
            </p:cNvPr>
            <p:cNvSpPr>
              <a:spLocks noGrp="1"/>
            </p:cNvSpPr>
            <p:nvPr/>
          </p:nvSpPr>
          <p:spPr>
            <a:xfrm>
              <a:off x="16230124" y="3076575"/>
              <a:ext cx="76200" cy="953"/>
            </a:xfrm>
            <a:custGeom>
              <a:pathLst>
                <a:path w="76200" h="953">
                  <a:moveTo>
                    <a:pt x="0" y="0"/>
                  </a:moveTo>
                  <a:lnTo>
                    <a:pt x="76200" y="0"/>
                  </a:lnTo>
                </a:path>
              </a:pathLst>
            </a:custGeom>
            <a:noFill/>
            <a:ln w="14288">
              <a:solidFill>
                <a:srgbClr val="0072B2"/>
              </a:solidFill>
              <a:prstDash val="solid"/>
            </a:ln>
          </p:spPr>
        </p:sp>
        <p:sp>
          <p:nvSpPr>
            <p:cNvPr id="1244" name="four:linked-tree-layout:regular-node:1244">
              <a:extLst>
                <a:ext uri="{FF2B5EF4-FFF2-40B4-BE49-F238E27FC236}">
                  <ns2:creationId id="{8B1401FA-1F1F-4792-86B2-83088D5A2D7A}"/>
                </a:ext>
              </a:extLst>
            </p:cNvPr>
            <p:cNvSpPr>
              <a:spLocks noGrp="1"/>
            </p:cNvSpPr>
            <p:nvPr/>
          </p:nvSpPr>
          <p:spPr>
            <a:xfrm>
              <a:off x="16246316" y="3149918"/>
              <a:ext cx="43815" cy="43815"/>
            </a:xfrm>
            <a:prstGeom prst="ellipse">
              <a:avLst/>
            </a:prstGeom>
            <a:solidFill>
              <a:srgbClr val="0072B2"/>
            </a:solidFill>
            <a:ln w="0">
              <a:noFill/>
              <a:prstDash val="solid"/>
            </a:ln>
          </p:spPr>
        </p:sp>
        <p:sp>
          <p:nvSpPr>
            <p:cNvPr id="1245" name="four:linked-tree-layout:line:1245">
              <a:extLst>
                <a:ext uri="{FF2B5EF4-FFF2-40B4-BE49-F238E27FC236}">
                  <ns2:creationId id="{5DB83F6D-A0F8-4909-9050-4FDAD33F2A54}"/>
                </a:ext>
              </a:extLst>
            </p:cNvPr>
            <p:cNvSpPr>
              <a:spLocks noGrp="1"/>
            </p:cNvSpPr>
            <p:nvPr/>
          </p:nvSpPr>
          <p:spPr>
            <a:xfrm>
              <a:off x="16268224" y="3286125"/>
              <a:ext cx="138589" cy="171450"/>
            </a:xfrm>
            <a:custGeom>
              <a:pathLst>
                <a:path w="138589" h="171450">
                  <a:moveTo>
                    <a:pt x="0" y="0"/>
                  </a:moveTo>
                  <a:lnTo>
                    <a:pt x="138589" y="171450"/>
                  </a:lnTo>
                </a:path>
              </a:pathLst>
            </a:custGeom>
            <a:noFill/>
            <a:ln w="11430">
              <a:solidFill>
                <a:srgbClr val="0072B2">
                  <a:alpha val="65000"/>
                </a:srgbClr>
              </a:solidFill>
              <a:prstDash val="solid"/>
            </a:ln>
          </p:spPr>
        </p:sp>
        <p:sp>
          <p:nvSpPr>
            <p:cNvPr id="1246" name="four:linked-tree-layout:line:1246">
              <a:extLst>
                <a:ext uri="{FF2B5EF4-FFF2-40B4-BE49-F238E27FC236}">
                  <ns2:creationId id="{AADADDA8-87CC-45FF-847F-E418E4595415}"/>
                </a:ext>
              </a:extLst>
            </p:cNvPr>
            <p:cNvSpPr>
              <a:spLocks noGrp="1"/>
            </p:cNvSpPr>
            <p:nvPr/>
          </p:nvSpPr>
          <p:spPr>
            <a:xfrm>
              <a:off x="17284541" y="2809875"/>
              <a:ext cx="953" cy="457200"/>
            </a:xfrm>
            <a:custGeom>
              <a:pathLst>
                <a:path w="953" h="457200">
                  <a:moveTo>
                    <a:pt x="0" y="3310"/>
                  </a:moveTo>
                  <a:lnTo>
                    <a:pt x="0" y="457200"/>
                  </a:lnTo>
                </a:path>
              </a:pathLst>
            </a:custGeom>
            <a:noFill/>
            <a:ln w="13335">
              <a:solidFill>
                <a:srgbClr val="D55E00"/>
              </a:solidFill>
              <a:prstDash val="dash"/>
            </a:ln>
          </p:spPr>
        </p:sp>
        <p:sp>
          <p:nvSpPr>
            <p:cNvPr id="1247" name="four:linked-tree-layout:line:1247">
              <a:extLst>
                <a:ext uri="{FF2B5EF4-FFF2-40B4-BE49-F238E27FC236}">
                  <ns2:creationId id="{8A9BCF82-3678-4C50-9699-2978BF4A7ABA}"/>
                </a:ext>
              </a:extLst>
            </p:cNvPr>
            <p:cNvSpPr>
              <a:spLocks noGrp="1"/>
            </p:cNvSpPr>
            <p:nvPr/>
          </p:nvSpPr>
          <p:spPr>
            <a:xfrm>
              <a:off x="17246441" y="3076575"/>
              <a:ext cx="76200" cy="953"/>
            </a:xfrm>
            <a:custGeom>
              <a:pathLst>
                <a:path w="76200" h="953">
                  <a:moveTo>
                    <a:pt x="0" y="0"/>
                  </a:moveTo>
                  <a:lnTo>
                    <a:pt x="76200" y="0"/>
                  </a:lnTo>
                </a:path>
              </a:pathLst>
            </a:custGeom>
            <a:noFill/>
            <a:ln w="14288">
              <a:solidFill>
                <a:srgbClr val="D55E00"/>
              </a:solidFill>
              <a:prstDash val="solid"/>
            </a:ln>
          </p:spPr>
        </p:sp>
        <p:sp>
          <p:nvSpPr>
            <p:cNvPr id="1248" name="four:linked-tree-layout:regular-node:1248">
              <a:extLst>
                <a:ext uri="{FF2B5EF4-FFF2-40B4-BE49-F238E27FC236}">
                  <ns2:creationId id="{5A006C85-CD03-472F-BBCA-275827CAA265}"/>
                </a:ext>
              </a:extLst>
            </p:cNvPr>
            <p:cNvSpPr>
              <a:spLocks noGrp="1"/>
            </p:cNvSpPr>
            <p:nvPr/>
          </p:nvSpPr>
          <p:spPr>
            <a:xfrm>
              <a:off x="17262634" y="3149918"/>
              <a:ext cx="43815" cy="43815"/>
            </a:xfrm>
            <a:prstGeom prst="ellipse">
              <a:avLst/>
            </a:prstGeom>
            <a:solidFill>
              <a:srgbClr val="D55E00"/>
            </a:solidFill>
            <a:ln w="0">
              <a:noFill/>
              <a:prstDash val="solid"/>
            </a:ln>
          </p:spPr>
        </p:sp>
        <p:sp>
          <p:nvSpPr>
            <p:cNvPr id="1249" name="four:linked-tree-layout:line:1249">
              <a:extLst>
                <a:ext uri="{FF2B5EF4-FFF2-40B4-BE49-F238E27FC236}">
                  <ns2:creationId id="{FDDD4268-1C74-4774-9A84-6DAEE5CD813F}"/>
                </a:ext>
              </a:extLst>
            </p:cNvPr>
            <p:cNvSpPr>
              <a:spLocks noGrp="1"/>
            </p:cNvSpPr>
            <p:nvPr/>
          </p:nvSpPr>
          <p:spPr>
            <a:xfrm>
              <a:off x="17284541" y="3286125"/>
              <a:ext cx="46196" cy="171450"/>
            </a:xfrm>
            <a:custGeom>
              <a:pathLst>
                <a:path w="46196" h="171450">
                  <a:moveTo>
                    <a:pt x="0" y="0"/>
                  </a:moveTo>
                  <a:lnTo>
                    <a:pt x="46196" y="171450"/>
                  </a:lnTo>
                </a:path>
              </a:pathLst>
            </a:custGeom>
            <a:noFill/>
            <a:ln w="11430">
              <a:solidFill>
                <a:srgbClr val="D55E00">
                  <a:alpha val="65000"/>
                </a:srgbClr>
              </a:solidFill>
              <a:prstDash val="solid"/>
            </a:ln>
          </p:spPr>
        </p:sp>
        <p:sp>
          <p:nvSpPr>
            <p:cNvPr id="1250" name="four:linked-tree-layout:line:1250">
              <a:extLst>
                <a:ext uri="{FF2B5EF4-FFF2-40B4-BE49-F238E27FC236}">
                  <ns2:creationId id="{31C7DE49-EBA8-4D10-89D4-F13C9E74FD01}"/>
                </a:ext>
              </a:extLst>
            </p:cNvPr>
            <p:cNvSpPr>
              <a:spLocks noGrp="1"/>
            </p:cNvSpPr>
            <p:nvPr/>
          </p:nvSpPr>
          <p:spPr>
            <a:xfrm>
              <a:off x="18300859" y="2809875"/>
              <a:ext cx="953" cy="457200"/>
            </a:xfrm>
            <a:custGeom>
              <a:pathLst>
                <a:path w="953" h="457200">
                  <a:moveTo>
                    <a:pt x="0" y="3310"/>
                  </a:moveTo>
                  <a:lnTo>
                    <a:pt x="0" y="457200"/>
                  </a:lnTo>
                </a:path>
              </a:pathLst>
            </a:custGeom>
            <a:noFill/>
            <a:ln w="13335">
              <a:solidFill>
                <a:srgbClr val="009E73"/>
              </a:solidFill>
              <a:prstDash val="dash"/>
            </a:ln>
          </p:spPr>
        </p:sp>
        <p:sp>
          <p:nvSpPr>
            <p:cNvPr id="1251" name="four:linked-tree-layout:line:1251">
              <a:extLst>
                <a:ext uri="{FF2B5EF4-FFF2-40B4-BE49-F238E27FC236}">
                  <ns2:creationId id="{129FC32F-42DA-4F95-88A8-CDAC1EFBE477}"/>
                </a:ext>
              </a:extLst>
            </p:cNvPr>
            <p:cNvSpPr>
              <a:spLocks noGrp="1"/>
            </p:cNvSpPr>
            <p:nvPr/>
          </p:nvSpPr>
          <p:spPr>
            <a:xfrm>
              <a:off x="18262759" y="3076575"/>
              <a:ext cx="76200" cy="953"/>
            </a:xfrm>
            <a:custGeom>
              <a:pathLst>
                <a:path w="76200" h="953">
                  <a:moveTo>
                    <a:pt x="0" y="0"/>
                  </a:moveTo>
                  <a:lnTo>
                    <a:pt x="76200" y="0"/>
                  </a:lnTo>
                </a:path>
              </a:pathLst>
            </a:custGeom>
            <a:noFill/>
            <a:ln w="14288">
              <a:solidFill>
                <a:srgbClr val="009E73"/>
              </a:solidFill>
              <a:prstDash val="solid"/>
            </a:ln>
          </p:spPr>
        </p:sp>
        <p:sp>
          <p:nvSpPr>
            <p:cNvPr id="1252" name="four:linked-tree-layout:regular-node:1252">
              <a:extLst>
                <a:ext uri="{FF2B5EF4-FFF2-40B4-BE49-F238E27FC236}">
                  <ns2:creationId id="{82E5D8FF-CDA3-473C-86B9-63DFCA2F699B}"/>
                </a:ext>
              </a:extLst>
            </p:cNvPr>
            <p:cNvSpPr>
              <a:spLocks noGrp="1"/>
            </p:cNvSpPr>
            <p:nvPr/>
          </p:nvSpPr>
          <p:spPr>
            <a:xfrm>
              <a:off x="18278951" y="3149918"/>
              <a:ext cx="43815" cy="43815"/>
            </a:xfrm>
            <a:prstGeom prst="ellipse">
              <a:avLst/>
            </a:prstGeom>
            <a:solidFill>
              <a:srgbClr val="009E73"/>
            </a:solidFill>
            <a:ln w="0">
              <a:noFill/>
              <a:prstDash val="solid"/>
            </a:ln>
          </p:spPr>
        </p:sp>
        <p:sp>
          <p:nvSpPr>
            <p:cNvPr id="1253" name="four:linked-tree-layout:line:1253">
              <a:extLst>
                <a:ext uri="{FF2B5EF4-FFF2-40B4-BE49-F238E27FC236}">
                  <ns2:creationId id="{75717534-1216-4BFF-9FBB-CCF8491FC06E}"/>
                </a:ext>
              </a:extLst>
            </p:cNvPr>
            <p:cNvSpPr>
              <a:spLocks noGrp="1"/>
            </p:cNvSpPr>
            <p:nvPr/>
          </p:nvSpPr>
          <p:spPr>
            <a:xfrm>
              <a:off x="18254663" y="3286125"/>
              <a:ext cx="46196" cy="171450"/>
            </a:xfrm>
            <a:custGeom>
              <a:pathLst>
                <a:path w="46196" h="171450">
                  <a:moveTo>
                    <a:pt x="46196" y="0"/>
                  </a:moveTo>
                  <a:lnTo>
                    <a:pt x="0" y="171450"/>
                  </a:lnTo>
                </a:path>
              </a:pathLst>
            </a:custGeom>
            <a:noFill/>
            <a:ln w="11430">
              <a:solidFill>
                <a:srgbClr val="009E73">
                  <a:alpha val="65000"/>
                </a:srgbClr>
              </a:solidFill>
              <a:prstDash val="solid"/>
            </a:ln>
          </p:spPr>
        </p:sp>
        <p:sp>
          <p:nvSpPr>
            <p:cNvPr id="1254" name="four:linked-tree-layout:line:1254">
              <a:extLst>
                <a:ext uri="{FF2B5EF4-FFF2-40B4-BE49-F238E27FC236}">
                  <ns2:creationId id="{B3029ACB-4B68-4706-9C25-4ACA7CDD20B3}"/>
                </a:ext>
              </a:extLst>
            </p:cNvPr>
            <p:cNvSpPr>
              <a:spLocks noGrp="1"/>
            </p:cNvSpPr>
            <p:nvPr/>
          </p:nvSpPr>
          <p:spPr>
            <a:xfrm>
              <a:off x="19317176" y="2809875"/>
              <a:ext cx="953" cy="457200"/>
            </a:xfrm>
            <a:custGeom>
              <a:pathLst>
                <a:path w="953" h="457200">
                  <a:moveTo>
                    <a:pt x="0" y="3310"/>
                  </a:moveTo>
                  <a:lnTo>
                    <a:pt x="0" y="457200"/>
                  </a:lnTo>
                </a:path>
              </a:pathLst>
            </a:custGeom>
            <a:noFill/>
            <a:ln w="13335">
              <a:solidFill>
                <a:srgbClr val="CC79A7"/>
              </a:solidFill>
              <a:prstDash val="dash"/>
            </a:ln>
          </p:spPr>
        </p:sp>
        <p:sp>
          <p:nvSpPr>
            <p:cNvPr id="1255" name="four:linked-tree-layout:line:1255">
              <a:extLst>
                <a:ext uri="{FF2B5EF4-FFF2-40B4-BE49-F238E27FC236}">
                  <ns2:creationId id="{E8BC3BDE-1CD3-4A18-B331-220B8065A745}"/>
                </a:ext>
              </a:extLst>
            </p:cNvPr>
            <p:cNvSpPr>
              <a:spLocks noGrp="1"/>
            </p:cNvSpPr>
            <p:nvPr/>
          </p:nvSpPr>
          <p:spPr>
            <a:xfrm>
              <a:off x="19279076" y="3076575"/>
              <a:ext cx="76200" cy="953"/>
            </a:xfrm>
            <a:custGeom>
              <a:pathLst>
                <a:path w="76200" h="953">
                  <a:moveTo>
                    <a:pt x="0" y="0"/>
                  </a:moveTo>
                  <a:lnTo>
                    <a:pt x="76200" y="0"/>
                  </a:lnTo>
                </a:path>
              </a:pathLst>
            </a:custGeom>
            <a:noFill/>
            <a:ln w="14288">
              <a:solidFill>
                <a:srgbClr val="CC79A7"/>
              </a:solidFill>
              <a:prstDash val="solid"/>
            </a:ln>
          </p:spPr>
        </p:sp>
        <p:sp>
          <p:nvSpPr>
            <p:cNvPr id="1256" name="four:linked-tree-layout:regular-node:1256">
              <a:extLst>
                <a:ext uri="{FF2B5EF4-FFF2-40B4-BE49-F238E27FC236}">
                  <ns2:creationId id="{3DF98C59-8DA1-4B6D-B790-0D59A38F740E}"/>
                </a:ext>
              </a:extLst>
            </p:cNvPr>
            <p:cNvSpPr>
              <a:spLocks noGrp="1"/>
            </p:cNvSpPr>
            <p:nvPr/>
          </p:nvSpPr>
          <p:spPr>
            <a:xfrm>
              <a:off x="19295269" y="3149918"/>
              <a:ext cx="43815" cy="43815"/>
            </a:xfrm>
            <a:prstGeom prst="ellipse">
              <a:avLst/>
            </a:prstGeom>
            <a:solidFill>
              <a:srgbClr val="CC79A7"/>
            </a:solidFill>
            <a:ln w="0">
              <a:noFill/>
              <a:prstDash val="solid"/>
            </a:ln>
          </p:spPr>
        </p:sp>
        <p:sp>
          <p:nvSpPr>
            <p:cNvPr id="1257" name="four:linked-tree-layout:line:1257">
              <a:extLst>
                <a:ext uri="{FF2B5EF4-FFF2-40B4-BE49-F238E27FC236}">
                  <ns2:creationId id="{958B3FB5-1590-4BF4-B78A-12D31E64C18F}"/>
                </a:ext>
              </a:extLst>
            </p:cNvPr>
            <p:cNvSpPr>
              <a:spLocks noGrp="1"/>
            </p:cNvSpPr>
            <p:nvPr/>
          </p:nvSpPr>
          <p:spPr>
            <a:xfrm>
              <a:off x="19178588" y="3286125"/>
              <a:ext cx="138589" cy="171450"/>
            </a:xfrm>
            <a:custGeom>
              <a:pathLst>
                <a:path w="138589" h="171450">
                  <a:moveTo>
                    <a:pt x="138589" y="0"/>
                  </a:moveTo>
                  <a:lnTo>
                    <a:pt x="0" y="171450"/>
                  </a:lnTo>
                </a:path>
              </a:pathLst>
            </a:custGeom>
            <a:noFill/>
            <a:ln w="11430">
              <a:solidFill>
                <a:srgbClr val="CC79A7">
                  <a:alpha val="65000"/>
                </a:srgbClr>
              </a:solidFill>
              <a:prstDash val="solid"/>
            </a:ln>
          </p:spPr>
        </p:sp>
        <p:sp>
          <p:nvSpPr>
            <p:cNvPr id="1258" name="four:linked-tree-layout:line:1258">
              <a:extLst>
                <a:ext uri="{FF2B5EF4-FFF2-40B4-BE49-F238E27FC236}">
                  <ns2:creationId id="{9CD2A915-860D-4797-B93D-F4DC79C18F83}"/>
                </a:ext>
              </a:extLst>
            </p:cNvPr>
            <p:cNvSpPr>
              <a:spLocks noGrp="1"/>
            </p:cNvSpPr>
            <p:nvPr/>
          </p:nvSpPr>
          <p:spPr>
            <a:xfrm>
              <a:off x="16059150" y="3600450"/>
              <a:ext cx="3648075" cy="953"/>
            </a:xfrm>
            <a:custGeom>
              <a:pathLst>
                <a:path w="3648075" h="953">
                  <a:moveTo>
                    <a:pt x="0" y="0"/>
                  </a:moveTo>
                  <a:lnTo>
                    <a:pt x="3648075" y="0"/>
                  </a:lnTo>
                </a:path>
              </a:pathLst>
            </a:custGeom>
            <a:noFill/>
            <a:ln w="14288">
              <a:solidFill>
                <a:srgbClr val="263238"/>
              </a:solidFill>
              <a:prstDash val="solid"/>
            </a:ln>
          </p:spPr>
        </p:sp>
        <p:sp>
          <p:nvSpPr>
            <p:cNvPr id="1259" name="four:linked-tree-layout:polygon:1259">
              <a:extLst>
                <a:ext uri="{FF2B5EF4-FFF2-40B4-BE49-F238E27FC236}">
                  <ns2:creationId id="{A3E564B4-A116-4DAD-97FA-4F80BBB65448}"/>
                </a:ext>
              </a:extLst>
            </p:cNvPr>
            <p:cNvSpPr>
              <a:spLocks noGrp="1"/>
            </p:cNvSpPr>
            <p:nvPr/>
          </p:nvSpPr>
          <p:spPr>
            <a:xfrm>
              <a:off x="19631025" y="3567684"/>
              <a:ext cx="76200" cy="65532"/>
            </a:xfrm>
            <a:custGeom>
              <a:pathLst>
                <a:path w="76200" h="65532">
                  <a:moveTo>
                    <a:pt x="76200" y="32766"/>
                  </a:moveTo>
                  <a:lnTo>
                    <a:pt x="0" y="0"/>
                  </a:lnTo>
                  <a:lnTo>
                    <a:pt x="0" y="65532"/>
                  </a:lnTo>
                  <a:close/>
                </a:path>
              </a:pathLst>
            </a:custGeom>
            <a:solidFill>
              <a:srgbClr val="263238"/>
            </a:solidFill>
            <a:ln w="0">
              <a:noFill/>
              <a:prstDash val="solid"/>
            </a:ln>
          </p:spPr>
        </p:sp>
        <p:sp>
          <p:nvSpPr>
            <p:cNvPr id="1260" name="four:linked-tree-layout:textbox:1260">
              <a:extLst>
                <a:ext uri="{FF2B5EF4-FFF2-40B4-BE49-F238E27FC236}">
                  <ns2:creationId id="{05C87C27-4C5F-49E9-97A5-4A384E6083F0}"/>
                </a:ext>
              </a:extLst>
            </p:cNvPr>
            <p:cNvSpPr>
              <a:spLocks noGrp="1"/>
            </p:cNvSpPr>
            <p:nvPr/>
          </p:nvSpPr>
          <p:spPr>
            <a:xfrm>
              <a:off x="15716250" y="3409950"/>
              <a:ext cx="333375" cy="342900"/>
            </a:xfrm>
            <a:prstGeom prst="rect">
              <a:avLst/>
            </a:prstGeom>
            <a:noFill/>
            <a:ln w="0">
              <a:noFill/>
              <a:prstDash val="solid"/>
            </a:ln>
          </p:spPr>
          <p:txBody>
            <a:bodyPr wrap="none" lIns="0" tIns="0" rIns="0" bIns="0" anchor="ctr">
              <a:normAutofit fontScale="100000"/>
            </a:bodyPr>
            <a:lstStyle>
              <a:defPPr algn="ctr">
                <a:defRPr sz="1725" b="0">
                  <a:solidFill>
                    <a:srgbClr val="7B8790"/>
                  </a:solidFill>
                  <a:latin typeface="Arial"/>
                  <a:ea typeface="Arial"/>
                  <a:cs typeface="Arial"/>
                </a:defRPr>
              </a:defPPr>
            </a:lstStyle>
            <a:p>
              <a:pPr algn="ctr">
                <a:defRPr sz="1725" b="0">
                  <a:solidFill>
                    <a:srgbClr val="7B8790"/>
                  </a:solidFill>
                  <a:latin typeface="Arial"/>
                  <a:ea typeface="Arial"/>
                  <a:cs typeface="Arial"/>
                </a:defRPr>
              </a:pPr>
              <a:r>
                <a:rPr sz="1725" b="0">
                  <a:solidFill>
                    <a:srgbClr val="7B8790"/>
                  </a:solidFill>
                  <a:latin typeface="Arial"/>
                  <a:ea typeface="Arial"/>
                  <a:cs typeface="Arial"/>
                </a:rPr>
                <a:t>q</a:t>
              </a:r>
              <a:r>
                <a:rPr sz="1242" b="0" baseline="-25000">
                  <a:solidFill>
                    <a:srgbClr val="7B8790"/>
                  </a:solidFill>
                  <a:latin typeface="Arial"/>
                  <a:ea typeface="Arial"/>
                  <a:cs typeface="Arial"/>
                </a:rPr>
                <a:t>i</a:t>
              </a:r>
            </a:p>
          </p:txBody>
        </p:sp>
        <p:sp>
          <p:nvSpPr>
            <p:cNvPr id="1261" name="four:linked-tree-layout:interval-A:1261">
              <a:extLst>
                <a:ext uri="{FF2B5EF4-FFF2-40B4-BE49-F238E27FC236}">
                  <ns2:creationId id="{A93544E8-ACF4-4F33-B626-DF3DC276ABCB}"/>
                </a:ext>
              </a:extLst>
            </p:cNvPr>
            <p:cNvSpPr>
              <a:spLocks noGrp="1"/>
            </p:cNvSpPr>
            <p:nvPr/>
          </p:nvSpPr>
          <p:spPr>
            <a:xfrm>
              <a:off x="16222028" y="3462338"/>
              <a:ext cx="369570" cy="276225"/>
            </a:xfrm>
            <a:prstGeom prst="rect">
              <a:avLst/>
            </a:prstGeom>
            <a:solidFill>
              <a:srgbClr val="0072B2"/>
            </a:solidFill>
            <a:ln w="7620">
              <a:solidFill>
                <a:srgbClr val="263238"/>
              </a:solidFill>
              <a:prstDash val="solid"/>
            </a:ln>
          </p:spPr>
        </p:sp>
        <p:sp>
          <p:nvSpPr>
            <p:cNvPr id="1262" name="four:linked-tree-layout:regular-node:1262">
              <a:extLst>
                <a:ext uri="{FF2B5EF4-FFF2-40B4-BE49-F238E27FC236}">
                  <ns2:creationId id="{FDBDCB57-7CFA-46B5-9547-4984CAEFA178}"/>
                </a:ext>
              </a:extLst>
            </p:cNvPr>
            <p:cNvSpPr>
              <a:spLocks noGrp="1"/>
            </p:cNvSpPr>
            <p:nvPr/>
          </p:nvSpPr>
          <p:spPr>
            <a:xfrm>
              <a:off x="16383000" y="3576638"/>
              <a:ext cx="47625" cy="47625"/>
            </a:xfrm>
            <a:prstGeom prst="ellipse">
              <a:avLst/>
            </a:prstGeom>
            <a:solidFill>
              <a:srgbClr val="263238"/>
            </a:solidFill>
            <a:ln w="0">
              <a:noFill/>
              <a:prstDash val="solid"/>
            </a:ln>
          </p:spPr>
        </p:sp>
        <p:sp>
          <p:nvSpPr>
            <p:cNvPr id="1263" name="four:linked-tree-layout:interval-C:1263">
              <a:extLst>
                <a:ext uri="{FF2B5EF4-FFF2-40B4-BE49-F238E27FC236}">
                  <ns2:creationId id="{000F4C78-9F23-44EB-9AA0-DECA5A0DFED8}"/>
                </a:ext>
              </a:extLst>
            </p:cNvPr>
            <p:cNvSpPr>
              <a:spLocks noGrp="1"/>
            </p:cNvSpPr>
            <p:nvPr/>
          </p:nvSpPr>
          <p:spPr>
            <a:xfrm>
              <a:off x="17145953" y="3462338"/>
              <a:ext cx="369570" cy="276225"/>
            </a:xfrm>
            <a:prstGeom prst="rect">
              <a:avLst/>
            </a:prstGeom>
            <a:solidFill>
              <a:srgbClr val="D55E00"/>
            </a:solidFill>
            <a:ln w="7620">
              <a:solidFill>
                <a:srgbClr val="263238"/>
              </a:solidFill>
              <a:prstDash val="solid"/>
            </a:ln>
          </p:spPr>
        </p:sp>
        <p:sp>
          <p:nvSpPr>
            <p:cNvPr id="1264" name="four:linked-tree-layout:regular-node:1264">
              <a:extLst>
                <a:ext uri="{FF2B5EF4-FFF2-40B4-BE49-F238E27FC236}">
                  <ns2:creationId id="{C1C3041B-90BC-4530-9BBD-DC688705D21E}"/>
                </a:ext>
              </a:extLst>
            </p:cNvPr>
            <p:cNvSpPr>
              <a:spLocks noGrp="1"/>
            </p:cNvSpPr>
            <p:nvPr/>
          </p:nvSpPr>
          <p:spPr>
            <a:xfrm>
              <a:off x="17306925" y="3576638"/>
              <a:ext cx="47625" cy="47625"/>
            </a:xfrm>
            <a:prstGeom prst="ellipse">
              <a:avLst/>
            </a:prstGeom>
            <a:solidFill>
              <a:srgbClr val="263238"/>
            </a:solidFill>
            <a:ln w="0">
              <a:noFill/>
              <a:prstDash val="solid"/>
            </a:ln>
          </p:spPr>
        </p:sp>
        <p:sp>
          <p:nvSpPr>
            <p:cNvPr id="1265" name="four:linked-tree-layout:interval-D:1265">
              <a:extLst>
                <a:ext uri="{FF2B5EF4-FFF2-40B4-BE49-F238E27FC236}">
                  <ns2:creationId id="{578A14EE-D7F3-4C3B-A7D1-39ACF8E62761}"/>
                </a:ext>
              </a:extLst>
            </p:cNvPr>
            <p:cNvSpPr>
              <a:spLocks noGrp="1"/>
            </p:cNvSpPr>
            <p:nvPr/>
          </p:nvSpPr>
          <p:spPr>
            <a:xfrm>
              <a:off x="18069878" y="3462338"/>
              <a:ext cx="369570" cy="276225"/>
            </a:xfrm>
            <a:prstGeom prst="rect">
              <a:avLst/>
            </a:prstGeom>
            <a:solidFill>
              <a:srgbClr val="009E73"/>
            </a:solidFill>
            <a:ln w="7620">
              <a:solidFill>
                <a:srgbClr val="263238"/>
              </a:solidFill>
              <a:prstDash val="solid"/>
            </a:ln>
          </p:spPr>
        </p:sp>
        <p:sp>
          <p:nvSpPr>
            <p:cNvPr id="1266" name="four:linked-tree-layout:regular-node:1266">
              <a:extLst>
                <a:ext uri="{FF2B5EF4-FFF2-40B4-BE49-F238E27FC236}">
                  <ns2:creationId id="{1CAB97C3-63F9-4CDC-9A8D-839D7C3F95BC}"/>
                </a:ext>
              </a:extLst>
            </p:cNvPr>
            <p:cNvSpPr>
              <a:spLocks noGrp="1"/>
            </p:cNvSpPr>
            <p:nvPr/>
          </p:nvSpPr>
          <p:spPr>
            <a:xfrm>
              <a:off x="18230850" y="3576638"/>
              <a:ext cx="47625" cy="47625"/>
            </a:xfrm>
            <a:prstGeom prst="ellipse">
              <a:avLst/>
            </a:prstGeom>
            <a:solidFill>
              <a:srgbClr val="263238"/>
            </a:solidFill>
            <a:ln w="0">
              <a:noFill/>
              <a:prstDash val="solid"/>
            </a:ln>
          </p:spPr>
        </p:sp>
        <p:sp>
          <p:nvSpPr>
            <p:cNvPr id="1267" name="four:linked-tree-layout:interval-B:1267">
              <a:extLst>
                <a:ext uri="{FF2B5EF4-FFF2-40B4-BE49-F238E27FC236}">
                  <ns2:creationId id="{198A4736-5BCC-43DF-BE91-BADAA7E364F5}"/>
                </a:ext>
              </a:extLst>
            </p:cNvPr>
            <p:cNvSpPr>
              <a:spLocks noGrp="1"/>
            </p:cNvSpPr>
            <p:nvPr/>
          </p:nvSpPr>
          <p:spPr>
            <a:xfrm>
              <a:off x="18993803" y="3462338"/>
              <a:ext cx="369570" cy="276225"/>
            </a:xfrm>
            <a:prstGeom prst="rect">
              <a:avLst/>
            </a:prstGeom>
            <a:solidFill>
              <a:srgbClr val="CC79A7"/>
            </a:solidFill>
            <a:ln w="7620">
              <a:solidFill>
                <a:srgbClr val="263238"/>
              </a:solidFill>
              <a:prstDash val="solid"/>
            </a:ln>
          </p:spPr>
        </p:sp>
        <p:sp>
          <p:nvSpPr>
            <p:cNvPr id="1268" name="four:linked-tree-layout:regular-node:1268">
              <a:extLst>
                <a:ext uri="{FF2B5EF4-FFF2-40B4-BE49-F238E27FC236}">
                  <ns2:creationId id="{9390D1F4-DCEB-499F-8BC9-27311260B485}"/>
                </a:ext>
              </a:extLst>
            </p:cNvPr>
            <p:cNvSpPr>
              <a:spLocks noGrp="1"/>
            </p:cNvSpPr>
            <p:nvPr/>
          </p:nvSpPr>
          <p:spPr>
            <a:xfrm>
              <a:off x="19154775" y="3576638"/>
              <a:ext cx="47625" cy="47625"/>
            </a:xfrm>
            <a:prstGeom prst="ellipse">
              <a:avLst/>
            </a:prstGeom>
            <a:solidFill>
              <a:srgbClr val="263238"/>
            </a:solidFill>
            <a:ln w="0">
              <a:noFill/>
              <a:prstDash val="solid"/>
            </a:ln>
          </p:spPr>
        </p:sp>
        <p:sp>
          <p:nvSpPr>
            <p:cNvPr id="1269" name="four:linked-tree-layout:line:1269">
              <a:extLst>
                <a:ext uri="{FF2B5EF4-FFF2-40B4-BE49-F238E27FC236}">
                  <ns2:creationId id="{B1ED71CE-A914-4843-9C3A-906ABA4DD9D3}"/>
                </a:ext>
              </a:extLst>
            </p:cNvPr>
            <p:cNvSpPr>
              <a:spLocks noGrp="1"/>
            </p:cNvSpPr>
            <p:nvPr/>
          </p:nvSpPr>
          <p:spPr>
            <a:xfrm>
              <a:off x="19317176" y="3286125"/>
              <a:ext cx="953" cy="152400"/>
            </a:xfrm>
            <a:custGeom>
              <a:pathLst>
                <a:path w="953" h="152400">
                  <a:moveTo>
                    <a:pt x="0" y="0"/>
                  </a:moveTo>
                  <a:lnTo>
                    <a:pt x="0" y="152400"/>
                  </a:lnTo>
                </a:path>
              </a:pathLst>
            </a:custGeom>
            <a:noFill/>
            <a:ln w="9525">
              <a:solidFill>
                <a:srgbClr val="CC79A7"/>
              </a:solidFill>
              <a:prstDash val="dash"/>
            </a:ln>
          </p:spPr>
        </p:sp>
        <p:sp>
          <p:nvSpPr>
            <p:cNvPr id="1270" name="four:linked-tree-layout:line:1270">
              <a:extLst>
                <a:ext uri="{FF2B5EF4-FFF2-40B4-BE49-F238E27FC236}">
                  <ns2:creationId id="{B25C6465-D379-4ECE-8E9D-CAAF73C42943}"/>
                </a:ext>
              </a:extLst>
            </p:cNvPr>
            <p:cNvSpPr>
              <a:spLocks noGrp="1"/>
            </p:cNvSpPr>
            <p:nvPr/>
          </p:nvSpPr>
          <p:spPr>
            <a:xfrm>
              <a:off x="19178588" y="3371850"/>
              <a:ext cx="953" cy="85725"/>
            </a:xfrm>
            <a:custGeom>
              <a:pathLst>
                <a:path w="953" h="85725">
                  <a:moveTo>
                    <a:pt x="0" y="85725"/>
                  </a:moveTo>
                  <a:lnTo>
                    <a:pt x="0" y="0"/>
                  </a:lnTo>
                </a:path>
              </a:pathLst>
            </a:custGeom>
            <a:noFill/>
            <a:ln w="9525">
              <a:solidFill>
                <a:srgbClr val="CC79A7"/>
              </a:solidFill>
              <a:prstDash val="solid"/>
            </a:ln>
          </p:spPr>
        </p:sp>
        <p:sp>
          <p:nvSpPr>
            <p:cNvPr id="1271" name="four:linked-tree-layout:line:1271">
              <a:extLst>
                <a:ext uri="{FF2B5EF4-FFF2-40B4-BE49-F238E27FC236}">
                  <ns2:creationId id="{E6CE2F4A-6AD3-4A23-BCA9-9A11026BD448}"/>
                </a:ext>
              </a:extLst>
            </p:cNvPr>
            <p:cNvSpPr>
              <a:spLocks noGrp="1"/>
            </p:cNvSpPr>
            <p:nvPr/>
          </p:nvSpPr>
          <p:spPr>
            <a:xfrm>
              <a:off x="19178588" y="3400425"/>
              <a:ext cx="138589" cy="953"/>
            </a:xfrm>
            <a:custGeom>
              <a:pathLst>
                <a:path w="138589" h="953">
                  <a:moveTo>
                    <a:pt x="0" y="0"/>
                  </a:moveTo>
                  <a:lnTo>
                    <a:pt x="138589" y="0"/>
                  </a:lnTo>
                </a:path>
              </a:pathLst>
            </a:custGeom>
            <a:noFill/>
            <a:ln w="14288">
              <a:solidFill>
                <a:srgbClr val="CC79A7"/>
              </a:solidFill>
              <a:prstDash val="solid"/>
            </a:ln>
          </p:spPr>
        </p:sp>
        <p:sp>
          <p:nvSpPr>
            <p:cNvPr id="1272" name="four:linked-tree-layout:polygon:1272">
              <a:extLst>
                <a:ext uri="{FF2B5EF4-FFF2-40B4-BE49-F238E27FC236}">
                  <ns2:creationId id="{7417BD32-833B-4610-89C1-E7146EEE04AF}"/>
                </a:ext>
              </a:extLst>
            </p:cNvPr>
            <p:cNvSpPr>
              <a:spLocks noGrp="1"/>
            </p:cNvSpPr>
            <p:nvPr/>
          </p:nvSpPr>
          <p:spPr>
            <a:xfrm>
              <a:off x="19279076" y="3384042"/>
              <a:ext cx="38100" cy="32766"/>
            </a:xfrm>
            <a:custGeom>
              <a:pathLst>
                <a:path w="38100" h="32766">
                  <a:moveTo>
                    <a:pt x="38100" y="16383"/>
                  </a:moveTo>
                  <a:lnTo>
                    <a:pt x="0" y="0"/>
                  </a:lnTo>
                  <a:lnTo>
                    <a:pt x="0" y="32766"/>
                  </a:lnTo>
                  <a:close/>
                </a:path>
              </a:pathLst>
            </a:custGeom>
            <a:solidFill>
              <a:srgbClr val="CC79A7"/>
            </a:solidFill>
            <a:ln w="0">
              <a:noFill/>
              <a:prstDash val="solid"/>
            </a:ln>
          </p:spPr>
        </p:sp>
        <p:sp>
          <p:nvSpPr>
            <p:cNvPr id="1273" name="four:linked-tree-layout:polygon:1273">
              <a:extLst>
                <a:ext uri="{FF2B5EF4-FFF2-40B4-BE49-F238E27FC236}">
                  <ns2:creationId id="{9F2BC1D5-F23E-49D4-ADFD-507B484F0598}"/>
                </a:ext>
              </a:extLst>
            </p:cNvPr>
            <p:cNvSpPr>
              <a:spLocks noGrp="1"/>
            </p:cNvSpPr>
            <p:nvPr/>
          </p:nvSpPr>
          <p:spPr>
            <a:xfrm>
              <a:off x="19178588" y="3384042"/>
              <a:ext cx="38100" cy="32766"/>
            </a:xfrm>
            <a:custGeom>
              <a:pathLst>
                <a:path w="38100" h="32766">
                  <a:moveTo>
                    <a:pt x="0" y="16383"/>
                  </a:moveTo>
                  <a:lnTo>
                    <a:pt x="38100" y="32766"/>
                  </a:lnTo>
                  <a:lnTo>
                    <a:pt x="38100" y="0"/>
                  </a:lnTo>
                  <a:close/>
                </a:path>
              </a:pathLst>
            </a:custGeom>
            <a:solidFill>
              <a:srgbClr val="CC79A7"/>
            </a:solidFill>
            <a:ln w="0">
              <a:noFill/>
              <a:prstDash val="solid"/>
            </a:ln>
          </p:spPr>
        </p:sp>
        <p:sp>
          <p:nvSpPr>
            <p:cNvPr id="1274" name="four:linked-tree-layout:textbox:1274">
              <a:extLst>
                <a:ext uri="{FF2B5EF4-FFF2-40B4-BE49-F238E27FC236}">
                  <ns2:creationId id="{513881EE-B1C3-4ECF-BACA-41D3C4D3EC58}"/>
                </a:ext>
              </a:extLst>
            </p:cNvPr>
            <p:cNvSpPr>
              <a:spLocks noGrp="1"/>
            </p:cNvSpPr>
            <p:nvPr/>
          </p:nvSpPr>
          <p:spPr>
            <a:xfrm>
              <a:off x="15754350" y="3752850"/>
              <a:ext cx="1885950" cy="238125"/>
            </a:xfrm>
            <a:prstGeom prst="rect">
              <a:avLst/>
            </a:prstGeom>
            <a:noFill/>
            <a:ln w="0">
              <a:noFill/>
              <a:prstDash val="solid"/>
            </a:ln>
          </p:spPr>
          <p:txBody>
            <a:bodyPr wrap="none" lIns="0" tIns="0" rIns="0" bIns="0" anchor="ctr">
              <a:normAutofit fontScale="100000"/>
            </a:bodyPr>
            <a:lstStyle>
              <a:defPPr algn="ctr">
                <a:defRPr sz="1500" b="0">
                  <a:solidFill>
                    <a:srgbClr val="7B8790"/>
                  </a:solidFill>
                  <a:latin typeface="Arial"/>
                  <a:ea typeface="Arial"/>
                  <a:cs typeface="Arial"/>
                </a:defRPr>
              </a:defPPr>
            </a:lstStyle>
            <a:p>
              <a:pPr algn="ctr">
                <a:defRPr sz="1500" b="0">
                  <a:solidFill>
                    <a:srgbClr val="7B8790"/>
                  </a:solidFill>
                  <a:latin typeface="Arial"/>
                  <a:ea typeface="Arial"/>
                  <a:cs typeface="Arial"/>
                </a:defRPr>
              </a:pPr>
              <a:r>
                <a:rPr sz="1500" b="0">
                  <a:solidFill>
                    <a:srgbClr val="7B8790"/>
                  </a:solidFill>
                  <a:latin typeface="Arial"/>
                  <a:ea typeface="Arial"/>
                  <a:cs typeface="Arial"/>
                </a:rPr>
                <a:t>Reference positions</a:t>
              </a:r>
            </a:p>
          </p:txBody>
        </p:sp>
        <p:sp>
          <p:nvSpPr>
            <p:cNvPr id="1275" name="four:linked-tree-layout:textbox:1275">
              <a:extLst>
                <a:ext uri="{FF2B5EF4-FFF2-40B4-BE49-F238E27FC236}">
                  <ns2:creationId id="{74F21888-DE96-4610-9E65-2934166FDDE2}"/>
                </a:ext>
              </a:extLst>
            </p:cNvPr>
            <p:cNvSpPr>
              <a:spLocks noGrp="1"/>
            </p:cNvSpPr>
            <p:nvPr/>
          </p:nvSpPr>
          <p:spPr>
            <a:xfrm>
              <a:off x="17678400" y="3676650"/>
              <a:ext cx="2190750" cy="342900"/>
            </a:xfrm>
            <a:prstGeom prst="rect">
              <a:avLst/>
            </a:prstGeom>
            <a:noFill/>
            <a:ln w="0">
              <a:noFill/>
              <a:prstDash val="solid"/>
            </a:ln>
          </p:spPr>
          <p:txBody>
            <a:bodyPr wrap="none" lIns="0" tIns="0" rIns="0" bIns="0" anchor="ctr">
              <a:normAutofit fontScale="100000"/>
            </a:bodyPr>
            <a:lstStyle>
              <a:defPPr algn="ctr">
                <a:defRPr sz="1800" b="0">
                  <a:solidFill>
                    <a:srgbClr val="7B8790"/>
                  </a:solidFill>
                  <a:latin typeface="Arial"/>
                  <a:ea typeface="Arial"/>
                  <a:cs typeface="Arial"/>
                </a:defRPr>
              </a:defPPr>
            </a:lstStyle>
            <a:p>
              <a:pPr algn="ctr">
                <a:defRPr sz="1800" b="0">
                  <a:solidFill>
                    <a:srgbClr val="7B8790"/>
                  </a:solidFill>
                  <a:latin typeface="Arial"/>
                  <a:ea typeface="Arial"/>
                  <a:cs typeface="Arial"/>
                </a:defRPr>
              </a:pPr>
              <a:r>
                <a:rPr sz="1800" b="0">
                  <a:solidFill>
                    <a:srgbClr val="7B8790"/>
                  </a:solidFill>
                  <a:latin typeface="Arial"/>
                  <a:ea typeface="Arial"/>
                  <a:cs typeface="Arial"/>
                </a:rPr>
                <a:t>e</a:t>
              </a:r>
              <a:r>
                <a:rPr sz="1296" b="0" baseline="-25000">
                  <a:solidFill>
                    <a:srgbClr val="7B8790"/>
                  </a:solidFill>
                  <a:latin typeface="Arial"/>
                  <a:ea typeface="Arial"/>
                  <a:cs typeface="Arial"/>
                </a:rPr>
                <a:t>i</a:t>
              </a:r>
              <a:r>
                <a:rPr sz="1800" b="0">
                  <a:solidFill>
                    <a:srgbClr val="7B8790"/>
                  </a:solidFill>
                  <a:latin typeface="Arial"/>
                  <a:ea typeface="Arial"/>
                  <a:cs typeface="Arial"/>
                </a:rPr>
                <a:t> = |</a:t>
              </a:r>
              <a:r>
                <a:rPr sz="1800" b="0">
                  <a:solidFill>
                    <a:srgbClr val="7B8790"/>
                  </a:solidFill>
                  <a:latin typeface="Arial"/>
                  <a:ea typeface="Arial"/>
                  <a:cs typeface="Arial"/>
                </a:rPr>
                <a:t>u</a:t>
              </a:r>
              <a:r>
                <a:rPr sz="1296" b="0" baseline="-25000">
                  <a:solidFill>
                    <a:srgbClr val="7B8790"/>
                  </a:solidFill>
                  <a:latin typeface="Arial"/>
                  <a:ea typeface="Arial"/>
                  <a:cs typeface="Arial"/>
                </a:rPr>
                <a:t>i</a:t>
              </a:r>
              <a:r>
                <a:rPr sz="1800" b="0">
                  <a:solidFill>
                    <a:srgbClr val="7B8790"/>
                  </a:solidFill>
                  <a:latin typeface="Arial"/>
                  <a:ea typeface="Arial"/>
                  <a:cs typeface="Arial"/>
                </a:rPr>
                <a:t> − </a:t>
              </a:r>
              <a:r>
                <a:rPr sz="1800" b="0">
                  <a:solidFill>
                    <a:srgbClr val="7B8790"/>
                  </a:solidFill>
                  <a:latin typeface="Arial"/>
                  <a:ea typeface="Arial"/>
                  <a:cs typeface="Arial"/>
                </a:rPr>
                <a:t>q</a:t>
              </a:r>
              <a:r>
                <a:rPr sz="1296" b="0" baseline="-25000">
                  <a:solidFill>
                    <a:srgbClr val="7B8790"/>
                  </a:solidFill>
                  <a:latin typeface="Arial"/>
                  <a:ea typeface="Arial"/>
                  <a:cs typeface="Arial"/>
                </a:rPr>
                <a:t>i</a:t>
              </a:r>
              <a:r>
                <a:rPr sz="1800" b="0">
                  <a:solidFill>
                    <a:srgbClr val="7B8790"/>
                  </a:solidFill>
                  <a:latin typeface="Arial"/>
                  <a:ea typeface="Arial"/>
                  <a:cs typeface="Arial"/>
                </a:rPr>
                <a:t>|</a:t>
              </a:r>
            </a:p>
          </p:txBody>
        </p:sp>
      </p:grpSp>
      <p:grpSp>
        <p:nvGrpSpPr>
          <p:cNvPr id="3184" name="layout-hierarchy"/>
          <p:cNvGrpSpPr/>
          <p:nvPr/>
        </p:nvGrpSpPr>
        <p:grpSpPr>
          <a:xfrm>
            <a:off x="0" y="0"/>
            <a:ext cx="24955500" cy="8572500"/>
            <a:chOff x="0" y="0"/>
            <a:chExt cx="24955500" cy="8572500"/>
          </a:xfrm>
        </p:grpSpPr>
        <p:sp>
          <p:nvSpPr>
            <p:cNvPr id="1210" name="four:layout-hierarchy:line:1210">
              <a:extLst>
                <a:ext uri="{FF2B5EF4-FFF2-40B4-BE49-F238E27FC236}">
                  <ns2:creationId id="{78F3E56B-A6E3-4884-9761-5E8A7AA5B0CB}"/>
                </a:ext>
              </a:extLst>
            </p:cNvPr>
            <p:cNvSpPr>
              <a:spLocks noGrp="1"/>
            </p:cNvSpPr>
            <p:nvPr/>
          </p:nvSpPr>
          <p:spPr>
            <a:xfrm>
              <a:off x="17792700" y="1466850"/>
              <a:ext cx="953" cy="278701"/>
            </a:xfrm>
            <a:custGeom>
              <a:pathLst>
                <a:path w="953" h="278701">
                  <a:moveTo>
                    <a:pt x="0" y="57657"/>
                  </a:moveTo>
                  <a:lnTo>
                    <a:pt x="0" y="221044"/>
                  </a:lnTo>
                </a:path>
              </a:pathLst>
            </a:custGeom>
            <a:noFill/>
            <a:ln w="11906">
              <a:solidFill>
                <a:srgbClr val="263238"/>
              </a:solidFill>
              <a:prstDash val="solid"/>
            </a:ln>
          </p:spPr>
        </p:sp>
        <p:sp>
          <p:nvSpPr>
            <p:cNvPr id="1211" name="four:layout-hierarchy:regular-node:1211">
              <a:extLst>
                <a:ext uri="{FF2B5EF4-FFF2-40B4-BE49-F238E27FC236}">
                  <ns2:creationId id="{2F13D338-6DEE-422F-955B-19C3CD30A47B}"/>
                </a:ext>
              </a:extLst>
            </p:cNvPr>
            <p:cNvSpPr>
              <a:spLocks noGrp="1"/>
            </p:cNvSpPr>
            <p:nvPr/>
          </p:nvSpPr>
          <p:spPr>
            <a:xfrm>
              <a:off x="17775218" y="1553437"/>
              <a:ext cx="34964" cy="34964"/>
            </a:xfrm>
            <a:prstGeom prst="ellipse">
              <a:avLst/>
            </a:prstGeom>
            <a:solidFill>
              <a:srgbClr val="DCE8ED"/>
            </a:solidFill>
            <a:ln w="9525">
              <a:solidFill>
                <a:srgbClr val="263238"/>
              </a:solidFill>
              <a:prstDash val="solid"/>
            </a:ln>
          </p:spPr>
        </p:sp>
        <p:sp>
          <p:nvSpPr>
            <p:cNvPr id="1212" name="four:layout-hierarchy:regular-node:1212">
              <a:extLst>
                <a:ext uri="{FF2B5EF4-FFF2-40B4-BE49-F238E27FC236}">
                  <ns2:creationId id="{21A759B3-DFE5-419D-9AA4-28F8E835C00A}"/>
                </a:ext>
              </a:extLst>
            </p:cNvPr>
            <p:cNvSpPr>
              <a:spLocks noGrp="1"/>
            </p:cNvSpPr>
            <p:nvPr/>
          </p:nvSpPr>
          <p:spPr>
            <a:xfrm>
              <a:off x="17775218" y="1624000"/>
              <a:ext cx="34964" cy="34964"/>
            </a:xfrm>
            <a:prstGeom prst="ellipse">
              <a:avLst/>
            </a:prstGeom>
            <a:solidFill>
              <a:srgbClr val="DCE8ED"/>
            </a:solidFill>
            <a:ln w="9525">
              <a:solidFill>
                <a:srgbClr val="263238"/>
              </a:solidFill>
              <a:prstDash val="solid"/>
            </a:ln>
          </p:spPr>
        </p:sp>
        <p:sp>
          <p:nvSpPr>
            <p:cNvPr id="1213" name="four:layout-hierarchy:critical-node:1213">
              <a:extLst>
                <a:ext uri="{FF2B5EF4-FFF2-40B4-BE49-F238E27FC236}">
                  <ns2:creationId id="{1348903E-2E26-4951-AA68-A629C994FBAB}"/>
                </a:ext>
              </a:extLst>
            </p:cNvPr>
            <p:cNvSpPr>
              <a:spLocks noGrp="1"/>
            </p:cNvSpPr>
            <p:nvPr/>
          </p:nvSpPr>
          <p:spPr>
            <a:xfrm>
              <a:off x="17741710" y="1415860"/>
              <a:ext cx="101979" cy="101979"/>
            </a:xfrm>
            <a:prstGeom prst="diamond">
              <a:avLst/>
            </a:prstGeom>
            <a:solidFill>
              <a:srgbClr val="DCE8ED"/>
            </a:solidFill>
            <a:ln w="10478">
              <a:solidFill>
                <a:srgbClr val="263238"/>
              </a:solidFill>
              <a:prstDash val="solid"/>
            </a:ln>
          </p:spPr>
        </p:sp>
        <p:sp>
          <p:nvSpPr>
            <p:cNvPr id="1214" name="four:layout-hierarchy:critical-node:1214">
              <a:extLst>
                <a:ext uri="{FF2B5EF4-FFF2-40B4-BE49-F238E27FC236}">
                  <ns2:creationId id="{DEF391B2-B640-498E-89D4-A8CA908C8D29}"/>
                </a:ext>
              </a:extLst>
            </p:cNvPr>
            <p:cNvSpPr>
              <a:spLocks noGrp="1"/>
            </p:cNvSpPr>
            <p:nvPr/>
          </p:nvSpPr>
          <p:spPr>
            <a:xfrm>
              <a:off x="17741710" y="1694562"/>
              <a:ext cx="101979" cy="101979"/>
            </a:xfrm>
            <a:prstGeom prst="diamond">
              <a:avLst/>
            </a:prstGeom>
            <a:solidFill>
              <a:srgbClr val="DCE8ED"/>
            </a:solidFill>
            <a:ln w="10478">
              <a:solidFill>
                <a:srgbClr val="263238"/>
              </a:solidFill>
              <a:prstDash val="solid"/>
            </a:ln>
          </p:spPr>
        </p:sp>
        <p:sp>
          <p:nvSpPr>
            <p:cNvPr id="1215" name="four:layout-hierarchy:line:1215">
              <a:extLst>
                <a:ext uri="{FF2B5EF4-FFF2-40B4-BE49-F238E27FC236}">
                  <ns2:creationId id="{14258E33-FC0F-4B4E-BA87-166115445138}"/>
                </a:ext>
              </a:extLst>
            </p:cNvPr>
            <p:cNvSpPr>
              <a:spLocks noGrp="1"/>
            </p:cNvSpPr>
            <p:nvPr/>
          </p:nvSpPr>
          <p:spPr>
            <a:xfrm>
              <a:off x="16268224" y="1745552"/>
              <a:ext cx="3048952" cy="953"/>
            </a:xfrm>
            <a:custGeom>
              <a:pathLst>
                <a:path w="3048952" h="953">
                  <a:moveTo>
                    <a:pt x="0" y="0"/>
                  </a:moveTo>
                  <a:lnTo>
                    <a:pt x="1466819" y="0"/>
                  </a:lnTo>
                  <a:moveTo>
                    <a:pt x="1582133" y="0"/>
                  </a:moveTo>
                  <a:lnTo>
                    <a:pt x="3048952" y="0"/>
                  </a:lnTo>
                </a:path>
              </a:pathLst>
            </a:custGeom>
            <a:noFill/>
            <a:ln w="11906">
              <a:solidFill>
                <a:srgbClr val="263238"/>
              </a:solidFill>
              <a:prstDash val="solid"/>
            </a:ln>
          </p:spPr>
        </p:sp>
        <p:sp>
          <p:nvSpPr>
            <p:cNvPr id="1216" name="four:layout-hierarchy:line:1216">
              <a:extLst>
                <a:ext uri="{FF2B5EF4-FFF2-40B4-BE49-F238E27FC236}">
                  <ns2:creationId id="{4FD60CD9-A5BE-4DC6-A330-2641ADD93600}"/>
                </a:ext>
              </a:extLst>
            </p:cNvPr>
            <p:cNvSpPr>
              <a:spLocks noGrp="1"/>
            </p:cNvSpPr>
            <p:nvPr/>
          </p:nvSpPr>
          <p:spPr>
            <a:xfrm>
              <a:off x="16268224" y="1745552"/>
              <a:ext cx="953" cy="988124"/>
            </a:xfrm>
            <a:custGeom>
              <a:pathLst>
                <a:path w="953" h="988124">
                  <a:moveTo>
                    <a:pt x="0" y="0"/>
                  </a:moveTo>
                  <a:lnTo>
                    <a:pt x="0" y="908614"/>
                  </a:lnTo>
                </a:path>
              </a:pathLst>
            </a:custGeom>
            <a:noFill/>
            <a:ln w="11906">
              <a:solidFill>
                <a:srgbClr val="263238"/>
              </a:solidFill>
              <a:prstDash val="solid"/>
            </a:ln>
          </p:spPr>
        </p:sp>
        <p:sp>
          <p:nvSpPr>
            <p:cNvPr id="1217" name="four:layout-hierarchy:regular-node:1217">
              <a:extLst>
                <a:ext uri="{FF2B5EF4-FFF2-40B4-BE49-F238E27FC236}">
                  <ns2:creationId id="{F4056874-F9A1-45A5-BAB6-34CBE59CB139}"/>
                </a:ext>
              </a:extLst>
            </p:cNvPr>
            <p:cNvSpPr>
              <a:spLocks noGrp="1"/>
            </p:cNvSpPr>
            <p:nvPr/>
          </p:nvSpPr>
          <p:spPr>
            <a:xfrm>
              <a:off x="16243457" y="1937222"/>
              <a:ext cx="49533" cy="49533"/>
            </a:xfrm>
            <a:prstGeom prst="ellipse">
              <a:avLst/>
            </a:prstGeom>
            <a:solidFill>
              <a:srgbClr val="0072B2"/>
            </a:solidFill>
            <a:ln w="9525">
              <a:solidFill>
                <a:srgbClr val="263238"/>
              </a:solidFill>
              <a:prstDash val="solid"/>
            </a:ln>
          </p:spPr>
        </p:sp>
        <p:sp>
          <p:nvSpPr>
            <p:cNvPr id="1218" name="four:layout-hierarchy:regular-node:1218">
              <a:extLst>
                <a:ext uri="{FF2B5EF4-FFF2-40B4-BE49-F238E27FC236}">
                  <ns2:creationId id="{4DE60448-8A44-4D33-8079-ADD1495E157B}"/>
                </a:ext>
              </a:extLst>
            </p:cNvPr>
            <p:cNvSpPr>
              <a:spLocks noGrp="1"/>
            </p:cNvSpPr>
            <p:nvPr/>
          </p:nvSpPr>
          <p:spPr>
            <a:xfrm>
              <a:off x="16243457" y="2178426"/>
              <a:ext cx="49533" cy="49533"/>
            </a:xfrm>
            <a:prstGeom prst="ellipse">
              <a:avLst/>
            </a:prstGeom>
            <a:solidFill>
              <a:srgbClr val="0072B2"/>
            </a:solidFill>
            <a:ln w="9525">
              <a:solidFill>
                <a:srgbClr val="263238"/>
              </a:solidFill>
              <a:prstDash val="solid"/>
            </a:ln>
          </p:spPr>
        </p:sp>
        <p:sp>
          <p:nvSpPr>
            <p:cNvPr id="1219" name="four:layout-hierarchy:regular-node:1219">
              <a:extLst>
                <a:ext uri="{FF2B5EF4-FFF2-40B4-BE49-F238E27FC236}">
                  <ns2:creationId id="{2008C94A-0964-4828-AAB4-3F92E61FD3B7}"/>
                </a:ext>
              </a:extLst>
            </p:cNvPr>
            <p:cNvSpPr>
              <a:spLocks noGrp="1"/>
            </p:cNvSpPr>
            <p:nvPr/>
          </p:nvSpPr>
          <p:spPr>
            <a:xfrm>
              <a:off x="16243457" y="2419629"/>
              <a:ext cx="49533" cy="49533"/>
            </a:xfrm>
            <a:prstGeom prst="ellipse">
              <a:avLst/>
            </a:prstGeom>
            <a:solidFill>
              <a:srgbClr val="0072B2"/>
            </a:solidFill>
            <a:ln w="9525">
              <a:solidFill>
                <a:srgbClr val="263238"/>
              </a:solidFill>
              <a:prstDash val="solid"/>
            </a:ln>
          </p:spPr>
        </p:sp>
        <p:sp>
          <p:nvSpPr>
            <p:cNvPr id="1220" name="four:layout-hierarchy:line:1220">
              <a:extLst>
                <a:ext uri="{FF2B5EF4-FFF2-40B4-BE49-F238E27FC236}">
                  <ns2:creationId id="{CC34CCAD-4CD8-4B3A-BC62-E70C3877BEBD}"/>
                </a:ext>
              </a:extLst>
            </p:cNvPr>
            <p:cNvSpPr>
              <a:spLocks noGrp="1"/>
            </p:cNvSpPr>
            <p:nvPr/>
          </p:nvSpPr>
          <p:spPr>
            <a:xfrm>
              <a:off x="19317176" y="1745552"/>
              <a:ext cx="953" cy="988124"/>
            </a:xfrm>
            <a:custGeom>
              <a:pathLst>
                <a:path w="953" h="988124">
                  <a:moveTo>
                    <a:pt x="0" y="0"/>
                  </a:moveTo>
                  <a:lnTo>
                    <a:pt x="0" y="908614"/>
                  </a:lnTo>
                </a:path>
              </a:pathLst>
            </a:custGeom>
            <a:noFill/>
            <a:ln w="11906">
              <a:solidFill>
                <a:srgbClr val="263238"/>
              </a:solidFill>
              <a:prstDash val="solid"/>
            </a:ln>
          </p:spPr>
        </p:sp>
        <p:sp>
          <p:nvSpPr>
            <p:cNvPr id="1221" name="four:layout-hierarchy:regular-node:1221">
              <a:extLst>
                <a:ext uri="{FF2B5EF4-FFF2-40B4-BE49-F238E27FC236}">
                  <ns2:creationId id="{F5296D3B-64DC-40BF-9778-90B4C9882D5E}"/>
                </a:ext>
              </a:extLst>
            </p:cNvPr>
            <p:cNvSpPr>
              <a:spLocks noGrp="1"/>
            </p:cNvSpPr>
            <p:nvPr/>
          </p:nvSpPr>
          <p:spPr>
            <a:xfrm>
              <a:off x="19292410" y="1937222"/>
              <a:ext cx="49533" cy="49533"/>
            </a:xfrm>
            <a:prstGeom prst="ellipse">
              <a:avLst/>
            </a:prstGeom>
            <a:solidFill>
              <a:srgbClr val="CC79A7"/>
            </a:solidFill>
            <a:ln w="9525">
              <a:solidFill>
                <a:srgbClr val="263238"/>
              </a:solidFill>
              <a:prstDash val="solid"/>
            </a:ln>
          </p:spPr>
        </p:sp>
        <p:sp>
          <p:nvSpPr>
            <p:cNvPr id="1222" name="four:layout-hierarchy:regular-node:1222">
              <a:extLst>
                <a:ext uri="{FF2B5EF4-FFF2-40B4-BE49-F238E27FC236}">
                  <ns2:creationId id="{D63E2D21-5C14-4E17-A206-45AA10374006}"/>
                </a:ext>
              </a:extLst>
            </p:cNvPr>
            <p:cNvSpPr>
              <a:spLocks noGrp="1"/>
            </p:cNvSpPr>
            <p:nvPr/>
          </p:nvSpPr>
          <p:spPr>
            <a:xfrm>
              <a:off x="19292410" y="2178426"/>
              <a:ext cx="49533" cy="49533"/>
            </a:xfrm>
            <a:prstGeom prst="ellipse">
              <a:avLst/>
            </a:prstGeom>
            <a:solidFill>
              <a:srgbClr val="CC79A7"/>
            </a:solidFill>
            <a:ln w="9525">
              <a:solidFill>
                <a:srgbClr val="263238"/>
              </a:solidFill>
              <a:prstDash val="solid"/>
            </a:ln>
          </p:spPr>
        </p:sp>
        <p:sp>
          <p:nvSpPr>
            <p:cNvPr id="1223" name="four:layout-hierarchy:regular-node:1223">
              <a:extLst>
                <a:ext uri="{FF2B5EF4-FFF2-40B4-BE49-F238E27FC236}">
                  <ns2:creationId id="{E54C6EAA-5722-4398-9FCB-2EC0F6283ADA}"/>
                </a:ext>
              </a:extLst>
            </p:cNvPr>
            <p:cNvSpPr>
              <a:spLocks noGrp="1"/>
            </p:cNvSpPr>
            <p:nvPr/>
          </p:nvSpPr>
          <p:spPr>
            <a:xfrm>
              <a:off x="19292410" y="2419629"/>
              <a:ext cx="49533" cy="49533"/>
            </a:xfrm>
            <a:prstGeom prst="ellipse">
              <a:avLst/>
            </a:prstGeom>
            <a:solidFill>
              <a:srgbClr val="CC79A7"/>
            </a:solidFill>
            <a:ln w="9525">
              <a:solidFill>
                <a:srgbClr val="263238"/>
              </a:solidFill>
              <a:prstDash val="solid"/>
            </a:ln>
          </p:spPr>
        </p:sp>
        <p:sp>
          <p:nvSpPr>
            <p:cNvPr id="1224" name="four:layout-hierarchy:line:1224">
              <a:extLst>
                <a:ext uri="{FF2B5EF4-FFF2-40B4-BE49-F238E27FC236}">
                  <ns2:creationId id="{070069EC-9238-410D-9C97-740476A6D691}"/>
                </a:ext>
              </a:extLst>
            </p:cNvPr>
            <p:cNvSpPr>
              <a:spLocks noGrp="1"/>
            </p:cNvSpPr>
            <p:nvPr/>
          </p:nvSpPr>
          <p:spPr>
            <a:xfrm>
              <a:off x="17792700" y="1745552"/>
              <a:ext cx="953" cy="734758"/>
            </a:xfrm>
            <a:custGeom>
              <a:pathLst>
                <a:path w="953" h="734758">
                  <a:moveTo>
                    <a:pt x="0" y="57657"/>
                  </a:moveTo>
                  <a:lnTo>
                    <a:pt x="0" y="655249"/>
                  </a:lnTo>
                </a:path>
              </a:pathLst>
            </a:custGeom>
            <a:noFill/>
            <a:ln w="11906">
              <a:solidFill>
                <a:srgbClr val="263238"/>
              </a:solidFill>
              <a:prstDash val="solid"/>
            </a:ln>
          </p:spPr>
        </p:sp>
        <p:sp>
          <p:nvSpPr>
            <p:cNvPr id="1225" name="four:layout-hierarchy:regular-node:1225">
              <a:extLst>
                <a:ext uri="{FF2B5EF4-FFF2-40B4-BE49-F238E27FC236}">
                  <ns2:creationId id="{91EAF5FB-B3E1-4DAC-9097-B8C0F8B6C28E}"/>
                </a:ext>
              </a:extLst>
            </p:cNvPr>
            <p:cNvSpPr>
              <a:spLocks noGrp="1"/>
            </p:cNvSpPr>
            <p:nvPr/>
          </p:nvSpPr>
          <p:spPr>
            <a:xfrm>
              <a:off x="17767934" y="1912123"/>
              <a:ext cx="49533" cy="49533"/>
            </a:xfrm>
            <a:prstGeom prst="ellipse">
              <a:avLst/>
            </a:prstGeom>
            <a:solidFill>
              <a:srgbClr val="81C9BA"/>
            </a:solidFill>
            <a:ln w="9525">
              <a:solidFill>
                <a:srgbClr val="263238"/>
              </a:solidFill>
              <a:prstDash val="solid"/>
            </a:ln>
          </p:spPr>
        </p:sp>
        <p:sp>
          <p:nvSpPr>
            <p:cNvPr id="1226" name="four:layout-hierarchy:regular-node:1226">
              <a:extLst>
                <a:ext uri="{FF2B5EF4-FFF2-40B4-BE49-F238E27FC236}">
                  <ns2:creationId id="{526FD4F8-27A9-4CBC-81E5-C4D2DEFE1366}"/>
                </a:ext>
              </a:extLst>
            </p:cNvPr>
            <p:cNvSpPr>
              <a:spLocks noGrp="1"/>
            </p:cNvSpPr>
            <p:nvPr/>
          </p:nvSpPr>
          <p:spPr>
            <a:xfrm>
              <a:off x="17767934" y="2077238"/>
              <a:ext cx="49533" cy="49533"/>
            </a:xfrm>
            <a:prstGeom prst="ellipse">
              <a:avLst/>
            </a:prstGeom>
            <a:solidFill>
              <a:srgbClr val="81C9BA"/>
            </a:solidFill>
            <a:ln w="9525">
              <a:solidFill>
                <a:srgbClr val="263238"/>
              </a:solidFill>
              <a:prstDash val="solid"/>
            </a:ln>
          </p:spPr>
        </p:sp>
        <p:sp>
          <p:nvSpPr>
            <p:cNvPr id="1227" name="four:layout-hierarchy:regular-node:1227">
              <a:extLst>
                <a:ext uri="{FF2B5EF4-FFF2-40B4-BE49-F238E27FC236}">
                  <ns2:creationId id="{6336C1F6-774F-46D3-B706-381788768D82}"/>
                </a:ext>
              </a:extLst>
            </p:cNvPr>
            <p:cNvSpPr>
              <a:spLocks noGrp="1"/>
            </p:cNvSpPr>
            <p:nvPr/>
          </p:nvSpPr>
          <p:spPr>
            <a:xfrm>
              <a:off x="17767934" y="2242353"/>
              <a:ext cx="49533" cy="49533"/>
            </a:xfrm>
            <a:prstGeom prst="ellipse">
              <a:avLst/>
            </a:prstGeom>
            <a:solidFill>
              <a:srgbClr val="81C9BA"/>
            </a:solidFill>
            <a:ln w="9525">
              <a:solidFill>
                <a:srgbClr val="263238"/>
              </a:solidFill>
              <a:prstDash val="solid"/>
            </a:ln>
          </p:spPr>
        </p:sp>
        <p:sp>
          <p:nvSpPr>
            <p:cNvPr id="1228" name="four:layout-hierarchy:line:1228">
              <a:extLst>
                <a:ext uri="{FF2B5EF4-FFF2-40B4-BE49-F238E27FC236}">
                  <ns2:creationId id="{6A6CCF4A-554B-40C7-A983-73417154EF44}"/>
                </a:ext>
              </a:extLst>
            </p:cNvPr>
            <p:cNvSpPr>
              <a:spLocks noGrp="1"/>
            </p:cNvSpPr>
            <p:nvPr/>
          </p:nvSpPr>
          <p:spPr>
            <a:xfrm>
              <a:off x="17284541" y="2480310"/>
              <a:ext cx="1016317" cy="953"/>
            </a:xfrm>
            <a:custGeom>
              <a:pathLst>
                <a:path w="1016317" h="953">
                  <a:moveTo>
                    <a:pt x="0" y="0"/>
                  </a:moveTo>
                  <a:lnTo>
                    <a:pt x="428649" y="0"/>
                  </a:lnTo>
                  <a:moveTo>
                    <a:pt x="587669" y="0"/>
                  </a:moveTo>
                  <a:lnTo>
                    <a:pt x="1016317" y="0"/>
                  </a:lnTo>
                </a:path>
              </a:pathLst>
            </a:custGeom>
            <a:noFill/>
            <a:ln w="11906">
              <a:solidFill>
                <a:srgbClr val="263238"/>
              </a:solidFill>
              <a:prstDash val="solid"/>
            </a:ln>
          </p:spPr>
        </p:sp>
        <p:sp>
          <p:nvSpPr>
            <p:cNvPr id="1229" name="four:layout-hierarchy:line:1229">
              <a:extLst>
                <a:ext uri="{FF2B5EF4-FFF2-40B4-BE49-F238E27FC236}">
                  <ns2:creationId id="{3B01C2ED-2CB9-4168-A5A0-1AA53F635A02}"/>
                </a:ext>
              </a:extLst>
            </p:cNvPr>
            <p:cNvSpPr>
              <a:spLocks noGrp="1"/>
            </p:cNvSpPr>
            <p:nvPr/>
          </p:nvSpPr>
          <p:spPr>
            <a:xfrm>
              <a:off x="17284541" y="2480310"/>
              <a:ext cx="953" cy="253365"/>
            </a:xfrm>
            <a:custGeom>
              <a:pathLst>
                <a:path w="953" h="253365">
                  <a:moveTo>
                    <a:pt x="0" y="0"/>
                  </a:moveTo>
                  <a:lnTo>
                    <a:pt x="0" y="173855"/>
                  </a:lnTo>
                </a:path>
              </a:pathLst>
            </a:custGeom>
            <a:noFill/>
            <a:ln w="11906">
              <a:solidFill>
                <a:srgbClr val="263238"/>
              </a:solidFill>
              <a:prstDash val="solid"/>
            </a:ln>
          </p:spPr>
        </p:sp>
        <p:sp>
          <p:nvSpPr>
            <p:cNvPr id="1230" name="four:layout-hierarchy:regular-node:1230">
              <a:extLst>
                <a:ext uri="{FF2B5EF4-FFF2-40B4-BE49-F238E27FC236}">
                  <ns2:creationId id="{13259937-9C29-4714-BF56-4ED535674E38}"/>
                </a:ext>
              </a:extLst>
            </p:cNvPr>
            <p:cNvSpPr>
              <a:spLocks noGrp="1"/>
            </p:cNvSpPr>
            <p:nvPr/>
          </p:nvSpPr>
          <p:spPr>
            <a:xfrm>
              <a:off x="17259775" y="2545805"/>
              <a:ext cx="49533" cy="49533"/>
            </a:xfrm>
            <a:prstGeom prst="ellipse">
              <a:avLst/>
            </a:prstGeom>
            <a:solidFill>
              <a:srgbClr val="D55E00"/>
            </a:solidFill>
            <a:ln w="9525">
              <a:solidFill>
                <a:srgbClr val="263238"/>
              </a:solidFill>
              <a:prstDash val="solid"/>
            </a:ln>
          </p:spPr>
        </p:sp>
        <p:sp>
          <p:nvSpPr>
            <p:cNvPr id="1231" name="four:layout-hierarchy:line:1231">
              <a:extLst>
                <a:ext uri="{FF2B5EF4-FFF2-40B4-BE49-F238E27FC236}">
                  <ns2:creationId id="{ACE5B7BF-F463-41AE-B28B-FD33E6E81D33}"/>
                </a:ext>
              </a:extLst>
            </p:cNvPr>
            <p:cNvSpPr>
              <a:spLocks noGrp="1"/>
            </p:cNvSpPr>
            <p:nvPr/>
          </p:nvSpPr>
          <p:spPr>
            <a:xfrm>
              <a:off x="18300859" y="2480310"/>
              <a:ext cx="953" cy="253365"/>
            </a:xfrm>
            <a:custGeom>
              <a:pathLst>
                <a:path w="953" h="253365">
                  <a:moveTo>
                    <a:pt x="0" y="0"/>
                  </a:moveTo>
                  <a:lnTo>
                    <a:pt x="0" y="173855"/>
                  </a:lnTo>
                </a:path>
              </a:pathLst>
            </a:custGeom>
            <a:noFill/>
            <a:ln w="11906">
              <a:solidFill>
                <a:srgbClr val="263238"/>
              </a:solidFill>
              <a:prstDash val="solid"/>
            </a:ln>
          </p:spPr>
        </p:sp>
        <p:sp>
          <p:nvSpPr>
            <p:cNvPr id="1232" name="four:layout-hierarchy:regular-node:1232">
              <a:extLst>
                <a:ext uri="{FF2B5EF4-FFF2-40B4-BE49-F238E27FC236}">
                  <ns2:creationId id="{402EAA4F-BE42-44BD-BA5C-5264181AB943}"/>
                </a:ext>
              </a:extLst>
            </p:cNvPr>
            <p:cNvSpPr>
              <a:spLocks noGrp="1"/>
            </p:cNvSpPr>
            <p:nvPr/>
          </p:nvSpPr>
          <p:spPr>
            <a:xfrm>
              <a:off x="18276092" y="2545805"/>
              <a:ext cx="49533" cy="49533"/>
            </a:xfrm>
            <a:prstGeom prst="ellipse">
              <a:avLst/>
            </a:prstGeom>
            <a:solidFill>
              <a:srgbClr val="009E73"/>
            </a:solidFill>
            <a:ln w="9525">
              <a:solidFill>
                <a:srgbClr val="263238"/>
              </a:solidFill>
              <a:prstDash val="solid"/>
            </a:ln>
          </p:spPr>
        </p:sp>
        <p:sp>
          <p:nvSpPr>
            <p:cNvPr id="1233" name="four:layout-hierarchy:critical-node:1233">
              <a:extLst>
                <a:ext uri="{FF2B5EF4-FFF2-40B4-BE49-F238E27FC236}">
                  <ns2:creationId id="{F2F7C42B-5578-4FEB-BFD8-9292BEE94425}"/>
                </a:ext>
              </a:extLst>
            </p:cNvPr>
            <p:cNvSpPr>
              <a:spLocks noGrp="1"/>
            </p:cNvSpPr>
            <p:nvPr/>
          </p:nvSpPr>
          <p:spPr>
            <a:xfrm>
              <a:off x="17719858" y="2407468"/>
              <a:ext cx="145685" cy="145685"/>
            </a:xfrm>
            <a:prstGeom prst="diamond">
              <a:avLst/>
            </a:prstGeom>
            <a:solidFill>
              <a:srgbClr val="81C9BA"/>
            </a:solidFill>
            <a:ln w="10478">
              <a:solidFill>
                <a:srgbClr val="263238"/>
              </a:solidFill>
              <a:prstDash val="solid"/>
            </a:ln>
          </p:spPr>
        </p:sp>
        <p:sp>
          <p:nvSpPr>
            <p:cNvPr id="1234" name="four:layout-hierarchy:critical-node:1234">
              <a:extLst>
                <a:ext uri="{FF2B5EF4-FFF2-40B4-BE49-F238E27FC236}">
                  <ns2:creationId id="{E9467B60-2623-4272-B580-F7388F9171E4}"/>
                </a:ext>
              </a:extLst>
            </p:cNvPr>
            <p:cNvSpPr>
              <a:spLocks noGrp="1"/>
            </p:cNvSpPr>
            <p:nvPr/>
          </p:nvSpPr>
          <p:spPr>
            <a:xfrm>
              <a:off x="16195381" y="2660833"/>
              <a:ext cx="145685" cy="145685"/>
            </a:xfrm>
            <a:prstGeom prst="diamond">
              <a:avLst/>
            </a:prstGeom>
            <a:solidFill>
              <a:srgbClr val="0072B2"/>
            </a:solidFill>
            <a:ln w="10478">
              <a:solidFill>
                <a:srgbClr val="263238"/>
              </a:solidFill>
              <a:prstDash val="solid"/>
            </a:ln>
          </p:spPr>
        </p:sp>
        <p:sp>
          <p:nvSpPr>
            <p:cNvPr id="1235" name="four:layout-hierarchy:critical-node:1235">
              <a:extLst>
                <a:ext uri="{FF2B5EF4-FFF2-40B4-BE49-F238E27FC236}">
                  <ns2:creationId id="{0433C869-4FBB-44E9-99FD-E089983E142F}"/>
                </a:ext>
              </a:extLst>
            </p:cNvPr>
            <p:cNvSpPr>
              <a:spLocks noGrp="1"/>
            </p:cNvSpPr>
            <p:nvPr/>
          </p:nvSpPr>
          <p:spPr>
            <a:xfrm>
              <a:off x="17211699" y="2660833"/>
              <a:ext cx="145685" cy="145685"/>
            </a:xfrm>
            <a:prstGeom prst="diamond">
              <a:avLst/>
            </a:prstGeom>
            <a:solidFill>
              <a:srgbClr val="D55E00"/>
            </a:solidFill>
            <a:ln w="10478">
              <a:solidFill>
                <a:srgbClr val="263238"/>
              </a:solidFill>
              <a:prstDash val="solid"/>
            </a:ln>
          </p:spPr>
        </p:sp>
        <p:sp>
          <p:nvSpPr>
            <p:cNvPr id="1236" name="four:layout-hierarchy:critical-node:1236">
              <a:extLst>
                <a:ext uri="{FF2B5EF4-FFF2-40B4-BE49-F238E27FC236}">
                  <ns2:creationId id="{C38A991A-D235-42A7-8E0A-975AAD120B2C}"/>
                </a:ext>
              </a:extLst>
            </p:cNvPr>
            <p:cNvSpPr>
              <a:spLocks noGrp="1"/>
            </p:cNvSpPr>
            <p:nvPr/>
          </p:nvSpPr>
          <p:spPr>
            <a:xfrm>
              <a:off x="18228016" y="2660833"/>
              <a:ext cx="145685" cy="145685"/>
            </a:xfrm>
            <a:prstGeom prst="diamond">
              <a:avLst/>
            </a:prstGeom>
            <a:solidFill>
              <a:srgbClr val="009E73"/>
            </a:solidFill>
            <a:ln w="10478">
              <a:solidFill>
                <a:srgbClr val="263238"/>
              </a:solidFill>
              <a:prstDash val="solid"/>
            </a:ln>
          </p:spPr>
        </p:sp>
        <p:sp>
          <p:nvSpPr>
            <p:cNvPr id="1237" name="four:layout-hierarchy:critical-node:1237">
              <a:extLst>
                <a:ext uri="{FF2B5EF4-FFF2-40B4-BE49-F238E27FC236}">
                  <ns2:creationId id="{6BC1E3CC-1CEA-4497-9473-9F61DC03CADD}"/>
                </a:ext>
              </a:extLst>
            </p:cNvPr>
            <p:cNvSpPr>
              <a:spLocks noGrp="1"/>
            </p:cNvSpPr>
            <p:nvPr/>
          </p:nvSpPr>
          <p:spPr>
            <a:xfrm>
              <a:off x="19244334" y="2660833"/>
              <a:ext cx="145685" cy="145685"/>
            </a:xfrm>
            <a:prstGeom prst="diamond">
              <a:avLst/>
            </a:prstGeom>
            <a:solidFill>
              <a:srgbClr val="CC79A7"/>
            </a:solidFill>
            <a:ln w="10478">
              <a:solidFill>
                <a:srgbClr val="263238"/>
              </a:solidFill>
              <a:prstDash val="solid"/>
            </a:ln>
          </p:spPr>
        </p:sp>
      </p:grpSp>
      <p:grpSp>
        <p:nvGrpSpPr>
          <p:cNvPr id="3185" name="layout-to-filling"/>
          <p:cNvGrpSpPr/>
          <p:nvPr/>
        </p:nvGrpSpPr>
        <p:grpSpPr>
          <a:xfrm>
            <a:off x="0" y="0"/>
            <a:ext cx="24955500" cy="8572500"/>
            <a:chOff x="0" y="0"/>
            <a:chExt cx="24955500" cy="8572500"/>
          </a:xfrm>
        </p:grpSpPr>
        <p:sp>
          <p:nvSpPr>
            <p:cNvPr id="1276" name="four:layout-to-filling:line:1276">
              <a:extLst>
                <a:ext uri="{FF2B5EF4-FFF2-40B4-BE49-F238E27FC236}">
                  <ns2:creationId id="{D235D92B-AF7D-45DA-9F9D-7452D46B04A2}"/>
                </a:ext>
              </a:extLst>
            </p:cNvPr>
            <p:cNvSpPr>
              <a:spLocks noGrp="1"/>
            </p:cNvSpPr>
            <p:nvPr/>
          </p:nvSpPr>
          <p:spPr>
            <a:xfrm>
              <a:off x="17811750" y="4057650"/>
              <a:ext cx="953" cy="114300"/>
            </a:xfrm>
            <a:custGeom>
              <a:pathLst>
                <a:path w="953" h="114300">
                  <a:moveTo>
                    <a:pt x="0" y="0"/>
                  </a:moveTo>
                  <a:lnTo>
                    <a:pt x="0" y="114300"/>
                  </a:lnTo>
                </a:path>
              </a:pathLst>
            </a:custGeom>
            <a:noFill/>
            <a:ln w="13335">
              <a:solidFill>
                <a:srgbClr val="91A5B4"/>
              </a:solidFill>
              <a:prstDash val="solid"/>
            </a:ln>
          </p:spPr>
        </p:sp>
        <p:sp>
          <p:nvSpPr>
            <p:cNvPr id="1277" name="four:layout-to-filling:polygon:1277">
              <a:extLst>
                <a:ext uri="{FF2B5EF4-FFF2-40B4-BE49-F238E27FC236}">
                  <ns2:creationId id="{42791645-839D-4BF5-BBD8-E4424B20B1DF}"/>
                </a:ext>
              </a:extLst>
            </p:cNvPr>
            <p:cNvSpPr>
              <a:spLocks noGrp="1"/>
            </p:cNvSpPr>
            <p:nvPr/>
          </p:nvSpPr>
          <p:spPr>
            <a:xfrm>
              <a:off x="17791271" y="4124325"/>
              <a:ext cx="40958" cy="47625"/>
            </a:xfrm>
            <a:custGeom>
              <a:pathLst>
                <a:path w="40958" h="47625">
                  <a:moveTo>
                    <a:pt x="20479" y="47625"/>
                  </a:moveTo>
                  <a:lnTo>
                    <a:pt x="40958" y="0"/>
                  </a:lnTo>
                  <a:lnTo>
                    <a:pt x="0" y="0"/>
                  </a:lnTo>
                  <a:close/>
                </a:path>
              </a:pathLst>
            </a:custGeom>
            <a:solidFill>
              <a:srgbClr val="91A5B4"/>
            </a:solidFill>
            <a:ln w="0">
              <a:noFill/>
              <a:prstDash val="solid"/>
            </a:ln>
          </p:spPr>
        </p:sp>
      </p:grpSp>
      <p:grpSp>
        <p:nvGrpSpPr>
          <p:cNvPr id="3186" name="barrier-filling"/>
          <p:cNvGrpSpPr/>
          <p:nvPr/>
        </p:nvGrpSpPr>
        <p:grpSpPr>
          <a:xfrm>
            <a:off x="0" y="0"/>
            <a:ext cx="24955500" cy="8572500"/>
            <a:chOff x="0" y="0"/>
            <a:chExt cx="24955500" cy="8572500"/>
          </a:xfrm>
        </p:grpSpPr>
        <p:sp>
          <p:nvSpPr>
            <p:cNvPr id="1278" name="four:barrier-filling:textbox:1278">
              <a:extLst>
                <a:ext uri="{FF2B5EF4-FFF2-40B4-BE49-F238E27FC236}">
                  <ns2:creationId id="{42E07587-D8F2-4D86-8A0F-A128A9619CE2}"/>
                </a:ext>
              </a:extLst>
            </p:cNvPr>
            <p:cNvSpPr>
              <a:spLocks noGrp="1"/>
            </p:cNvSpPr>
            <p:nvPr/>
          </p:nvSpPr>
          <p:spPr>
            <a:xfrm>
              <a:off x="15754350" y="4267200"/>
              <a:ext cx="4114800" cy="304800"/>
            </a:xfrm>
            <a:prstGeom prst="rect">
              <a:avLst/>
            </a:prstGeom>
            <a:noFill/>
            <a:ln w="0">
              <a:noFill/>
              <a:prstDash val="solid"/>
            </a:ln>
          </p:spPr>
          <p:txBody>
            <a:bodyPr wrap="none" lIns="0" tIns="0" rIns="0" bIns="0" anchor="ctr">
              <a:normAutofit fontScale="100000"/>
            </a:bodyPr>
            <a:lstStyle>
              <a:defPPr algn="l">
                <a:defRPr sz="1800" b="1">
                  <a:solidFill>
                    <a:srgbClr val="263238"/>
                  </a:solidFill>
                  <a:latin typeface="Arial"/>
                  <a:ea typeface="Arial"/>
                  <a:cs typeface="Arial"/>
                </a:defRPr>
              </a:defPPr>
            </a:lstStyle>
            <a:p>
              <a:pPr algn="l">
                <a:defRPr sz="1800" b="1">
                  <a:solidFill>
                    <a:srgbClr val="263238"/>
                  </a:solidFill>
                  <a:latin typeface="Arial"/>
                  <a:ea typeface="Arial"/>
                  <a:cs typeface="Arial"/>
                </a:defRPr>
              </a:pPr>
              <a:r>
                <a:rPr sz="1800" b="1">
                  <a:solidFill>
                    <a:srgbClr val="263238"/>
                  </a:solidFill>
                  <a:latin typeface="Arial"/>
                  <a:ea typeface="Arial"/>
                  <a:cs typeface="Arial"/>
                </a:rPr>
                <a:t>Minimax barrier filling</a:t>
              </a:r>
            </a:p>
          </p:txBody>
        </p:sp>
        <p:sp>
          <p:nvSpPr>
            <p:cNvPr id="1279" name="four:barrier-filling:line:1279">
              <a:extLst>
                <a:ext uri="{FF2B5EF4-FFF2-40B4-BE49-F238E27FC236}">
                  <ns2:creationId id="{8E78AE4A-3591-4A71-B0B0-7CB2455B479C}"/>
                </a:ext>
              </a:extLst>
            </p:cNvPr>
            <p:cNvSpPr>
              <a:spLocks noGrp="1"/>
            </p:cNvSpPr>
            <p:nvPr/>
          </p:nvSpPr>
          <p:spPr>
            <a:xfrm>
              <a:off x="15963900" y="4695825"/>
              <a:ext cx="266700" cy="953"/>
            </a:xfrm>
            <a:custGeom>
              <a:pathLst>
                <a:path w="266700" h="953">
                  <a:moveTo>
                    <a:pt x="0" y="0"/>
                  </a:moveTo>
                  <a:lnTo>
                    <a:pt x="266700" y="0"/>
                  </a:lnTo>
                </a:path>
              </a:pathLst>
            </a:custGeom>
            <a:noFill/>
            <a:ln w="33338">
              <a:solidFill>
                <a:srgbClr val="DDA5C4"/>
              </a:solidFill>
              <a:prstDash val="dash"/>
            </a:ln>
          </p:spPr>
        </p:sp>
        <p:sp>
          <p:nvSpPr>
            <p:cNvPr id="1280" name="four:barrier-filling:textbox:1280">
              <a:extLst>
                <a:ext uri="{FF2B5EF4-FFF2-40B4-BE49-F238E27FC236}">
                  <ns2:creationId id="{FAB530FF-1D36-49D5-B781-18214F6093A6}"/>
                </a:ext>
              </a:extLst>
            </p:cNvPr>
            <p:cNvSpPr>
              <a:spLocks noGrp="1"/>
            </p:cNvSpPr>
            <p:nvPr/>
          </p:nvSpPr>
          <p:spPr>
            <a:xfrm>
              <a:off x="16325850" y="4581525"/>
              <a:ext cx="1333500" cy="228600"/>
            </a:xfrm>
            <a:prstGeom prst="rect">
              <a:avLst/>
            </a:prstGeom>
            <a:noFill/>
            <a:ln w="0">
              <a:noFill/>
              <a:prstDash val="solid"/>
            </a:ln>
          </p:spPr>
          <p:txBody>
            <a:bodyPr wrap="none" lIns="0" tIns="0" rIns="0" bIns="0" anchor="ctr">
              <a:normAutofit fontScale="100000"/>
            </a:bodyPr>
            <a:lstStyle>
              <a:defPPr algn="l">
                <a:defRPr sz="1500" b="1">
                  <a:solidFill>
                    <a:srgbClr val="DDA5C4"/>
                  </a:solidFill>
                  <a:latin typeface="Arial"/>
                  <a:ea typeface="Arial"/>
                  <a:cs typeface="Arial"/>
                </a:defRPr>
              </a:defPPr>
            </a:lstStyle>
            <a:p>
              <a:pPr algn="l">
                <a:defRPr sz="1500" b="1">
                  <a:solidFill>
                    <a:srgbClr val="DDA5C4"/>
                  </a:solidFill>
                  <a:latin typeface="Arial"/>
                  <a:ea typeface="Arial"/>
                  <a:cs typeface="Arial"/>
                </a:defRPr>
              </a:pPr>
              <a:r>
                <a:rPr sz="1500" b="1">
                  <a:solidFill>
                    <a:srgbClr val="DDA5C4"/>
                  </a:solidFill>
                  <a:latin typeface="Arial"/>
                  <a:ea typeface="Arial"/>
                  <a:cs typeface="Arial"/>
                </a:rPr>
                <a:t>LCA path</a:t>
              </a:r>
            </a:p>
          </p:txBody>
        </p:sp>
        <p:sp>
          <p:nvSpPr>
            <p:cNvPr id="1281" name="four:barrier-filling:line:1281">
              <a:extLst>
                <a:ext uri="{FF2B5EF4-FFF2-40B4-BE49-F238E27FC236}">
                  <ns2:creationId id="{F1EF65AA-6263-4A8E-B040-352E42D3FFB0}"/>
                </a:ext>
              </a:extLst>
            </p:cNvPr>
            <p:cNvSpPr>
              <a:spLocks noGrp="1"/>
            </p:cNvSpPr>
            <p:nvPr/>
          </p:nvSpPr>
          <p:spPr>
            <a:xfrm>
              <a:off x="18030825" y="4695825"/>
              <a:ext cx="247650" cy="953"/>
            </a:xfrm>
            <a:custGeom>
              <a:pathLst>
                <a:path w="247650" h="953">
                  <a:moveTo>
                    <a:pt x="0" y="0"/>
                  </a:moveTo>
                  <a:lnTo>
                    <a:pt x="247650" y="0"/>
                  </a:lnTo>
                </a:path>
              </a:pathLst>
            </a:custGeom>
            <a:noFill/>
            <a:ln w="27623">
              <a:solidFill>
                <a:srgbClr val="263238"/>
              </a:solidFill>
              <a:prstDash val="solid"/>
            </a:ln>
          </p:spPr>
        </p:sp>
        <p:sp>
          <p:nvSpPr>
            <p:cNvPr id="1282" name="four:barrier-filling:textbox:1282">
              <a:extLst>
                <a:ext uri="{FF2B5EF4-FFF2-40B4-BE49-F238E27FC236}">
                  <ns2:creationId id="{AFC24822-FE4A-44E6-9E8E-2E390666E89F}"/>
                </a:ext>
              </a:extLst>
            </p:cNvPr>
            <p:cNvSpPr>
              <a:spLocks noGrp="1"/>
            </p:cNvSpPr>
            <p:nvPr/>
          </p:nvSpPr>
          <p:spPr>
            <a:xfrm>
              <a:off x="18345150" y="4581525"/>
              <a:ext cx="1143000" cy="228600"/>
            </a:xfrm>
            <a:prstGeom prst="rect">
              <a:avLst/>
            </a:prstGeom>
            <a:noFill/>
            <a:ln w="0">
              <a:noFill/>
              <a:prstDash val="solid"/>
            </a:ln>
          </p:spPr>
          <p:txBody>
            <a:bodyPr wrap="none" lIns="0" tIns="0" rIns="0" bIns="0" anchor="ctr">
              <a:normAutofit fontScale="100000"/>
            </a:bodyPr>
            <a:lstStyle>
              <a:defPPr algn="l">
                <a:defRPr sz="1500" b="1">
                  <a:solidFill>
                    <a:srgbClr val="263238"/>
                  </a:solidFill>
                  <a:latin typeface="Arial"/>
                  <a:ea typeface="Arial"/>
                  <a:cs typeface="Arial"/>
                </a:defRPr>
              </a:defPPr>
            </a:lstStyle>
            <a:p>
              <a:pPr algn="l">
                <a:defRPr sz="1500" b="1">
                  <a:solidFill>
                    <a:srgbClr val="263238"/>
                  </a:solidFill>
                  <a:latin typeface="Arial"/>
                  <a:ea typeface="Arial"/>
                  <a:cs typeface="Arial"/>
                </a:defRPr>
              </a:pPr>
              <a:r>
                <a:rPr sz="1500" b="1">
                  <a:solidFill>
                    <a:srgbClr val="263238"/>
                  </a:solidFill>
                  <a:latin typeface="Arial"/>
                  <a:ea typeface="Arial"/>
                  <a:cs typeface="Arial"/>
                </a:rPr>
                <a:t>Optimal</a:t>
              </a:r>
            </a:p>
          </p:txBody>
        </p:sp>
        <p:sp>
          <p:nvSpPr>
            <p:cNvPr id="1283" name="four:barrier-filling:line:1283">
              <a:extLst>
                <a:ext uri="{FF2B5EF4-FFF2-40B4-BE49-F238E27FC236}">
                  <ns2:creationId id="{8019D7C9-1E3B-4A64-967A-6D407EDD4621}"/>
                </a:ext>
              </a:extLst>
            </p:cNvPr>
            <p:cNvSpPr>
              <a:spLocks noGrp="1"/>
            </p:cNvSpPr>
            <p:nvPr/>
          </p:nvSpPr>
          <p:spPr>
            <a:xfrm>
              <a:off x="15944850" y="4867275"/>
              <a:ext cx="953" cy="1905000"/>
            </a:xfrm>
            <a:custGeom>
              <a:pathLst>
                <a:path w="953" h="1905000">
                  <a:moveTo>
                    <a:pt x="0" y="54293"/>
                  </a:moveTo>
                  <a:lnTo>
                    <a:pt x="0" y="1905000"/>
                  </a:lnTo>
                </a:path>
              </a:pathLst>
            </a:custGeom>
            <a:noFill/>
            <a:ln w="4763">
              <a:solidFill>
                <a:srgbClr val="D8E1E7"/>
              </a:solidFill>
              <a:prstDash val="solid"/>
            </a:ln>
          </p:spPr>
        </p:sp>
        <p:sp>
          <p:nvSpPr>
            <p:cNvPr id="1284" name="four:barrier-filling:line:1284">
              <a:extLst>
                <a:ext uri="{FF2B5EF4-FFF2-40B4-BE49-F238E27FC236}">
                  <ns2:creationId id="{6EF64ECB-D578-4C8C-9A10-8D6BD0C8DB5B}"/>
                </a:ext>
              </a:extLst>
            </p:cNvPr>
            <p:cNvSpPr>
              <a:spLocks noGrp="1"/>
            </p:cNvSpPr>
            <p:nvPr/>
          </p:nvSpPr>
          <p:spPr>
            <a:xfrm>
              <a:off x="16868775" y="4867275"/>
              <a:ext cx="953" cy="1905000"/>
            </a:xfrm>
            <a:custGeom>
              <a:pathLst>
                <a:path w="953" h="1905000">
                  <a:moveTo>
                    <a:pt x="0" y="0"/>
                  </a:moveTo>
                  <a:lnTo>
                    <a:pt x="0" y="1905000"/>
                  </a:lnTo>
                </a:path>
              </a:pathLst>
            </a:custGeom>
            <a:noFill/>
            <a:ln w="4763">
              <a:solidFill>
                <a:srgbClr val="D8E1E7"/>
              </a:solidFill>
              <a:prstDash val="solid"/>
            </a:ln>
          </p:spPr>
        </p:sp>
        <p:sp>
          <p:nvSpPr>
            <p:cNvPr id="1285" name="four:barrier-filling:line:1285">
              <a:extLst>
                <a:ext uri="{FF2B5EF4-FFF2-40B4-BE49-F238E27FC236}">
                  <ns2:creationId id="{6A9227DB-5AD3-4D6A-B5E7-0647BB1F3D7D}"/>
                </a:ext>
              </a:extLst>
            </p:cNvPr>
            <p:cNvSpPr>
              <a:spLocks noGrp="1"/>
            </p:cNvSpPr>
            <p:nvPr/>
          </p:nvSpPr>
          <p:spPr>
            <a:xfrm>
              <a:off x="17792700" y="4867275"/>
              <a:ext cx="953" cy="1905000"/>
            </a:xfrm>
            <a:custGeom>
              <a:pathLst>
                <a:path w="953" h="1905000">
                  <a:moveTo>
                    <a:pt x="0" y="0"/>
                  </a:moveTo>
                  <a:lnTo>
                    <a:pt x="0" y="1170350"/>
                  </a:lnTo>
                  <a:moveTo>
                    <a:pt x="0" y="1278935"/>
                  </a:moveTo>
                  <a:lnTo>
                    <a:pt x="0" y="1311184"/>
                  </a:lnTo>
                  <a:moveTo>
                    <a:pt x="0" y="1410244"/>
                  </a:moveTo>
                  <a:lnTo>
                    <a:pt x="0" y="1905000"/>
                  </a:lnTo>
                </a:path>
              </a:pathLst>
            </a:custGeom>
            <a:noFill/>
            <a:ln w="4763">
              <a:solidFill>
                <a:srgbClr val="D8E1E7"/>
              </a:solidFill>
              <a:prstDash val="solid"/>
            </a:ln>
          </p:spPr>
        </p:sp>
        <p:sp>
          <p:nvSpPr>
            <p:cNvPr id="1286" name="four:barrier-filling:line:1286">
              <a:extLst>
                <a:ext uri="{FF2B5EF4-FFF2-40B4-BE49-F238E27FC236}">
                  <ns2:creationId id="{A109EEF7-7BD7-4F42-9200-B1B072007491}"/>
                </a:ext>
              </a:extLst>
            </p:cNvPr>
            <p:cNvSpPr>
              <a:spLocks noGrp="1"/>
            </p:cNvSpPr>
            <p:nvPr/>
          </p:nvSpPr>
          <p:spPr>
            <a:xfrm>
              <a:off x="18716625" y="4867275"/>
              <a:ext cx="953" cy="1905000"/>
            </a:xfrm>
            <a:custGeom>
              <a:pathLst>
                <a:path w="953" h="1905000">
                  <a:moveTo>
                    <a:pt x="0" y="0"/>
                  </a:moveTo>
                  <a:lnTo>
                    <a:pt x="0" y="1905000"/>
                  </a:lnTo>
                </a:path>
              </a:pathLst>
            </a:custGeom>
            <a:noFill/>
            <a:ln w="4763">
              <a:solidFill>
                <a:srgbClr val="D8E1E7"/>
              </a:solidFill>
              <a:prstDash val="solid"/>
            </a:ln>
          </p:spPr>
        </p:sp>
        <p:sp>
          <p:nvSpPr>
            <p:cNvPr id="1287" name="four:barrier-filling:line:1287">
              <a:extLst>
                <a:ext uri="{FF2B5EF4-FFF2-40B4-BE49-F238E27FC236}">
                  <ns2:creationId id="{D19DBB15-1CB7-4E78-B777-1FD7B09D08B3}"/>
                </a:ext>
              </a:extLst>
            </p:cNvPr>
            <p:cNvSpPr>
              <a:spLocks noGrp="1"/>
            </p:cNvSpPr>
            <p:nvPr/>
          </p:nvSpPr>
          <p:spPr>
            <a:xfrm>
              <a:off x="19640550" y="4867275"/>
              <a:ext cx="953" cy="1905000"/>
            </a:xfrm>
            <a:custGeom>
              <a:pathLst>
                <a:path w="953" h="1905000">
                  <a:moveTo>
                    <a:pt x="0" y="54293"/>
                  </a:moveTo>
                  <a:lnTo>
                    <a:pt x="0" y="1905000"/>
                  </a:lnTo>
                </a:path>
              </a:pathLst>
            </a:custGeom>
            <a:noFill/>
            <a:ln w="4763">
              <a:solidFill>
                <a:srgbClr val="D8E1E7"/>
              </a:solidFill>
              <a:prstDash val="solid"/>
            </a:ln>
          </p:spPr>
        </p:sp>
        <p:sp>
          <p:nvSpPr>
            <p:cNvPr id="1288" name="four:barrier-filling:line:1288">
              <a:extLst>
                <a:ext uri="{FF2B5EF4-FFF2-40B4-BE49-F238E27FC236}">
                  <ns2:creationId id="{78DB4BD4-1D71-4197-ACDB-9A61EFF46987}"/>
                </a:ext>
              </a:extLst>
            </p:cNvPr>
            <p:cNvSpPr>
              <a:spLocks noGrp="1"/>
            </p:cNvSpPr>
            <p:nvPr/>
          </p:nvSpPr>
          <p:spPr>
            <a:xfrm>
              <a:off x="15944850" y="4867275"/>
              <a:ext cx="3695700" cy="953"/>
            </a:xfrm>
            <a:custGeom>
              <a:pathLst>
                <a:path w="3695700" h="953">
                  <a:moveTo>
                    <a:pt x="54293" y="0"/>
                  </a:moveTo>
                  <a:lnTo>
                    <a:pt x="3641408" y="0"/>
                  </a:lnTo>
                </a:path>
              </a:pathLst>
            </a:custGeom>
            <a:noFill/>
            <a:ln w="4763">
              <a:solidFill>
                <a:srgbClr val="D8E1E7"/>
              </a:solidFill>
              <a:prstDash val="solid"/>
            </a:ln>
          </p:spPr>
        </p:sp>
        <p:sp>
          <p:nvSpPr>
            <p:cNvPr id="1289" name="four:barrier-filling:line:1289">
              <a:extLst>
                <a:ext uri="{FF2B5EF4-FFF2-40B4-BE49-F238E27FC236}">
                  <ns2:creationId id="{600B3F16-3CFB-45DE-9A88-1C21A0BDD7DD}"/>
                </a:ext>
              </a:extLst>
            </p:cNvPr>
            <p:cNvSpPr>
              <a:spLocks noGrp="1"/>
            </p:cNvSpPr>
            <p:nvPr/>
          </p:nvSpPr>
          <p:spPr>
            <a:xfrm>
              <a:off x="15944850" y="5248275"/>
              <a:ext cx="3695700" cy="953"/>
            </a:xfrm>
            <a:custGeom>
              <a:pathLst>
                <a:path w="3695700" h="953">
                  <a:moveTo>
                    <a:pt x="0" y="0"/>
                  </a:moveTo>
                  <a:lnTo>
                    <a:pt x="3695700" y="0"/>
                  </a:lnTo>
                </a:path>
              </a:pathLst>
            </a:custGeom>
            <a:noFill/>
            <a:ln w="4763">
              <a:solidFill>
                <a:srgbClr val="D8E1E7"/>
              </a:solidFill>
              <a:prstDash val="solid"/>
            </a:ln>
          </p:spPr>
        </p:sp>
        <p:sp>
          <p:nvSpPr>
            <p:cNvPr id="1290" name="four:barrier-filling:line:1290">
              <a:extLst>
                <a:ext uri="{FF2B5EF4-FFF2-40B4-BE49-F238E27FC236}">
                  <ns2:creationId id="{8BF2130B-5471-42D7-94A6-3A44A99D2FF8}"/>
                </a:ext>
              </a:extLst>
            </p:cNvPr>
            <p:cNvSpPr>
              <a:spLocks noGrp="1"/>
            </p:cNvSpPr>
            <p:nvPr/>
          </p:nvSpPr>
          <p:spPr>
            <a:xfrm>
              <a:off x="15944850" y="5629275"/>
              <a:ext cx="3695700" cy="953"/>
            </a:xfrm>
            <a:custGeom>
              <a:pathLst>
                <a:path w="3695700" h="953">
                  <a:moveTo>
                    <a:pt x="0" y="0"/>
                  </a:moveTo>
                  <a:lnTo>
                    <a:pt x="3695700" y="0"/>
                  </a:lnTo>
                </a:path>
              </a:pathLst>
            </a:custGeom>
            <a:noFill/>
            <a:ln w="4763">
              <a:solidFill>
                <a:srgbClr val="D8E1E7"/>
              </a:solidFill>
              <a:prstDash val="solid"/>
            </a:ln>
          </p:spPr>
        </p:sp>
        <p:sp>
          <p:nvSpPr>
            <p:cNvPr id="1291" name="four:barrier-filling:line:1291">
              <a:extLst>
                <a:ext uri="{FF2B5EF4-FFF2-40B4-BE49-F238E27FC236}">
                  <ns2:creationId id="{63D80240-B256-40DD-BF45-A8F54E6ABCE1}"/>
                </a:ext>
              </a:extLst>
            </p:cNvPr>
            <p:cNvSpPr>
              <a:spLocks noGrp="1"/>
            </p:cNvSpPr>
            <p:nvPr/>
          </p:nvSpPr>
          <p:spPr>
            <a:xfrm>
              <a:off x="15944850" y="6010275"/>
              <a:ext cx="3695700" cy="953"/>
            </a:xfrm>
            <a:custGeom>
              <a:pathLst>
                <a:path w="3695700" h="953">
                  <a:moveTo>
                    <a:pt x="0" y="0"/>
                  </a:moveTo>
                  <a:lnTo>
                    <a:pt x="3695700" y="0"/>
                  </a:lnTo>
                </a:path>
              </a:pathLst>
            </a:custGeom>
            <a:noFill/>
            <a:ln w="4763">
              <a:solidFill>
                <a:srgbClr val="D8E1E7"/>
              </a:solidFill>
              <a:prstDash val="solid"/>
            </a:ln>
          </p:spPr>
        </p:sp>
        <p:sp>
          <p:nvSpPr>
            <p:cNvPr id="1292" name="four:barrier-filling:line:1292">
              <a:extLst>
                <a:ext uri="{FF2B5EF4-FFF2-40B4-BE49-F238E27FC236}">
                  <ns2:creationId id="{29FC334F-4CF3-4D16-B8ED-F46C88EFB723}"/>
                </a:ext>
              </a:extLst>
            </p:cNvPr>
            <p:cNvSpPr>
              <a:spLocks noGrp="1"/>
            </p:cNvSpPr>
            <p:nvPr/>
          </p:nvSpPr>
          <p:spPr>
            <a:xfrm>
              <a:off x="15944850" y="6391275"/>
              <a:ext cx="3695700" cy="953"/>
            </a:xfrm>
            <a:custGeom>
              <a:pathLst>
                <a:path w="3695700" h="953">
                  <a:moveTo>
                    <a:pt x="0" y="0"/>
                  </a:moveTo>
                  <a:lnTo>
                    <a:pt x="3695700" y="0"/>
                  </a:lnTo>
                </a:path>
              </a:pathLst>
            </a:custGeom>
            <a:noFill/>
            <a:ln w="4763">
              <a:solidFill>
                <a:srgbClr val="D8E1E7"/>
              </a:solidFill>
              <a:prstDash val="solid"/>
            </a:ln>
          </p:spPr>
        </p:sp>
        <p:sp>
          <p:nvSpPr>
            <p:cNvPr id="1293" name="four:barrier-filling:line:1293">
              <a:extLst>
                <a:ext uri="{FF2B5EF4-FFF2-40B4-BE49-F238E27FC236}">
                  <ns2:creationId id="{8027C743-A6D8-4350-85B3-9B3FDFB4F2BE}"/>
                </a:ext>
              </a:extLst>
            </p:cNvPr>
            <p:cNvSpPr>
              <a:spLocks noGrp="1"/>
            </p:cNvSpPr>
            <p:nvPr/>
          </p:nvSpPr>
          <p:spPr>
            <a:xfrm>
              <a:off x="15944850" y="6772275"/>
              <a:ext cx="3695700" cy="953"/>
            </a:xfrm>
            <a:custGeom>
              <a:pathLst>
                <a:path w="3695700" h="953">
                  <a:moveTo>
                    <a:pt x="0" y="0"/>
                  </a:moveTo>
                  <a:lnTo>
                    <a:pt x="1285399" y="0"/>
                  </a:lnTo>
                  <a:moveTo>
                    <a:pt x="1393984" y="0"/>
                  </a:moveTo>
                  <a:lnTo>
                    <a:pt x="3695700" y="0"/>
                  </a:lnTo>
                </a:path>
              </a:pathLst>
            </a:custGeom>
            <a:noFill/>
            <a:ln w="4763">
              <a:solidFill>
                <a:srgbClr val="D8E1E7"/>
              </a:solidFill>
              <a:prstDash val="solid"/>
            </a:ln>
          </p:spPr>
        </p:sp>
        <p:sp>
          <p:nvSpPr>
            <p:cNvPr id="1294" name="four:barrier-filling:rect:1294">
              <a:extLst>
                <a:ext uri="{FF2B5EF4-FFF2-40B4-BE49-F238E27FC236}">
                  <ns2:creationId id="{08875273-4676-464E-8D3D-2CED948009FB}"/>
                </a:ext>
              </a:extLst>
            </p:cNvPr>
            <p:cNvSpPr>
              <a:spLocks noGrp="1"/>
            </p:cNvSpPr>
            <p:nvPr/>
          </p:nvSpPr>
          <p:spPr>
            <a:xfrm>
              <a:off x="15944850" y="4867275"/>
              <a:ext cx="3695700" cy="1905000"/>
            </a:xfrm>
            <a:prstGeom prst="rect">
              <a:avLst/>
            </a:prstGeom>
            <a:noFill/>
            <a:ln w="7620">
              <a:solidFill>
                <a:srgbClr val="A8B6C1"/>
              </a:solidFill>
              <a:prstDash val="solid"/>
            </a:ln>
          </p:spPr>
        </p:sp>
        <p:sp>
          <p:nvSpPr>
            <p:cNvPr id="1295" name="four:barrier-filling:line:1295">
              <a:extLst>
                <a:ext uri="{FF2B5EF4-FFF2-40B4-BE49-F238E27FC236}">
                  <ns2:creationId id="{FA5A6B12-3D36-45E9-AA31-24F69ABD228D}"/>
                </a:ext>
              </a:extLst>
            </p:cNvPr>
            <p:cNvSpPr>
              <a:spLocks noGrp="1"/>
            </p:cNvSpPr>
            <p:nvPr/>
          </p:nvSpPr>
          <p:spPr>
            <a:xfrm>
              <a:off x="16268224" y="6267450"/>
              <a:ext cx="953" cy="762000"/>
            </a:xfrm>
            <a:custGeom>
              <a:pathLst>
                <a:path w="953" h="762000">
                  <a:moveTo>
                    <a:pt x="0" y="0"/>
                  </a:moveTo>
                  <a:lnTo>
                    <a:pt x="0" y="762000"/>
                  </a:lnTo>
                </a:path>
              </a:pathLst>
            </a:custGeom>
            <a:noFill/>
            <a:ln w="9525">
              <a:solidFill>
                <a:srgbClr val="0072B2">
                  <a:alpha val="70000"/>
                </a:srgbClr>
              </a:solidFill>
              <a:prstDash val="dash"/>
            </a:ln>
          </p:spPr>
        </p:sp>
        <p:sp>
          <p:nvSpPr>
            <p:cNvPr id="1296" name="four:barrier-filling:line:1296">
              <a:extLst>
                <a:ext uri="{FF2B5EF4-FFF2-40B4-BE49-F238E27FC236}">
                  <ns2:creationId id="{59B53D15-A766-424D-B997-15BC003E458D}"/>
                </a:ext>
              </a:extLst>
            </p:cNvPr>
            <p:cNvSpPr>
              <a:spLocks noGrp="1"/>
            </p:cNvSpPr>
            <p:nvPr/>
          </p:nvSpPr>
          <p:spPr>
            <a:xfrm>
              <a:off x="17284541" y="6838950"/>
              <a:ext cx="953" cy="190500"/>
            </a:xfrm>
            <a:custGeom>
              <a:pathLst>
                <a:path w="953" h="190500">
                  <a:moveTo>
                    <a:pt x="0" y="0"/>
                  </a:moveTo>
                  <a:lnTo>
                    <a:pt x="0" y="190500"/>
                  </a:lnTo>
                </a:path>
              </a:pathLst>
            </a:custGeom>
            <a:noFill/>
            <a:ln w="9525">
              <a:solidFill>
                <a:srgbClr val="D55E00">
                  <a:alpha val="70000"/>
                </a:srgbClr>
              </a:solidFill>
              <a:prstDash val="dash"/>
            </a:ln>
          </p:spPr>
        </p:sp>
        <p:sp>
          <p:nvSpPr>
            <p:cNvPr id="1297" name="four:barrier-filling:line:1297">
              <a:extLst>
                <a:ext uri="{FF2B5EF4-FFF2-40B4-BE49-F238E27FC236}">
                  <ns2:creationId id="{68959BE5-3BAD-4D63-8EC4-4D23DAB604C5}"/>
                </a:ext>
              </a:extLst>
            </p:cNvPr>
            <p:cNvSpPr>
              <a:spLocks noGrp="1"/>
            </p:cNvSpPr>
            <p:nvPr/>
          </p:nvSpPr>
          <p:spPr>
            <a:xfrm>
              <a:off x="18300859" y="6539593"/>
              <a:ext cx="953" cy="489857"/>
            </a:xfrm>
            <a:custGeom>
              <a:pathLst>
                <a:path w="953" h="489857">
                  <a:moveTo>
                    <a:pt x="0" y="0"/>
                  </a:moveTo>
                  <a:lnTo>
                    <a:pt x="0" y="489857"/>
                  </a:lnTo>
                </a:path>
              </a:pathLst>
            </a:custGeom>
            <a:noFill/>
            <a:ln w="9525">
              <a:solidFill>
                <a:srgbClr val="009E73">
                  <a:alpha val="70000"/>
                </a:srgbClr>
              </a:solidFill>
              <a:prstDash val="dash"/>
            </a:ln>
          </p:spPr>
        </p:sp>
        <p:sp>
          <p:nvSpPr>
            <p:cNvPr id="1298" name="four:barrier-filling:line:1298">
              <a:extLst>
                <a:ext uri="{FF2B5EF4-FFF2-40B4-BE49-F238E27FC236}">
                  <ns2:creationId id="{D983FE4A-4DDD-429E-ACE4-FD4D0D466640}"/>
                </a:ext>
              </a:extLst>
            </p:cNvPr>
            <p:cNvSpPr>
              <a:spLocks noGrp="1"/>
            </p:cNvSpPr>
            <p:nvPr/>
          </p:nvSpPr>
          <p:spPr>
            <a:xfrm>
              <a:off x="19317176" y="5913664"/>
              <a:ext cx="953" cy="1115786"/>
            </a:xfrm>
            <a:custGeom>
              <a:pathLst>
                <a:path w="953" h="1115786">
                  <a:moveTo>
                    <a:pt x="0" y="0"/>
                  </a:moveTo>
                  <a:lnTo>
                    <a:pt x="0" y="1115786"/>
                  </a:lnTo>
                </a:path>
              </a:pathLst>
            </a:custGeom>
            <a:noFill/>
            <a:ln w="9525">
              <a:solidFill>
                <a:srgbClr val="CC79A7">
                  <a:alpha val="70000"/>
                </a:srgbClr>
              </a:solidFill>
              <a:prstDash val="dash"/>
            </a:ln>
          </p:spPr>
        </p:sp>
        <p:sp>
          <p:nvSpPr>
            <p:cNvPr id="1299" name="four:barrier-filling:smooth-change-band:1299">
              <a:extLst>
                <a:ext uri="{FF2B5EF4-FFF2-40B4-BE49-F238E27FC236}">
                  <ns2:creationId id="{4D6DED5C-6963-4DA1-BA88-006573B0F9EC}"/>
                </a:ext>
              </a:extLst>
            </p:cNvPr>
            <p:cNvSpPr>
              <a:spLocks noGrp="1"/>
            </p:cNvSpPr>
            <p:nvPr/>
          </p:nvSpPr>
          <p:spPr>
            <a:xfrm>
              <a:off x="16268224" y="5003346"/>
              <a:ext cx="508159" cy="1197429"/>
            </a:xfrm>
            <a:custGeom>
              <a:pathLst>
                <a:path w="508159" h="1197429">
                  <a:moveTo>
                    <a:pt x="0" y="1197429"/>
                  </a:moveTo>
                  <a:cubicBezTo>
                    <a:pt x="169386" y="1197429"/>
                    <a:pt x="338772" y="136071"/>
                    <a:pt x="508159" y="136071"/>
                  </a:cubicBezTo>
                  <a:lnTo>
                    <a:pt x="508159" y="0"/>
                  </a:lnTo>
                  <a:cubicBezTo>
                    <a:pt x="338772" y="0"/>
                    <a:pt x="169386" y="1197429"/>
                    <a:pt x="0" y="1197429"/>
                  </a:cubicBezTo>
                  <a:close/>
                </a:path>
              </a:pathLst>
            </a:custGeom>
            <a:solidFill>
              <a:srgbClr val="D3DCE4">
                <a:alpha val="32000"/>
              </a:srgbClr>
            </a:solidFill>
            <a:ln w="0">
              <a:noFill/>
            </a:ln>
          </p:spPr>
        </p:sp>
        <p:sp>
          <p:nvSpPr>
            <p:cNvPr id="1300" name="four:barrier-filling:smooth-change-band:1300">
              <a:extLst>
                <a:ext uri="{FF2B5EF4-FFF2-40B4-BE49-F238E27FC236}">
                  <ns2:creationId id="{66F556D9-619B-4958-9F3B-CA0177491364}"/>
                </a:ext>
              </a:extLst>
            </p:cNvPr>
            <p:cNvSpPr>
              <a:spLocks noGrp="1"/>
            </p:cNvSpPr>
            <p:nvPr/>
          </p:nvSpPr>
          <p:spPr>
            <a:xfrm>
              <a:off x="16776383" y="5003346"/>
              <a:ext cx="508159" cy="1768929"/>
            </a:xfrm>
            <a:custGeom>
              <a:pathLst>
                <a:path w="508159" h="1768929">
                  <a:moveTo>
                    <a:pt x="0" y="136071"/>
                  </a:moveTo>
                  <a:cubicBezTo>
                    <a:pt x="169386" y="136071"/>
                    <a:pt x="338773" y="1768929"/>
                    <a:pt x="508159" y="1768929"/>
                  </a:cubicBezTo>
                  <a:lnTo>
                    <a:pt x="508159" y="1768929"/>
                  </a:lnTo>
                  <a:cubicBezTo>
                    <a:pt x="338773" y="1768929"/>
                    <a:pt x="169386" y="0"/>
                    <a:pt x="0" y="0"/>
                  </a:cubicBezTo>
                  <a:close/>
                </a:path>
              </a:pathLst>
            </a:custGeom>
            <a:solidFill>
              <a:srgbClr val="D3DCE4">
                <a:alpha val="32000"/>
              </a:srgbClr>
            </a:solidFill>
            <a:ln w="0">
              <a:noFill/>
            </a:ln>
          </p:spPr>
        </p:sp>
        <p:sp>
          <p:nvSpPr>
            <p:cNvPr id="1301" name="four:barrier-filling:smooth-change-band:1301">
              <a:extLst>
                <a:ext uri="{FF2B5EF4-FFF2-40B4-BE49-F238E27FC236}">
                  <ns2:creationId id="{C1E50906-92F5-4637-B849-CE781706BF22}"/>
                </a:ext>
              </a:extLst>
            </p:cNvPr>
            <p:cNvSpPr>
              <a:spLocks noGrp="1"/>
            </p:cNvSpPr>
            <p:nvPr/>
          </p:nvSpPr>
          <p:spPr>
            <a:xfrm>
              <a:off x="17284541" y="6091918"/>
              <a:ext cx="508159" cy="680357"/>
            </a:xfrm>
            <a:custGeom>
              <a:pathLst>
                <a:path w="508159" h="680357">
                  <a:moveTo>
                    <a:pt x="0" y="680357"/>
                  </a:moveTo>
                  <a:cubicBezTo>
                    <a:pt x="169386" y="680357"/>
                    <a:pt x="338772" y="0"/>
                    <a:pt x="508159" y="0"/>
                  </a:cubicBezTo>
                  <a:lnTo>
                    <a:pt x="508159" y="136071"/>
                  </a:lnTo>
                  <a:cubicBezTo>
                    <a:pt x="338772" y="136071"/>
                    <a:pt x="169386" y="680357"/>
                    <a:pt x="0" y="680357"/>
                  </a:cubicBezTo>
                  <a:close/>
                </a:path>
              </a:pathLst>
            </a:custGeom>
            <a:solidFill>
              <a:srgbClr val="D3DCE4">
                <a:alpha val="32000"/>
              </a:srgbClr>
            </a:solidFill>
            <a:ln w="0">
              <a:noFill/>
            </a:ln>
          </p:spPr>
        </p:sp>
        <p:sp>
          <p:nvSpPr>
            <p:cNvPr id="1302" name="four:barrier-filling:smooth-change-band:1302">
              <a:extLst>
                <a:ext uri="{FF2B5EF4-FFF2-40B4-BE49-F238E27FC236}">
                  <ns2:creationId id="{4795E2E8-2823-4A86-8796-B638C7FEBD43}"/>
                </a:ext>
              </a:extLst>
            </p:cNvPr>
            <p:cNvSpPr>
              <a:spLocks noGrp="1"/>
            </p:cNvSpPr>
            <p:nvPr/>
          </p:nvSpPr>
          <p:spPr>
            <a:xfrm>
              <a:off x="17792700" y="6091918"/>
              <a:ext cx="508159" cy="381000"/>
            </a:xfrm>
            <a:custGeom>
              <a:pathLst>
                <a:path w="508159" h="381000">
                  <a:moveTo>
                    <a:pt x="0" y="0"/>
                  </a:moveTo>
                  <a:cubicBezTo>
                    <a:pt x="169386" y="0"/>
                    <a:pt x="338772" y="381000"/>
                    <a:pt x="508159" y="381000"/>
                  </a:cubicBezTo>
                  <a:lnTo>
                    <a:pt x="508159" y="381000"/>
                  </a:lnTo>
                  <a:cubicBezTo>
                    <a:pt x="338772" y="381000"/>
                    <a:pt x="169386" y="136071"/>
                    <a:pt x="0" y="136071"/>
                  </a:cubicBezTo>
                  <a:close/>
                </a:path>
              </a:pathLst>
            </a:custGeom>
            <a:solidFill>
              <a:srgbClr val="D3DCE4">
                <a:alpha val="32000"/>
              </a:srgbClr>
            </a:solidFill>
            <a:ln w="0">
              <a:noFill/>
            </a:ln>
          </p:spPr>
        </p:sp>
        <p:sp>
          <p:nvSpPr>
            <p:cNvPr id="1303" name="four:barrier-filling:smooth-change-band:1303">
              <a:extLst>
                <a:ext uri="{FF2B5EF4-FFF2-40B4-BE49-F238E27FC236}">
                  <ns2:creationId id="{DCCBBC11-2010-437A-BC59-AE26CC209A6E}"/>
                </a:ext>
              </a:extLst>
            </p:cNvPr>
            <p:cNvSpPr>
              <a:spLocks noGrp="1"/>
            </p:cNvSpPr>
            <p:nvPr/>
          </p:nvSpPr>
          <p:spPr>
            <a:xfrm>
              <a:off x="18300859" y="5003346"/>
              <a:ext cx="508159" cy="1469571"/>
            </a:xfrm>
            <a:custGeom>
              <a:pathLst>
                <a:path w="508159" h="1469571">
                  <a:moveTo>
                    <a:pt x="0" y="1469571"/>
                  </a:moveTo>
                  <a:cubicBezTo>
                    <a:pt x="169386" y="1469571"/>
                    <a:pt x="338773" y="136071"/>
                    <a:pt x="508159" y="136071"/>
                  </a:cubicBezTo>
                  <a:lnTo>
                    <a:pt x="508159" y="0"/>
                  </a:lnTo>
                  <a:cubicBezTo>
                    <a:pt x="338773" y="0"/>
                    <a:pt x="169386" y="1469571"/>
                    <a:pt x="0" y="1469571"/>
                  </a:cubicBezTo>
                  <a:close/>
                </a:path>
              </a:pathLst>
            </a:custGeom>
            <a:solidFill>
              <a:srgbClr val="D3DCE4">
                <a:alpha val="32000"/>
              </a:srgbClr>
            </a:solidFill>
            <a:ln w="0">
              <a:noFill/>
            </a:ln>
          </p:spPr>
        </p:sp>
        <p:sp>
          <p:nvSpPr>
            <p:cNvPr id="1304" name="four:barrier-filling:smooth-change-band:1304">
              <a:extLst>
                <a:ext uri="{FF2B5EF4-FFF2-40B4-BE49-F238E27FC236}">
                  <ns2:creationId id="{45F992E7-9479-4E36-9621-2AFA5B9E62EF}"/>
                </a:ext>
              </a:extLst>
            </p:cNvPr>
            <p:cNvSpPr>
              <a:spLocks noGrp="1"/>
            </p:cNvSpPr>
            <p:nvPr/>
          </p:nvSpPr>
          <p:spPr>
            <a:xfrm>
              <a:off x="18809018" y="5003346"/>
              <a:ext cx="508159" cy="843643"/>
            </a:xfrm>
            <a:custGeom>
              <a:pathLst>
                <a:path w="508159" h="843643">
                  <a:moveTo>
                    <a:pt x="0" y="136071"/>
                  </a:moveTo>
                  <a:cubicBezTo>
                    <a:pt x="169386" y="136071"/>
                    <a:pt x="338772" y="843643"/>
                    <a:pt x="508159" y="843643"/>
                  </a:cubicBezTo>
                  <a:lnTo>
                    <a:pt x="508159" y="843643"/>
                  </a:lnTo>
                  <a:cubicBezTo>
                    <a:pt x="338772" y="843643"/>
                    <a:pt x="169386" y="0"/>
                    <a:pt x="0" y="0"/>
                  </a:cubicBezTo>
                  <a:close/>
                </a:path>
              </a:pathLst>
            </a:custGeom>
            <a:solidFill>
              <a:srgbClr val="D3DCE4">
                <a:alpha val="32000"/>
              </a:srgbClr>
            </a:solidFill>
            <a:ln w="0">
              <a:noFill/>
            </a:ln>
          </p:spPr>
        </p:sp>
        <p:sp>
          <p:nvSpPr>
            <p:cNvPr id="1305" name="four:barrier-filling:initial-filling-curve:1305">
              <a:extLst>
                <a:ext uri="{FF2B5EF4-FFF2-40B4-BE49-F238E27FC236}">
                  <ns2:creationId id="{FB0C1D6C-474E-4886-A00C-BFAA4EC1BA08}"/>
                </a:ext>
              </a:extLst>
            </p:cNvPr>
            <p:cNvSpPr>
              <a:spLocks noGrp="1"/>
            </p:cNvSpPr>
            <p:nvPr/>
          </p:nvSpPr>
          <p:spPr>
            <a:xfrm>
              <a:off x="15944850" y="4867275"/>
              <a:ext cx="323374" cy="1333500"/>
            </a:xfrm>
            <a:custGeom>
              <a:pathLst>
                <a:path w="323374" h="1333500">
                  <a:moveTo>
                    <a:pt x="27329" y="26963"/>
                  </a:moveTo>
                  <a:cubicBezTo>
                    <a:pt x="116901" y="198432"/>
                    <a:pt x="206473" y="1135068"/>
                    <a:pt x="296045" y="1306537"/>
                  </a:cubicBezTo>
                </a:path>
              </a:pathLst>
            </a:custGeom>
            <a:noFill/>
            <a:ln w="33338">
              <a:solidFill>
                <a:srgbClr val="DDA5C4"/>
              </a:solidFill>
              <a:prstDash val="dash"/>
            </a:ln>
          </p:spPr>
        </p:sp>
        <p:sp>
          <p:nvSpPr>
            <p:cNvPr id="1306" name="four:barrier-filling:initial-filling-curve:1306">
              <a:extLst>
                <a:ext uri="{FF2B5EF4-FFF2-40B4-BE49-F238E27FC236}">
                  <ns2:creationId id="{6F6241D0-1F74-4E9D-9D4C-CE1FF50440B1}"/>
                </a:ext>
              </a:extLst>
            </p:cNvPr>
            <p:cNvSpPr>
              <a:spLocks noGrp="1"/>
            </p:cNvSpPr>
            <p:nvPr/>
          </p:nvSpPr>
          <p:spPr>
            <a:xfrm>
              <a:off x="16268224" y="5003346"/>
              <a:ext cx="508159" cy="1197429"/>
            </a:xfrm>
            <a:custGeom>
              <a:pathLst>
                <a:path w="508159" h="1197429">
                  <a:moveTo>
                    <a:pt x="36575" y="1179711"/>
                  </a:moveTo>
                  <a:cubicBezTo>
                    <a:pt x="182407" y="1041990"/>
                    <a:pt x="328239" y="144475"/>
                    <a:pt x="474071" y="15442"/>
                  </a:cubicBezTo>
                </a:path>
              </a:pathLst>
            </a:custGeom>
            <a:noFill/>
            <a:ln w="33338">
              <a:solidFill>
                <a:srgbClr val="DDA5C4"/>
              </a:solidFill>
              <a:prstDash val="dash"/>
            </a:ln>
          </p:spPr>
        </p:sp>
        <p:sp>
          <p:nvSpPr>
            <p:cNvPr id="1307" name="four:barrier-filling:initial-filling-curve:1307">
              <a:extLst>
                <a:ext uri="{FF2B5EF4-FFF2-40B4-BE49-F238E27FC236}">
                  <ns2:creationId id="{D343E27B-77B8-440E-BD7A-574E39AF8CF0}"/>
                </a:ext>
              </a:extLst>
            </p:cNvPr>
            <p:cNvSpPr>
              <a:spLocks noGrp="1"/>
            </p:cNvSpPr>
            <p:nvPr/>
          </p:nvSpPr>
          <p:spPr>
            <a:xfrm>
              <a:off x="16776383" y="5003346"/>
              <a:ext cx="508159" cy="1768929"/>
            </a:xfrm>
            <a:custGeom>
              <a:pathLst>
                <a:path w="508159" h="1768929">
                  <a:moveTo>
                    <a:pt x="30810" y="18720"/>
                  </a:moveTo>
                  <a:cubicBezTo>
                    <a:pt x="178944" y="194936"/>
                    <a:pt x="327077" y="1559986"/>
                    <a:pt x="475211" y="1747584"/>
                  </a:cubicBezTo>
                </a:path>
              </a:pathLst>
            </a:custGeom>
            <a:noFill/>
            <a:ln w="33338">
              <a:solidFill>
                <a:srgbClr val="DDA5C4"/>
              </a:solidFill>
              <a:prstDash val="dash"/>
            </a:ln>
          </p:spPr>
        </p:sp>
        <p:sp>
          <p:nvSpPr>
            <p:cNvPr id="1308" name="four:barrier-filling:initial-filling-curve:1308">
              <a:extLst>
                <a:ext uri="{FF2B5EF4-FFF2-40B4-BE49-F238E27FC236}">
                  <ns2:creationId id="{E4E30E9F-1CD4-499B-BC90-A931FC0CA04F}"/>
                </a:ext>
              </a:extLst>
            </p:cNvPr>
            <p:cNvSpPr>
              <a:spLocks noGrp="1"/>
            </p:cNvSpPr>
            <p:nvPr/>
          </p:nvSpPr>
          <p:spPr>
            <a:xfrm>
              <a:off x="17284541" y="6227989"/>
              <a:ext cx="508159" cy="544286"/>
            </a:xfrm>
            <a:custGeom>
              <a:pathLst>
                <a:path w="508159" h="544286">
                  <a:moveTo>
                    <a:pt x="43174" y="533167"/>
                  </a:moveTo>
                  <a:cubicBezTo>
                    <a:pt x="184848" y="462384"/>
                    <a:pt x="326523" y="75538"/>
                    <a:pt x="468197" y="9569"/>
                  </a:cubicBezTo>
                </a:path>
              </a:pathLst>
            </a:custGeom>
            <a:noFill/>
            <a:ln w="33338">
              <a:solidFill>
                <a:srgbClr val="DDA5C4"/>
              </a:solidFill>
              <a:prstDash val="dash"/>
            </a:ln>
          </p:spPr>
        </p:sp>
        <p:sp>
          <p:nvSpPr>
            <p:cNvPr id="1309" name="four:barrier-filling:initial-filling-curve:1309">
              <a:extLst>
                <a:ext uri="{FF2B5EF4-FFF2-40B4-BE49-F238E27FC236}">
                  <ns2:creationId id="{D32240FB-08AE-4C2B-96E7-AA876715C002}"/>
                </a:ext>
              </a:extLst>
            </p:cNvPr>
            <p:cNvSpPr>
              <a:spLocks noGrp="1"/>
            </p:cNvSpPr>
            <p:nvPr/>
          </p:nvSpPr>
          <p:spPr>
            <a:xfrm>
              <a:off x="17792700" y="6227989"/>
              <a:ext cx="508159" cy="244929"/>
            </a:xfrm>
            <a:custGeom>
              <a:pathLst>
                <a:path w="508159" h="244929">
                  <a:moveTo>
                    <a:pt x="44276" y="5254"/>
                  </a:moveTo>
                  <a:cubicBezTo>
                    <a:pt x="182864" y="37132"/>
                    <a:pt x="321451" y="204397"/>
                    <a:pt x="460039" y="238756"/>
                  </a:cubicBezTo>
                </a:path>
              </a:pathLst>
            </a:custGeom>
            <a:noFill/>
            <a:ln w="33338">
              <a:solidFill>
                <a:srgbClr val="DDA5C4"/>
              </a:solidFill>
              <a:prstDash val="dash"/>
            </a:ln>
          </p:spPr>
        </p:sp>
        <p:sp>
          <p:nvSpPr>
            <p:cNvPr id="1310" name="four:barrier-filling:initial-filling-curve:1310">
              <a:extLst>
                <a:ext uri="{FF2B5EF4-FFF2-40B4-BE49-F238E27FC236}">
                  <ns2:creationId id="{6DE5D821-766A-4552-89F8-F6BF3B3C7100}"/>
                </a:ext>
              </a:extLst>
            </p:cNvPr>
            <p:cNvSpPr>
              <a:spLocks noGrp="1"/>
            </p:cNvSpPr>
            <p:nvPr/>
          </p:nvSpPr>
          <p:spPr>
            <a:xfrm>
              <a:off x="18300859" y="5003346"/>
              <a:ext cx="508159" cy="1469571"/>
            </a:xfrm>
            <a:custGeom>
              <a:pathLst>
                <a:path w="508159" h="1469571">
                  <a:moveTo>
                    <a:pt x="34686" y="1449965"/>
                  </a:moveTo>
                  <a:cubicBezTo>
                    <a:pt x="181715" y="1287710"/>
                    <a:pt x="328745" y="169372"/>
                    <a:pt x="475774" y="17145"/>
                  </a:cubicBezTo>
                </a:path>
              </a:pathLst>
            </a:custGeom>
            <a:noFill/>
            <a:ln w="33338">
              <a:solidFill>
                <a:srgbClr val="DDA5C4"/>
              </a:solidFill>
              <a:prstDash val="dash"/>
            </a:ln>
          </p:spPr>
        </p:sp>
        <p:sp>
          <p:nvSpPr>
            <p:cNvPr id="1311" name="four:barrier-filling:initial-filling-curve:1311">
              <a:extLst>
                <a:ext uri="{FF2B5EF4-FFF2-40B4-BE49-F238E27FC236}">
                  <ns2:creationId id="{E764FD5F-B691-448D-B5EA-CE7B451202B6}"/>
                </a:ext>
              </a:extLst>
            </p:cNvPr>
            <p:cNvSpPr>
              <a:spLocks noGrp="1"/>
            </p:cNvSpPr>
            <p:nvPr/>
          </p:nvSpPr>
          <p:spPr>
            <a:xfrm>
              <a:off x="18809018" y="5003346"/>
              <a:ext cx="508159" cy="843643"/>
            </a:xfrm>
            <a:custGeom>
              <a:pathLst>
                <a:path w="508159" h="843643">
                  <a:moveTo>
                    <a:pt x="36858" y="12672"/>
                  </a:moveTo>
                  <a:cubicBezTo>
                    <a:pt x="180735" y="109085"/>
                    <a:pt x="324612" y="725871"/>
                    <a:pt x="468488" y="829021"/>
                  </a:cubicBezTo>
                </a:path>
              </a:pathLst>
            </a:custGeom>
            <a:noFill/>
            <a:ln w="33338">
              <a:solidFill>
                <a:srgbClr val="DDA5C4"/>
              </a:solidFill>
              <a:prstDash val="dash"/>
            </a:ln>
          </p:spPr>
        </p:sp>
        <p:sp>
          <p:nvSpPr>
            <p:cNvPr id="1312" name="four:barrier-filling:initial-filling-curve:1312">
              <a:extLst>
                <a:ext uri="{FF2B5EF4-FFF2-40B4-BE49-F238E27FC236}">
                  <ns2:creationId id="{6B7DF382-FC74-4928-85D8-C764FC709572}"/>
                </a:ext>
              </a:extLst>
            </p:cNvPr>
            <p:cNvSpPr>
              <a:spLocks noGrp="1"/>
            </p:cNvSpPr>
            <p:nvPr/>
          </p:nvSpPr>
          <p:spPr>
            <a:xfrm>
              <a:off x="19317176" y="4867275"/>
              <a:ext cx="323374" cy="979714"/>
            </a:xfrm>
            <a:custGeom>
              <a:pathLst>
                <a:path w="323374" h="979714">
                  <a:moveTo>
                    <a:pt x="30221" y="955643"/>
                  </a:moveTo>
                  <a:cubicBezTo>
                    <a:pt x="117865" y="820665"/>
                    <a:pt x="205509" y="159049"/>
                    <a:pt x="293152" y="24071"/>
                  </a:cubicBezTo>
                </a:path>
              </a:pathLst>
            </a:custGeom>
            <a:noFill/>
            <a:ln w="33338">
              <a:solidFill>
                <a:srgbClr val="DDA5C4"/>
              </a:solidFill>
              <a:prstDash val="dash"/>
            </a:ln>
          </p:spPr>
        </p:sp>
        <p:sp>
          <p:nvSpPr>
            <p:cNvPr id="1313" name="four:barrier-filling:profile-halo:1313">
              <a:extLst>
                <a:ext uri="{FF2B5EF4-FFF2-40B4-BE49-F238E27FC236}">
                  <ns2:creationId id="{A7F70710-9C12-438A-AD81-1A81C6B28E04}"/>
                </a:ext>
              </a:extLst>
            </p:cNvPr>
            <p:cNvSpPr>
              <a:spLocks noGrp="1"/>
            </p:cNvSpPr>
            <p:nvPr/>
          </p:nvSpPr>
          <p:spPr>
            <a:xfrm>
              <a:off x="15944850" y="4867275"/>
              <a:ext cx="323374" cy="1333500"/>
            </a:xfrm>
            <a:custGeom>
              <a:pathLst>
                <a:path w="323374" h="1333500">
                  <a:moveTo>
                    <a:pt x="27329" y="26963"/>
                  </a:moveTo>
                  <a:cubicBezTo>
                    <a:pt x="116901" y="198432"/>
                    <a:pt x="206473" y="1135068"/>
                    <a:pt x="296045" y="1306537"/>
                  </a:cubicBezTo>
                </a:path>
              </a:pathLst>
            </a:custGeom>
            <a:noFill/>
            <a:ln w="42863">
              <a:solidFill>
                <a:srgbClr val="FFFFFF"/>
              </a:solidFill>
              <a:prstDash val="solid"/>
            </a:ln>
          </p:spPr>
        </p:sp>
        <p:sp>
          <p:nvSpPr>
            <p:cNvPr id="1314" name="four:barrier-filling:optimized-filling-curve:1314">
              <a:extLst>
                <a:ext uri="{FF2B5EF4-FFF2-40B4-BE49-F238E27FC236}">
                  <ns2:creationId id="{78FB2897-6269-45AE-BDD7-382CEFD333C5}"/>
                </a:ext>
              </a:extLst>
            </p:cNvPr>
            <p:cNvSpPr>
              <a:spLocks noGrp="1"/>
            </p:cNvSpPr>
            <p:nvPr/>
          </p:nvSpPr>
          <p:spPr>
            <a:xfrm>
              <a:off x="15944850" y="4867275"/>
              <a:ext cx="323374" cy="1333500"/>
            </a:xfrm>
            <a:custGeom>
              <a:pathLst>
                <a:path w="323374" h="1333500">
                  <a:moveTo>
                    <a:pt x="27329" y="26963"/>
                  </a:moveTo>
                  <a:cubicBezTo>
                    <a:pt x="116901" y="198432"/>
                    <a:pt x="206473" y="1135068"/>
                    <a:pt x="296045" y="1306537"/>
                  </a:cubicBezTo>
                </a:path>
              </a:pathLst>
            </a:custGeom>
            <a:noFill/>
            <a:ln w="26670">
              <a:solidFill>
                <a:srgbClr val="263238"/>
              </a:solidFill>
              <a:prstDash val="solid"/>
            </a:ln>
          </p:spPr>
        </p:sp>
        <p:sp>
          <p:nvSpPr>
            <p:cNvPr id="1315" name="four:barrier-filling:profile-halo:1315">
              <a:extLst>
                <a:ext uri="{FF2B5EF4-FFF2-40B4-BE49-F238E27FC236}">
                  <ns2:creationId id="{6810CE41-0343-4119-816C-22CE391BE745}"/>
                </a:ext>
              </a:extLst>
            </p:cNvPr>
            <p:cNvSpPr>
              <a:spLocks noGrp="1"/>
            </p:cNvSpPr>
            <p:nvPr/>
          </p:nvSpPr>
          <p:spPr>
            <a:xfrm>
              <a:off x="16268224" y="5139418"/>
              <a:ext cx="508159" cy="1061357"/>
            </a:xfrm>
            <a:custGeom>
              <a:pathLst>
                <a:path w="508159" h="1061357">
                  <a:moveTo>
                    <a:pt x="37664" y="1044729"/>
                  </a:moveTo>
                  <a:cubicBezTo>
                    <a:pt x="181941" y="920651"/>
                    <a:pt x="326218" y="140707"/>
                    <a:pt x="470494" y="16628"/>
                  </a:cubicBezTo>
                </a:path>
              </a:pathLst>
            </a:custGeom>
            <a:noFill/>
            <a:ln w="42863">
              <a:solidFill>
                <a:srgbClr val="FFFFFF"/>
              </a:solidFill>
              <a:prstDash val="solid"/>
            </a:ln>
          </p:spPr>
        </p:sp>
        <p:sp>
          <p:nvSpPr>
            <p:cNvPr id="1316" name="four:barrier-filling:optimized-filling-curve:1316">
              <a:extLst>
                <a:ext uri="{FF2B5EF4-FFF2-40B4-BE49-F238E27FC236}">
                  <ns2:creationId id="{DE3C722B-BEC4-4907-8562-6428ED6F9621}"/>
                </a:ext>
              </a:extLst>
            </p:cNvPr>
            <p:cNvSpPr>
              <a:spLocks noGrp="1"/>
            </p:cNvSpPr>
            <p:nvPr/>
          </p:nvSpPr>
          <p:spPr>
            <a:xfrm>
              <a:off x="16268224" y="5139418"/>
              <a:ext cx="508159" cy="1061357"/>
            </a:xfrm>
            <a:custGeom>
              <a:pathLst>
                <a:path w="508159" h="1061357">
                  <a:moveTo>
                    <a:pt x="37664" y="1044729"/>
                  </a:moveTo>
                  <a:cubicBezTo>
                    <a:pt x="181941" y="920651"/>
                    <a:pt x="326218" y="140707"/>
                    <a:pt x="470494" y="16628"/>
                  </a:cubicBezTo>
                </a:path>
              </a:pathLst>
            </a:custGeom>
            <a:noFill/>
            <a:ln w="26670">
              <a:solidFill>
                <a:srgbClr val="263238"/>
              </a:solidFill>
              <a:prstDash val="solid"/>
            </a:ln>
          </p:spPr>
        </p:sp>
        <p:sp>
          <p:nvSpPr>
            <p:cNvPr id="1317" name="four:barrier-filling:profile-halo:1317">
              <a:extLst>
                <a:ext uri="{FF2B5EF4-FFF2-40B4-BE49-F238E27FC236}">
                  <ns2:creationId id="{38AF504D-DD78-4DD8-9573-9883DAEC33CF}"/>
                </a:ext>
              </a:extLst>
            </p:cNvPr>
            <p:cNvSpPr>
              <a:spLocks noGrp="1"/>
            </p:cNvSpPr>
            <p:nvPr/>
          </p:nvSpPr>
          <p:spPr>
            <a:xfrm>
              <a:off x="16776383" y="5139418"/>
              <a:ext cx="508159" cy="1632857"/>
            </a:xfrm>
            <a:custGeom>
              <a:pathLst>
                <a:path w="508159" h="1632857">
                  <a:moveTo>
                    <a:pt x="33700" y="20592"/>
                  </a:moveTo>
                  <a:cubicBezTo>
                    <a:pt x="180620" y="195985"/>
                    <a:pt x="327539" y="1436872"/>
                    <a:pt x="474458" y="1612265"/>
                  </a:cubicBezTo>
                </a:path>
              </a:pathLst>
            </a:custGeom>
            <a:noFill/>
            <a:ln w="42863">
              <a:solidFill>
                <a:srgbClr val="FFFFFF"/>
              </a:solidFill>
              <a:prstDash val="solid"/>
            </a:ln>
          </p:spPr>
        </p:sp>
        <p:sp>
          <p:nvSpPr>
            <p:cNvPr id="1318" name="four:barrier-filling:optimized-filling-curve:1318">
              <a:extLst>
                <a:ext uri="{FF2B5EF4-FFF2-40B4-BE49-F238E27FC236}">
                  <ns2:creationId id="{CAF186E7-90D1-449A-B5E0-5A1A7C877CAA}"/>
                </a:ext>
              </a:extLst>
            </p:cNvPr>
            <p:cNvSpPr>
              <a:spLocks noGrp="1"/>
            </p:cNvSpPr>
            <p:nvPr/>
          </p:nvSpPr>
          <p:spPr>
            <a:xfrm>
              <a:off x="16776383" y="5139418"/>
              <a:ext cx="508159" cy="1632857"/>
            </a:xfrm>
            <a:custGeom>
              <a:pathLst>
                <a:path w="508159" h="1632857">
                  <a:moveTo>
                    <a:pt x="33700" y="20592"/>
                  </a:moveTo>
                  <a:cubicBezTo>
                    <a:pt x="180620" y="195985"/>
                    <a:pt x="327539" y="1436872"/>
                    <a:pt x="474458" y="1612265"/>
                  </a:cubicBezTo>
                </a:path>
              </a:pathLst>
            </a:custGeom>
            <a:noFill/>
            <a:ln w="26670">
              <a:solidFill>
                <a:srgbClr val="263238"/>
              </a:solidFill>
              <a:prstDash val="solid"/>
            </a:ln>
          </p:spPr>
        </p:sp>
        <p:sp>
          <p:nvSpPr>
            <p:cNvPr id="1319" name="four:barrier-filling:profile-halo:1319">
              <a:extLst>
                <a:ext uri="{FF2B5EF4-FFF2-40B4-BE49-F238E27FC236}">
                  <ns2:creationId id="{DF6222DE-E438-48CE-B645-B6F95FBB9C69}"/>
                </a:ext>
              </a:extLst>
            </p:cNvPr>
            <p:cNvSpPr>
              <a:spLocks noGrp="1"/>
            </p:cNvSpPr>
            <p:nvPr/>
          </p:nvSpPr>
          <p:spPr>
            <a:xfrm>
              <a:off x="17284541" y="6091918"/>
              <a:ext cx="508159" cy="680357"/>
            </a:xfrm>
            <a:custGeom>
              <a:pathLst>
                <a:path w="508159" h="680357">
                  <a:moveTo>
                    <a:pt x="41450" y="667515"/>
                  </a:moveTo>
                  <a:cubicBezTo>
                    <a:pt x="183203" y="582206"/>
                    <a:pt x="324956" y="98151"/>
                    <a:pt x="466708" y="12842"/>
                  </a:cubicBezTo>
                </a:path>
              </a:pathLst>
            </a:custGeom>
            <a:noFill/>
            <a:ln w="42863">
              <a:solidFill>
                <a:srgbClr val="FFFFFF"/>
              </a:solidFill>
              <a:prstDash val="solid"/>
            </a:ln>
          </p:spPr>
        </p:sp>
        <p:sp>
          <p:nvSpPr>
            <p:cNvPr id="1320" name="four:barrier-filling:optimized-filling-curve:1320">
              <a:extLst>
                <a:ext uri="{FF2B5EF4-FFF2-40B4-BE49-F238E27FC236}">
                  <ns2:creationId id="{634C2A54-E8F6-402C-B866-BFDC22F128A9}"/>
                </a:ext>
              </a:extLst>
            </p:cNvPr>
            <p:cNvSpPr>
              <a:spLocks noGrp="1"/>
            </p:cNvSpPr>
            <p:nvPr/>
          </p:nvSpPr>
          <p:spPr>
            <a:xfrm>
              <a:off x="17284541" y="6091918"/>
              <a:ext cx="508159" cy="680357"/>
            </a:xfrm>
            <a:custGeom>
              <a:pathLst>
                <a:path w="508159" h="680357">
                  <a:moveTo>
                    <a:pt x="41450" y="667515"/>
                  </a:moveTo>
                  <a:cubicBezTo>
                    <a:pt x="183203" y="582206"/>
                    <a:pt x="324956" y="98151"/>
                    <a:pt x="466708" y="12842"/>
                  </a:cubicBezTo>
                </a:path>
              </a:pathLst>
            </a:custGeom>
            <a:noFill/>
            <a:ln w="26670">
              <a:solidFill>
                <a:srgbClr val="263238"/>
              </a:solidFill>
              <a:prstDash val="solid"/>
            </a:ln>
          </p:spPr>
        </p:sp>
        <p:sp>
          <p:nvSpPr>
            <p:cNvPr id="1321" name="four:barrier-filling:profile-halo:1321">
              <a:extLst>
                <a:ext uri="{FF2B5EF4-FFF2-40B4-BE49-F238E27FC236}">
                  <ns2:creationId id="{E0BF4A63-E1A0-48F6-A3EB-578E0EB31E98}"/>
                </a:ext>
              </a:extLst>
            </p:cNvPr>
            <p:cNvSpPr>
              <a:spLocks noGrp="1"/>
            </p:cNvSpPr>
            <p:nvPr/>
          </p:nvSpPr>
          <p:spPr>
            <a:xfrm>
              <a:off x="17792700" y="6091918"/>
              <a:ext cx="508159" cy="381000"/>
            </a:xfrm>
            <a:custGeom>
              <a:pathLst>
                <a:path w="508159" h="381000">
                  <a:moveTo>
                    <a:pt x="45629" y="8664"/>
                  </a:moveTo>
                  <a:cubicBezTo>
                    <a:pt x="184596" y="59758"/>
                    <a:pt x="323563" y="321242"/>
                    <a:pt x="462530" y="372336"/>
                  </a:cubicBezTo>
                </a:path>
              </a:pathLst>
            </a:custGeom>
            <a:noFill/>
            <a:ln w="42863">
              <a:solidFill>
                <a:srgbClr val="FFFFFF"/>
              </a:solidFill>
              <a:prstDash val="solid"/>
            </a:ln>
          </p:spPr>
        </p:sp>
        <p:sp>
          <p:nvSpPr>
            <p:cNvPr id="1322" name="four:barrier-filling:optimized-filling-curve:1322">
              <a:extLst>
                <a:ext uri="{FF2B5EF4-FFF2-40B4-BE49-F238E27FC236}">
                  <ns2:creationId id="{F9B427BF-D5AA-4E19-A1BA-3D7EA79A6D82}"/>
                </a:ext>
              </a:extLst>
            </p:cNvPr>
            <p:cNvSpPr>
              <a:spLocks noGrp="1"/>
            </p:cNvSpPr>
            <p:nvPr/>
          </p:nvSpPr>
          <p:spPr>
            <a:xfrm>
              <a:off x="17792700" y="6091918"/>
              <a:ext cx="508159" cy="381000"/>
            </a:xfrm>
            <a:custGeom>
              <a:pathLst>
                <a:path w="508159" h="381000">
                  <a:moveTo>
                    <a:pt x="45629" y="8664"/>
                  </a:moveTo>
                  <a:cubicBezTo>
                    <a:pt x="184596" y="59758"/>
                    <a:pt x="323563" y="321242"/>
                    <a:pt x="462530" y="372336"/>
                  </a:cubicBezTo>
                </a:path>
              </a:pathLst>
            </a:custGeom>
            <a:noFill/>
            <a:ln w="26670">
              <a:solidFill>
                <a:srgbClr val="263238"/>
              </a:solidFill>
              <a:prstDash val="solid"/>
            </a:ln>
          </p:spPr>
        </p:sp>
        <p:sp>
          <p:nvSpPr>
            <p:cNvPr id="1323" name="four:barrier-filling:profile-halo:1323">
              <a:extLst>
                <a:ext uri="{FF2B5EF4-FFF2-40B4-BE49-F238E27FC236}">
                  <ns2:creationId id="{6C6D4B66-0A73-482E-884C-08949528F905}"/>
                </a:ext>
              </a:extLst>
            </p:cNvPr>
            <p:cNvSpPr>
              <a:spLocks noGrp="1"/>
            </p:cNvSpPr>
            <p:nvPr/>
          </p:nvSpPr>
          <p:spPr>
            <a:xfrm>
              <a:off x="18300859" y="5139418"/>
              <a:ext cx="508159" cy="1333500"/>
            </a:xfrm>
            <a:custGeom>
              <a:pathLst>
                <a:path w="508159" h="1333500">
                  <a:moveTo>
                    <a:pt x="35588" y="1314795"/>
                  </a:moveTo>
                  <a:cubicBezTo>
                    <a:pt x="181249" y="1165427"/>
                    <a:pt x="326910" y="168073"/>
                    <a:pt x="472571" y="18705"/>
                  </a:cubicBezTo>
                </a:path>
              </a:pathLst>
            </a:custGeom>
            <a:noFill/>
            <a:ln w="42863">
              <a:solidFill>
                <a:srgbClr val="FFFFFF"/>
              </a:solidFill>
              <a:prstDash val="solid"/>
            </a:ln>
          </p:spPr>
        </p:sp>
        <p:sp>
          <p:nvSpPr>
            <p:cNvPr id="1324" name="four:barrier-filling:optimized-filling-curve:1324">
              <a:extLst>
                <a:ext uri="{FF2B5EF4-FFF2-40B4-BE49-F238E27FC236}">
                  <ns2:creationId id="{DB641212-3FD6-4542-A490-3D871958C3B9}"/>
                </a:ext>
              </a:extLst>
            </p:cNvPr>
            <p:cNvSpPr>
              <a:spLocks noGrp="1"/>
            </p:cNvSpPr>
            <p:nvPr/>
          </p:nvSpPr>
          <p:spPr>
            <a:xfrm>
              <a:off x="18300859" y="5139418"/>
              <a:ext cx="508159" cy="1333500"/>
            </a:xfrm>
            <a:custGeom>
              <a:pathLst>
                <a:path w="508159" h="1333500">
                  <a:moveTo>
                    <a:pt x="35588" y="1314795"/>
                  </a:moveTo>
                  <a:cubicBezTo>
                    <a:pt x="181249" y="1165427"/>
                    <a:pt x="326910" y="168073"/>
                    <a:pt x="472571" y="18705"/>
                  </a:cubicBezTo>
                </a:path>
              </a:pathLst>
            </a:custGeom>
            <a:noFill/>
            <a:ln w="26670">
              <a:solidFill>
                <a:srgbClr val="263238"/>
              </a:solidFill>
              <a:prstDash val="solid"/>
            </a:ln>
          </p:spPr>
        </p:sp>
        <p:sp>
          <p:nvSpPr>
            <p:cNvPr id="1325" name="four:barrier-filling:profile-halo:1325">
              <a:extLst>
                <a:ext uri="{FF2B5EF4-FFF2-40B4-BE49-F238E27FC236}">
                  <ns2:creationId id="{3611799A-76AD-4CBB-83EC-94137BB8857B}"/>
                </a:ext>
              </a:extLst>
            </p:cNvPr>
            <p:cNvSpPr>
              <a:spLocks noGrp="1"/>
            </p:cNvSpPr>
            <p:nvPr/>
          </p:nvSpPr>
          <p:spPr>
            <a:xfrm>
              <a:off x="18809018" y="5139418"/>
              <a:ext cx="508159" cy="707571"/>
            </a:xfrm>
            <a:custGeom>
              <a:pathLst>
                <a:path w="508159" h="707571">
                  <a:moveTo>
                    <a:pt x="41134" y="13158"/>
                  </a:moveTo>
                  <a:cubicBezTo>
                    <a:pt x="183098" y="101394"/>
                    <a:pt x="325061" y="606178"/>
                    <a:pt x="467025" y="694413"/>
                  </a:cubicBezTo>
                </a:path>
              </a:pathLst>
            </a:custGeom>
            <a:noFill/>
            <a:ln w="42863">
              <a:solidFill>
                <a:srgbClr val="FFFFFF"/>
              </a:solidFill>
              <a:prstDash val="solid"/>
            </a:ln>
          </p:spPr>
        </p:sp>
        <p:sp>
          <p:nvSpPr>
            <p:cNvPr id="1326" name="four:barrier-filling:optimized-filling-curve:1326">
              <a:extLst>
                <a:ext uri="{FF2B5EF4-FFF2-40B4-BE49-F238E27FC236}">
                  <ns2:creationId id="{3B07B079-622D-43F1-BC0A-97D2ECC491B3}"/>
                </a:ext>
              </a:extLst>
            </p:cNvPr>
            <p:cNvSpPr>
              <a:spLocks noGrp="1"/>
            </p:cNvSpPr>
            <p:nvPr/>
          </p:nvSpPr>
          <p:spPr>
            <a:xfrm>
              <a:off x="18809018" y="5139418"/>
              <a:ext cx="508159" cy="707571"/>
            </a:xfrm>
            <a:custGeom>
              <a:pathLst>
                <a:path w="508159" h="707571">
                  <a:moveTo>
                    <a:pt x="41134" y="13158"/>
                  </a:moveTo>
                  <a:cubicBezTo>
                    <a:pt x="183098" y="101394"/>
                    <a:pt x="325061" y="606178"/>
                    <a:pt x="467025" y="694413"/>
                  </a:cubicBezTo>
                </a:path>
              </a:pathLst>
            </a:custGeom>
            <a:noFill/>
            <a:ln w="26670">
              <a:solidFill>
                <a:srgbClr val="263238"/>
              </a:solidFill>
              <a:prstDash val="solid"/>
            </a:ln>
          </p:spPr>
        </p:sp>
        <p:sp>
          <p:nvSpPr>
            <p:cNvPr id="1327" name="four:barrier-filling:profile-halo:1327">
              <a:extLst>
                <a:ext uri="{FF2B5EF4-FFF2-40B4-BE49-F238E27FC236}">
                  <ns2:creationId id="{B57FB723-F7FC-48D5-BD74-013C7CE74166}"/>
                </a:ext>
              </a:extLst>
            </p:cNvPr>
            <p:cNvSpPr>
              <a:spLocks noGrp="1"/>
            </p:cNvSpPr>
            <p:nvPr/>
          </p:nvSpPr>
          <p:spPr>
            <a:xfrm>
              <a:off x="19317176" y="4867275"/>
              <a:ext cx="323374" cy="979714"/>
            </a:xfrm>
            <a:custGeom>
              <a:pathLst>
                <a:path w="323374" h="979714">
                  <a:moveTo>
                    <a:pt x="30221" y="955643"/>
                  </a:moveTo>
                  <a:cubicBezTo>
                    <a:pt x="117865" y="820665"/>
                    <a:pt x="205509" y="159049"/>
                    <a:pt x="293152" y="24071"/>
                  </a:cubicBezTo>
                </a:path>
              </a:pathLst>
            </a:custGeom>
            <a:noFill/>
            <a:ln w="42863">
              <a:solidFill>
                <a:srgbClr val="FFFFFF"/>
              </a:solidFill>
              <a:prstDash val="solid"/>
            </a:ln>
          </p:spPr>
        </p:sp>
        <p:sp>
          <p:nvSpPr>
            <p:cNvPr id="1328" name="four:barrier-filling:optimized-filling-curve:1328">
              <a:extLst>
                <a:ext uri="{FF2B5EF4-FFF2-40B4-BE49-F238E27FC236}">
                  <ns2:creationId id="{8B199E3A-50EA-495C-B857-37664693A1D3}"/>
                </a:ext>
              </a:extLst>
            </p:cNvPr>
            <p:cNvSpPr>
              <a:spLocks noGrp="1"/>
            </p:cNvSpPr>
            <p:nvPr/>
          </p:nvSpPr>
          <p:spPr>
            <a:xfrm>
              <a:off x="19317176" y="4867275"/>
              <a:ext cx="323374" cy="979714"/>
            </a:xfrm>
            <a:custGeom>
              <a:pathLst>
                <a:path w="323374" h="979714">
                  <a:moveTo>
                    <a:pt x="30221" y="955643"/>
                  </a:moveTo>
                  <a:cubicBezTo>
                    <a:pt x="117865" y="820665"/>
                    <a:pt x="205509" y="159049"/>
                    <a:pt x="293152" y="24071"/>
                  </a:cubicBezTo>
                </a:path>
              </a:pathLst>
            </a:custGeom>
            <a:noFill/>
            <a:ln w="26670">
              <a:solidFill>
                <a:srgbClr val="263238"/>
              </a:solidFill>
              <a:prstDash val="solid"/>
            </a:ln>
          </p:spPr>
        </p:sp>
        <p:sp>
          <p:nvSpPr>
            <p:cNvPr id="1329" name="four:barrier-filling:line:1329">
              <a:extLst>
                <a:ext uri="{FF2B5EF4-FFF2-40B4-BE49-F238E27FC236}">
                  <ns2:creationId id="{1E1F7ACC-BDE6-4CC8-B330-62690A136B77}"/>
                </a:ext>
              </a:extLst>
            </p:cNvPr>
            <p:cNvSpPr>
              <a:spLocks noGrp="1"/>
            </p:cNvSpPr>
            <p:nvPr/>
          </p:nvSpPr>
          <p:spPr>
            <a:xfrm>
              <a:off x="16268224" y="5275489"/>
              <a:ext cx="3048952" cy="953"/>
            </a:xfrm>
            <a:custGeom>
              <a:pathLst>
                <a:path w="3048952" h="953">
                  <a:moveTo>
                    <a:pt x="0" y="0"/>
                  </a:moveTo>
                  <a:lnTo>
                    <a:pt x="3048952" y="0"/>
                  </a:lnTo>
                </a:path>
              </a:pathLst>
            </a:custGeom>
            <a:noFill/>
            <a:ln w="11430">
              <a:solidFill>
                <a:srgbClr val="8F9DA9"/>
              </a:solidFill>
              <a:prstDash val="dash"/>
            </a:ln>
          </p:spPr>
        </p:sp>
        <p:sp>
          <p:nvSpPr>
            <p:cNvPr id="1330" name="four:barrier-filling:textbox:1330">
              <a:extLst>
                <a:ext uri="{FF2B5EF4-FFF2-40B4-BE49-F238E27FC236}">
                  <ns2:creationId id="{667B37E0-C97D-4DAF-AED7-A7836A4E6123}"/>
                </a:ext>
              </a:extLst>
            </p:cNvPr>
            <p:cNvSpPr>
              <a:spLocks noGrp="1"/>
            </p:cNvSpPr>
            <p:nvPr/>
          </p:nvSpPr>
          <p:spPr>
            <a:xfrm>
              <a:off x="16230124" y="5104039"/>
              <a:ext cx="190500" cy="342900"/>
            </a:xfrm>
            <a:prstGeom prst="rect">
              <a:avLst/>
            </a:prstGeom>
            <a:solidFill>
              <a:srgbClr val="FFFFFF"/>
            </a:solidFill>
            <a:ln w="0">
              <a:noFill/>
              <a:prstDash val="solid"/>
            </a:ln>
          </p:spPr>
          <p:txBody>
            <a:bodyPr wrap="none" lIns="0" tIns="0" rIns="0" bIns="0" anchor="ctr">
              <a:normAutofit fontScale="100000"/>
            </a:bodyPr>
            <a:lstStyle>
              <a:defPPr algn="ctr">
                <a:defRPr sz="1725" b="0">
                  <a:solidFill>
                    <a:srgbClr val="7B8790"/>
                  </a:solidFill>
                  <a:latin typeface="Arial"/>
                  <a:ea typeface="Arial"/>
                  <a:cs typeface="Arial"/>
                </a:defRPr>
              </a:defPPr>
            </a:lstStyle>
            <a:p>
              <a:pPr algn="ctr">
                <a:defRPr sz="1725" b="0">
                  <a:solidFill>
                    <a:srgbClr val="7B8790"/>
                  </a:solidFill>
                  <a:latin typeface="Arial"/>
                  <a:ea typeface="Arial"/>
                  <a:cs typeface="Arial"/>
                </a:defRPr>
              </a:pPr>
              <a:r>
                <a:rPr sz="1725" b="0">
                  <a:solidFill>
                    <a:srgbClr val="7B8790"/>
                  </a:solidFill>
                  <a:latin typeface="Arial"/>
                  <a:ea typeface="Arial"/>
                  <a:cs typeface="Arial"/>
                </a:rPr>
                <a:t>T</a:t>
              </a:r>
            </a:p>
          </p:txBody>
        </p:sp>
        <p:sp>
          <p:nvSpPr>
            <p:cNvPr id="1331" name="four:barrier-filling:source-pair-A:1331">
              <a:extLst>
                <a:ext uri="{FF2B5EF4-FFF2-40B4-BE49-F238E27FC236}">
                  <ns2:creationId id="{AA35FA99-846E-420F-8361-8B47721FB2D4}"/>
                </a:ext>
              </a:extLst>
            </p:cNvPr>
            <p:cNvSpPr>
              <a:spLocks noGrp="1"/>
            </p:cNvSpPr>
            <p:nvPr/>
          </p:nvSpPr>
          <p:spPr>
            <a:xfrm>
              <a:off x="16439674" y="5237389"/>
              <a:ext cx="76200" cy="76200"/>
            </a:xfrm>
            <a:prstGeom prst="rect">
              <a:avLst/>
            </a:prstGeom>
            <a:solidFill>
              <a:srgbClr val="0072B2"/>
            </a:solidFill>
            <a:ln w="0">
              <a:noFill/>
              <a:prstDash val="solid"/>
            </a:ln>
          </p:spPr>
        </p:sp>
        <p:sp>
          <p:nvSpPr>
            <p:cNvPr id="1332" name="four:barrier-filling:source-pair-B:1332">
              <a:extLst>
                <a:ext uri="{FF2B5EF4-FFF2-40B4-BE49-F238E27FC236}">
                  <ns2:creationId id="{6AF36CFE-EE9D-4D78-BE99-55E910B49CE6}"/>
                </a:ext>
              </a:extLst>
            </p:cNvPr>
            <p:cNvSpPr>
              <a:spLocks noGrp="1"/>
            </p:cNvSpPr>
            <p:nvPr/>
          </p:nvSpPr>
          <p:spPr>
            <a:xfrm>
              <a:off x="16534924" y="5237389"/>
              <a:ext cx="76200" cy="76200"/>
            </a:xfrm>
            <a:prstGeom prst="rect">
              <a:avLst/>
            </a:prstGeom>
            <a:solidFill>
              <a:srgbClr val="CC79A7"/>
            </a:solidFill>
            <a:ln w="0">
              <a:noFill/>
              <a:prstDash val="solid"/>
            </a:ln>
          </p:spPr>
        </p:sp>
        <p:sp>
          <p:nvSpPr>
            <p:cNvPr id="1333" name="four:barrier-filling:line:1333">
              <a:extLst>
                <a:ext uri="{FF2B5EF4-FFF2-40B4-BE49-F238E27FC236}">
                  <ns2:creationId id="{FB5FA431-18DE-48BF-99E8-21965EF87B35}"/>
                </a:ext>
              </a:extLst>
            </p:cNvPr>
            <p:cNvSpPr>
              <a:spLocks noGrp="1"/>
            </p:cNvSpPr>
            <p:nvPr/>
          </p:nvSpPr>
          <p:spPr>
            <a:xfrm>
              <a:off x="16833533" y="5003346"/>
              <a:ext cx="959168" cy="953"/>
            </a:xfrm>
            <a:custGeom>
              <a:pathLst>
                <a:path w="959168" h="953">
                  <a:moveTo>
                    <a:pt x="0" y="0"/>
                  </a:moveTo>
                  <a:lnTo>
                    <a:pt x="959168" y="0"/>
                  </a:lnTo>
                </a:path>
              </a:pathLst>
            </a:custGeom>
            <a:noFill/>
            <a:ln w="9525">
              <a:solidFill>
                <a:srgbClr val="DDA5C4">
                  <a:alpha val="70000"/>
                </a:srgbClr>
              </a:solidFill>
              <a:prstDash val="dash"/>
            </a:ln>
          </p:spPr>
        </p:sp>
        <p:sp>
          <p:nvSpPr>
            <p:cNvPr id="1334" name="four:barrier-filling:line:1334">
              <a:extLst>
                <a:ext uri="{FF2B5EF4-FFF2-40B4-BE49-F238E27FC236}">
                  <ns2:creationId id="{27816B0D-6611-410C-9BF7-2975811084A9}"/>
                </a:ext>
              </a:extLst>
            </p:cNvPr>
            <p:cNvSpPr>
              <a:spLocks noGrp="1"/>
            </p:cNvSpPr>
            <p:nvPr/>
          </p:nvSpPr>
          <p:spPr>
            <a:xfrm>
              <a:off x="16833533" y="5139418"/>
              <a:ext cx="1282541" cy="953"/>
            </a:xfrm>
            <a:custGeom>
              <a:pathLst>
                <a:path w="1282541" h="953">
                  <a:moveTo>
                    <a:pt x="0" y="0"/>
                  </a:moveTo>
                  <a:lnTo>
                    <a:pt x="1282541" y="0"/>
                  </a:lnTo>
                </a:path>
              </a:pathLst>
            </a:custGeom>
            <a:noFill/>
            <a:ln w="9525">
              <a:solidFill>
                <a:srgbClr val="263238">
                  <a:alpha val="65000"/>
                </a:srgbClr>
              </a:solidFill>
              <a:prstDash val="dash"/>
            </a:ln>
          </p:spPr>
        </p:sp>
        <p:sp>
          <p:nvSpPr>
            <p:cNvPr id="1335" name="four:barrier-filling:line:1335">
              <a:extLst>
                <a:ext uri="{FF2B5EF4-FFF2-40B4-BE49-F238E27FC236}">
                  <ns2:creationId id="{F41CE400-A108-4788-86D2-48A9550A61D5}"/>
                </a:ext>
              </a:extLst>
            </p:cNvPr>
            <p:cNvSpPr>
              <a:spLocks noGrp="1"/>
            </p:cNvSpPr>
            <p:nvPr/>
          </p:nvSpPr>
          <p:spPr>
            <a:xfrm>
              <a:off x="17792700" y="5003346"/>
              <a:ext cx="953" cy="272143"/>
            </a:xfrm>
            <a:custGeom>
              <a:pathLst>
                <a:path w="953" h="272143">
                  <a:moveTo>
                    <a:pt x="0" y="0"/>
                  </a:moveTo>
                  <a:lnTo>
                    <a:pt x="0" y="272143"/>
                  </a:lnTo>
                </a:path>
              </a:pathLst>
            </a:custGeom>
            <a:noFill/>
            <a:ln w="20003">
              <a:solidFill>
                <a:srgbClr val="DDA5C4"/>
              </a:solidFill>
              <a:prstDash val="solid"/>
            </a:ln>
          </p:spPr>
        </p:sp>
        <p:sp>
          <p:nvSpPr>
            <p:cNvPr id="1336" name="four:barrier-filling:line:1336">
              <a:extLst>
                <a:ext uri="{FF2B5EF4-FFF2-40B4-BE49-F238E27FC236}">
                  <ns2:creationId id="{7734443B-66FC-419B-A905-9B7A12110636}"/>
                </a:ext>
              </a:extLst>
            </p:cNvPr>
            <p:cNvSpPr>
              <a:spLocks noGrp="1"/>
            </p:cNvSpPr>
            <p:nvPr/>
          </p:nvSpPr>
          <p:spPr>
            <a:xfrm>
              <a:off x="17754600" y="5003346"/>
              <a:ext cx="76200" cy="953"/>
            </a:xfrm>
            <a:custGeom>
              <a:pathLst>
                <a:path w="76200" h="953">
                  <a:moveTo>
                    <a:pt x="0" y="0"/>
                  </a:moveTo>
                  <a:lnTo>
                    <a:pt x="76200" y="0"/>
                  </a:lnTo>
                </a:path>
              </a:pathLst>
            </a:custGeom>
            <a:noFill/>
            <a:ln w="20003">
              <a:solidFill>
                <a:srgbClr val="DDA5C4"/>
              </a:solidFill>
              <a:prstDash val="solid"/>
            </a:ln>
          </p:spPr>
        </p:sp>
        <p:sp>
          <p:nvSpPr>
            <p:cNvPr id="1337" name="four:barrier-filling:line:1337">
              <a:extLst>
                <a:ext uri="{FF2B5EF4-FFF2-40B4-BE49-F238E27FC236}">
                  <ns2:creationId id="{B5F52962-8A48-49BC-938D-88FC6D22BD5C}"/>
                </a:ext>
              </a:extLst>
            </p:cNvPr>
            <p:cNvSpPr>
              <a:spLocks noGrp="1"/>
            </p:cNvSpPr>
            <p:nvPr/>
          </p:nvSpPr>
          <p:spPr>
            <a:xfrm>
              <a:off x="17754600" y="5275489"/>
              <a:ext cx="76200" cy="953"/>
            </a:xfrm>
            <a:custGeom>
              <a:pathLst>
                <a:path w="76200" h="953">
                  <a:moveTo>
                    <a:pt x="0" y="0"/>
                  </a:moveTo>
                  <a:lnTo>
                    <a:pt x="76200" y="0"/>
                  </a:lnTo>
                </a:path>
              </a:pathLst>
            </a:custGeom>
            <a:noFill/>
            <a:ln w="20003">
              <a:solidFill>
                <a:srgbClr val="DDA5C4"/>
              </a:solidFill>
              <a:prstDash val="solid"/>
            </a:ln>
          </p:spPr>
        </p:sp>
        <p:sp>
          <p:nvSpPr>
            <p:cNvPr id="1338" name="four:barrier-filling:line:1338">
              <a:extLst>
                <a:ext uri="{FF2B5EF4-FFF2-40B4-BE49-F238E27FC236}">
                  <ns2:creationId id="{E4207323-ABDF-4CBE-920A-B47F1356FE71}"/>
                </a:ext>
              </a:extLst>
            </p:cNvPr>
            <p:cNvSpPr>
              <a:spLocks noGrp="1"/>
            </p:cNvSpPr>
            <p:nvPr/>
          </p:nvSpPr>
          <p:spPr>
            <a:xfrm>
              <a:off x="18116074" y="5139418"/>
              <a:ext cx="953" cy="136071"/>
            </a:xfrm>
            <a:custGeom>
              <a:pathLst>
                <a:path w="953" h="136071">
                  <a:moveTo>
                    <a:pt x="0" y="0"/>
                  </a:moveTo>
                  <a:lnTo>
                    <a:pt x="0" y="136071"/>
                  </a:lnTo>
                </a:path>
              </a:pathLst>
            </a:custGeom>
            <a:noFill/>
            <a:ln w="20003">
              <a:solidFill>
                <a:srgbClr val="263238"/>
              </a:solidFill>
              <a:prstDash val="solid"/>
            </a:ln>
          </p:spPr>
        </p:sp>
        <p:sp>
          <p:nvSpPr>
            <p:cNvPr id="1339" name="four:barrier-filling:line:1339">
              <a:extLst>
                <a:ext uri="{FF2B5EF4-FFF2-40B4-BE49-F238E27FC236}">
                  <ns2:creationId id="{B61D6B93-AB28-466D-82F3-C03C8D0075D3}"/>
                </a:ext>
              </a:extLst>
            </p:cNvPr>
            <p:cNvSpPr>
              <a:spLocks noGrp="1"/>
            </p:cNvSpPr>
            <p:nvPr/>
          </p:nvSpPr>
          <p:spPr>
            <a:xfrm>
              <a:off x="18077974" y="5139418"/>
              <a:ext cx="76200" cy="953"/>
            </a:xfrm>
            <a:custGeom>
              <a:pathLst>
                <a:path w="76200" h="953">
                  <a:moveTo>
                    <a:pt x="0" y="0"/>
                  </a:moveTo>
                  <a:lnTo>
                    <a:pt x="76200" y="0"/>
                  </a:lnTo>
                </a:path>
              </a:pathLst>
            </a:custGeom>
            <a:noFill/>
            <a:ln w="20003">
              <a:solidFill>
                <a:srgbClr val="263238"/>
              </a:solidFill>
              <a:prstDash val="solid"/>
            </a:ln>
          </p:spPr>
        </p:sp>
        <p:sp>
          <p:nvSpPr>
            <p:cNvPr id="1340" name="four:barrier-filling:line:1340">
              <a:extLst>
                <a:ext uri="{FF2B5EF4-FFF2-40B4-BE49-F238E27FC236}">
                  <ns2:creationId id="{7371BCE7-544F-4460-A2E3-335352B5990A}"/>
                </a:ext>
              </a:extLst>
            </p:cNvPr>
            <p:cNvSpPr>
              <a:spLocks noGrp="1"/>
            </p:cNvSpPr>
            <p:nvPr/>
          </p:nvSpPr>
          <p:spPr>
            <a:xfrm>
              <a:off x="18077974" y="5275489"/>
              <a:ext cx="76200" cy="953"/>
            </a:xfrm>
            <a:custGeom>
              <a:pathLst>
                <a:path w="76200" h="953">
                  <a:moveTo>
                    <a:pt x="0" y="0"/>
                  </a:moveTo>
                  <a:lnTo>
                    <a:pt x="76200" y="0"/>
                  </a:lnTo>
                </a:path>
              </a:pathLst>
            </a:custGeom>
            <a:noFill/>
            <a:ln w="20003">
              <a:solidFill>
                <a:srgbClr val="263238"/>
              </a:solidFill>
              <a:prstDash val="solid"/>
            </a:ln>
          </p:spPr>
        </p:sp>
        <p:sp>
          <p:nvSpPr>
            <p:cNvPr id="1341" name="four:barrier-filling:textbox:1341">
              <a:extLst>
                <a:ext uri="{FF2B5EF4-FFF2-40B4-BE49-F238E27FC236}">
                  <ns2:creationId id="{53768369-C203-416B-B748-7462AA3388E3}"/>
                </a:ext>
              </a:extLst>
            </p:cNvPr>
            <p:cNvSpPr>
              <a:spLocks noGrp="1"/>
            </p:cNvSpPr>
            <p:nvPr/>
          </p:nvSpPr>
          <p:spPr>
            <a:xfrm>
              <a:off x="16916400" y="4917621"/>
              <a:ext cx="781050" cy="342900"/>
            </a:xfrm>
            <a:prstGeom prst="rect">
              <a:avLst/>
            </a:prstGeom>
            <a:solidFill>
              <a:srgbClr val="FFFFFF"/>
            </a:solidFill>
            <a:ln w="0">
              <a:noFill/>
              <a:prstDash val="solid"/>
            </a:ln>
          </p:spPr>
          <p:txBody>
            <a:bodyPr wrap="none" lIns="0" tIns="0" rIns="0" bIns="0" anchor="ctr">
              <a:normAutofit fontScale="100000"/>
            </a:bodyPr>
            <a:lstStyle>
              <a:defPPr algn="ctr">
                <a:defRPr sz="1800" b="0">
                  <a:solidFill>
                    <a:srgbClr val="DDA5C4"/>
                  </a:solidFill>
                  <a:latin typeface="Arial"/>
                  <a:ea typeface="Arial"/>
                  <a:cs typeface="Arial"/>
                </a:defRPr>
              </a:defPPr>
            </a:lstStyle>
            <a:p>
              <a:pPr algn="ctr">
                <a:defRPr sz="1800" b="0">
                  <a:solidFill>
                    <a:srgbClr val="DDA5C4"/>
                  </a:solidFill>
                  <a:latin typeface="Arial"/>
                  <a:ea typeface="Arial"/>
                  <a:cs typeface="Arial"/>
                </a:defRPr>
              </a:pPr>
              <a:r>
                <a:rPr sz="1800" b="0">
                  <a:solidFill>
                    <a:srgbClr val="DDA5C4"/>
                  </a:solidFill>
                  <a:latin typeface="Arial"/>
                  <a:ea typeface="Arial"/>
                  <a:cs typeface="Arial"/>
                </a:rPr>
                <a:t>δ</a:t>
              </a:r>
              <a:r>
                <a:rPr sz="1296" b="0" baseline="-25000">
                  <a:solidFill>
                    <a:srgbClr val="DDA5C4"/>
                  </a:solidFill>
                  <a:latin typeface="Arial"/>
                  <a:ea typeface="Arial"/>
                  <a:cs typeface="Arial"/>
                </a:rPr>
                <a:t>LCA</a:t>
              </a:r>
            </a:p>
          </p:txBody>
        </p:sp>
        <p:sp>
          <p:nvSpPr>
            <p:cNvPr id="1342" name="four:barrier-filling:textbox:1342">
              <a:extLst>
                <a:ext uri="{FF2B5EF4-FFF2-40B4-BE49-F238E27FC236}">
                  <ns2:creationId id="{F5E91E61-0078-4A56-9052-2B75381E9804}"/>
                </a:ext>
              </a:extLst>
            </p:cNvPr>
            <p:cNvSpPr>
              <a:spLocks noGrp="1"/>
            </p:cNvSpPr>
            <p:nvPr/>
          </p:nvSpPr>
          <p:spPr>
            <a:xfrm>
              <a:off x="17620774" y="5342164"/>
              <a:ext cx="514350" cy="342900"/>
            </a:xfrm>
            <a:prstGeom prst="rect">
              <a:avLst/>
            </a:prstGeom>
            <a:solidFill>
              <a:srgbClr val="FFFFFF"/>
            </a:solidFill>
            <a:ln w="0">
              <a:noFill/>
              <a:prstDash val="solid"/>
            </a:ln>
          </p:spPr>
          <p:txBody>
            <a:bodyPr wrap="none" lIns="0" tIns="0" rIns="0" bIns="0" anchor="ctr">
              <a:normAutofit fontScale="100000"/>
            </a:bodyPr>
            <a:lstStyle>
              <a:defPPr algn="ctr">
                <a:defRPr sz="1800" b="0">
                  <a:solidFill>
                    <a:srgbClr val="263238"/>
                  </a:solidFill>
                  <a:latin typeface="Arial"/>
                  <a:ea typeface="Arial"/>
                  <a:cs typeface="Arial"/>
                </a:defRPr>
              </a:defPPr>
            </a:lstStyle>
            <a:p>
              <a:pPr algn="ctr">
                <a:defRPr sz="1800" b="0">
                  <a:solidFill>
                    <a:srgbClr val="263238"/>
                  </a:solidFill>
                  <a:latin typeface="Arial"/>
                  <a:ea typeface="Arial"/>
                  <a:cs typeface="Arial"/>
                </a:defRPr>
              </a:pPr>
              <a:r>
                <a:rPr sz="1800" b="0">
                  <a:solidFill>
                    <a:srgbClr val="263238"/>
                  </a:solidFill>
                  <a:latin typeface="Arial"/>
                  <a:ea typeface="Arial"/>
                  <a:cs typeface="Arial"/>
                </a:rPr>
                <a:t>δ</a:t>
              </a:r>
              <a:r>
                <a:rPr sz="1296" b="0" baseline="32000">
                  <a:solidFill>
                    <a:srgbClr val="263238"/>
                  </a:solidFill>
                  <a:latin typeface="Arial"/>
                  <a:ea typeface="Arial"/>
                  <a:cs typeface="Arial"/>
                </a:rPr>
                <a:t>*</a:t>
              </a:r>
            </a:p>
          </p:txBody>
        </p:sp>
        <p:sp>
          <p:nvSpPr>
            <p:cNvPr id="1343" name="four:barrier-filling:line:1343">
              <a:extLst>
                <a:ext uri="{FF2B5EF4-FFF2-40B4-BE49-F238E27FC236}">
                  <ns2:creationId id="{ABD95F83-7572-4CA7-9BB0-15FB4C9EA1C8}"/>
                </a:ext>
              </a:extLst>
            </p:cNvPr>
            <p:cNvSpPr>
              <a:spLocks noGrp="1"/>
            </p:cNvSpPr>
            <p:nvPr/>
          </p:nvSpPr>
          <p:spPr>
            <a:xfrm>
              <a:off x="18116074" y="5304064"/>
              <a:ext cx="953" cy="200025"/>
            </a:xfrm>
            <a:custGeom>
              <a:pathLst>
                <a:path w="953" h="200025">
                  <a:moveTo>
                    <a:pt x="0" y="0"/>
                  </a:moveTo>
                  <a:lnTo>
                    <a:pt x="0" y="200025"/>
                  </a:lnTo>
                </a:path>
              </a:pathLst>
            </a:custGeom>
            <a:noFill/>
            <a:ln w="11430">
              <a:solidFill>
                <a:srgbClr val="263238"/>
              </a:solidFill>
              <a:prstDash val="solid"/>
            </a:ln>
          </p:spPr>
        </p:sp>
        <p:sp>
          <p:nvSpPr>
            <p:cNvPr id="1344" name="four:barrier-filling:line:1344">
              <a:extLst>
                <a:ext uri="{FF2B5EF4-FFF2-40B4-BE49-F238E27FC236}">
                  <ns2:creationId id="{10F20FDA-52EC-4F9A-860D-D58346772CB7}"/>
                </a:ext>
              </a:extLst>
            </p:cNvPr>
            <p:cNvSpPr>
              <a:spLocks noGrp="1"/>
            </p:cNvSpPr>
            <p:nvPr/>
          </p:nvSpPr>
          <p:spPr>
            <a:xfrm>
              <a:off x="18068449" y="5504089"/>
              <a:ext cx="47625" cy="953"/>
            </a:xfrm>
            <a:custGeom>
              <a:pathLst>
                <a:path w="47625" h="953">
                  <a:moveTo>
                    <a:pt x="47625" y="0"/>
                  </a:moveTo>
                  <a:lnTo>
                    <a:pt x="0" y="0"/>
                  </a:lnTo>
                </a:path>
              </a:pathLst>
            </a:custGeom>
            <a:noFill/>
            <a:ln w="11430">
              <a:solidFill>
                <a:srgbClr val="263238"/>
              </a:solidFill>
              <a:prstDash val="solid"/>
            </a:ln>
          </p:spPr>
        </p:sp>
        <p:sp>
          <p:nvSpPr>
            <p:cNvPr id="1345" name="four:barrier-filling:line:1345">
              <a:extLst>
                <a:ext uri="{FF2B5EF4-FFF2-40B4-BE49-F238E27FC236}">
                  <ns2:creationId id="{F75DD136-D99A-414E-9030-0586F61F8E0B}"/>
                </a:ext>
              </a:extLst>
            </p:cNvPr>
            <p:cNvSpPr>
              <a:spLocks noGrp="1"/>
            </p:cNvSpPr>
            <p:nvPr/>
          </p:nvSpPr>
          <p:spPr>
            <a:xfrm>
              <a:off x="16268224" y="6886575"/>
              <a:ext cx="3048952" cy="953"/>
            </a:xfrm>
            <a:custGeom>
              <a:pathLst>
                <a:path w="3048952" h="953">
                  <a:moveTo>
                    <a:pt x="0" y="0"/>
                  </a:moveTo>
                  <a:lnTo>
                    <a:pt x="3048952" y="0"/>
                  </a:lnTo>
                </a:path>
              </a:pathLst>
            </a:custGeom>
            <a:noFill/>
            <a:ln w="10478">
              <a:solidFill>
                <a:srgbClr val="7A8994"/>
              </a:solidFill>
              <a:prstDash val="solid"/>
            </a:ln>
          </p:spPr>
        </p:sp>
        <p:sp>
          <p:nvSpPr>
            <p:cNvPr id="1346" name="four:barrier-filling:line:1346">
              <a:extLst>
                <a:ext uri="{FF2B5EF4-FFF2-40B4-BE49-F238E27FC236}">
                  <ns2:creationId id="{AC216FD4-60F4-469A-9F94-6CDCC9CB0BFD}"/>
                </a:ext>
              </a:extLst>
            </p:cNvPr>
            <p:cNvSpPr>
              <a:spLocks noGrp="1"/>
            </p:cNvSpPr>
            <p:nvPr/>
          </p:nvSpPr>
          <p:spPr>
            <a:xfrm>
              <a:off x="16268224" y="6838950"/>
              <a:ext cx="953" cy="95250"/>
            </a:xfrm>
            <a:custGeom>
              <a:pathLst>
                <a:path w="953" h="95250">
                  <a:moveTo>
                    <a:pt x="0" y="0"/>
                  </a:moveTo>
                  <a:lnTo>
                    <a:pt x="0" y="95250"/>
                  </a:lnTo>
                </a:path>
              </a:pathLst>
            </a:custGeom>
            <a:noFill/>
            <a:ln w="19050">
              <a:solidFill>
                <a:srgbClr val="0072B2"/>
              </a:solidFill>
              <a:prstDash val="solid"/>
            </a:ln>
          </p:spPr>
        </p:sp>
        <p:sp>
          <p:nvSpPr>
            <p:cNvPr id="1347" name="four:barrier-filling:line:1347">
              <a:extLst>
                <a:ext uri="{FF2B5EF4-FFF2-40B4-BE49-F238E27FC236}">
                  <ns2:creationId id="{D9637273-60EA-48A7-B438-1A80B9A31CC4}"/>
                </a:ext>
              </a:extLst>
            </p:cNvPr>
            <p:cNvSpPr>
              <a:spLocks noGrp="1"/>
            </p:cNvSpPr>
            <p:nvPr/>
          </p:nvSpPr>
          <p:spPr>
            <a:xfrm>
              <a:off x="19317176" y="6838950"/>
              <a:ext cx="953" cy="95250"/>
            </a:xfrm>
            <a:custGeom>
              <a:pathLst>
                <a:path w="953" h="95250">
                  <a:moveTo>
                    <a:pt x="0" y="0"/>
                  </a:moveTo>
                  <a:lnTo>
                    <a:pt x="0" y="95250"/>
                  </a:lnTo>
                </a:path>
              </a:pathLst>
            </a:custGeom>
            <a:noFill/>
            <a:ln w="19050">
              <a:solidFill>
                <a:srgbClr val="CC79A7"/>
              </a:solidFill>
              <a:prstDash val="solid"/>
            </a:ln>
          </p:spPr>
        </p:sp>
        <p:sp>
          <p:nvSpPr>
            <p:cNvPr id="1348" name="four:barrier-filling:regular-node:1348">
              <a:extLst>
                <a:ext uri="{FF2B5EF4-FFF2-40B4-BE49-F238E27FC236}">
                  <ns2:creationId id="{F359334D-7BE5-47EB-9C92-B73EBEFDAEBF}"/>
                </a:ext>
              </a:extLst>
            </p:cNvPr>
            <p:cNvSpPr>
              <a:spLocks noGrp="1"/>
            </p:cNvSpPr>
            <p:nvPr/>
          </p:nvSpPr>
          <p:spPr>
            <a:xfrm>
              <a:off x="16070342" y="5497830"/>
              <a:ext cx="72390" cy="72390"/>
            </a:xfrm>
            <a:prstGeom prst="ellipse">
              <a:avLst/>
            </a:prstGeom>
            <a:solidFill>
              <a:srgbClr val="0072B2"/>
            </a:solidFill>
            <a:ln w="9525">
              <a:solidFill>
                <a:srgbClr val="263238"/>
              </a:solidFill>
              <a:prstDash val="solid"/>
            </a:ln>
          </p:spPr>
        </p:sp>
        <p:sp>
          <p:nvSpPr>
            <p:cNvPr id="1349" name="four:barrier-filling:regular-node:1349">
              <a:extLst>
                <a:ext uri="{FF2B5EF4-FFF2-40B4-BE49-F238E27FC236}">
                  <ns2:creationId id="{F481202D-89AF-49AF-A0D0-76BE5BCE5427}"/>
                </a:ext>
              </a:extLst>
            </p:cNvPr>
            <p:cNvSpPr>
              <a:spLocks noGrp="1"/>
            </p:cNvSpPr>
            <p:nvPr/>
          </p:nvSpPr>
          <p:spPr>
            <a:xfrm>
              <a:off x="16486108" y="5633901"/>
              <a:ext cx="72390" cy="72390"/>
            </a:xfrm>
            <a:prstGeom prst="ellipse">
              <a:avLst/>
            </a:prstGeom>
            <a:solidFill>
              <a:srgbClr val="0072B2"/>
            </a:solidFill>
            <a:ln w="9525">
              <a:solidFill>
                <a:srgbClr val="263238"/>
              </a:solidFill>
              <a:prstDash val="solid"/>
            </a:ln>
          </p:spPr>
        </p:sp>
        <p:sp>
          <p:nvSpPr>
            <p:cNvPr id="1350" name="four:barrier-filling:regular-node:1350">
              <a:extLst>
                <a:ext uri="{FF2B5EF4-FFF2-40B4-BE49-F238E27FC236}">
                  <ns2:creationId id="{A508E111-FD27-4A3B-9405-27C9008CF873}"/>
                </a:ext>
              </a:extLst>
            </p:cNvPr>
            <p:cNvSpPr>
              <a:spLocks noGrp="1"/>
            </p:cNvSpPr>
            <p:nvPr/>
          </p:nvSpPr>
          <p:spPr>
            <a:xfrm>
              <a:off x="16994267" y="5919651"/>
              <a:ext cx="72390" cy="72390"/>
            </a:xfrm>
            <a:prstGeom prst="ellipse">
              <a:avLst/>
            </a:prstGeom>
            <a:solidFill>
              <a:srgbClr val="81C9BA"/>
            </a:solidFill>
            <a:ln w="9525">
              <a:solidFill>
                <a:srgbClr val="263238"/>
              </a:solidFill>
              <a:prstDash val="solid"/>
            </a:ln>
          </p:spPr>
        </p:sp>
        <p:sp>
          <p:nvSpPr>
            <p:cNvPr id="1351" name="four:barrier-filling:regular-node:1351">
              <a:extLst>
                <a:ext uri="{FF2B5EF4-FFF2-40B4-BE49-F238E27FC236}">
                  <ns2:creationId id="{B88BA42C-17F1-459A-A16E-C6567134CD11}"/>
                </a:ext>
              </a:extLst>
            </p:cNvPr>
            <p:cNvSpPr>
              <a:spLocks noGrp="1"/>
            </p:cNvSpPr>
            <p:nvPr/>
          </p:nvSpPr>
          <p:spPr>
            <a:xfrm>
              <a:off x="17502426" y="6395901"/>
              <a:ext cx="72390" cy="72390"/>
            </a:xfrm>
            <a:prstGeom prst="ellipse">
              <a:avLst/>
            </a:prstGeom>
            <a:solidFill>
              <a:srgbClr val="D55E00"/>
            </a:solidFill>
            <a:ln w="9525">
              <a:solidFill>
                <a:srgbClr val="263238"/>
              </a:solidFill>
              <a:prstDash val="solid"/>
            </a:ln>
          </p:spPr>
        </p:sp>
        <p:sp>
          <p:nvSpPr>
            <p:cNvPr id="1352" name="four:barrier-filling:regular-node:1352">
              <a:extLst>
                <a:ext uri="{FF2B5EF4-FFF2-40B4-BE49-F238E27FC236}">
                  <ns2:creationId id="{6BD45AC1-ACE3-49E7-BD60-AC0BEC85EEC2}"/>
                </a:ext>
              </a:extLst>
            </p:cNvPr>
            <p:cNvSpPr>
              <a:spLocks noGrp="1"/>
            </p:cNvSpPr>
            <p:nvPr/>
          </p:nvSpPr>
          <p:spPr>
            <a:xfrm>
              <a:off x="18010584" y="6246223"/>
              <a:ext cx="72390" cy="72390"/>
            </a:xfrm>
            <a:prstGeom prst="ellipse">
              <a:avLst/>
            </a:prstGeom>
            <a:solidFill>
              <a:srgbClr val="009E73"/>
            </a:solidFill>
            <a:ln w="9525">
              <a:solidFill>
                <a:srgbClr val="263238"/>
              </a:solidFill>
              <a:prstDash val="solid"/>
            </a:ln>
          </p:spPr>
        </p:sp>
        <p:sp>
          <p:nvSpPr>
            <p:cNvPr id="1353" name="four:barrier-filling:regular-node:1353">
              <a:extLst>
                <a:ext uri="{FF2B5EF4-FFF2-40B4-BE49-F238E27FC236}">
                  <ns2:creationId id="{0A338EC9-AF42-40A1-8D18-D973644A5B7C}"/>
                </a:ext>
              </a:extLst>
            </p:cNvPr>
            <p:cNvSpPr>
              <a:spLocks noGrp="1"/>
            </p:cNvSpPr>
            <p:nvPr/>
          </p:nvSpPr>
          <p:spPr>
            <a:xfrm>
              <a:off x="18518743" y="5769973"/>
              <a:ext cx="72390" cy="72390"/>
            </a:xfrm>
            <a:prstGeom prst="ellipse">
              <a:avLst/>
            </a:prstGeom>
            <a:solidFill>
              <a:srgbClr val="81C9BA"/>
            </a:solidFill>
            <a:ln w="9525">
              <a:solidFill>
                <a:srgbClr val="263238"/>
              </a:solidFill>
              <a:prstDash val="solid"/>
            </a:ln>
          </p:spPr>
        </p:sp>
        <p:sp>
          <p:nvSpPr>
            <p:cNvPr id="1354" name="four:barrier-filling:regular-node:1354">
              <a:extLst>
                <a:ext uri="{FF2B5EF4-FFF2-40B4-BE49-F238E27FC236}">
                  <ns2:creationId id="{40359FFB-21CB-420F-AD73-E15CA8D5B202}"/>
                </a:ext>
              </a:extLst>
            </p:cNvPr>
            <p:cNvSpPr>
              <a:spLocks noGrp="1"/>
            </p:cNvSpPr>
            <p:nvPr/>
          </p:nvSpPr>
          <p:spPr>
            <a:xfrm>
              <a:off x="19026902" y="5457009"/>
              <a:ext cx="72390" cy="72390"/>
            </a:xfrm>
            <a:prstGeom prst="ellipse">
              <a:avLst/>
            </a:prstGeom>
            <a:solidFill>
              <a:srgbClr val="CC79A7"/>
            </a:solidFill>
            <a:ln w="9525">
              <a:solidFill>
                <a:srgbClr val="263238"/>
              </a:solidFill>
              <a:prstDash val="solid"/>
            </a:ln>
          </p:spPr>
        </p:sp>
        <p:sp>
          <p:nvSpPr>
            <p:cNvPr id="1355" name="four:barrier-filling:regular-node:1355">
              <a:extLst>
                <a:ext uri="{FF2B5EF4-FFF2-40B4-BE49-F238E27FC236}">
                  <ns2:creationId id="{A89F5E88-BB3E-41AF-9D98-F634EA18AE6C}"/>
                </a:ext>
              </a:extLst>
            </p:cNvPr>
            <p:cNvSpPr>
              <a:spLocks noGrp="1"/>
            </p:cNvSpPr>
            <p:nvPr/>
          </p:nvSpPr>
          <p:spPr>
            <a:xfrm>
              <a:off x="19442668" y="5320937"/>
              <a:ext cx="72390" cy="72390"/>
            </a:xfrm>
            <a:prstGeom prst="ellipse">
              <a:avLst/>
            </a:prstGeom>
            <a:solidFill>
              <a:srgbClr val="CC79A7"/>
            </a:solidFill>
            <a:ln w="9525">
              <a:solidFill>
                <a:srgbClr val="263238"/>
              </a:solidFill>
              <a:prstDash val="solid"/>
            </a:ln>
          </p:spPr>
        </p:sp>
        <p:sp>
          <p:nvSpPr>
            <p:cNvPr id="1356" name="four:barrier-filling:critical-node:1356">
              <a:extLst>
                <a:ext uri="{FF2B5EF4-FFF2-40B4-BE49-F238E27FC236}">
                  <ns2:creationId id="{197FC193-76C8-44EA-84BD-496EB513FF5C}"/>
                </a:ext>
              </a:extLst>
            </p:cNvPr>
            <p:cNvSpPr>
              <a:spLocks noGrp="1"/>
            </p:cNvSpPr>
            <p:nvPr/>
          </p:nvSpPr>
          <p:spPr>
            <a:xfrm>
              <a:off x="15897225" y="4819650"/>
              <a:ext cx="95250" cy="95250"/>
            </a:xfrm>
            <a:prstGeom prst="diamond">
              <a:avLst/>
            </a:prstGeom>
            <a:solidFill>
              <a:srgbClr val="DCE8ED"/>
            </a:solidFill>
            <a:ln w="10478">
              <a:solidFill>
                <a:srgbClr val="263238"/>
              </a:solidFill>
              <a:prstDash val="solid"/>
            </a:ln>
          </p:spPr>
        </p:sp>
        <p:sp>
          <p:nvSpPr>
            <p:cNvPr id="1357" name="four:barrier-filling:critical-node:1357">
              <a:extLst>
                <a:ext uri="{FF2B5EF4-FFF2-40B4-BE49-F238E27FC236}">
                  <ns2:creationId id="{BDAB1D27-714B-4F2C-B05E-07C306725BA4}"/>
                </a:ext>
              </a:extLst>
            </p:cNvPr>
            <p:cNvSpPr>
              <a:spLocks noGrp="1"/>
            </p:cNvSpPr>
            <p:nvPr/>
          </p:nvSpPr>
          <p:spPr>
            <a:xfrm>
              <a:off x="16220599" y="6153150"/>
              <a:ext cx="95250" cy="95250"/>
            </a:xfrm>
            <a:prstGeom prst="diamond">
              <a:avLst/>
            </a:prstGeom>
            <a:solidFill>
              <a:srgbClr val="0072B2"/>
            </a:solidFill>
            <a:ln w="10478">
              <a:solidFill>
                <a:srgbClr val="263238"/>
              </a:solidFill>
              <a:prstDash val="solid"/>
            </a:ln>
          </p:spPr>
        </p:sp>
        <p:sp>
          <p:nvSpPr>
            <p:cNvPr id="1358" name="four:barrier-filling:baseline-barrier:1358">
              <a:extLst>
                <a:ext uri="{FF2B5EF4-FFF2-40B4-BE49-F238E27FC236}">
                  <ns2:creationId id="{0B7D7BD1-528E-4729-9540-0D531F9B715E}"/>
                </a:ext>
              </a:extLst>
            </p:cNvPr>
            <p:cNvSpPr>
              <a:spLocks noGrp="1"/>
            </p:cNvSpPr>
            <p:nvPr/>
          </p:nvSpPr>
          <p:spPr>
            <a:xfrm>
              <a:off x="16733520" y="4960484"/>
              <a:ext cx="85725" cy="85725"/>
            </a:xfrm>
            <a:prstGeom prst="diamond">
              <a:avLst/>
            </a:prstGeom>
            <a:solidFill>
              <a:srgbClr val="FFFFFF"/>
            </a:solidFill>
            <a:ln w="17145">
              <a:solidFill>
                <a:srgbClr val="DDA5C4"/>
              </a:solidFill>
              <a:prstDash val="solid"/>
            </a:ln>
          </p:spPr>
        </p:sp>
        <p:sp>
          <p:nvSpPr>
            <p:cNvPr id="1359" name="four:barrier-filling:optimal-barrier:1359">
              <a:extLst>
                <a:ext uri="{FF2B5EF4-FFF2-40B4-BE49-F238E27FC236}">
                  <ns2:creationId id="{0B42EC12-73FD-4B84-A58A-E643A1C4AB82}"/>
                </a:ext>
              </a:extLst>
            </p:cNvPr>
            <p:cNvSpPr>
              <a:spLocks noGrp="1"/>
            </p:cNvSpPr>
            <p:nvPr/>
          </p:nvSpPr>
          <p:spPr>
            <a:xfrm>
              <a:off x="16728758" y="5091793"/>
              <a:ext cx="95250" cy="95250"/>
            </a:xfrm>
            <a:prstGeom prst="diamond">
              <a:avLst/>
            </a:prstGeom>
            <a:solidFill>
              <a:srgbClr val="FFFFFF"/>
            </a:solidFill>
            <a:ln w="16193">
              <a:solidFill>
                <a:srgbClr val="263238"/>
              </a:solidFill>
              <a:prstDash val="solid"/>
            </a:ln>
          </p:spPr>
        </p:sp>
        <p:sp>
          <p:nvSpPr>
            <p:cNvPr id="1360" name="four:barrier-filling:critical-node:1360">
              <a:extLst>
                <a:ext uri="{FF2B5EF4-FFF2-40B4-BE49-F238E27FC236}">
                  <ns2:creationId id="{8509DF09-7C4A-4855-A8E2-6214C6BE52B2}"/>
                </a:ext>
              </a:extLst>
            </p:cNvPr>
            <p:cNvSpPr>
              <a:spLocks noGrp="1"/>
            </p:cNvSpPr>
            <p:nvPr/>
          </p:nvSpPr>
          <p:spPr>
            <a:xfrm>
              <a:off x="17236916" y="6724650"/>
              <a:ext cx="95250" cy="95250"/>
            </a:xfrm>
            <a:prstGeom prst="diamond">
              <a:avLst/>
            </a:prstGeom>
            <a:solidFill>
              <a:srgbClr val="D55E00"/>
            </a:solidFill>
            <a:ln w="10478">
              <a:solidFill>
                <a:srgbClr val="263238"/>
              </a:solidFill>
              <a:prstDash val="solid"/>
            </a:ln>
          </p:spPr>
        </p:sp>
        <p:sp>
          <p:nvSpPr>
            <p:cNvPr id="1361" name="four:barrier-filling:baseline-barrier:1361">
              <a:extLst>
                <a:ext uri="{FF2B5EF4-FFF2-40B4-BE49-F238E27FC236}">
                  <ns2:creationId id="{9D55F4C9-5807-40A7-A64D-60D23DD8B5BB}"/>
                </a:ext>
              </a:extLst>
            </p:cNvPr>
            <p:cNvSpPr>
              <a:spLocks noGrp="1"/>
            </p:cNvSpPr>
            <p:nvPr/>
          </p:nvSpPr>
          <p:spPr>
            <a:xfrm>
              <a:off x="17749838" y="6185127"/>
              <a:ext cx="85725" cy="85725"/>
            </a:xfrm>
            <a:prstGeom prst="diamond">
              <a:avLst/>
            </a:prstGeom>
            <a:solidFill>
              <a:srgbClr val="FFFFFF"/>
            </a:solidFill>
            <a:ln w="17145">
              <a:solidFill>
                <a:srgbClr val="DDA5C4"/>
              </a:solidFill>
              <a:prstDash val="solid"/>
            </a:ln>
          </p:spPr>
        </p:sp>
        <p:sp>
          <p:nvSpPr>
            <p:cNvPr id="1362" name="four:barrier-filling:optimal-barrier:1362">
              <a:extLst>
                <a:ext uri="{FF2B5EF4-FFF2-40B4-BE49-F238E27FC236}">
                  <ns2:creationId id="{A84B37DA-1950-4334-B708-167F707D923F}"/>
                </a:ext>
              </a:extLst>
            </p:cNvPr>
            <p:cNvSpPr>
              <a:spLocks noGrp="1"/>
            </p:cNvSpPr>
            <p:nvPr/>
          </p:nvSpPr>
          <p:spPr>
            <a:xfrm>
              <a:off x="17745075" y="6044293"/>
              <a:ext cx="95250" cy="95250"/>
            </a:xfrm>
            <a:prstGeom prst="diamond">
              <a:avLst/>
            </a:prstGeom>
            <a:solidFill>
              <a:srgbClr val="FFFFFF"/>
            </a:solidFill>
            <a:ln w="16193">
              <a:solidFill>
                <a:srgbClr val="263238"/>
              </a:solidFill>
              <a:prstDash val="solid"/>
            </a:ln>
          </p:spPr>
        </p:sp>
        <p:sp>
          <p:nvSpPr>
            <p:cNvPr id="1363" name="four:barrier-filling:critical-node:1363">
              <a:extLst>
                <a:ext uri="{FF2B5EF4-FFF2-40B4-BE49-F238E27FC236}">
                  <ns2:creationId id="{E45ED308-C2B8-4BA0-881A-E05A8AF49ECC}"/>
                </a:ext>
              </a:extLst>
            </p:cNvPr>
            <p:cNvSpPr>
              <a:spLocks noGrp="1"/>
            </p:cNvSpPr>
            <p:nvPr/>
          </p:nvSpPr>
          <p:spPr>
            <a:xfrm>
              <a:off x="18253234" y="6425293"/>
              <a:ext cx="95250" cy="95250"/>
            </a:xfrm>
            <a:prstGeom prst="diamond">
              <a:avLst/>
            </a:prstGeom>
            <a:solidFill>
              <a:srgbClr val="009E73"/>
            </a:solidFill>
            <a:ln w="10478">
              <a:solidFill>
                <a:srgbClr val="263238"/>
              </a:solidFill>
              <a:prstDash val="solid"/>
            </a:ln>
          </p:spPr>
        </p:sp>
        <p:sp>
          <p:nvSpPr>
            <p:cNvPr id="1364" name="four:barrier-filling:baseline-barrier:1364">
              <a:extLst>
                <a:ext uri="{FF2B5EF4-FFF2-40B4-BE49-F238E27FC236}">
                  <ns2:creationId id="{996DE7FE-CED3-4015-BFE1-D1C3107A3453}"/>
                </a:ext>
              </a:extLst>
            </p:cNvPr>
            <p:cNvSpPr>
              <a:spLocks noGrp="1"/>
            </p:cNvSpPr>
            <p:nvPr/>
          </p:nvSpPr>
          <p:spPr>
            <a:xfrm>
              <a:off x="18766155" y="4960484"/>
              <a:ext cx="85725" cy="85725"/>
            </a:xfrm>
            <a:prstGeom prst="diamond">
              <a:avLst/>
            </a:prstGeom>
            <a:solidFill>
              <a:srgbClr val="FFFFFF"/>
            </a:solidFill>
            <a:ln w="17145">
              <a:solidFill>
                <a:srgbClr val="DDA5C4"/>
              </a:solidFill>
              <a:prstDash val="solid"/>
            </a:ln>
          </p:spPr>
        </p:sp>
        <p:sp>
          <p:nvSpPr>
            <p:cNvPr id="1365" name="four:barrier-filling:optimal-barrier:1365">
              <a:extLst>
                <a:ext uri="{FF2B5EF4-FFF2-40B4-BE49-F238E27FC236}">
                  <ns2:creationId id="{75EE9EBD-D8A4-4266-BFEB-7329EA7ADAC5}"/>
                </a:ext>
              </a:extLst>
            </p:cNvPr>
            <p:cNvSpPr>
              <a:spLocks noGrp="1"/>
            </p:cNvSpPr>
            <p:nvPr/>
          </p:nvSpPr>
          <p:spPr>
            <a:xfrm>
              <a:off x="18761393" y="5091793"/>
              <a:ext cx="95250" cy="95250"/>
            </a:xfrm>
            <a:prstGeom prst="diamond">
              <a:avLst/>
            </a:prstGeom>
            <a:solidFill>
              <a:srgbClr val="FFFFFF"/>
            </a:solidFill>
            <a:ln w="16193">
              <a:solidFill>
                <a:srgbClr val="263238"/>
              </a:solidFill>
              <a:prstDash val="solid"/>
            </a:ln>
          </p:spPr>
        </p:sp>
        <p:sp>
          <p:nvSpPr>
            <p:cNvPr id="1366" name="four:barrier-filling:critical-node:1366">
              <a:extLst>
                <a:ext uri="{FF2B5EF4-FFF2-40B4-BE49-F238E27FC236}">
                  <ns2:creationId id="{24A9B753-7829-4543-91CA-D099E90F8C36}"/>
                </a:ext>
              </a:extLst>
            </p:cNvPr>
            <p:cNvSpPr>
              <a:spLocks noGrp="1"/>
            </p:cNvSpPr>
            <p:nvPr/>
          </p:nvSpPr>
          <p:spPr>
            <a:xfrm>
              <a:off x="19269551" y="5799364"/>
              <a:ext cx="95250" cy="95250"/>
            </a:xfrm>
            <a:prstGeom prst="diamond">
              <a:avLst/>
            </a:prstGeom>
            <a:solidFill>
              <a:srgbClr val="CC79A7"/>
            </a:solidFill>
            <a:ln w="10478">
              <a:solidFill>
                <a:srgbClr val="263238"/>
              </a:solidFill>
              <a:prstDash val="solid"/>
            </a:ln>
          </p:spPr>
        </p:sp>
        <p:sp>
          <p:nvSpPr>
            <p:cNvPr id="1367" name="four:barrier-filling:critical-node:1367">
              <a:extLst>
                <a:ext uri="{FF2B5EF4-FFF2-40B4-BE49-F238E27FC236}">
                  <ns2:creationId id="{C023AB0B-601C-4F11-918D-5002384173A2}"/>
                </a:ext>
              </a:extLst>
            </p:cNvPr>
            <p:cNvSpPr>
              <a:spLocks noGrp="1"/>
            </p:cNvSpPr>
            <p:nvPr/>
          </p:nvSpPr>
          <p:spPr>
            <a:xfrm>
              <a:off x="19592925" y="4819650"/>
              <a:ext cx="95250" cy="95250"/>
            </a:xfrm>
            <a:prstGeom prst="diamond">
              <a:avLst/>
            </a:prstGeom>
            <a:solidFill>
              <a:srgbClr val="DCE8ED"/>
            </a:solidFill>
            <a:ln w="10478">
              <a:solidFill>
                <a:srgbClr val="263238"/>
              </a:solidFill>
              <a:prstDash val="solid"/>
            </a:ln>
          </p:spPr>
        </p:sp>
        <p:sp>
          <p:nvSpPr>
            <p:cNvPr id="1368" name="four:barrier-filling:line:1368">
              <a:extLst>
                <a:ext uri="{FF2B5EF4-FFF2-40B4-BE49-F238E27FC236}">
                  <ns2:creationId id="{7C318CD8-7DFB-4BE5-B8F0-C3D053212D61}"/>
                </a:ext>
              </a:extLst>
            </p:cNvPr>
            <p:cNvSpPr>
              <a:spLocks noGrp="1"/>
            </p:cNvSpPr>
            <p:nvPr/>
          </p:nvSpPr>
          <p:spPr>
            <a:xfrm>
              <a:off x="15801975" y="4819650"/>
              <a:ext cx="953" cy="1952625"/>
            </a:xfrm>
            <a:custGeom>
              <a:pathLst>
                <a:path w="953" h="1952625">
                  <a:moveTo>
                    <a:pt x="0" y="1952625"/>
                  </a:moveTo>
                  <a:lnTo>
                    <a:pt x="0" y="0"/>
                  </a:lnTo>
                </a:path>
              </a:pathLst>
            </a:custGeom>
            <a:noFill/>
            <a:ln w="14288">
              <a:solidFill>
                <a:srgbClr val="263238"/>
              </a:solidFill>
              <a:prstDash val="solid"/>
            </a:ln>
          </p:spPr>
        </p:sp>
        <p:sp>
          <p:nvSpPr>
            <p:cNvPr id="1369" name="four:barrier-filling:polygon:1369">
              <a:extLst>
                <a:ext uri="{FF2B5EF4-FFF2-40B4-BE49-F238E27FC236}">
                  <ns2:creationId id="{D0FC5680-206B-45CF-982D-30D3807E08C6}"/>
                </a:ext>
              </a:extLst>
            </p:cNvPr>
            <p:cNvSpPr>
              <a:spLocks noGrp="1"/>
            </p:cNvSpPr>
            <p:nvPr/>
          </p:nvSpPr>
          <p:spPr>
            <a:xfrm>
              <a:off x="15769209" y="4819650"/>
              <a:ext cx="65532" cy="76200"/>
            </a:xfrm>
            <a:custGeom>
              <a:pathLst>
                <a:path w="65532" h="76200">
                  <a:moveTo>
                    <a:pt x="32766" y="0"/>
                  </a:moveTo>
                  <a:lnTo>
                    <a:pt x="0" y="76200"/>
                  </a:lnTo>
                  <a:lnTo>
                    <a:pt x="65532" y="76200"/>
                  </a:lnTo>
                  <a:close/>
                </a:path>
              </a:pathLst>
            </a:custGeom>
            <a:solidFill>
              <a:srgbClr val="263238"/>
            </a:solidFill>
            <a:ln w="0">
              <a:noFill/>
              <a:prstDash val="solid"/>
            </a:ln>
          </p:spPr>
        </p:sp>
        <p:sp>
          <p:nvSpPr>
            <p:cNvPr id="1370" name="four:barrier-filling:textbox:1370">
              <a:extLst>
                <a:ext uri="{FF2B5EF4-FFF2-40B4-BE49-F238E27FC236}">
                  <ns2:creationId id="{6BA5512E-C004-4278-885F-92AE66DD5DC7}"/>
                </a:ext>
              </a:extLst>
            </p:cNvPr>
            <p:cNvSpPr>
              <a:spLocks noGrp="1"/>
            </p:cNvSpPr>
            <p:nvPr/>
          </p:nvSpPr>
          <p:spPr>
            <a:xfrm>
              <a:off x="15592425" y="5648325"/>
              <a:ext cx="209550" cy="342900"/>
            </a:xfrm>
            <a:prstGeom prst="rect">
              <a:avLst/>
            </a:prstGeom>
            <a:noFill/>
            <a:ln w="0">
              <a:noFill/>
              <a:prstDash val="solid"/>
            </a:ln>
          </p:spPr>
          <p:txBody>
            <a:bodyPr wrap="none" lIns="0" tIns="0" rIns="0" bIns="0" anchor="ctr">
              <a:normAutofit fontScale="100000"/>
            </a:bodyPr>
            <a:lstStyle>
              <a:defPPr algn="ctr">
                <a:defRPr sz="1875" b="0">
                  <a:solidFill>
                    <a:srgbClr val="263238"/>
                  </a:solidFill>
                  <a:latin typeface="Arial"/>
                  <a:ea typeface="Arial"/>
                  <a:cs typeface="Arial"/>
                </a:defRPr>
              </a:defPPr>
            </a:lstStyle>
            <a:p>
              <a:pPr algn="ctr">
                <a:defRPr sz="1875" b="0">
                  <a:solidFill>
                    <a:srgbClr val="263238"/>
                  </a:solidFill>
                  <a:latin typeface="Arial"/>
                  <a:ea typeface="Arial"/>
                  <a:cs typeface="Arial"/>
                </a:defRPr>
              </a:pPr>
              <a:r>
                <a:rPr sz="1875" b="0">
                  <a:solidFill>
                    <a:srgbClr val="263238"/>
                  </a:solidFill>
                  <a:latin typeface="Arial"/>
                  <a:ea typeface="Arial"/>
                  <a:cs typeface="Arial"/>
                </a:rPr>
                <a:t>ψ</a:t>
              </a:r>
            </a:p>
          </p:txBody>
        </p:sp>
        <p:sp>
          <p:nvSpPr>
            <p:cNvPr id="1371" name="four:barrier-filling:line:1371">
              <a:extLst>
                <a:ext uri="{FF2B5EF4-FFF2-40B4-BE49-F238E27FC236}">
                  <ns2:creationId id="{2ECCDEA6-2F3B-4ABF-A2C4-E50D28EBFF33}"/>
                </a:ext>
              </a:extLst>
            </p:cNvPr>
            <p:cNvSpPr>
              <a:spLocks noGrp="1"/>
            </p:cNvSpPr>
            <p:nvPr/>
          </p:nvSpPr>
          <p:spPr>
            <a:xfrm>
              <a:off x="15944850" y="7029450"/>
              <a:ext cx="3695700" cy="953"/>
            </a:xfrm>
            <a:custGeom>
              <a:pathLst>
                <a:path w="3695700" h="953">
                  <a:moveTo>
                    <a:pt x="0" y="0"/>
                  </a:moveTo>
                  <a:lnTo>
                    <a:pt x="3695700" y="0"/>
                  </a:lnTo>
                </a:path>
              </a:pathLst>
            </a:custGeom>
            <a:noFill/>
            <a:ln w="12383">
              <a:solidFill>
                <a:srgbClr val="263238"/>
              </a:solidFill>
              <a:prstDash val="solid"/>
            </a:ln>
          </p:spPr>
        </p:sp>
        <p:sp>
          <p:nvSpPr>
            <p:cNvPr id="1372" name="four:barrier-filling:polygon:1372">
              <a:extLst>
                <a:ext uri="{FF2B5EF4-FFF2-40B4-BE49-F238E27FC236}">
                  <ns2:creationId id="{20C8C735-64A5-4085-9A22-53108205A6DF}"/>
                </a:ext>
              </a:extLst>
            </p:cNvPr>
            <p:cNvSpPr>
              <a:spLocks noGrp="1"/>
            </p:cNvSpPr>
            <p:nvPr/>
          </p:nvSpPr>
          <p:spPr>
            <a:xfrm>
              <a:off x="19573875" y="7000780"/>
              <a:ext cx="66675" cy="57340"/>
            </a:xfrm>
            <a:custGeom>
              <a:pathLst>
                <a:path w="66675" h="57340">
                  <a:moveTo>
                    <a:pt x="66675" y="28670"/>
                  </a:moveTo>
                  <a:lnTo>
                    <a:pt x="0" y="0"/>
                  </a:lnTo>
                  <a:lnTo>
                    <a:pt x="0" y="57340"/>
                  </a:lnTo>
                  <a:close/>
                </a:path>
              </a:pathLst>
            </a:custGeom>
            <a:solidFill>
              <a:srgbClr val="263238"/>
            </a:solidFill>
            <a:ln w="0">
              <a:noFill/>
              <a:prstDash val="solid"/>
            </a:ln>
          </p:spPr>
        </p:sp>
        <p:sp>
          <p:nvSpPr>
            <p:cNvPr id="1373" name="four:barrier-filling:textbox:1373">
              <a:extLst>
                <a:ext uri="{FF2B5EF4-FFF2-40B4-BE49-F238E27FC236}">
                  <ns2:creationId id="{B48ADD8E-AC65-4E76-8E05-8D61A1480E8B}"/>
                </a:ext>
              </a:extLst>
            </p:cNvPr>
            <p:cNvSpPr>
              <a:spLocks noGrp="1"/>
            </p:cNvSpPr>
            <p:nvPr/>
          </p:nvSpPr>
          <p:spPr>
            <a:xfrm>
              <a:off x="19678650" y="6896100"/>
              <a:ext cx="219075" cy="342900"/>
            </a:xfrm>
            <a:prstGeom prst="rect">
              <a:avLst/>
            </a:prstGeom>
            <a:noFill/>
            <a:ln w="0">
              <a:noFill/>
              <a:prstDash val="solid"/>
            </a:ln>
          </p:spPr>
          <p:txBody>
            <a:bodyPr wrap="none" lIns="0" tIns="0" rIns="0" bIns="0" anchor="ctr">
              <a:normAutofit fontScale="100000"/>
            </a:bodyPr>
            <a:lstStyle>
              <a:defPPr algn="ctr">
                <a:defRPr sz="1800" b="0">
                  <a:solidFill>
                    <a:srgbClr val="263238"/>
                  </a:solidFill>
                  <a:latin typeface="Arial"/>
                  <a:ea typeface="Arial"/>
                  <a:cs typeface="Arial"/>
                </a:defRPr>
              </a:defPPr>
            </a:lstStyle>
            <a:p>
              <a:pPr algn="ctr">
                <a:defRPr sz="1800" b="0">
                  <a:solidFill>
                    <a:srgbClr val="263238"/>
                  </a:solidFill>
                  <a:latin typeface="Arial"/>
                  <a:ea typeface="Arial"/>
                  <a:cs typeface="Arial"/>
                </a:defRPr>
              </a:pPr>
              <a:r>
                <a:rPr sz="1800" b="0">
                  <a:solidFill>
                    <a:srgbClr val="263238"/>
                  </a:solidFill>
                  <a:latin typeface="Arial"/>
                  <a:ea typeface="Arial"/>
                  <a:cs typeface="Arial"/>
                </a:rPr>
                <a:t>u</a:t>
              </a:r>
            </a:p>
          </p:txBody>
        </p:sp>
        <p:sp>
          <p:nvSpPr>
            <p:cNvPr id="1374" name="four:barrier-filling:line:1374">
              <a:extLst>
                <a:ext uri="{FF2B5EF4-FFF2-40B4-BE49-F238E27FC236}">
                  <ns2:creationId id="{EBD87F66-4FC9-4768-B7C8-83CED9F6F5CB}"/>
                </a:ext>
              </a:extLst>
            </p:cNvPr>
            <p:cNvSpPr>
              <a:spLocks noGrp="1"/>
            </p:cNvSpPr>
            <p:nvPr/>
          </p:nvSpPr>
          <p:spPr>
            <a:xfrm>
              <a:off x="15944850" y="7181850"/>
              <a:ext cx="3695700" cy="953"/>
            </a:xfrm>
            <a:custGeom>
              <a:pathLst>
                <a:path w="3695700" h="953">
                  <a:moveTo>
                    <a:pt x="49530" y="0"/>
                  </a:moveTo>
                  <a:lnTo>
                    <a:pt x="273844" y="0"/>
                  </a:lnTo>
                  <a:moveTo>
                    <a:pt x="372904" y="0"/>
                  </a:moveTo>
                  <a:lnTo>
                    <a:pt x="782002" y="0"/>
                  </a:lnTo>
                  <a:moveTo>
                    <a:pt x="881063" y="0"/>
                  </a:moveTo>
                  <a:lnTo>
                    <a:pt x="1290161" y="0"/>
                  </a:lnTo>
                  <a:moveTo>
                    <a:pt x="1389221" y="0"/>
                  </a:moveTo>
                  <a:lnTo>
                    <a:pt x="1798320" y="0"/>
                  </a:lnTo>
                  <a:moveTo>
                    <a:pt x="1897380" y="0"/>
                  </a:moveTo>
                  <a:lnTo>
                    <a:pt x="2306479" y="0"/>
                  </a:lnTo>
                  <a:moveTo>
                    <a:pt x="2405539" y="0"/>
                  </a:moveTo>
                  <a:lnTo>
                    <a:pt x="2814638" y="0"/>
                  </a:lnTo>
                  <a:moveTo>
                    <a:pt x="2913698" y="0"/>
                  </a:moveTo>
                  <a:lnTo>
                    <a:pt x="3322796" y="0"/>
                  </a:lnTo>
                  <a:moveTo>
                    <a:pt x="3421856" y="0"/>
                  </a:moveTo>
                  <a:lnTo>
                    <a:pt x="3646170" y="0"/>
                  </a:lnTo>
                </a:path>
              </a:pathLst>
            </a:custGeom>
            <a:noFill/>
            <a:ln w="8573">
              <a:solidFill>
                <a:srgbClr val="91A5B4"/>
              </a:solidFill>
              <a:prstDash val="solid"/>
            </a:ln>
          </p:spPr>
        </p:sp>
        <p:sp>
          <p:nvSpPr>
            <p:cNvPr id="1375" name="four:barrier-filling:critical-node:1375">
              <a:extLst>
                <a:ext uri="{FF2B5EF4-FFF2-40B4-BE49-F238E27FC236}">
                  <ns2:creationId id="{96EEA48B-6839-48D6-862D-6F459CB23A46}"/>
                </a:ext>
              </a:extLst>
            </p:cNvPr>
            <p:cNvSpPr>
              <a:spLocks noGrp="1"/>
            </p:cNvSpPr>
            <p:nvPr/>
          </p:nvSpPr>
          <p:spPr>
            <a:xfrm>
              <a:off x="15901988" y="7138988"/>
              <a:ext cx="85725" cy="85725"/>
            </a:xfrm>
            <a:prstGeom prst="diamond">
              <a:avLst/>
            </a:prstGeom>
            <a:solidFill>
              <a:srgbClr val="DCE8ED"/>
            </a:solidFill>
            <a:ln w="10478">
              <a:solidFill>
                <a:srgbClr val="263238"/>
              </a:solidFill>
              <a:prstDash val="solid"/>
            </a:ln>
          </p:spPr>
        </p:sp>
        <p:sp>
          <p:nvSpPr>
            <p:cNvPr id="1376" name="four:barrier-filling:regular-node:1376">
              <a:extLst>
                <a:ext uri="{FF2B5EF4-FFF2-40B4-BE49-F238E27FC236}">
                  <ns2:creationId id="{81BB0F4D-467B-4FBF-8C7D-D1E42B1985F0}"/>
                </a:ext>
              </a:extLst>
            </p:cNvPr>
            <p:cNvSpPr>
              <a:spLocks noGrp="1"/>
            </p:cNvSpPr>
            <p:nvPr/>
          </p:nvSpPr>
          <p:spPr>
            <a:xfrm>
              <a:off x="16073199" y="7148513"/>
              <a:ext cx="66675" cy="66675"/>
            </a:xfrm>
            <a:prstGeom prst="ellipse">
              <a:avLst/>
            </a:prstGeom>
            <a:solidFill>
              <a:srgbClr val="0072B2"/>
            </a:solidFill>
            <a:ln w="6668">
              <a:solidFill>
                <a:srgbClr val="263238"/>
              </a:solidFill>
              <a:prstDash val="solid"/>
            </a:ln>
          </p:spPr>
        </p:sp>
        <p:sp>
          <p:nvSpPr>
            <p:cNvPr id="1377" name="four:barrier-filling:critical-node:1377">
              <a:extLst>
                <a:ext uri="{FF2B5EF4-FFF2-40B4-BE49-F238E27FC236}">
                  <ns2:creationId id="{8CBDB0FA-B2BC-4C1C-9AC1-DE6ED87A751C}"/>
                </a:ext>
              </a:extLst>
            </p:cNvPr>
            <p:cNvSpPr>
              <a:spLocks noGrp="1"/>
            </p:cNvSpPr>
            <p:nvPr/>
          </p:nvSpPr>
          <p:spPr>
            <a:xfrm>
              <a:off x="16225361" y="7138988"/>
              <a:ext cx="85725" cy="85725"/>
            </a:xfrm>
            <a:prstGeom prst="diamond">
              <a:avLst/>
            </a:prstGeom>
            <a:solidFill>
              <a:srgbClr val="0072B2"/>
            </a:solidFill>
            <a:ln w="10478">
              <a:solidFill>
                <a:srgbClr val="263238"/>
              </a:solidFill>
              <a:prstDash val="solid"/>
            </a:ln>
          </p:spPr>
        </p:sp>
        <p:sp>
          <p:nvSpPr>
            <p:cNvPr id="1378" name="four:barrier-filling:regular-node:1378">
              <a:extLst>
                <a:ext uri="{FF2B5EF4-FFF2-40B4-BE49-F238E27FC236}">
                  <ns2:creationId id="{DE7E9D61-D038-4224-811E-79A00872865A}"/>
                </a:ext>
              </a:extLst>
            </p:cNvPr>
            <p:cNvSpPr>
              <a:spLocks noGrp="1"/>
            </p:cNvSpPr>
            <p:nvPr/>
          </p:nvSpPr>
          <p:spPr>
            <a:xfrm>
              <a:off x="16488966" y="7148513"/>
              <a:ext cx="66675" cy="66675"/>
            </a:xfrm>
            <a:prstGeom prst="ellipse">
              <a:avLst/>
            </a:prstGeom>
            <a:solidFill>
              <a:srgbClr val="0072B2"/>
            </a:solidFill>
            <a:ln w="6668">
              <a:solidFill>
                <a:srgbClr val="263238"/>
              </a:solidFill>
              <a:prstDash val="solid"/>
            </a:ln>
          </p:spPr>
        </p:sp>
        <p:sp>
          <p:nvSpPr>
            <p:cNvPr id="1379" name="four:barrier-filling:critical-node:1379">
              <a:extLst>
                <a:ext uri="{FF2B5EF4-FFF2-40B4-BE49-F238E27FC236}">
                  <ns2:creationId id="{FBCCF955-65CE-4F7A-BE1B-AE0E79710271}"/>
                </a:ext>
              </a:extLst>
            </p:cNvPr>
            <p:cNvSpPr>
              <a:spLocks noGrp="1"/>
            </p:cNvSpPr>
            <p:nvPr/>
          </p:nvSpPr>
          <p:spPr>
            <a:xfrm>
              <a:off x="16733520" y="7138988"/>
              <a:ext cx="85725" cy="85725"/>
            </a:xfrm>
            <a:prstGeom prst="diamond">
              <a:avLst/>
            </a:prstGeom>
            <a:solidFill>
              <a:srgbClr val="DCE8ED"/>
            </a:solidFill>
            <a:ln w="10478">
              <a:solidFill>
                <a:srgbClr val="263238"/>
              </a:solidFill>
              <a:prstDash val="solid"/>
            </a:ln>
          </p:spPr>
        </p:sp>
        <p:sp>
          <p:nvSpPr>
            <p:cNvPr id="1380" name="four:barrier-filling:regular-node:1380">
              <a:extLst>
                <a:ext uri="{FF2B5EF4-FFF2-40B4-BE49-F238E27FC236}">
                  <ns2:creationId id="{99F62026-551D-4D65-95C1-5D1186118802}"/>
                </a:ext>
              </a:extLst>
            </p:cNvPr>
            <p:cNvSpPr>
              <a:spLocks noGrp="1"/>
            </p:cNvSpPr>
            <p:nvPr/>
          </p:nvSpPr>
          <p:spPr>
            <a:xfrm>
              <a:off x="16997124" y="7148513"/>
              <a:ext cx="66675" cy="66675"/>
            </a:xfrm>
            <a:prstGeom prst="ellipse">
              <a:avLst/>
            </a:prstGeom>
            <a:solidFill>
              <a:srgbClr val="81C9BA"/>
            </a:solidFill>
            <a:ln w="6668">
              <a:solidFill>
                <a:srgbClr val="263238"/>
              </a:solidFill>
              <a:prstDash val="solid"/>
            </a:ln>
          </p:spPr>
        </p:sp>
        <p:sp>
          <p:nvSpPr>
            <p:cNvPr id="1381" name="four:barrier-filling:critical-node:1381">
              <a:extLst>
                <a:ext uri="{FF2B5EF4-FFF2-40B4-BE49-F238E27FC236}">
                  <ns2:creationId id="{E367BA84-6EA8-4796-B706-9913B41EAF11}"/>
                </a:ext>
              </a:extLst>
            </p:cNvPr>
            <p:cNvSpPr>
              <a:spLocks noGrp="1"/>
            </p:cNvSpPr>
            <p:nvPr/>
          </p:nvSpPr>
          <p:spPr>
            <a:xfrm>
              <a:off x="17241679" y="7138988"/>
              <a:ext cx="85725" cy="85725"/>
            </a:xfrm>
            <a:prstGeom prst="diamond">
              <a:avLst/>
            </a:prstGeom>
            <a:solidFill>
              <a:srgbClr val="D55E00"/>
            </a:solidFill>
            <a:ln w="10478">
              <a:solidFill>
                <a:srgbClr val="263238"/>
              </a:solidFill>
              <a:prstDash val="solid"/>
            </a:ln>
          </p:spPr>
        </p:sp>
        <p:sp>
          <p:nvSpPr>
            <p:cNvPr id="1382" name="four:barrier-filling:regular-node:1382">
              <a:extLst>
                <a:ext uri="{FF2B5EF4-FFF2-40B4-BE49-F238E27FC236}">
                  <ns2:creationId id="{B06D6A94-78A1-4F17-9094-2D47ADEF2459}"/>
                </a:ext>
              </a:extLst>
            </p:cNvPr>
            <p:cNvSpPr>
              <a:spLocks noGrp="1"/>
            </p:cNvSpPr>
            <p:nvPr/>
          </p:nvSpPr>
          <p:spPr>
            <a:xfrm>
              <a:off x="17505283" y="7148513"/>
              <a:ext cx="66675" cy="66675"/>
            </a:xfrm>
            <a:prstGeom prst="ellipse">
              <a:avLst/>
            </a:prstGeom>
            <a:solidFill>
              <a:srgbClr val="D55E00"/>
            </a:solidFill>
            <a:ln w="6668">
              <a:solidFill>
                <a:srgbClr val="263238"/>
              </a:solidFill>
              <a:prstDash val="solid"/>
            </a:ln>
          </p:spPr>
        </p:sp>
        <p:sp>
          <p:nvSpPr>
            <p:cNvPr id="1383" name="four:barrier-filling:critical-node:1383">
              <a:extLst>
                <a:ext uri="{FF2B5EF4-FFF2-40B4-BE49-F238E27FC236}">
                  <ns2:creationId id="{16B231DA-55AB-4CCE-9577-F81BC469EB71}"/>
                </a:ext>
              </a:extLst>
            </p:cNvPr>
            <p:cNvSpPr>
              <a:spLocks noGrp="1"/>
            </p:cNvSpPr>
            <p:nvPr/>
          </p:nvSpPr>
          <p:spPr>
            <a:xfrm>
              <a:off x="17749838" y="7138988"/>
              <a:ext cx="85725" cy="85725"/>
            </a:xfrm>
            <a:prstGeom prst="diamond">
              <a:avLst/>
            </a:prstGeom>
            <a:solidFill>
              <a:srgbClr val="81C9BA"/>
            </a:solidFill>
            <a:ln w="10478">
              <a:solidFill>
                <a:srgbClr val="263238"/>
              </a:solidFill>
              <a:prstDash val="solid"/>
            </a:ln>
          </p:spPr>
        </p:sp>
        <p:sp>
          <p:nvSpPr>
            <p:cNvPr id="1384" name="four:barrier-filling:regular-node:1384">
              <a:extLst>
                <a:ext uri="{FF2B5EF4-FFF2-40B4-BE49-F238E27FC236}">
                  <ns2:creationId id="{DEC9D393-4CC3-4D7A-BF69-D142761AAB06}"/>
                </a:ext>
              </a:extLst>
            </p:cNvPr>
            <p:cNvSpPr>
              <a:spLocks noGrp="1"/>
            </p:cNvSpPr>
            <p:nvPr/>
          </p:nvSpPr>
          <p:spPr>
            <a:xfrm>
              <a:off x="18013442" y="7148513"/>
              <a:ext cx="66675" cy="66675"/>
            </a:xfrm>
            <a:prstGeom prst="ellipse">
              <a:avLst/>
            </a:prstGeom>
            <a:solidFill>
              <a:srgbClr val="009E73"/>
            </a:solidFill>
            <a:ln w="6668">
              <a:solidFill>
                <a:srgbClr val="263238"/>
              </a:solidFill>
              <a:prstDash val="solid"/>
            </a:ln>
          </p:spPr>
        </p:sp>
        <p:sp>
          <p:nvSpPr>
            <p:cNvPr id="1385" name="four:barrier-filling:critical-node:1385">
              <a:extLst>
                <a:ext uri="{FF2B5EF4-FFF2-40B4-BE49-F238E27FC236}">
                  <ns2:creationId id="{D8857408-BE8A-4860-A1A4-7580D30BF0A0}"/>
                </a:ext>
              </a:extLst>
            </p:cNvPr>
            <p:cNvSpPr>
              <a:spLocks noGrp="1"/>
            </p:cNvSpPr>
            <p:nvPr/>
          </p:nvSpPr>
          <p:spPr>
            <a:xfrm>
              <a:off x="18257996" y="7138988"/>
              <a:ext cx="85725" cy="85725"/>
            </a:xfrm>
            <a:prstGeom prst="diamond">
              <a:avLst/>
            </a:prstGeom>
            <a:solidFill>
              <a:srgbClr val="009E73"/>
            </a:solidFill>
            <a:ln w="10478">
              <a:solidFill>
                <a:srgbClr val="263238"/>
              </a:solidFill>
              <a:prstDash val="solid"/>
            </a:ln>
          </p:spPr>
        </p:sp>
        <p:sp>
          <p:nvSpPr>
            <p:cNvPr id="1386" name="four:barrier-filling:regular-node:1386">
              <a:extLst>
                <a:ext uri="{FF2B5EF4-FFF2-40B4-BE49-F238E27FC236}">
                  <ns2:creationId id="{AA1C1CF2-0444-48D7-8572-0C690C074B98}"/>
                </a:ext>
              </a:extLst>
            </p:cNvPr>
            <p:cNvSpPr>
              <a:spLocks noGrp="1"/>
            </p:cNvSpPr>
            <p:nvPr/>
          </p:nvSpPr>
          <p:spPr>
            <a:xfrm>
              <a:off x="18521601" y="7148513"/>
              <a:ext cx="66675" cy="66675"/>
            </a:xfrm>
            <a:prstGeom prst="ellipse">
              <a:avLst/>
            </a:prstGeom>
            <a:solidFill>
              <a:srgbClr val="81C9BA"/>
            </a:solidFill>
            <a:ln w="6668">
              <a:solidFill>
                <a:srgbClr val="263238"/>
              </a:solidFill>
              <a:prstDash val="solid"/>
            </a:ln>
          </p:spPr>
        </p:sp>
        <p:sp>
          <p:nvSpPr>
            <p:cNvPr id="1387" name="four:barrier-filling:critical-node:1387">
              <a:extLst>
                <a:ext uri="{FF2B5EF4-FFF2-40B4-BE49-F238E27FC236}">
                  <ns2:creationId id="{8C1159D5-4634-487F-A30B-EBCFB11F9291}"/>
                </a:ext>
              </a:extLst>
            </p:cNvPr>
            <p:cNvSpPr>
              <a:spLocks noGrp="1"/>
            </p:cNvSpPr>
            <p:nvPr/>
          </p:nvSpPr>
          <p:spPr>
            <a:xfrm>
              <a:off x="18766155" y="7138988"/>
              <a:ext cx="85725" cy="85725"/>
            </a:xfrm>
            <a:prstGeom prst="diamond">
              <a:avLst/>
            </a:prstGeom>
            <a:solidFill>
              <a:srgbClr val="DCE8ED"/>
            </a:solidFill>
            <a:ln w="10478">
              <a:solidFill>
                <a:srgbClr val="263238"/>
              </a:solidFill>
              <a:prstDash val="solid"/>
            </a:ln>
          </p:spPr>
        </p:sp>
        <p:sp>
          <p:nvSpPr>
            <p:cNvPr id="1388" name="four:barrier-filling:regular-node:1388">
              <a:extLst>
                <a:ext uri="{FF2B5EF4-FFF2-40B4-BE49-F238E27FC236}">
                  <ns2:creationId id="{BE51F6FA-DE1E-4553-B01D-3BC06F5D8017}"/>
                </a:ext>
              </a:extLst>
            </p:cNvPr>
            <p:cNvSpPr>
              <a:spLocks noGrp="1"/>
            </p:cNvSpPr>
            <p:nvPr/>
          </p:nvSpPr>
          <p:spPr>
            <a:xfrm>
              <a:off x="19029759" y="7148513"/>
              <a:ext cx="66675" cy="66675"/>
            </a:xfrm>
            <a:prstGeom prst="ellipse">
              <a:avLst/>
            </a:prstGeom>
            <a:solidFill>
              <a:srgbClr val="CC79A7"/>
            </a:solidFill>
            <a:ln w="6668">
              <a:solidFill>
                <a:srgbClr val="263238"/>
              </a:solidFill>
              <a:prstDash val="solid"/>
            </a:ln>
          </p:spPr>
        </p:sp>
        <p:sp>
          <p:nvSpPr>
            <p:cNvPr id="1389" name="four:barrier-filling:critical-node:1389">
              <a:extLst>
                <a:ext uri="{FF2B5EF4-FFF2-40B4-BE49-F238E27FC236}">
                  <ns2:creationId id="{014CF7AE-AF0B-4311-BB1E-76E841BFADA1}"/>
                </a:ext>
              </a:extLst>
            </p:cNvPr>
            <p:cNvSpPr>
              <a:spLocks noGrp="1"/>
            </p:cNvSpPr>
            <p:nvPr/>
          </p:nvSpPr>
          <p:spPr>
            <a:xfrm>
              <a:off x="19274314" y="7138988"/>
              <a:ext cx="85725" cy="85725"/>
            </a:xfrm>
            <a:prstGeom prst="diamond">
              <a:avLst/>
            </a:prstGeom>
            <a:solidFill>
              <a:srgbClr val="CC79A7"/>
            </a:solidFill>
            <a:ln w="10478">
              <a:solidFill>
                <a:srgbClr val="263238"/>
              </a:solidFill>
              <a:prstDash val="solid"/>
            </a:ln>
          </p:spPr>
        </p:sp>
        <p:sp>
          <p:nvSpPr>
            <p:cNvPr id="1390" name="four:barrier-filling:regular-node:1390">
              <a:extLst>
                <a:ext uri="{FF2B5EF4-FFF2-40B4-BE49-F238E27FC236}">
                  <ns2:creationId id="{5A71C183-0ABB-4B6F-B530-DB93E2ED2000}"/>
                </a:ext>
              </a:extLst>
            </p:cNvPr>
            <p:cNvSpPr>
              <a:spLocks noGrp="1"/>
            </p:cNvSpPr>
            <p:nvPr/>
          </p:nvSpPr>
          <p:spPr>
            <a:xfrm>
              <a:off x="19445526" y="7148513"/>
              <a:ext cx="66675" cy="66675"/>
            </a:xfrm>
            <a:prstGeom prst="ellipse">
              <a:avLst/>
            </a:prstGeom>
            <a:solidFill>
              <a:srgbClr val="CC79A7"/>
            </a:solidFill>
            <a:ln w="6668">
              <a:solidFill>
                <a:srgbClr val="263238"/>
              </a:solidFill>
              <a:prstDash val="solid"/>
            </a:ln>
          </p:spPr>
        </p:sp>
        <p:sp>
          <p:nvSpPr>
            <p:cNvPr id="1391" name="four:barrier-filling:critical-node:1391">
              <a:extLst>
                <a:ext uri="{FF2B5EF4-FFF2-40B4-BE49-F238E27FC236}">
                  <ns2:creationId id="{CC53E2CE-5FD9-4342-8295-3F58F54EC325}"/>
                </a:ext>
              </a:extLst>
            </p:cNvPr>
            <p:cNvSpPr>
              <a:spLocks noGrp="1"/>
            </p:cNvSpPr>
            <p:nvPr/>
          </p:nvSpPr>
          <p:spPr>
            <a:xfrm>
              <a:off x="19597688" y="7138988"/>
              <a:ext cx="85725" cy="85725"/>
            </a:xfrm>
            <a:prstGeom prst="diamond">
              <a:avLst/>
            </a:prstGeom>
            <a:solidFill>
              <a:srgbClr val="DCE8ED"/>
            </a:solidFill>
            <a:ln w="10478">
              <a:solidFill>
                <a:srgbClr val="263238"/>
              </a:solidFill>
              <a:prstDash val="solid"/>
            </a:ln>
          </p:spPr>
        </p:sp>
        <p:sp>
          <p:nvSpPr>
            <p:cNvPr id="1392" name="four:barrier-filling:line:1392">
              <a:extLst>
                <a:ext uri="{FF2B5EF4-FFF2-40B4-BE49-F238E27FC236}">
                  <ns2:creationId id="{156C9410-9F3D-4DE7-B6E4-19FD20BA9759}"/>
                </a:ext>
              </a:extLst>
            </p:cNvPr>
            <p:cNvSpPr>
              <a:spLocks noGrp="1"/>
            </p:cNvSpPr>
            <p:nvPr/>
          </p:nvSpPr>
          <p:spPr>
            <a:xfrm>
              <a:off x="17792700" y="7258050"/>
              <a:ext cx="953" cy="57150"/>
            </a:xfrm>
            <a:custGeom>
              <a:pathLst>
                <a:path w="953" h="57150">
                  <a:moveTo>
                    <a:pt x="0" y="0"/>
                  </a:moveTo>
                  <a:lnTo>
                    <a:pt x="0" y="57150"/>
                  </a:lnTo>
                </a:path>
              </a:pathLst>
            </a:custGeom>
            <a:noFill/>
            <a:ln w="11430">
              <a:solidFill>
                <a:srgbClr val="91A5B4"/>
              </a:solidFill>
              <a:prstDash val="solid"/>
            </a:ln>
          </p:spPr>
        </p:sp>
        <p:sp>
          <p:nvSpPr>
            <p:cNvPr id="1393" name="four:barrier-filling:polygon:1393">
              <a:extLst>
                <a:ext uri="{FF2B5EF4-FFF2-40B4-BE49-F238E27FC236}">
                  <ns2:creationId id="{41FC6F16-E386-4A90-B7FB-9FE6A4F34D46}"/>
                </a:ext>
              </a:extLst>
            </p:cNvPr>
            <p:cNvSpPr>
              <a:spLocks noGrp="1"/>
            </p:cNvSpPr>
            <p:nvPr/>
          </p:nvSpPr>
          <p:spPr>
            <a:xfrm>
              <a:off x="17776317" y="7277100"/>
              <a:ext cx="32766" cy="38100"/>
            </a:xfrm>
            <a:custGeom>
              <a:pathLst>
                <a:path w="32766" h="38100">
                  <a:moveTo>
                    <a:pt x="16383" y="38100"/>
                  </a:moveTo>
                  <a:lnTo>
                    <a:pt x="32766" y="0"/>
                  </a:lnTo>
                  <a:lnTo>
                    <a:pt x="0" y="0"/>
                  </a:lnTo>
                  <a:close/>
                </a:path>
              </a:pathLst>
            </a:custGeom>
            <a:solidFill>
              <a:srgbClr val="91A5B4"/>
            </a:solidFill>
            <a:ln w="0">
              <a:noFill/>
              <a:prstDash val="solid"/>
            </a:ln>
          </p:spPr>
        </p:sp>
        <p:sp>
          <p:nvSpPr>
            <p:cNvPr id="1394" name="four:barrier-filling:textbox:1394">
              <a:extLst>
                <a:ext uri="{FF2B5EF4-FFF2-40B4-BE49-F238E27FC236}">
                  <ns2:creationId id="{FC9C65FE-BEF3-47E9-A458-3D458EF1F89B}"/>
                </a:ext>
              </a:extLst>
            </p:cNvPr>
            <p:cNvSpPr>
              <a:spLocks noGrp="1"/>
            </p:cNvSpPr>
            <p:nvPr/>
          </p:nvSpPr>
          <p:spPr>
            <a:xfrm>
              <a:off x="15630525" y="7277100"/>
              <a:ext cx="247650" cy="342900"/>
            </a:xfrm>
            <a:prstGeom prst="rect">
              <a:avLst/>
            </a:prstGeom>
            <a:noFill/>
            <a:ln w="0">
              <a:noFill/>
              <a:prstDash val="solid"/>
            </a:ln>
          </p:spPr>
          <p:txBody>
            <a:bodyPr wrap="none" lIns="0" tIns="0" rIns="0" bIns="0" anchor="ctr">
              <a:normAutofit fontScale="100000"/>
            </a:bodyPr>
            <a:lstStyle>
              <a:defPPr algn="ctr">
                <a:defRPr sz="1950" b="0">
                  <a:solidFill>
                    <a:srgbClr val="263238"/>
                  </a:solidFill>
                  <a:latin typeface="Arial"/>
                  <a:ea typeface="Arial"/>
                  <a:cs typeface="Arial"/>
                </a:defRPr>
              </a:defPPr>
            </a:lstStyle>
            <a:p>
              <a:pPr algn="ctr">
                <a:defRPr sz="1950" b="0">
                  <a:solidFill>
                    <a:srgbClr val="263238"/>
                  </a:solidFill>
                  <a:latin typeface="Arial"/>
                  <a:ea typeface="Arial"/>
                  <a:cs typeface="Arial"/>
                </a:defRPr>
              </a:pPr>
              <a:r>
                <a:rPr sz="1950" b="0">
                  <a:solidFill>
                    <a:srgbClr val="263238"/>
                  </a:solidFill>
                  <a:latin typeface="Arial"/>
                  <a:ea typeface="Arial"/>
                  <a:cs typeface="Arial"/>
                </a:rPr>
                <a:t>tₐ</a:t>
              </a:r>
            </a:p>
          </p:txBody>
        </p:sp>
        <p:sp>
          <p:nvSpPr>
            <p:cNvPr id="1395" name="four:barrier-filling:filled-output-cell-0:1395">
              <a:extLst>
                <a:ext uri="{FF2B5EF4-FFF2-40B4-BE49-F238E27FC236}">
                  <ns2:creationId id="{87848EED-E2AF-4B53-A51F-2BCAD851385D}"/>
                </a:ext>
              </a:extLst>
            </p:cNvPr>
            <p:cNvSpPr>
              <a:spLocks noGrp="1"/>
            </p:cNvSpPr>
            <p:nvPr/>
          </p:nvSpPr>
          <p:spPr>
            <a:xfrm>
              <a:off x="15944850" y="7343775"/>
              <a:ext cx="19248" cy="200025"/>
            </a:xfrm>
            <a:prstGeom prst="rect">
              <a:avLst/>
            </a:prstGeom>
            <a:solidFill>
              <a:srgbClr val="DCE8ED"/>
            </a:solidFill>
            <a:ln w="0">
              <a:noFill/>
              <a:prstDash val="solid"/>
            </a:ln>
          </p:spPr>
        </p:sp>
        <p:sp>
          <p:nvSpPr>
            <p:cNvPr id="1396" name="four:barrier-filling:filled-output-cell-1:1396">
              <a:extLst>
                <a:ext uri="{FF2B5EF4-FFF2-40B4-BE49-F238E27FC236}">
                  <ns2:creationId id="{64D8E52E-5F0F-4D2E-ADE2-17704014DB5C}"/>
                </a:ext>
              </a:extLst>
            </p:cNvPr>
            <p:cNvSpPr>
              <a:spLocks noGrp="1"/>
            </p:cNvSpPr>
            <p:nvPr/>
          </p:nvSpPr>
          <p:spPr>
            <a:xfrm>
              <a:off x="15964098" y="7343775"/>
              <a:ext cx="19248" cy="200025"/>
            </a:xfrm>
            <a:prstGeom prst="rect">
              <a:avLst/>
            </a:prstGeom>
            <a:solidFill>
              <a:srgbClr val="DCE8ED"/>
            </a:solidFill>
            <a:ln w="0">
              <a:noFill/>
              <a:prstDash val="solid"/>
            </a:ln>
          </p:spPr>
        </p:sp>
        <p:sp>
          <p:nvSpPr>
            <p:cNvPr id="1397" name="four:barrier-filling:filled-output-cell-2:1397">
              <a:extLst>
                <a:ext uri="{FF2B5EF4-FFF2-40B4-BE49-F238E27FC236}">
                  <ns2:creationId id="{2E9E8E24-543A-4DEF-807C-2BB004C92B32}"/>
                </a:ext>
              </a:extLst>
            </p:cNvPr>
            <p:cNvSpPr>
              <a:spLocks noGrp="1"/>
            </p:cNvSpPr>
            <p:nvPr/>
          </p:nvSpPr>
          <p:spPr>
            <a:xfrm>
              <a:off x="15983347" y="7343775"/>
              <a:ext cx="19248" cy="200025"/>
            </a:xfrm>
            <a:prstGeom prst="rect">
              <a:avLst/>
            </a:prstGeom>
            <a:solidFill>
              <a:srgbClr val="DCE8ED"/>
            </a:solidFill>
            <a:ln w="0">
              <a:noFill/>
              <a:prstDash val="solid"/>
            </a:ln>
          </p:spPr>
        </p:sp>
        <p:sp>
          <p:nvSpPr>
            <p:cNvPr id="1398" name="four:barrier-filling:filled-output-cell-3:1398">
              <a:extLst>
                <a:ext uri="{FF2B5EF4-FFF2-40B4-BE49-F238E27FC236}">
                  <ns2:creationId id="{432A6887-F86D-4BC2-A359-2172575CE572}"/>
                </a:ext>
              </a:extLst>
            </p:cNvPr>
            <p:cNvSpPr>
              <a:spLocks noGrp="1"/>
            </p:cNvSpPr>
            <p:nvPr/>
          </p:nvSpPr>
          <p:spPr>
            <a:xfrm>
              <a:off x="16002595" y="7343775"/>
              <a:ext cx="19248" cy="200025"/>
            </a:xfrm>
            <a:prstGeom prst="rect">
              <a:avLst/>
            </a:prstGeom>
            <a:solidFill>
              <a:srgbClr val="DCE8ED"/>
            </a:solidFill>
            <a:ln w="0">
              <a:noFill/>
              <a:prstDash val="solid"/>
            </a:ln>
          </p:spPr>
        </p:sp>
        <p:sp>
          <p:nvSpPr>
            <p:cNvPr id="1399" name="four:barrier-filling:filled-output-cell-4:1399">
              <a:extLst>
                <a:ext uri="{FF2B5EF4-FFF2-40B4-BE49-F238E27FC236}">
                  <ns2:creationId id="{53D7E0F4-940C-49A5-B207-A990F8DE8D3D}"/>
                </a:ext>
              </a:extLst>
            </p:cNvPr>
            <p:cNvSpPr>
              <a:spLocks noGrp="1"/>
            </p:cNvSpPr>
            <p:nvPr/>
          </p:nvSpPr>
          <p:spPr>
            <a:xfrm>
              <a:off x="16021844" y="7343775"/>
              <a:ext cx="19248" cy="200025"/>
            </a:xfrm>
            <a:prstGeom prst="rect">
              <a:avLst/>
            </a:prstGeom>
            <a:solidFill>
              <a:srgbClr val="DCE8ED"/>
            </a:solidFill>
            <a:ln w="0">
              <a:noFill/>
              <a:prstDash val="solid"/>
            </a:ln>
          </p:spPr>
        </p:sp>
        <p:sp>
          <p:nvSpPr>
            <p:cNvPr id="1400" name="four:barrier-filling:filled-output-cell-5:1400">
              <a:extLst>
                <a:ext uri="{FF2B5EF4-FFF2-40B4-BE49-F238E27FC236}">
                  <ns2:creationId id="{5117F398-2F4F-474A-881D-8E149A154DE4}"/>
                </a:ext>
              </a:extLst>
            </p:cNvPr>
            <p:cNvSpPr>
              <a:spLocks noGrp="1"/>
            </p:cNvSpPr>
            <p:nvPr/>
          </p:nvSpPr>
          <p:spPr>
            <a:xfrm>
              <a:off x="16041092" y="7343775"/>
              <a:ext cx="19248" cy="200025"/>
            </a:xfrm>
            <a:prstGeom prst="rect">
              <a:avLst/>
            </a:prstGeom>
            <a:solidFill>
              <a:srgbClr val="D4E2E9"/>
            </a:solidFill>
            <a:ln w="0">
              <a:noFill/>
              <a:prstDash val="solid"/>
            </a:ln>
          </p:spPr>
        </p:sp>
        <p:sp>
          <p:nvSpPr>
            <p:cNvPr id="1401" name="four:barrier-filling:filled-output-cell-6:1401">
              <a:extLst>
                <a:ext uri="{FF2B5EF4-FFF2-40B4-BE49-F238E27FC236}">
                  <ns2:creationId id="{FCDAA1C8-39E1-4E5A-8947-2634018E37C2}"/>
                </a:ext>
              </a:extLst>
            </p:cNvPr>
            <p:cNvSpPr>
              <a:spLocks noGrp="1"/>
            </p:cNvSpPr>
            <p:nvPr/>
          </p:nvSpPr>
          <p:spPr>
            <a:xfrm>
              <a:off x="16060341" y="7343775"/>
              <a:ext cx="19248" cy="200025"/>
            </a:xfrm>
            <a:prstGeom prst="rect">
              <a:avLst/>
            </a:prstGeom>
            <a:solidFill>
              <a:srgbClr val="9DC6DC"/>
            </a:solidFill>
            <a:ln w="0">
              <a:noFill/>
              <a:prstDash val="solid"/>
            </a:ln>
          </p:spPr>
        </p:sp>
        <p:sp>
          <p:nvSpPr>
            <p:cNvPr id="1402" name="four:barrier-filling:filled-output-cell-7:1402">
              <a:extLst>
                <a:ext uri="{FF2B5EF4-FFF2-40B4-BE49-F238E27FC236}">
                  <ns2:creationId id="{9F7842CB-6579-4000-92E4-43AA49FD23D7}"/>
                </a:ext>
              </a:extLst>
            </p:cNvPr>
            <p:cNvSpPr>
              <a:spLocks noGrp="1"/>
            </p:cNvSpPr>
            <p:nvPr/>
          </p:nvSpPr>
          <p:spPr>
            <a:xfrm>
              <a:off x="16079589" y="7343775"/>
              <a:ext cx="19248" cy="200025"/>
            </a:xfrm>
            <a:prstGeom prst="rect">
              <a:avLst/>
            </a:prstGeom>
            <a:solidFill>
              <a:srgbClr val="5AA2CA"/>
            </a:solidFill>
            <a:ln w="0">
              <a:noFill/>
              <a:prstDash val="solid"/>
            </a:ln>
          </p:spPr>
        </p:sp>
        <p:sp>
          <p:nvSpPr>
            <p:cNvPr id="1403" name="four:barrier-filling:filled-output-cell-8:1403">
              <a:extLst>
                <a:ext uri="{FF2B5EF4-FFF2-40B4-BE49-F238E27FC236}">
                  <ns2:creationId id="{E837A17D-886B-4CE1-81EA-47CAF7669290}"/>
                </a:ext>
              </a:extLst>
            </p:cNvPr>
            <p:cNvSpPr>
              <a:spLocks noGrp="1"/>
            </p:cNvSpPr>
            <p:nvPr/>
          </p:nvSpPr>
          <p:spPr>
            <a:xfrm>
              <a:off x="16098838" y="7343775"/>
              <a:ext cx="19248" cy="200025"/>
            </a:xfrm>
            <a:prstGeom prst="rect">
              <a:avLst/>
            </a:prstGeom>
            <a:solidFill>
              <a:srgbClr val="1D82BA"/>
            </a:solidFill>
            <a:ln w="0">
              <a:noFill/>
              <a:prstDash val="solid"/>
            </a:ln>
          </p:spPr>
        </p:sp>
        <p:sp>
          <p:nvSpPr>
            <p:cNvPr id="1404" name="four:barrier-filling:filled-output-cell-9:1404">
              <a:extLst>
                <a:ext uri="{FF2B5EF4-FFF2-40B4-BE49-F238E27FC236}">
                  <ns2:creationId id="{E392C788-6B06-42BD-A379-46D32834F74E}"/>
                </a:ext>
              </a:extLst>
            </p:cNvPr>
            <p:cNvSpPr>
              <a:spLocks noGrp="1"/>
            </p:cNvSpPr>
            <p:nvPr/>
          </p:nvSpPr>
          <p:spPr>
            <a:xfrm>
              <a:off x="16118086" y="7343775"/>
              <a:ext cx="19248" cy="200025"/>
            </a:xfrm>
            <a:prstGeom prst="rect">
              <a:avLst/>
            </a:prstGeom>
            <a:solidFill>
              <a:srgbClr val="0072B2"/>
            </a:solidFill>
            <a:ln w="0">
              <a:noFill/>
              <a:prstDash val="solid"/>
            </a:ln>
          </p:spPr>
        </p:sp>
        <p:sp>
          <p:nvSpPr>
            <p:cNvPr id="1405" name="four:barrier-filling:filled-output-cell-10:1405">
              <a:extLst>
                <a:ext uri="{FF2B5EF4-FFF2-40B4-BE49-F238E27FC236}">
                  <ns2:creationId id="{4F9D7015-7827-400D-BD97-4837096CBBA7}"/>
                </a:ext>
              </a:extLst>
            </p:cNvPr>
            <p:cNvSpPr>
              <a:spLocks noGrp="1"/>
            </p:cNvSpPr>
            <p:nvPr/>
          </p:nvSpPr>
          <p:spPr>
            <a:xfrm>
              <a:off x="16137334" y="7343775"/>
              <a:ext cx="19248" cy="200025"/>
            </a:xfrm>
            <a:prstGeom prst="rect">
              <a:avLst/>
            </a:prstGeom>
            <a:solidFill>
              <a:srgbClr val="0072B2"/>
            </a:solidFill>
            <a:ln w="0">
              <a:noFill/>
              <a:prstDash val="solid"/>
            </a:ln>
          </p:spPr>
        </p:sp>
        <p:sp>
          <p:nvSpPr>
            <p:cNvPr id="1406" name="four:barrier-filling:filled-output-cell-11:1406">
              <a:extLst>
                <a:ext uri="{FF2B5EF4-FFF2-40B4-BE49-F238E27FC236}">
                  <ns2:creationId id="{FA0580D8-5D69-4C8A-B319-AED54F6E72F5}"/>
                </a:ext>
              </a:extLst>
            </p:cNvPr>
            <p:cNvSpPr>
              <a:spLocks noGrp="1"/>
            </p:cNvSpPr>
            <p:nvPr/>
          </p:nvSpPr>
          <p:spPr>
            <a:xfrm>
              <a:off x="16156583" y="7343775"/>
              <a:ext cx="19248" cy="200025"/>
            </a:xfrm>
            <a:prstGeom prst="rect">
              <a:avLst/>
            </a:prstGeom>
            <a:solidFill>
              <a:srgbClr val="0072B2"/>
            </a:solidFill>
            <a:ln w="0">
              <a:noFill/>
              <a:prstDash val="solid"/>
            </a:ln>
          </p:spPr>
        </p:sp>
        <p:sp>
          <p:nvSpPr>
            <p:cNvPr id="1407" name="four:barrier-filling:filled-output-cell-12:1407">
              <a:extLst>
                <a:ext uri="{FF2B5EF4-FFF2-40B4-BE49-F238E27FC236}">
                  <ns2:creationId id="{C6F6D8B4-8A32-44D0-9906-00D1F30B4240}"/>
                </a:ext>
              </a:extLst>
            </p:cNvPr>
            <p:cNvSpPr>
              <a:spLocks noGrp="1"/>
            </p:cNvSpPr>
            <p:nvPr/>
          </p:nvSpPr>
          <p:spPr>
            <a:xfrm>
              <a:off x="16175831" y="7343775"/>
              <a:ext cx="19248" cy="200025"/>
            </a:xfrm>
            <a:prstGeom prst="rect">
              <a:avLst/>
            </a:prstGeom>
            <a:solidFill>
              <a:srgbClr val="0072B2"/>
            </a:solidFill>
            <a:ln w="0">
              <a:noFill/>
              <a:prstDash val="solid"/>
            </a:ln>
          </p:spPr>
        </p:sp>
        <p:sp>
          <p:nvSpPr>
            <p:cNvPr id="1408" name="four:barrier-filling:filled-output-cell-13:1408">
              <a:extLst>
                <a:ext uri="{FF2B5EF4-FFF2-40B4-BE49-F238E27FC236}">
                  <ns2:creationId id="{60522F7D-9719-4D8F-B268-10CC2FCF7A5E}"/>
                </a:ext>
              </a:extLst>
            </p:cNvPr>
            <p:cNvSpPr>
              <a:spLocks noGrp="1"/>
            </p:cNvSpPr>
            <p:nvPr/>
          </p:nvSpPr>
          <p:spPr>
            <a:xfrm>
              <a:off x="16195080" y="7343775"/>
              <a:ext cx="19248" cy="200025"/>
            </a:xfrm>
            <a:prstGeom prst="rect">
              <a:avLst/>
            </a:prstGeom>
            <a:solidFill>
              <a:srgbClr val="0072B2"/>
            </a:solidFill>
            <a:ln w="0">
              <a:noFill/>
              <a:prstDash val="solid"/>
            </a:ln>
          </p:spPr>
        </p:sp>
        <p:sp>
          <p:nvSpPr>
            <p:cNvPr id="1409" name="four:barrier-filling:filled-output-cell-14:1409">
              <a:extLst>
                <a:ext uri="{FF2B5EF4-FFF2-40B4-BE49-F238E27FC236}">
                  <ns2:creationId id="{2022003D-5331-40CE-B888-B588EB8B41A5}"/>
                </a:ext>
              </a:extLst>
            </p:cNvPr>
            <p:cNvSpPr>
              <a:spLocks noGrp="1"/>
            </p:cNvSpPr>
            <p:nvPr/>
          </p:nvSpPr>
          <p:spPr>
            <a:xfrm>
              <a:off x="16214328" y="7343775"/>
              <a:ext cx="19248" cy="200025"/>
            </a:xfrm>
            <a:prstGeom prst="rect">
              <a:avLst/>
            </a:prstGeom>
            <a:solidFill>
              <a:srgbClr val="0072B2"/>
            </a:solidFill>
            <a:ln w="0">
              <a:noFill/>
              <a:prstDash val="solid"/>
            </a:ln>
          </p:spPr>
        </p:sp>
        <p:sp>
          <p:nvSpPr>
            <p:cNvPr id="1410" name="four:barrier-filling:filled-output-cell-15:1410">
              <a:extLst>
                <a:ext uri="{FF2B5EF4-FFF2-40B4-BE49-F238E27FC236}">
                  <ns2:creationId id="{CF6E4918-24CA-4A27-9427-58CE66C28587}"/>
                </a:ext>
              </a:extLst>
            </p:cNvPr>
            <p:cNvSpPr>
              <a:spLocks noGrp="1"/>
            </p:cNvSpPr>
            <p:nvPr/>
          </p:nvSpPr>
          <p:spPr>
            <a:xfrm>
              <a:off x="16233577" y="7343775"/>
              <a:ext cx="19248" cy="200025"/>
            </a:xfrm>
            <a:prstGeom prst="rect">
              <a:avLst/>
            </a:prstGeom>
            <a:solidFill>
              <a:srgbClr val="0072B2"/>
            </a:solidFill>
            <a:ln w="0">
              <a:noFill/>
              <a:prstDash val="solid"/>
            </a:ln>
          </p:spPr>
        </p:sp>
        <p:sp>
          <p:nvSpPr>
            <p:cNvPr id="1411" name="four:barrier-filling:filled-output-cell-16:1411">
              <a:extLst>
                <a:ext uri="{FF2B5EF4-FFF2-40B4-BE49-F238E27FC236}">
                  <ns2:creationId id="{1244DCEE-45F4-4074-9BFF-6AED78FF2F1E}"/>
                </a:ext>
              </a:extLst>
            </p:cNvPr>
            <p:cNvSpPr>
              <a:spLocks noGrp="1"/>
            </p:cNvSpPr>
            <p:nvPr/>
          </p:nvSpPr>
          <p:spPr>
            <a:xfrm>
              <a:off x="16252825" y="7343775"/>
              <a:ext cx="19248" cy="200025"/>
            </a:xfrm>
            <a:prstGeom prst="rect">
              <a:avLst/>
            </a:prstGeom>
            <a:solidFill>
              <a:srgbClr val="0072B2"/>
            </a:solidFill>
            <a:ln w="0">
              <a:noFill/>
              <a:prstDash val="solid"/>
            </a:ln>
          </p:spPr>
        </p:sp>
        <p:sp>
          <p:nvSpPr>
            <p:cNvPr id="1412" name="four:barrier-filling:filled-output-cell-17:1412">
              <a:extLst>
                <a:ext uri="{FF2B5EF4-FFF2-40B4-BE49-F238E27FC236}">
                  <ns2:creationId id="{863D8A5F-1FD2-428F-B5B2-A3FC03B87ECB}"/>
                </a:ext>
              </a:extLst>
            </p:cNvPr>
            <p:cNvSpPr>
              <a:spLocks noGrp="1"/>
            </p:cNvSpPr>
            <p:nvPr/>
          </p:nvSpPr>
          <p:spPr>
            <a:xfrm>
              <a:off x="16272073" y="7343775"/>
              <a:ext cx="19248" cy="200025"/>
            </a:xfrm>
            <a:prstGeom prst="rect">
              <a:avLst/>
            </a:prstGeom>
            <a:solidFill>
              <a:srgbClr val="0072B2"/>
            </a:solidFill>
            <a:ln w="0">
              <a:noFill/>
              <a:prstDash val="solid"/>
            </a:ln>
          </p:spPr>
        </p:sp>
        <p:sp>
          <p:nvSpPr>
            <p:cNvPr id="1413" name="four:barrier-filling:filled-output-cell-18:1413">
              <a:extLst>
                <a:ext uri="{FF2B5EF4-FFF2-40B4-BE49-F238E27FC236}">
                  <ns2:creationId id="{BE19BB26-208D-4061-BD1C-1771D908C6C0}"/>
                </a:ext>
              </a:extLst>
            </p:cNvPr>
            <p:cNvSpPr>
              <a:spLocks noGrp="1"/>
            </p:cNvSpPr>
            <p:nvPr/>
          </p:nvSpPr>
          <p:spPr>
            <a:xfrm>
              <a:off x="16291322" y="7343775"/>
              <a:ext cx="19248" cy="200025"/>
            </a:xfrm>
            <a:prstGeom prst="rect">
              <a:avLst/>
            </a:prstGeom>
            <a:solidFill>
              <a:srgbClr val="0072B2"/>
            </a:solidFill>
            <a:ln w="0">
              <a:noFill/>
              <a:prstDash val="solid"/>
            </a:ln>
          </p:spPr>
        </p:sp>
        <p:sp>
          <p:nvSpPr>
            <p:cNvPr id="1414" name="four:barrier-filling:filled-output-cell-19:1414">
              <a:extLst>
                <a:ext uri="{FF2B5EF4-FFF2-40B4-BE49-F238E27FC236}">
                  <ns2:creationId id="{F69FC73C-4BDA-4FB5-96F8-62166DA98D1B}"/>
                </a:ext>
              </a:extLst>
            </p:cNvPr>
            <p:cNvSpPr>
              <a:spLocks noGrp="1"/>
            </p:cNvSpPr>
            <p:nvPr/>
          </p:nvSpPr>
          <p:spPr>
            <a:xfrm>
              <a:off x="16310570" y="7343775"/>
              <a:ext cx="19248" cy="200025"/>
            </a:xfrm>
            <a:prstGeom prst="rect">
              <a:avLst/>
            </a:prstGeom>
            <a:solidFill>
              <a:srgbClr val="0072B2"/>
            </a:solidFill>
            <a:ln w="0">
              <a:noFill/>
              <a:prstDash val="solid"/>
            </a:ln>
          </p:spPr>
        </p:sp>
        <p:sp>
          <p:nvSpPr>
            <p:cNvPr id="1415" name="four:barrier-filling:filled-output-cell-20:1415">
              <a:extLst>
                <a:ext uri="{FF2B5EF4-FFF2-40B4-BE49-F238E27FC236}">
                  <ns2:creationId id="{2E569B97-B459-4956-9631-438D48E8CE60}"/>
                </a:ext>
              </a:extLst>
            </p:cNvPr>
            <p:cNvSpPr>
              <a:spLocks noGrp="1"/>
            </p:cNvSpPr>
            <p:nvPr/>
          </p:nvSpPr>
          <p:spPr>
            <a:xfrm>
              <a:off x="16329819" y="7343775"/>
              <a:ext cx="19248" cy="200025"/>
            </a:xfrm>
            <a:prstGeom prst="rect">
              <a:avLst/>
            </a:prstGeom>
            <a:solidFill>
              <a:srgbClr val="0072B2"/>
            </a:solidFill>
            <a:ln w="0">
              <a:noFill/>
              <a:prstDash val="solid"/>
            </a:ln>
          </p:spPr>
        </p:sp>
        <p:sp>
          <p:nvSpPr>
            <p:cNvPr id="1416" name="four:barrier-filling:filled-output-cell-21:1416">
              <a:extLst>
                <a:ext uri="{FF2B5EF4-FFF2-40B4-BE49-F238E27FC236}">
                  <ns2:creationId id="{02B32A8D-96D7-45F1-9365-4EAEF846CEFB}"/>
                </a:ext>
              </a:extLst>
            </p:cNvPr>
            <p:cNvSpPr>
              <a:spLocks noGrp="1"/>
            </p:cNvSpPr>
            <p:nvPr/>
          </p:nvSpPr>
          <p:spPr>
            <a:xfrm>
              <a:off x="16349067" y="7343775"/>
              <a:ext cx="19248" cy="200025"/>
            </a:xfrm>
            <a:prstGeom prst="rect">
              <a:avLst/>
            </a:prstGeom>
            <a:solidFill>
              <a:srgbClr val="0072B2"/>
            </a:solidFill>
            <a:ln w="0">
              <a:noFill/>
              <a:prstDash val="solid"/>
            </a:ln>
          </p:spPr>
        </p:sp>
        <p:sp>
          <p:nvSpPr>
            <p:cNvPr id="1417" name="four:barrier-filling:filled-output-cell-22:1417">
              <a:extLst>
                <a:ext uri="{FF2B5EF4-FFF2-40B4-BE49-F238E27FC236}">
                  <ns2:creationId id="{8A333FC6-9C49-4E1D-8BEE-113109FBACD7}"/>
                </a:ext>
              </a:extLst>
            </p:cNvPr>
            <p:cNvSpPr>
              <a:spLocks noGrp="1"/>
            </p:cNvSpPr>
            <p:nvPr/>
          </p:nvSpPr>
          <p:spPr>
            <a:xfrm>
              <a:off x="16368316" y="7343775"/>
              <a:ext cx="19248" cy="200025"/>
            </a:xfrm>
            <a:prstGeom prst="rect">
              <a:avLst/>
            </a:prstGeom>
            <a:solidFill>
              <a:srgbClr val="0072B2"/>
            </a:solidFill>
            <a:ln w="0">
              <a:noFill/>
              <a:prstDash val="solid"/>
            </a:ln>
          </p:spPr>
        </p:sp>
        <p:sp>
          <p:nvSpPr>
            <p:cNvPr id="1418" name="four:barrier-filling:filled-output-cell-23:1418">
              <a:extLst>
                <a:ext uri="{FF2B5EF4-FFF2-40B4-BE49-F238E27FC236}">
                  <ns2:creationId id="{09E43C03-7599-49E2-B555-70A8804578F4}"/>
                </a:ext>
              </a:extLst>
            </p:cNvPr>
            <p:cNvSpPr>
              <a:spLocks noGrp="1"/>
            </p:cNvSpPr>
            <p:nvPr/>
          </p:nvSpPr>
          <p:spPr>
            <a:xfrm>
              <a:off x="16387564" y="7343775"/>
              <a:ext cx="19248" cy="200025"/>
            </a:xfrm>
            <a:prstGeom prst="rect">
              <a:avLst/>
            </a:prstGeom>
            <a:solidFill>
              <a:srgbClr val="0977B4"/>
            </a:solidFill>
            <a:ln w="0">
              <a:noFill/>
              <a:prstDash val="solid"/>
            </a:ln>
          </p:spPr>
        </p:sp>
        <p:sp>
          <p:nvSpPr>
            <p:cNvPr id="1419" name="four:barrier-filling:filled-output-cell-24:1419">
              <a:extLst>
                <a:ext uri="{FF2B5EF4-FFF2-40B4-BE49-F238E27FC236}">
                  <ns2:creationId id="{E58B5BC4-FB97-4436-8252-461AF50C9DFF}"/>
                </a:ext>
              </a:extLst>
            </p:cNvPr>
            <p:cNvSpPr>
              <a:spLocks noGrp="1"/>
            </p:cNvSpPr>
            <p:nvPr/>
          </p:nvSpPr>
          <p:spPr>
            <a:xfrm>
              <a:off x="16406813" y="7343775"/>
              <a:ext cx="19248" cy="200025"/>
            </a:xfrm>
            <a:prstGeom prst="rect">
              <a:avLst/>
            </a:prstGeom>
            <a:solidFill>
              <a:srgbClr val="2385BB"/>
            </a:solidFill>
            <a:ln w="0">
              <a:noFill/>
              <a:prstDash val="solid"/>
            </a:ln>
          </p:spPr>
        </p:sp>
        <p:sp>
          <p:nvSpPr>
            <p:cNvPr id="1420" name="four:barrier-filling:filled-output-cell-25:1420">
              <a:extLst>
                <a:ext uri="{FF2B5EF4-FFF2-40B4-BE49-F238E27FC236}">
                  <ns2:creationId id="{32CC9CD2-FB53-44B3-9E4A-F10D80B13F4F}"/>
                </a:ext>
              </a:extLst>
            </p:cNvPr>
            <p:cNvSpPr>
              <a:spLocks noGrp="1"/>
            </p:cNvSpPr>
            <p:nvPr/>
          </p:nvSpPr>
          <p:spPr>
            <a:xfrm>
              <a:off x="16426061" y="7343775"/>
              <a:ext cx="19248" cy="200025"/>
            </a:xfrm>
            <a:prstGeom prst="rect">
              <a:avLst/>
            </a:prstGeom>
            <a:solidFill>
              <a:srgbClr val="4899C5"/>
            </a:solidFill>
            <a:ln w="0">
              <a:noFill/>
              <a:prstDash val="solid"/>
            </a:ln>
          </p:spPr>
        </p:sp>
        <p:sp>
          <p:nvSpPr>
            <p:cNvPr id="1421" name="four:barrier-filling:filled-output-cell-26:1421">
              <a:extLst>
                <a:ext uri="{FF2B5EF4-FFF2-40B4-BE49-F238E27FC236}">
                  <ns2:creationId id="{55ACC7F3-7BFC-4DA9-97FE-B5E4DC889CDD}"/>
                </a:ext>
              </a:extLst>
            </p:cNvPr>
            <p:cNvSpPr>
              <a:spLocks noGrp="1"/>
            </p:cNvSpPr>
            <p:nvPr/>
          </p:nvSpPr>
          <p:spPr>
            <a:xfrm>
              <a:off x="16445309" y="7343775"/>
              <a:ext cx="19248" cy="200025"/>
            </a:xfrm>
            <a:prstGeom prst="rect">
              <a:avLst/>
            </a:prstGeom>
            <a:solidFill>
              <a:srgbClr val="72AFD1"/>
            </a:solidFill>
            <a:ln w="0">
              <a:noFill/>
              <a:prstDash val="solid"/>
            </a:ln>
          </p:spPr>
        </p:sp>
        <p:sp>
          <p:nvSpPr>
            <p:cNvPr id="1422" name="four:barrier-filling:filled-output-cell-27:1422">
              <a:extLst>
                <a:ext uri="{FF2B5EF4-FFF2-40B4-BE49-F238E27FC236}">
                  <ns2:creationId id="{8CD92198-3F74-460E-9AA2-94BE6A671AA9}"/>
                </a:ext>
              </a:extLst>
            </p:cNvPr>
            <p:cNvSpPr>
              <a:spLocks noGrp="1"/>
            </p:cNvSpPr>
            <p:nvPr/>
          </p:nvSpPr>
          <p:spPr>
            <a:xfrm>
              <a:off x="16464558" y="7343775"/>
              <a:ext cx="19248" cy="200025"/>
            </a:xfrm>
            <a:prstGeom prst="rect">
              <a:avLst/>
            </a:prstGeom>
            <a:solidFill>
              <a:srgbClr val="9CC5DC"/>
            </a:solidFill>
            <a:ln w="0">
              <a:noFill/>
              <a:prstDash val="solid"/>
            </a:ln>
          </p:spPr>
        </p:sp>
        <p:sp>
          <p:nvSpPr>
            <p:cNvPr id="1423" name="four:barrier-filling:filled-output-cell-28:1423">
              <a:extLst>
                <a:ext uri="{FF2B5EF4-FFF2-40B4-BE49-F238E27FC236}">
                  <ns2:creationId id="{1B4001E7-DBD1-4DD1-8664-0570DFB72E5C}"/>
                </a:ext>
              </a:extLst>
            </p:cNvPr>
            <p:cNvSpPr>
              <a:spLocks noGrp="1"/>
            </p:cNvSpPr>
            <p:nvPr/>
          </p:nvSpPr>
          <p:spPr>
            <a:xfrm>
              <a:off x="16483806" y="7343775"/>
              <a:ext cx="19248" cy="200025"/>
            </a:xfrm>
            <a:prstGeom prst="rect">
              <a:avLst/>
            </a:prstGeom>
            <a:solidFill>
              <a:srgbClr val="C9DBE4"/>
            </a:solidFill>
            <a:ln w="0">
              <a:noFill/>
              <a:prstDash val="solid"/>
            </a:ln>
          </p:spPr>
        </p:sp>
        <p:sp>
          <p:nvSpPr>
            <p:cNvPr id="1424" name="four:barrier-filling:filled-output-cell-29:1424">
              <a:extLst>
                <a:ext uri="{FF2B5EF4-FFF2-40B4-BE49-F238E27FC236}">
                  <ns2:creationId id="{29D41C62-E07C-4783-9140-4AC5D2BC76D9}"/>
                </a:ext>
              </a:extLst>
            </p:cNvPr>
            <p:cNvSpPr>
              <a:spLocks noGrp="1"/>
            </p:cNvSpPr>
            <p:nvPr/>
          </p:nvSpPr>
          <p:spPr>
            <a:xfrm>
              <a:off x="16503055" y="7343775"/>
              <a:ext cx="19248" cy="200025"/>
            </a:xfrm>
            <a:prstGeom prst="rect">
              <a:avLst/>
            </a:prstGeom>
            <a:solidFill>
              <a:srgbClr val="D8E5EB"/>
            </a:solidFill>
            <a:ln w="0">
              <a:noFill/>
              <a:prstDash val="solid"/>
            </a:ln>
          </p:spPr>
        </p:sp>
        <p:sp>
          <p:nvSpPr>
            <p:cNvPr id="1425" name="four:barrier-filling:filled-output-cell-30:1425">
              <a:extLst>
                <a:ext uri="{FF2B5EF4-FFF2-40B4-BE49-F238E27FC236}">
                  <ns2:creationId id="{C13BF9DF-7792-441A-AE87-DB86084439C7}"/>
                </a:ext>
              </a:extLst>
            </p:cNvPr>
            <p:cNvSpPr>
              <a:spLocks noGrp="1"/>
            </p:cNvSpPr>
            <p:nvPr/>
          </p:nvSpPr>
          <p:spPr>
            <a:xfrm>
              <a:off x="16522303" y="7343775"/>
              <a:ext cx="19248" cy="200025"/>
            </a:xfrm>
            <a:prstGeom prst="rect">
              <a:avLst/>
            </a:prstGeom>
            <a:solidFill>
              <a:srgbClr val="DCE8ED"/>
            </a:solidFill>
            <a:ln w="0">
              <a:noFill/>
              <a:prstDash val="solid"/>
            </a:ln>
          </p:spPr>
        </p:sp>
        <p:sp>
          <p:nvSpPr>
            <p:cNvPr id="1426" name="four:barrier-filling:filled-output-cell-31:1426">
              <a:extLst>
                <a:ext uri="{FF2B5EF4-FFF2-40B4-BE49-F238E27FC236}">
                  <ns2:creationId id="{13D86A4B-FBF1-43D3-96DB-06CC20F2FFA3}"/>
                </a:ext>
              </a:extLst>
            </p:cNvPr>
            <p:cNvSpPr>
              <a:spLocks noGrp="1"/>
            </p:cNvSpPr>
            <p:nvPr/>
          </p:nvSpPr>
          <p:spPr>
            <a:xfrm>
              <a:off x="16541552" y="7343775"/>
              <a:ext cx="19248" cy="200025"/>
            </a:xfrm>
            <a:prstGeom prst="rect">
              <a:avLst/>
            </a:prstGeom>
            <a:solidFill>
              <a:srgbClr val="DCE8ED"/>
            </a:solidFill>
            <a:ln w="0">
              <a:noFill/>
              <a:prstDash val="solid"/>
            </a:ln>
          </p:spPr>
        </p:sp>
        <p:sp>
          <p:nvSpPr>
            <p:cNvPr id="1427" name="four:barrier-filling:filled-output-cell-32:1427">
              <a:extLst>
                <a:ext uri="{FF2B5EF4-FFF2-40B4-BE49-F238E27FC236}">
                  <ns2:creationId id="{C3039544-C976-429A-90B1-A6705308E238}"/>
                </a:ext>
              </a:extLst>
            </p:cNvPr>
            <p:cNvSpPr>
              <a:spLocks noGrp="1"/>
            </p:cNvSpPr>
            <p:nvPr/>
          </p:nvSpPr>
          <p:spPr>
            <a:xfrm>
              <a:off x="16560800" y="7343775"/>
              <a:ext cx="19248" cy="200025"/>
            </a:xfrm>
            <a:prstGeom prst="rect">
              <a:avLst/>
            </a:prstGeom>
            <a:solidFill>
              <a:srgbClr val="DCE8ED"/>
            </a:solidFill>
            <a:ln w="0">
              <a:noFill/>
              <a:prstDash val="solid"/>
            </a:ln>
          </p:spPr>
        </p:sp>
        <p:sp>
          <p:nvSpPr>
            <p:cNvPr id="1428" name="four:barrier-filling:filled-output-cell-33:1428">
              <a:extLst>
                <a:ext uri="{FF2B5EF4-FFF2-40B4-BE49-F238E27FC236}">
                  <ns2:creationId id="{36D23ABA-6333-4346-B960-AE0A3D148BCE}"/>
                </a:ext>
              </a:extLst>
            </p:cNvPr>
            <p:cNvSpPr>
              <a:spLocks noGrp="1"/>
            </p:cNvSpPr>
            <p:nvPr/>
          </p:nvSpPr>
          <p:spPr>
            <a:xfrm>
              <a:off x="16580048" y="7343775"/>
              <a:ext cx="19248" cy="200025"/>
            </a:xfrm>
            <a:prstGeom prst="rect">
              <a:avLst/>
            </a:prstGeom>
            <a:solidFill>
              <a:srgbClr val="DCE8ED"/>
            </a:solidFill>
            <a:ln w="0">
              <a:noFill/>
              <a:prstDash val="solid"/>
            </a:ln>
          </p:spPr>
        </p:sp>
        <p:sp>
          <p:nvSpPr>
            <p:cNvPr id="1429" name="four:barrier-filling:filled-output-cell-34:1429">
              <a:extLst>
                <a:ext uri="{FF2B5EF4-FFF2-40B4-BE49-F238E27FC236}">
                  <ns2:creationId id="{CF9BE855-18CC-4018-95D7-4B156030BE59}"/>
                </a:ext>
              </a:extLst>
            </p:cNvPr>
            <p:cNvSpPr>
              <a:spLocks noGrp="1"/>
            </p:cNvSpPr>
            <p:nvPr/>
          </p:nvSpPr>
          <p:spPr>
            <a:xfrm>
              <a:off x="16599297" y="7343775"/>
              <a:ext cx="19248" cy="200025"/>
            </a:xfrm>
            <a:prstGeom prst="rect">
              <a:avLst/>
            </a:prstGeom>
            <a:solidFill>
              <a:srgbClr val="DCE8ED"/>
            </a:solidFill>
            <a:ln w="0">
              <a:noFill/>
              <a:prstDash val="solid"/>
            </a:ln>
          </p:spPr>
        </p:sp>
        <p:sp>
          <p:nvSpPr>
            <p:cNvPr id="1430" name="four:barrier-filling:filled-output-cell-35:1430">
              <a:extLst>
                <a:ext uri="{FF2B5EF4-FFF2-40B4-BE49-F238E27FC236}">
                  <ns2:creationId id="{52157236-7D80-4963-90A3-CD484EDA7F1C}"/>
                </a:ext>
              </a:extLst>
            </p:cNvPr>
            <p:cNvSpPr>
              <a:spLocks noGrp="1"/>
            </p:cNvSpPr>
            <p:nvPr/>
          </p:nvSpPr>
          <p:spPr>
            <a:xfrm>
              <a:off x="16618545" y="7343775"/>
              <a:ext cx="19248" cy="200025"/>
            </a:xfrm>
            <a:prstGeom prst="rect">
              <a:avLst/>
            </a:prstGeom>
            <a:solidFill>
              <a:srgbClr val="DCE8ED"/>
            </a:solidFill>
            <a:ln w="0">
              <a:noFill/>
              <a:prstDash val="solid"/>
            </a:ln>
          </p:spPr>
        </p:sp>
        <p:sp>
          <p:nvSpPr>
            <p:cNvPr id="1431" name="four:barrier-filling:filled-output-cell-36:1431">
              <a:extLst>
                <a:ext uri="{FF2B5EF4-FFF2-40B4-BE49-F238E27FC236}">
                  <ns2:creationId id="{B963F870-5E0C-4E7B-B0ED-FC7620A61538}"/>
                </a:ext>
              </a:extLst>
            </p:cNvPr>
            <p:cNvSpPr>
              <a:spLocks noGrp="1"/>
            </p:cNvSpPr>
            <p:nvPr/>
          </p:nvSpPr>
          <p:spPr>
            <a:xfrm>
              <a:off x="16637794" y="7343775"/>
              <a:ext cx="19248" cy="200025"/>
            </a:xfrm>
            <a:prstGeom prst="rect">
              <a:avLst/>
            </a:prstGeom>
            <a:solidFill>
              <a:srgbClr val="DCE8ED"/>
            </a:solidFill>
            <a:ln w="0">
              <a:noFill/>
              <a:prstDash val="solid"/>
            </a:ln>
          </p:spPr>
        </p:sp>
        <p:sp>
          <p:nvSpPr>
            <p:cNvPr id="1432" name="four:barrier-filling:filled-output-cell-37:1432">
              <a:extLst>
                <a:ext uri="{FF2B5EF4-FFF2-40B4-BE49-F238E27FC236}">
                  <ns2:creationId id="{12521C1A-33AB-4323-870E-A53662D086D6}"/>
                </a:ext>
              </a:extLst>
            </p:cNvPr>
            <p:cNvSpPr>
              <a:spLocks noGrp="1"/>
            </p:cNvSpPr>
            <p:nvPr/>
          </p:nvSpPr>
          <p:spPr>
            <a:xfrm>
              <a:off x="16657042" y="7343775"/>
              <a:ext cx="19248" cy="200025"/>
            </a:xfrm>
            <a:prstGeom prst="rect">
              <a:avLst/>
            </a:prstGeom>
            <a:solidFill>
              <a:srgbClr val="DCE8ED"/>
            </a:solidFill>
            <a:ln w="0">
              <a:noFill/>
              <a:prstDash val="solid"/>
            </a:ln>
          </p:spPr>
        </p:sp>
        <p:sp>
          <p:nvSpPr>
            <p:cNvPr id="1433" name="four:barrier-filling:filled-output-cell-38:1433">
              <a:extLst>
                <a:ext uri="{FF2B5EF4-FFF2-40B4-BE49-F238E27FC236}">
                  <ns2:creationId id="{97B849CA-479E-4F9F-86D8-0CC5538AC494}"/>
                </a:ext>
              </a:extLst>
            </p:cNvPr>
            <p:cNvSpPr>
              <a:spLocks noGrp="1"/>
            </p:cNvSpPr>
            <p:nvPr/>
          </p:nvSpPr>
          <p:spPr>
            <a:xfrm>
              <a:off x="16676291" y="7343775"/>
              <a:ext cx="19248" cy="200025"/>
            </a:xfrm>
            <a:prstGeom prst="rect">
              <a:avLst/>
            </a:prstGeom>
            <a:solidFill>
              <a:srgbClr val="DCE8ED"/>
            </a:solidFill>
            <a:ln w="0">
              <a:noFill/>
              <a:prstDash val="solid"/>
            </a:ln>
          </p:spPr>
        </p:sp>
        <p:sp>
          <p:nvSpPr>
            <p:cNvPr id="1434" name="four:barrier-filling:filled-output-cell-39:1434">
              <a:extLst>
                <a:ext uri="{FF2B5EF4-FFF2-40B4-BE49-F238E27FC236}">
                  <ns2:creationId id="{A484494A-A053-4238-A4CF-B726A31A3BE8}"/>
                </a:ext>
              </a:extLst>
            </p:cNvPr>
            <p:cNvSpPr>
              <a:spLocks noGrp="1"/>
            </p:cNvSpPr>
            <p:nvPr/>
          </p:nvSpPr>
          <p:spPr>
            <a:xfrm>
              <a:off x="16695539" y="7343775"/>
              <a:ext cx="19248" cy="200025"/>
            </a:xfrm>
            <a:prstGeom prst="rect">
              <a:avLst/>
            </a:prstGeom>
            <a:solidFill>
              <a:srgbClr val="DCE8ED"/>
            </a:solidFill>
            <a:ln w="0">
              <a:noFill/>
              <a:prstDash val="solid"/>
            </a:ln>
          </p:spPr>
        </p:sp>
        <p:sp>
          <p:nvSpPr>
            <p:cNvPr id="1435" name="four:barrier-filling:filled-output-cell-40:1435">
              <a:extLst>
                <a:ext uri="{FF2B5EF4-FFF2-40B4-BE49-F238E27FC236}">
                  <ns2:creationId id="{5B4CCD0C-2DBE-40C3-8AC1-EAABB7F26574}"/>
                </a:ext>
              </a:extLst>
            </p:cNvPr>
            <p:cNvSpPr>
              <a:spLocks noGrp="1"/>
            </p:cNvSpPr>
            <p:nvPr/>
          </p:nvSpPr>
          <p:spPr>
            <a:xfrm>
              <a:off x="16714788" y="7343775"/>
              <a:ext cx="19248" cy="200025"/>
            </a:xfrm>
            <a:prstGeom prst="rect">
              <a:avLst/>
            </a:prstGeom>
            <a:solidFill>
              <a:srgbClr val="DCE8ED"/>
            </a:solidFill>
            <a:ln w="0">
              <a:noFill/>
              <a:prstDash val="solid"/>
            </a:ln>
          </p:spPr>
        </p:sp>
        <p:sp>
          <p:nvSpPr>
            <p:cNvPr id="1436" name="four:barrier-filling:filled-output-cell-41:1436">
              <a:extLst>
                <a:ext uri="{FF2B5EF4-FFF2-40B4-BE49-F238E27FC236}">
                  <ns2:creationId id="{C9FD1511-7202-4A36-8A32-1561D6D58480}"/>
                </a:ext>
              </a:extLst>
            </p:cNvPr>
            <p:cNvSpPr>
              <a:spLocks noGrp="1"/>
            </p:cNvSpPr>
            <p:nvPr/>
          </p:nvSpPr>
          <p:spPr>
            <a:xfrm>
              <a:off x="16734036" y="7343775"/>
              <a:ext cx="19248" cy="200025"/>
            </a:xfrm>
            <a:prstGeom prst="rect">
              <a:avLst/>
            </a:prstGeom>
            <a:solidFill>
              <a:srgbClr val="DCE8ED"/>
            </a:solidFill>
            <a:ln w="0">
              <a:noFill/>
              <a:prstDash val="solid"/>
            </a:ln>
          </p:spPr>
        </p:sp>
        <p:sp>
          <p:nvSpPr>
            <p:cNvPr id="1437" name="four:barrier-filling:filled-output-cell-42:1437">
              <a:extLst>
                <a:ext uri="{FF2B5EF4-FFF2-40B4-BE49-F238E27FC236}">
                  <ns2:creationId id="{78C62432-8686-4B54-8439-7D17842D2573}"/>
                </a:ext>
              </a:extLst>
            </p:cNvPr>
            <p:cNvSpPr>
              <a:spLocks noGrp="1"/>
            </p:cNvSpPr>
            <p:nvPr/>
          </p:nvSpPr>
          <p:spPr>
            <a:xfrm>
              <a:off x="16753284" y="7343775"/>
              <a:ext cx="19248" cy="200025"/>
            </a:xfrm>
            <a:prstGeom prst="rect">
              <a:avLst/>
            </a:prstGeom>
            <a:solidFill>
              <a:srgbClr val="DCE8ED"/>
            </a:solidFill>
            <a:ln w="0">
              <a:noFill/>
              <a:prstDash val="solid"/>
            </a:ln>
          </p:spPr>
        </p:sp>
        <p:sp>
          <p:nvSpPr>
            <p:cNvPr id="1438" name="four:barrier-filling:filled-output-cell-43:1438">
              <a:extLst>
                <a:ext uri="{FF2B5EF4-FFF2-40B4-BE49-F238E27FC236}">
                  <ns2:creationId id="{90D4BF4B-6ED2-4979-A66B-C9CD93E74ABF}"/>
                </a:ext>
              </a:extLst>
            </p:cNvPr>
            <p:cNvSpPr>
              <a:spLocks noGrp="1"/>
            </p:cNvSpPr>
            <p:nvPr/>
          </p:nvSpPr>
          <p:spPr>
            <a:xfrm>
              <a:off x="16772533" y="7343775"/>
              <a:ext cx="19248" cy="200025"/>
            </a:xfrm>
            <a:prstGeom prst="rect">
              <a:avLst/>
            </a:prstGeom>
            <a:solidFill>
              <a:srgbClr val="DCE8ED"/>
            </a:solidFill>
            <a:ln w="0">
              <a:noFill/>
              <a:prstDash val="solid"/>
            </a:ln>
          </p:spPr>
        </p:sp>
        <p:sp>
          <p:nvSpPr>
            <p:cNvPr id="1439" name="four:barrier-filling:filled-output-cell-44:1439">
              <a:extLst>
                <a:ext uri="{FF2B5EF4-FFF2-40B4-BE49-F238E27FC236}">
                  <ns2:creationId id="{AEB07ECF-8B44-4E49-B125-E69A95642F85}"/>
                </a:ext>
              </a:extLst>
            </p:cNvPr>
            <p:cNvSpPr>
              <a:spLocks noGrp="1"/>
            </p:cNvSpPr>
            <p:nvPr/>
          </p:nvSpPr>
          <p:spPr>
            <a:xfrm>
              <a:off x="16791781" y="7343775"/>
              <a:ext cx="19248" cy="200025"/>
            </a:xfrm>
            <a:prstGeom prst="rect">
              <a:avLst/>
            </a:prstGeom>
            <a:solidFill>
              <a:srgbClr val="DCE8ED"/>
            </a:solidFill>
            <a:ln w="0">
              <a:noFill/>
              <a:prstDash val="solid"/>
            </a:ln>
          </p:spPr>
        </p:sp>
        <p:sp>
          <p:nvSpPr>
            <p:cNvPr id="1440" name="four:barrier-filling:filled-output-cell-45:1440">
              <a:extLst>
                <a:ext uri="{FF2B5EF4-FFF2-40B4-BE49-F238E27FC236}">
                  <ns2:creationId id="{E3857303-9A9D-42C3-A684-042CB90B332A}"/>
                </a:ext>
              </a:extLst>
            </p:cNvPr>
            <p:cNvSpPr>
              <a:spLocks noGrp="1"/>
            </p:cNvSpPr>
            <p:nvPr/>
          </p:nvSpPr>
          <p:spPr>
            <a:xfrm>
              <a:off x="16811030" y="7343775"/>
              <a:ext cx="19248" cy="200025"/>
            </a:xfrm>
            <a:prstGeom prst="rect">
              <a:avLst/>
            </a:prstGeom>
            <a:solidFill>
              <a:srgbClr val="DCE8ED"/>
            </a:solidFill>
            <a:ln w="0">
              <a:noFill/>
              <a:prstDash val="solid"/>
            </a:ln>
          </p:spPr>
        </p:sp>
        <p:sp>
          <p:nvSpPr>
            <p:cNvPr id="1441" name="four:barrier-filling:filled-output-cell-46:1441">
              <a:extLst>
                <a:ext uri="{FF2B5EF4-FFF2-40B4-BE49-F238E27FC236}">
                  <ns2:creationId id="{B2BB00B6-A70D-4A4A-9126-AC8187F29EAE}"/>
                </a:ext>
              </a:extLst>
            </p:cNvPr>
            <p:cNvSpPr>
              <a:spLocks noGrp="1"/>
            </p:cNvSpPr>
            <p:nvPr/>
          </p:nvSpPr>
          <p:spPr>
            <a:xfrm>
              <a:off x="16830278" y="7343775"/>
              <a:ext cx="19248" cy="200025"/>
            </a:xfrm>
            <a:prstGeom prst="rect">
              <a:avLst/>
            </a:prstGeom>
            <a:solidFill>
              <a:srgbClr val="DCE8ED"/>
            </a:solidFill>
            <a:ln w="0">
              <a:noFill/>
              <a:prstDash val="solid"/>
            </a:ln>
          </p:spPr>
        </p:sp>
        <p:sp>
          <p:nvSpPr>
            <p:cNvPr id="1442" name="four:barrier-filling:filled-output-cell-47:1442">
              <a:extLst>
                <a:ext uri="{FF2B5EF4-FFF2-40B4-BE49-F238E27FC236}">
                  <ns2:creationId id="{EC99DB7A-C806-47EF-B71A-28B99596E304}"/>
                </a:ext>
              </a:extLst>
            </p:cNvPr>
            <p:cNvSpPr>
              <a:spLocks noGrp="1"/>
            </p:cNvSpPr>
            <p:nvPr/>
          </p:nvSpPr>
          <p:spPr>
            <a:xfrm>
              <a:off x="16849527" y="7343775"/>
              <a:ext cx="19248" cy="200025"/>
            </a:xfrm>
            <a:prstGeom prst="rect">
              <a:avLst/>
            </a:prstGeom>
            <a:solidFill>
              <a:srgbClr val="DCE8ED"/>
            </a:solidFill>
            <a:ln w="0">
              <a:noFill/>
              <a:prstDash val="solid"/>
            </a:ln>
          </p:spPr>
        </p:sp>
        <p:sp>
          <p:nvSpPr>
            <p:cNvPr id="1443" name="four:barrier-filling:filled-output-cell-48:1443">
              <a:extLst>
                <a:ext uri="{FF2B5EF4-FFF2-40B4-BE49-F238E27FC236}">
                  <ns2:creationId id="{FAF7483B-E5B8-4A3A-9F85-D9685B63DB06}"/>
                </a:ext>
              </a:extLst>
            </p:cNvPr>
            <p:cNvSpPr>
              <a:spLocks noGrp="1"/>
            </p:cNvSpPr>
            <p:nvPr/>
          </p:nvSpPr>
          <p:spPr>
            <a:xfrm>
              <a:off x="16868775" y="7343775"/>
              <a:ext cx="19248" cy="200025"/>
            </a:xfrm>
            <a:prstGeom prst="rect">
              <a:avLst/>
            </a:prstGeom>
            <a:solidFill>
              <a:srgbClr val="DCE8ED"/>
            </a:solidFill>
            <a:ln w="0">
              <a:noFill/>
              <a:prstDash val="solid"/>
            </a:ln>
          </p:spPr>
        </p:sp>
        <p:sp>
          <p:nvSpPr>
            <p:cNvPr id="1444" name="four:barrier-filling:filled-output-cell-49:1444">
              <a:extLst>
                <a:ext uri="{FF2B5EF4-FFF2-40B4-BE49-F238E27FC236}">
                  <ns2:creationId id="{A447916E-AE3E-404E-9D6C-D7BF1381DC6D}"/>
                </a:ext>
              </a:extLst>
            </p:cNvPr>
            <p:cNvSpPr>
              <a:spLocks noGrp="1"/>
            </p:cNvSpPr>
            <p:nvPr/>
          </p:nvSpPr>
          <p:spPr>
            <a:xfrm>
              <a:off x="16888023" y="7343775"/>
              <a:ext cx="19248" cy="200025"/>
            </a:xfrm>
            <a:prstGeom prst="rect">
              <a:avLst/>
            </a:prstGeom>
            <a:solidFill>
              <a:srgbClr val="DCE8ED"/>
            </a:solidFill>
            <a:ln w="0">
              <a:noFill/>
              <a:prstDash val="solid"/>
            </a:ln>
          </p:spPr>
        </p:sp>
        <p:sp>
          <p:nvSpPr>
            <p:cNvPr id="1445" name="four:barrier-filling:filled-output-cell-50:1445">
              <a:extLst>
                <a:ext uri="{FF2B5EF4-FFF2-40B4-BE49-F238E27FC236}">
                  <ns2:creationId id="{DD1C4552-DCE0-476A-B07D-6E26B3C809D6}"/>
                </a:ext>
              </a:extLst>
            </p:cNvPr>
            <p:cNvSpPr>
              <a:spLocks noGrp="1"/>
            </p:cNvSpPr>
            <p:nvPr/>
          </p:nvSpPr>
          <p:spPr>
            <a:xfrm>
              <a:off x="16907272" y="7343775"/>
              <a:ext cx="19248" cy="200025"/>
            </a:xfrm>
            <a:prstGeom prst="rect">
              <a:avLst/>
            </a:prstGeom>
            <a:solidFill>
              <a:srgbClr val="DCE8ED"/>
            </a:solidFill>
            <a:ln w="0">
              <a:noFill/>
              <a:prstDash val="solid"/>
            </a:ln>
          </p:spPr>
        </p:sp>
        <p:sp>
          <p:nvSpPr>
            <p:cNvPr id="1446" name="four:barrier-filling:filled-output-cell-51:1446">
              <a:extLst>
                <a:ext uri="{FF2B5EF4-FFF2-40B4-BE49-F238E27FC236}">
                  <ns2:creationId id="{FDD6994F-BD01-42DB-80F9-EDDD09B7D80A}"/>
                </a:ext>
              </a:extLst>
            </p:cNvPr>
            <p:cNvSpPr>
              <a:spLocks noGrp="1"/>
            </p:cNvSpPr>
            <p:nvPr/>
          </p:nvSpPr>
          <p:spPr>
            <a:xfrm>
              <a:off x="16926520" y="7343775"/>
              <a:ext cx="19248" cy="200025"/>
            </a:xfrm>
            <a:prstGeom prst="rect">
              <a:avLst/>
            </a:prstGeom>
            <a:solidFill>
              <a:srgbClr val="DCE8ED"/>
            </a:solidFill>
            <a:ln w="0">
              <a:noFill/>
              <a:prstDash val="solid"/>
            </a:ln>
          </p:spPr>
        </p:sp>
        <p:sp>
          <p:nvSpPr>
            <p:cNvPr id="1447" name="four:barrier-filling:filled-output-cell-52:1447">
              <a:extLst>
                <a:ext uri="{FF2B5EF4-FFF2-40B4-BE49-F238E27FC236}">
                  <ns2:creationId id="{904BA196-577F-476F-9623-1E87FAEA1CDE}"/>
                </a:ext>
              </a:extLst>
            </p:cNvPr>
            <p:cNvSpPr>
              <a:spLocks noGrp="1"/>
            </p:cNvSpPr>
            <p:nvPr/>
          </p:nvSpPr>
          <p:spPr>
            <a:xfrm>
              <a:off x="16945769" y="7343775"/>
              <a:ext cx="19248" cy="200025"/>
            </a:xfrm>
            <a:prstGeom prst="rect">
              <a:avLst/>
            </a:prstGeom>
            <a:solidFill>
              <a:srgbClr val="DCE8ED"/>
            </a:solidFill>
            <a:ln w="0">
              <a:noFill/>
              <a:prstDash val="solid"/>
            </a:ln>
          </p:spPr>
        </p:sp>
        <p:sp>
          <p:nvSpPr>
            <p:cNvPr id="1448" name="four:barrier-filling:filled-output-cell-53:1448">
              <a:extLst>
                <a:ext uri="{FF2B5EF4-FFF2-40B4-BE49-F238E27FC236}">
                  <ns2:creationId id="{877F847E-53DE-4109-9922-D102FA97645B}"/>
                </a:ext>
              </a:extLst>
            </p:cNvPr>
            <p:cNvSpPr>
              <a:spLocks noGrp="1"/>
            </p:cNvSpPr>
            <p:nvPr/>
          </p:nvSpPr>
          <p:spPr>
            <a:xfrm>
              <a:off x="16965017" y="7343775"/>
              <a:ext cx="19248" cy="200025"/>
            </a:xfrm>
            <a:prstGeom prst="rect">
              <a:avLst/>
            </a:prstGeom>
            <a:solidFill>
              <a:srgbClr val="DCE8ED"/>
            </a:solidFill>
            <a:ln w="0">
              <a:noFill/>
              <a:prstDash val="solid"/>
            </a:ln>
          </p:spPr>
        </p:sp>
        <p:sp>
          <p:nvSpPr>
            <p:cNvPr id="1449" name="four:barrier-filling:filled-output-cell-54:1449">
              <a:extLst>
                <a:ext uri="{FF2B5EF4-FFF2-40B4-BE49-F238E27FC236}">
                  <ns2:creationId id="{6B681FA4-51BA-4E34-AEFB-8DCBD269AE07}"/>
                </a:ext>
              </a:extLst>
            </p:cNvPr>
            <p:cNvSpPr>
              <a:spLocks noGrp="1"/>
            </p:cNvSpPr>
            <p:nvPr/>
          </p:nvSpPr>
          <p:spPr>
            <a:xfrm>
              <a:off x="16984266" y="7343775"/>
              <a:ext cx="19248" cy="200025"/>
            </a:xfrm>
            <a:prstGeom prst="rect">
              <a:avLst/>
            </a:prstGeom>
            <a:solidFill>
              <a:srgbClr val="DCE8ED"/>
            </a:solidFill>
            <a:ln w="0">
              <a:noFill/>
              <a:prstDash val="solid"/>
            </a:ln>
          </p:spPr>
        </p:sp>
        <p:sp>
          <p:nvSpPr>
            <p:cNvPr id="1450" name="four:barrier-filling:filled-output-cell-55:1450">
              <a:extLst>
                <a:ext uri="{FF2B5EF4-FFF2-40B4-BE49-F238E27FC236}">
                  <ns2:creationId id="{B5398F03-0356-421E-9D12-1B99B0BDD5C5}"/>
                </a:ext>
              </a:extLst>
            </p:cNvPr>
            <p:cNvSpPr>
              <a:spLocks noGrp="1"/>
            </p:cNvSpPr>
            <p:nvPr/>
          </p:nvSpPr>
          <p:spPr>
            <a:xfrm>
              <a:off x="17003514" y="7343775"/>
              <a:ext cx="19248" cy="200025"/>
            </a:xfrm>
            <a:prstGeom prst="rect">
              <a:avLst/>
            </a:prstGeom>
            <a:solidFill>
              <a:srgbClr val="DCE8ED"/>
            </a:solidFill>
            <a:ln w="0">
              <a:noFill/>
              <a:prstDash val="solid"/>
            </a:ln>
          </p:spPr>
        </p:sp>
        <p:sp>
          <p:nvSpPr>
            <p:cNvPr id="1451" name="four:barrier-filling:filled-output-cell-56:1451">
              <a:extLst>
                <a:ext uri="{FF2B5EF4-FFF2-40B4-BE49-F238E27FC236}">
                  <ns2:creationId id="{898284DB-38D9-493B-8C8B-F4C43B104610}"/>
                </a:ext>
              </a:extLst>
            </p:cNvPr>
            <p:cNvSpPr>
              <a:spLocks noGrp="1"/>
            </p:cNvSpPr>
            <p:nvPr/>
          </p:nvSpPr>
          <p:spPr>
            <a:xfrm>
              <a:off x="17022763" y="7343775"/>
              <a:ext cx="19248" cy="200025"/>
            </a:xfrm>
            <a:prstGeom prst="rect">
              <a:avLst/>
            </a:prstGeom>
            <a:solidFill>
              <a:srgbClr val="DBE8EC"/>
            </a:solidFill>
            <a:ln w="0">
              <a:noFill/>
              <a:prstDash val="solid"/>
            </a:ln>
          </p:spPr>
        </p:sp>
        <p:sp>
          <p:nvSpPr>
            <p:cNvPr id="1452" name="four:barrier-filling:filled-output-cell-57:1452">
              <a:extLst>
                <a:ext uri="{FF2B5EF4-FFF2-40B4-BE49-F238E27FC236}">
                  <ns2:creationId id="{AB32D181-A350-469B-AECB-3E70AE59A81F}"/>
                </a:ext>
              </a:extLst>
            </p:cNvPr>
            <p:cNvSpPr>
              <a:spLocks noGrp="1"/>
            </p:cNvSpPr>
            <p:nvPr/>
          </p:nvSpPr>
          <p:spPr>
            <a:xfrm>
              <a:off x="17042011" y="7343775"/>
              <a:ext cx="19248" cy="200025"/>
            </a:xfrm>
            <a:prstGeom prst="rect">
              <a:avLst/>
            </a:prstGeom>
            <a:solidFill>
              <a:srgbClr val="D3E3E5"/>
            </a:solidFill>
            <a:ln w="0">
              <a:noFill/>
              <a:prstDash val="solid"/>
            </a:ln>
          </p:spPr>
        </p:sp>
        <p:sp>
          <p:nvSpPr>
            <p:cNvPr id="1453" name="four:barrier-filling:filled-output-cell-58:1453">
              <a:extLst>
                <a:ext uri="{FF2B5EF4-FFF2-40B4-BE49-F238E27FC236}">
                  <ns2:creationId id="{D23D3D46-7FCD-4784-86AB-7676B47AFB4F}"/>
                </a:ext>
              </a:extLst>
            </p:cNvPr>
            <p:cNvSpPr>
              <a:spLocks noGrp="1"/>
            </p:cNvSpPr>
            <p:nvPr/>
          </p:nvSpPr>
          <p:spPr>
            <a:xfrm>
              <a:off x="17061259" y="7343775"/>
              <a:ext cx="19248" cy="200025"/>
            </a:xfrm>
            <a:prstGeom prst="rect">
              <a:avLst/>
            </a:prstGeom>
            <a:solidFill>
              <a:srgbClr val="DAC9B8"/>
            </a:solidFill>
            <a:ln w="0">
              <a:noFill/>
              <a:prstDash val="solid"/>
            </a:ln>
          </p:spPr>
        </p:sp>
        <p:sp>
          <p:nvSpPr>
            <p:cNvPr id="1454" name="four:barrier-filling:filled-output-cell-59:1454">
              <a:extLst>
                <a:ext uri="{FF2B5EF4-FFF2-40B4-BE49-F238E27FC236}">
                  <ns2:creationId id="{98DB987B-B5E6-4067-938C-AB02B9EC6FFE}"/>
                </a:ext>
              </a:extLst>
            </p:cNvPr>
            <p:cNvSpPr>
              <a:spLocks noGrp="1"/>
            </p:cNvSpPr>
            <p:nvPr/>
          </p:nvSpPr>
          <p:spPr>
            <a:xfrm>
              <a:off x="17080508" y="7343775"/>
              <a:ext cx="19248" cy="200025"/>
            </a:xfrm>
            <a:prstGeom prst="rect">
              <a:avLst/>
            </a:prstGeom>
            <a:solidFill>
              <a:srgbClr val="D9B08D"/>
            </a:solidFill>
            <a:ln w="0">
              <a:noFill/>
              <a:prstDash val="solid"/>
            </a:ln>
          </p:spPr>
        </p:sp>
        <p:sp>
          <p:nvSpPr>
            <p:cNvPr id="1455" name="four:barrier-filling:filled-output-cell-60:1455">
              <a:extLst>
                <a:ext uri="{FF2B5EF4-FFF2-40B4-BE49-F238E27FC236}">
                  <ns2:creationId id="{49A400C6-4C3E-47FF-B5CF-8B77F8951182}"/>
                </a:ext>
              </a:extLst>
            </p:cNvPr>
            <p:cNvSpPr>
              <a:spLocks noGrp="1"/>
            </p:cNvSpPr>
            <p:nvPr/>
          </p:nvSpPr>
          <p:spPr>
            <a:xfrm>
              <a:off x="17099756" y="7343775"/>
              <a:ext cx="19248" cy="200025"/>
            </a:xfrm>
            <a:prstGeom prst="rect">
              <a:avLst/>
            </a:prstGeom>
            <a:solidFill>
              <a:srgbClr val="D89660"/>
            </a:solidFill>
            <a:ln w="0">
              <a:noFill/>
              <a:prstDash val="solid"/>
            </a:ln>
          </p:spPr>
        </p:sp>
        <p:sp>
          <p:nvSpPr>
            <p:cNvPr id="1456" name="four:barrier-filling:filled-output-cell-61:1456">
              <a:extLst>
                <a:ext uri="{FF2B5EF4-FFF2-40B4-BE49-F238E27FC236}">
                  <ns2:creationId id="{D4E4516A-BB99-4561-914A-929CB9AC06E1}"/>
                </a:ext>
              </a:extLst>
            </p:cNvPr>
            <p:cNvSpPr>
              <a:spLocks noGrp="1"/>
            </p:cNvSpPr>
            <p:nvPr/>
          </p:nvSpPr>
          <p:spPr>
            <a:xfrm>
              <a:off x="17119005" y="7343775"/>
              <a:ext cx="19248" cy="200025"/>
            </a:xfrm>
            <a:prstGeom prst="rect">
              <a:avLst/>
            </a:prstGeom>
            <a:solidFill>
              <a:srgbClr val="D77D35"/>
            </a:solidFill>
            <a:ln w="0">
              <a:noFill/>
              <a:prstDash val="solid"/>
            </a:ln>
          </p:spPr>
        </p:sp>
        <p:sp>
          <p:nvSpPr>
            <p:cNvPr id="1457" name="four:barrier-filling:filled-output-cell-62:1457">
              <a:extLst>
                <a:ext uri="{FF2B5EF4-FFF2-40B4-BE49-F238E27FC236}">
                  <ns2:creationId id="{0F6FC316-336A-4F8B-86E9-537E1445C031}"/>
                </a:ext>
              </a:extLst>
            </p:cNvPr>
            <p:cNvSpPr>
              <a:spLocks noGrp="1"/>
            </p:cNvSpPr>
            <p:nvPr/>
          </p:nvSpPr>
          <p:spPr>
            <a:xfrm>
              <a:off x="17138253" y="7343775"/>
              <a:ext cx="19248" cy="200025"/>
            </a:xfrm>
            <a:prstGeom prst="rect">
              <a:avLst/>
            </a:prstGeom>
            <a:solidFill>
              <a:srgbClr val="D66913"/>
            </a:solidFill>
            <a:ln w="0">
              <a:noFill/>
              <a:prstDash val="solid"/>
            </a:ln>
          </p:spPr>
        </p:sp>
        <p:sp>
          <p:nvSpPr>
            <p:cNvPr id="1458" name="four:barrier-filling:filled-output-cell-63:1458">
              <a:extLst>
                <a:ext uri="{FF2B5EF4-FFF2-40B4-BE49-F238E27FC236}">
                  <ns2:creationId id="{6EF8CB2A-0B6A-4DC0-8B6E-7ACB4AFE5CCB}"/>
                </a:ext>
              </a:extLst>
            </p:cNvPr>
            <p:cNvSpPr>
              <a:spLocks noGrp="1"/>
            </p:cNvSpPr>
            <p:nvPr/>
          </p:nvSpPr>
          <p:spPr>
            <a:xfrm>
              <a:off x="17157502" y="7343775"/>
              <a:ext cx="19248" cy="200025"/>
            </a:xfrm>
            <a:prstGeom prst="rect">
              <a:avLst/>
            </a:prstGeom>
            <a:solidFill>
              <a:srgbClr val="D55F02"/>
            </a:solidFill>
            <a:ln w="0">
              <a:noFill/>
              <a:prstDash val="solid"/>
            </a:ln>
          </p:spPr>
        </p:sp>
        <p:sp>
          <p:nvSpPr>
            <p:cNvPr id="1459" name="four:barrier-filling:filled-output-cell-64:1459">
              <a:extLst>
                <a:ext uri="{FF2B5EF4-FFF2-40B4-BE49-F238E27FC236}">
                  <ns2:creationId id="{301E1CFA-ABDC-40DE-B8C0-CC731BCD799E}"/>
                </a:ext>
              </a:extLst>
            </p:cNvPr>
            <p:cNvSpPr>
              <a:spLocks noGrp="1"/>
            </p:cNvSpPr>
            <p:nvPr/>
          </p:nvSpPr>
          <p:spPr>
            <a:xfrm>
              <a:off x="17176750" y="7343775"/>
              <a:ext cx="19248" cy="200025"/>
            </a:xfrm>
            <a:prstGeom prst="rect">
              <a:avLst/>
            </a:prstGeom>
            <a:solidFill>
              <a:srgbClr val="D55E00"/>
            </a:solidFill>
            <a:ln w="0">
              <a:noFill/>
              <a:prstDash val="solid"/>
            </a:ln>
          </p:spPr>
        </p:sp>
        <p:sp>
          <p:nvSpPr>
            <p:cNvPr id="1460" name="four:barrier-filling:filled-output-cell-65:1460">
              <a:extLst>
                <a:ext uri="{FF2B5EF4-FFF2-40B4-BE49-F238E27FC236}">
                  <ns2:creationId id="{A2AB8EFA-3825-49CD-8664-2C51889CBC96}"/>
                </a:ext>
              </a:extLst>
            </p:cNvPr>
            <p:cNvSpPr>
              <a:spLocks noGrp="1"/>
            </p:cNvSpPr>
            <p:nvPr/>
          </p:nvSpPr>
          <p:spPr>
            <a:xfrm>
              <a:off x="17195998" y="7343775"/>
              <a:ext cx="19248" cy="200025"/>
            </a:xfrm>
            <a:prstGeom prst="rect">
              <a:avLst/>
            </a:prstGeom>
            <a:solidFill>
              <a:srgbClr val="D55E00"/>
            </a:solidFill>
            <a:ln w="0">
              <a:noFill/>
              <a:prstDash val="solid"/>
            </a:ln>
          </p:spPr>
        </p:sp>
        <p:sp>
          <p:nvSpPr>
            <p:cNvPr id="1461" name="four:barrier-filling:filled-output-cell-66:1461">
              <a:extLst>
                <a:ext uri="{FF2B5EF4-FFF2-40B4-BE49-F238E27FC236}">
                  <ns2:creationId id="{B16C7D9B-E7E4-4DF1-BB01-152D3C022F8B}"/>
                </a:ext>
              </a:extLst>
            </p:cNvPr>
            <p:cNvSpPr>
              <a:spLocks noGrp="1"/>
            </p:cNvSpPr>
            <p:nvPr/>
          </p:nvSpPr>
          <p:spPr>
            <a:xfrm>
              <a:off x="17215247" y="7343775"/>
              <a:ext cx="19248" cy="200025"/>
            </a:xfrm>
            <a:prstGeom prst="rect">
              <a:avLst/>
            </a:prstGeom>
            <a:solidFill>
              <a:srgbClr val="D55E00"/>
            </a:solidFill>
            <a:ln w="0">
              <a:noFill/>
              <a:prstDash val="solid"/>
            </a:ln>
          </p:spPr>
        </p:sp>
        <p:sp>
          <p:nvSpPr>
            <p:cNvPr id="1462" name="four:barrier-filling:filled-output-cell-67:1462">
              <a:extLst>
                <a:ext uri="{FF2B5EF4-FFF2-40B4-BE49-F238E27FC236}">
                  <ns2:creationId id="{2471CF37-149C-4CD9-8BEC-1C687FBD87F8}"/>
                </a:ext>
              </a:extLst>
            </p:cNvPr>
            <p:cNvSpPr>
              <a:spLocks noGrp="1"/>
            </p:cNvSpPr>
            <p:nvPr/>
          </p:nvSpPr>
          <p:spPr>
            <a:xfrm>
              <a:off x="17234495" y="7343775"/>
              <a:ext cx="19248" cy="200025"/>
            </a:xfrm>
            <a:prstGeom prst="rect">
              <a:avLst/>
            </a:prstGeom>
            <a:solidFill>
              <a:srgbClr val="D55E00"/>
            </a:solidFill>
            <a:ln w="0">
              <a:noFill/>
              <a:prstDash val="solid"/>
            </a:ln>
          </p:spPr>
        </p:sp>
        <p:sp>
          <p:nvSpPr>
            <p:cNvPr id="1463" name="four:barrier-filling:filled-output-cell-68:1463">
              <a:extLst>
                <a:ext uri="{FF2B5EF4-FFF2-40B4-BE49-F238E27FC236}">
                  <ns2:creationId id="{679E2BFD-7A91-4E09-8FBC-3DA5918B05D5}"/>
                </a:ext>
              </a:extLst>
            </p:cNvPr>
            <p:cNvSpPr>
              <a:spLocks noGrp="1"/>
            </p:cNvSpPr>
            <p:nvPr/>
          </p:nvSpPr>
          <p:spPr>
            <a:xfrm>
              <a:off x="17253744" y="7343775"/>
              <a:ext cx="19248" cy="200025"/>
            </a:xfrm>
            <a:prstGeom prst="rect">
              <a:avLst/>
            </a:prstGeom>
            <a:solidFill>
              <a:srgbClr val="D55E00"/>
            </a:solidFill>
            <a:ln w="0">
              <a:noFill/>
              <a:prstDash val="solid"/>
            </a:ln>
          </p:spPr>
        </p:sp>
        <p:sp>
          <p:nvSpPr>
            <p:cNvPr id="1464" name="four:barrier-filling:filled-output-cell-69:1464">
              <a:extLst>
                <a:ext uri="{FF2B5EF4-FFF2-40B4-BE49-F238E27FC236}">
                  <ns2:creationId id="{0526946E-7520-4E4F-AF28-C35B67C08C70}"/>
                </a:ext>
              </a:extLst>
            </p:cNvPr>
            <p:cNvSpPr>
              <a:spLocks noGrp="1"/>
            </p:cNvSpPr>
            <p:nvPr/>
          </p:nvSpPr>
          <p:spPr>
            <a:xfrm>
              <a:off x="17272992" y="7343775"/>
              <a:ext cx="19248" cy="200025"/>
            </a:xfrm>
            <a:prstGeom prst="rect">
              <a:avLst/>
            </a:prstGeom>
            <a:solidFill>
              <a:srgbClr val="D55E00"/>
            </a:solidFill>
            <a:ln w="0">
              <a:noFill/>
              <a:prstDash val="solid"/>
            </a:ln>
          </p:spPr>
        </p:sp>
        <p:sp>
          <p:nvSpPr>
            <p:cNvPr id="1465" name="four:barrier-filling:filled-output-cell-70:1465">
              <a:extLst>
                <a:ext uri="{FF2B5EF4-FFF2-40B4-BE49-F238E27FC236}">
                  <ns2:creationId id="{317C4E2A-838C-4E07-BFF4-0BF9ACF01ECE}"/>
                </a:ext>
              </a:extLst>
            </p:cNvPr>
            <p:cNvSpPr>
              <a:spLocks noGrp="1"/>
            </p:cNvSpPr>
            <p:nvPr/>
          </p:nvSpPr>
          <p:spPr>
            <a:xfrm>
              <a:off x="17292241" y="7343775"/>
              <a:ext cx="19248" cy="200025"/>
            </a:xfrm>
            <a:prstGeom prst="rect">
              <a:avLst/>
            </a:prstGeom>
            <a:solidFill>
              <a:srgbClr val="D55E00"/>
            </a:solidFill>
            <a:ln w="0">
              <a:noFill/>
              <a:prstDash val="solid"/>
            </a:ln>
          </p:spPr>
        </p:sp>
        <p:sp>
          <p:nvSpPr>
            <p:cNvPr id="1466" name="four:barrier-filling:filled-output-cell-71:1466">
              <a:extLst>
                <a:ext uri="{FF2B5EF4-FFF2-40B4-BE49-F238E27FC236}">
                  <ns2:creationId id="{66B0898E-D724-410D-9A10-8F07D95C40E1}"/>
                </a:ext>
              </a:extLst>
            </p:cNvPr>
            <p:cNvSpPr>
              <a:spLocks noGrp="1"/>
            </p:cNvSpPr>
            <p:nvPr/>
          </p:nvSpPr>
          <p:spPr>
            <a:xfrm>
              <a:off x="17311489" y="7343775"/>
              <a:ext cx="19248" cy="200025"/>
            </a:xfrm>
            <a:prstGeom prst="rect">
              <a:avLst/>
            </a:prstGeom>
            <a:solidFill>
              <a:srgbClr val="D55E00"/>
            </a:solidFill>
            <a:ln w="0">
              <a:noFill/>
              <a:prstDash val="solid"/>
            </a:ln>
          </p:spPr>
        </p:sp>
        <p:sp>
          <p:nvSpPr>
            <p:cNvPr id="1467" name="four:barrier-filling:filled-output-cell-72:1467">
              <a:extLst>
                <a:ext uri="{FF2B5EF4-FFF2-40B4-BE49-F238E27FC236}">
                  <ns2:creationId id="{F04C8777-72B1-4B5D-9E19-F8A684D079DE}"/>
                </a:ext>
              </a:extLst>
            </p:cNvPr>
            <p:cNvSpPr>
              <a:spLocks noGrp="1"/>
            </p:cNvSpPr>
            <p:nvPr/>
          </p:nvSpPr>
          <p:spPr>
            <a:xfrm>
              <a:off x="17330738" y="7343775"/>
              <a:ext cx="19248" cy="200025"/>
            </a:xfrm>
            <a:prstGeom prst="rect">
              <a:avLst/>
            </a:prstGeom>
            <a:solidFill>
              <a:srgbClr val="D55E00"/>
            </a:solidFill>
            <a:ln w="0">
              <a:noFill/>
              <a:prstDash val="solid"/>
            </a:ln>
          </p:spPr>
        </p:sp>
        <p:sp>
          <p:nvSpPr>
            <p:cNvPr id="1468" name="four:barrier-filling:filled-output-cell-73:1468">
              <a:extLst>
                <a:ext uri="{FF2B5EF4-FFF2-40B4-BE49-F238E27FC236}">
                  <ns2:creationId id="{8922E2EE-FE9B-4785-8C10-9BC0E947B643}"/>
                </a:ext>
              </a:extLst>
            </p:cNvPr>
            <p:cNvSpPr>
              <a:spLocks noGrp="1"/>
            </p:cNvSpPr>
            <p:nvPr/>
          </p:nvSpPr>
          <p:spPr>
            <a:xfrm>
              <a:off x="17349986" y="7343775"/>
              <a:ext cx="19248" cy="200025"/>
            </a:xfrm>
            <a:prstGeom prst="rect">
              <a:avLst/>
            </a:prstGeom>
            <a:solidFill>
              <a:srgbClr val="D55E00"/>
            </a:solidFill>
            <a:ln w="0">
              <a:noFill/>
              <a:prstDash val="solid"/>
            </a:ln>
          </p:spPr>
        </p:sp>
        <p:sp>
          <p:nvSpPr>
            <p:cNvPr id="1469" name="four:barrier-filling:filled-output-cell-74:1469">
              <a:extLst>
                <a:ext uri="{FF2B5EF4-FFF2-40B4-BE49-F238E27FC236}">
                  <ns2:creationId id="{BF2AF4A5-F08F-4D3A-AE4A-FF108446E646}"/>
                </a:ext>
              </a:extLst>
            </p:cNvPr>
            <p:cNvSpPr>
              <a:spLocks noGrp="1"/>
            </p:cNvSpPr>
            <p:nvPr/>
          </p:nvSpPr>
          <p:spPr>
            <a:xfrm>
              <a:off x="17369234" y="7343775"/>
              <a:ext cx="19248" cy="200025"/>
            </a:xfrm>
            <a:prstGeom prst="rect">
              <a:avLst/>
            </a:prstGeom>
            <a:solidFill>
              <a:srgbClr val="D55E00"/>
            </a:solidFill>
            <a:ln w="0">
              <a:noFill/>
              <a:prstDash val="solid"/>
            </a:ln>
          </p:spPr>
        </p:sp>
        <p:sp>
          <p:nvSpPr>
            <p:cNvPr id="1470" name="four:barrier-filling:filled-output-cell-75:1470">
              <a:extLst>
                <a:ext uri="{FF2B5EF4-FFF2-40B4-BE49-F238E27FC236}">
                  <ns2:creationId id="{97A0ACC0-86AC-46A7-BA4F-FF248C94E1F0}"/>
                </a:ext>
              </a:extLst>
            </p:cNvPr>
            <p:cNvSpPr>
              <a:spLocks noGrp="1"/>
            </p:cNvSpPr>
            <p:nvPr/>
          </p:nvSpPr>
          <p:spPr>
            <a:xfrm>
              <a:off x="17388483" y="7343775"/>
              <a:ext cx="19248" cy="200025"/>
            </a:xfrm>
            <a:prstGeom prst="rect">
              <a:avLst/>
            </a:prstGeom>
            <a:solidFill>
              <a:srgbClr val="D55E00"/>
            </a:solidFill>
            <a:ln w="0">
              <a:noFill/>
              <a:prstDash val="solid"/>
            </a:ln>
          </p:spPr>
        </p:sp>
        <p:sp>
          <p:nvSpPr>
            <p:cNvPr id="1471" name="four:barrier-filling:filled-output-cell-76:1471">
              <a:extLst>
                <a:ext uri="{FF2B5EF4-FFF2-40B4-BE49-F238E27FC236}">
                  <ns2:creationId id="{D21F0696-094F-43D1-B089-C97DF32EBD1F}"/>
                </a:ext>
              </a:extLst>
            </p:cNvPr>
            <p:cNvSpPr>
              <a:spLocks noGrp="1"/>
            </p:cNvSpPr>
            <p:nvPr/>
          </p:nvSpPr>
          <p:spPr>
            <a:xfrm>
              <a:off x="17407731" y="7343775"/>
              <a:ext cx="19248" cy="200025"/>
            </a:xfrm>
            <a:prstGeom prst="rect">
              <a:avLst/>
            </a:prstGeom>
            <a:solidFill>
              <a:srgbClr val="D5640A"/>
            </a:solidFill>
            <a:ln w="0">
              <a:noFill/>
              <a:prstDash val="solid"/>
            </a:ln>
          </p:spPr>
        </p:sp>
        <p:sp>
          <p:nvSpPr>
            <p:cNvPr id="1472" name="four:barrier-filling:filled-output-cell-77:1472">
              <a:extLst>
                <a:ext uri="{FF2B5EF4-FFF2-40B4-BE49-F238E27FC236}">
                  <ns2:creationId id="{568FF54C-A6C1-458D-B526-3F9856BE8EB1}"/>
                </a:ext>
              </a:extLst>
            </p:cNvPr>
            <p:cNvSpPr>
              <a:spLocks noGrp="1"/>
            </p:cNvSpPr>
            <p:nvPr/>
          </p:nvSpPr>
          <p:spPr>
            <a:xfrm>
              <a:off x="17426980" y="7343775"/>
              <a:ext cx="19248" cy="200025"/>
            </a:xfrm>
            <a:prstGeom prst="rect">
              <a:avLst/>
            </a:prstGeom>
            <a:solidFill>
              <a:srgbClr val="D67120"/>
            </a:solidFill>
            <a:ln w="0">
              <a:noFill/>
              <a:prstDash val="solid"/>
            </a:ln>
          </p:spPr>
        </p:sp>
        <p:sp>
          <p:nvSpPr>
            <p:cNvPr id="1473" name="four:barrier-filling:filled-output-cell-78:1473">
              <a:extLst>
                <a:ext uri="{FF2B5EF4-FFF2-40B4-BE49-F238E27FC236}">
                  <ns2:creationId id="{B852EDA1-BA43-4C22-8DC2-876CA60509A1}"/>
                </a:ext>
              </a:extLst>
            </p:cNvPr>
            <p:cNvSpPr>
              <a:spLocks noGrp="1"/>
            </p:cNvSpPr>
            <p:nvPr/>
          </p:nvSpPr>
          <p:spPr>
            <a:xfrm>
              <a:off x="17446228" y="7343775"/>
              <a:ext cx="19248" cy="200025"/>
            </a:xfrm>
            <a:prstGeom prst="rect">
              <a:avLst/>
            </a:prstGeom>
            <a:solidFill>
              <a:srgbClr val="D7813D"/>
            </a:solidFill>
            <a:ln w="0">
              <a:noFill/>
              <a:prstDash val="solid"/>
            </a:ln>
          </p:spPr>
        </p:sp>
        <p:sp>
          <p:nvSpPr>
            <p:cNvPr id="1474" name="four:barrier-filling:filled-output-cell-79:1474">
              <a:extLst>
                <a:ext uri="{FF2B5EF4-FFF2-40B4-BE49-F238E27FC236}">
                  <ns2:creationId id="{9A070317-5EA1-4DD3-96F8-017569348605}"/>
                </a:ext>
              </a:extLst>
            </p:cNvPr>
            <p:cNvSpPr>
              <a:spLocks noGrp="1"/>
            </p:cNvSpPr>
            <p:nvPr/>
          </p:nvSpPr>
          <p:spPr>
            <a:xfrm>
              <a:off x="17465477" y="7343775"/>
              <a:ext cx="19248" cy="200025"/>
            </a:xfrm>
            <a:prstGeom prst="rect">
              <a:avLst/>
            </a:prstGeom>
            <a:solidFill>
              <a:srgbClr val="A1B0B5"/>
            </a:solidFill>
            <a:ln w="0">
              <a:noFill/>
              <a:prstDash val="solid"/>
            </a:ln>
          </p:spPr>
        </p:sp>
        <p:sp>
          <p:nvSpPr>
            <p:cNvPr id="1475" name="four:barrier-filling:filled-output-cell-80:1475">
              <a:extLst>
                <a:ext uri="{FF2B5EF4-FFF2-40B4-BE49-F238E27FC236}">
                  <ns2:creationId id="{C5FFEA33-D6A8-484B-A363-83DFD5185F92}"/>
                </a:ext>
              </a:extLst>
            </p:cNvPr>
            <p:cNvSpPr>
              <a:spLocks noGrp="1"/>
            </p:cNvSpPr>
            <p:nvPr/>
          </p:nvSpPr>
          <p:spPr>
            <a:xfrm>
              <a:off x="17484725" y="7343775"/>
              <a:ext cx="19248" cy="200025"/>
            </a:xfrm>
            <a:prstGeom prst="rect">
              <a:avLst/>
            </a:prstGeom>
            <a:solidFill>
              <a:srgbClr val="5CBDA6"/>
            </a:solidFill>
            <a:ln w="0">
              <a:noFill/>
              <a:prstDash val="solid"/>
            </a:ln>
          </p:spPr>
        </p:sp>
        <p:sp>
          <p:nvSpPr>
            <p:cNvPr id="1476" name="four:barrier-filling:filled-output-cell-81:1476">
              <a:extLst>
                <a:ext uri="{FF2B5EF4-FFF2-40B4-BE49-F238E27FC236}">
                  <ns2:creationId id="{FCD1B2B7-18C4-4CE3-AC74-C1F2CCB3D415}"/>
                </a:ext>
              </a:extLst>
            </p:cNvPr>
            <p:cNvSpPr>
              <a:spLocks noGrp="1"/>
            </p:cNvSpPr>
            <p:nvPr/>
          </p:nvSpPr>
          <p:spPr>
            <a:xfrm>
              <a:off x="17503973" y="7343775"/>
              <a:ext cx="19248" cy="200025"/>
            </a:xfrm>
            <a:prstGeom prst="rect">
              <a:avLst/>
            </a:prstGeom>
            <a:solidFill>
              <a:srgbClr val="72C4B2"/>
            </a:solidFill>
            <a:ln w="0">
              <a:noFill/>
              <a:prstDash val="solid"/>
            </a:ln>
          </p:spPr>
        </p:sp>
        <p:sp>
          <p:nvSpPr>
            <p:cNvPr id="1477" name="four:barrier-filling:filled-output-cell-82:1477">
              <a:extLst>
                <a:ext uri="{FF2B5EF4-FFF2-40B4-BE49-F238E27FC236}">
                  <ns2:creationId id="{1512467C-CB5A-4FE0-98CC-544CB1FC1AFA}"/>
                </a:ext>
              </a:extLst>
            </p:cNvPr>
            <p:cNvSpPr>
              <a:spLocks noGrp="1"/>
            </p:cNvSpPr>
            <p:nvPr/>
          </p:nvSpPr>
          <p:spPr>
            <a:xfrm>
              <a:off x="17523222" y="7343775"/>
              <a:ext cx="19248" cy="200025"/>
            </a:xfrm>
            <a:prstGeom prst="rect">
              <a:avLst/>
            </a:prstGeom>
            <a:solidFill>
              <a:srgbClr val="7FC9BA"/>
            </a:solidFill>
            <a:ln w="0">
              <a:noFill/>
              <a:prstDash val="solid"/>
            </a:ln>
          </p:spPr>
        </p:sp>
        <p:sp>
          <p:nvSpPr>
            <p:cNvPr id="1478" name="four:barrier-filling:filled-output-cell-83:1478">
              <a:extLst>
                <a:ext uri="{FF2B5EF4-FFF2-40B4-BE49-F238E27FC236}">
                  <ns2:creationId id="{0DB270BF-220B-4DAD-B323-49C0D91EE6A9}"/>
                </a:ext>
              </a:extLst>
            </p:cNvPr>
            <p:cNvSpPr>
              <a:spLocks noGrp="1"/>
            </p:cNvSpPr>
            <p:nvPr/>
          </p:nvSpPr>
          <p:spPr>
            <a:xfrm>
              <a:off x="17542470" y="7343775"/>
              <a:ext cx="19248" cy="200025"/>
            </a:xfrm>
            <a:prstGeom prst="rect">
              <a:avLst/>
            </a:prstGeom>
            <a:solidFill>
              <a:srgbClr val="81C9BA"/>
            </a:solidFill>
            <a:ln w="0">
              <a:noFill/>
              <a:prstDash val="solid"/>
            </a:ln>
          </p:spPr>
        </p:sp>
        <p:sp>
          <p:nvSpPr>
            <p:cNvPr id="1479" name="four:barrier-filling:filled-output-cell-84:1479">
              <a:extLst>
                <a:ext uri="{FF2B5EF4-FFF2-40B4-BE49-F238E27FC236}">
                  <ns2:creationId id="{7C47F9D0-D9FD-4F58-94C8-08150AE9A5D1}"/>
                </a:ext>
              </a:extLst>
            </p:cNvPr>
            <p:cNvSpPr>
              <a:spLocks noGrp="1"/>
            </p:cNvSpPr>
            <p:nvPr/>
          </p:nvSpPr>
          <p:spPr>
            <a:xfrm>
              <a:off x="17561719" y="7343775"/>
              <a:ext cx="19248" cy="200025"/>
            </a:xfrm>
            <a:prstGeom prst="rect">
              <a:avLst/>
            </a:prstGeom>
            <a:solidFill>
              <a:srgbClr val="81C9BA"/>
            </a:solidFill>
            <a:ln w="0">
              <a:noFill/>
              <a:prstDash val="solid"/>
            </a:ln>
          </p:spPr>
        </p:sp>
        <p:sp>
          <p:nvSpPr>
            <p:cNvPr id="1480" name="four:barrier-filling:filled-output-cell-85:1480">
              <a:extLst>
                <a:ext uri="{FF2B5EF4-FFF2-40B4-BE49-F238E27FC236}">
                  <ns2:creationId id="{092F84A2-924B-4643-ADDC-A81BC4061977}"/>
                </a:ext>
              </a:extLst>
            </p:cNvPr>
            <p:cNvSpPr>
              <a:spLocks noGrp="1"/>
            </p:cNvSpPr>
            <p:nvPr/>
          </p:nvSpPr>
          <p:spPr>
            <a:xfrm>
              <a:off x="17580967" y="7343775"/>
              <a:ext cx="19248" cy="200025"/>
            </a:xfrm>
            <a:prstGeom prst="rect">
              <a:avLst/>
            </a:prstGeom>
            <a:solidFill>
              <a:srgbClr val="81C9BA"/>
            </a:solidFill>
            <a:ln w="0">
              <a:noFill/>
              <a:prstDash val="solid"/>
            </a:ln>
          </p:spPr>
        </p:sp>
        <p:sp>
          <p:nvSpPr>
            <p:cNvPr id="1481" name="four:barrier-filling:filled-output-cell-86:1481">
              <a:extLst>
                <a:ext uri="{FF2B5EF4-FFF2-40B4-BE49-F238E27FC236}">
                  <ns2:creationId id="{76FCB357-7BE6-469D-8D7D-41402257B5AB}"/>
                </a:ext>
              </a:extLst>
            </p:cNvPr>
            <p:cNvSpPr>
              <a:spLocks noGrp="1"/>
            </p:cNvSpPr>
            <p:nvPr/>
          </p:nvSpPr>
          <p:spPr>
            <a:xfrm>
              <a:off x="17600216" y="7343775"/>
              <a:ext cx="19248" cy="200025"/>
            </a:xfrm>
            <a:prstGeom prst="rect">
              <a:avLst/>
            </a:prstGeom>
            <a:solidFill>
              <a:srgbClr val="81C9BA"/>
            </a:solidFill>
            <a:ln w="0">
              <a:noFill/>
              <a:prstDash val="solid"/>
            </a:ln>
          </p:spPr>
        </p:sp>
        <p:sp>
          <p:nvSpPr>
            <p:cNvPr id="1482" name="four:barrier-filling:filled-output-cell-87:1482">
              <a:extLst>
                <a:ext uri="{FF2B5EF4-FFF2-40B4-BE49-F238E27FC236}">
                  <ns2:creationId id="{BBBED46F-7E28-4BAF-B761-430DAA54915C}"/>
                </a:ext>
              </a:extLst>
            </p:cNvPr>
            <p:cNvSpPr>
              <a:spLocks noGrp="1"/>
            </p:cNvSpPr>
            <p:nvPr/>
          </p:nvSpPr>
          <p:spPr>
            <a:xfrm>
              <a:off x="17619464" y="7343775"/>
              <a:ext cx="19248" cy="200025"/>
            </a:xfrm>
            <a:prstGeom prst="rect">
              <a:avLst/>
            </a:prstGeom>
            <a:solidFill>
              <a:srgbClr val="81C9BA"/>
            </a:solidFill>
            <a:ln w="0">
              <a:noFill/>
              <a:prstDash val="solid"/>
            </a:ln>
          </p:spPr>
        </p:sp>
        <p:sp>
          <p:nvSpPr>
            <p:cNvPr id="1483" name="four:barrier-filling:filled-output-cell-88:1483">
              <a:extLst>
                <a:ext uri="{FF2B5EF4-FFF2-40B4-BE49-F238E27FC236}">
                  <ns2:creationId id="{93F12358-6D3C-4A79-9D1A-67F8565A0207}"/>
                </a:ext>
              </a:extLst>
            </p:cNvPr>
            <p:cNvSpPr>
              <a:spLocks noGrp="1"/>
            </p:cNvSpPr>
            <p:nvPr/>
          </p:nvSpPr>
          <p:spPr>
            <a:xfrm>
              <a:off x="17638713" y="7343775"/>
              <a:ext cx="19248" cy="200025"/>
            </a:xfrm>
            <a:prstGeom prst="rect">
              <a:avLst/>
            </a:prstGeom>
            <a:solidFill>
              <a:srgbClr val="81C9BA"/>
            </a:solidFill>
            <a:ln w="0">
              <a:noFill/>
              <a:prstDash val="solid"/>
            </a:ln>
          </p:spPr>
        </p:sp>
        <p:sp>
          <p:nvSpPr>
            <p:cNvPr id="1484" name="four:barrier-filling:filled-output-cell-89:1484">
              <a:extLst>
                <a:ext uri="{FF2B5EF4-FFF2-40B4-BE49-F238E27FC236}">
                  <ns2:creationId id="{24031299-E3D6-4BC5-9AE7-CEA60BB48284}"/>
                </a:ext>
              </a:extLst>
            </p:cNvPr>
            <p:cNvSpPr>
              <a:spLocks noGrp="1"/>
            </p:cNvSpPr>
            <p:nvPr/>
          </p:nvSpPr>
          <p:spPr>
            <a:xfrm>
              <a:off x="17657961" y="7343775"/>
              <a:ext cx="19248" cy="200025"/>
            </a:xfrm>
            <a:prstGeom prst="rect">
              <a:avLst/>
            </a:prstGeom>
            <a:solidFill>
              <a:srgbClr val="81C9BA"/>
            </a:solidFill>
            <a:ln w="0">
              <a:noFill/>
              <a:prstDash val="solid"/>
            </a:ln>
          </p:spPr>
        </p:sp>
        <p:sp>
          <p:nvSpPr>
            <p:cNvPr id="1485" name="four:barrier-filling:filled-output-cell-90:1485">
              <a:extLst>
                <a:ext uri="{FF2B5EF4-FFF2-40B4-BE49-F238E27FC236}">
                  <ns2:creationId id="{98ED26FC-05F0-43E3-89F1-3CB96C74B508}"/>
                </a:ext>
              </a:extLst>
            </p:cNvPr>
            <p:cNvSpPr>
              <a:spLocks noGrp="1"/>
            </p:cNvSpPr>
            <p:nvPr/>
          </p:nvSpPr>
          <p:spPr>
            <a:xfrm>
              <a:off x="17677209" y="7343775"/>
              <a:ext cx="19248" cy="200025"/>
            </a:xfrm>
            <a:prstGeom prst="rect">
              <a:avLst/>
            </a:prstGeom>
            <a:solidFill>
              <a:srgbClr val="81C9BA"/>
            </a:solidFill>
            <a:ln w="0">
              <a:noFill/>
              <a:prstDash val="solid"/>
            </a:ln>
          </p:spPr>
        </p:sp>
        <p:sp>
          <p:nvSpPr>
            <p:cNvPr id="1486" name="four:barrier-filling:filled-output-cell-91:1486">
              <a:extLst>
                <a:ext uri="{FF2B5EF4-FFF2-40B4-BE49-F238E27FC236}">
                  <ns2:creationId id="{509F6CB3-7DF1-4D60-89EB-AE6F5D6D848F}"/>
                </a:ext>
              </a:extLst>
            </p:cNvPr>
            <p:cNvSpPr>
              <a:spLocks noGrp="1"/>
            </p:cNvSpPr>
            <p:nvPr/>
          </p:nvSpPr>
          <p:spPr>
            <a:xfrm>
              <a:off x="17696458" y="7343775"/>
              <a:ext cx="19248" cy="200025"/>
            </a:xfrm>
            <a:prstGeom prst="rect">
              <a:avLst/>
            </a:prstGeom>
            <a:solidFill>
              <a:srgbClr val="81C9BA"/>
            </a:solidFill>
            <a:ln w="0">
              <a:noFill/>
              <a:prstDash val="solid"/>
            </a:ln>
          </p:spPr>
        </p:sp>
        <p:sp>
          <p:nvSpPr>
            <p:cNvPr id="1487" name="four:barrier-filling:filled-output-cell-92:1487">
              <a:extLst>
                <a:ext uri="{FF2B5EF4-FFF2-40B4-BE49-F238E27FC236}">
                  <ns2:creationId id="{25248D22-4D14-4EBF-8FE4-6F82085A65F9}"/>
                </a:ext>
              </a:extLst>
            </p:cNvPr>
            <p:cNvSpPr>
              <a:spLocks noGrp="1"/>
            </p:cNvSpPr>
            <p:nvPr/>
          </p:nvSpPr>
          <p:spPr>
            <a:xfrm>
              <a:off x="17715706" y="7343775"/>
              <a:ext cx="19248" cy="200025"/>
            </a:xfrm>
            <a:prstGeom prst="rect">
              <a:avLst/>
            </a:prstGeom>
            <a:solidFill>
              <a:srgbClr val="81C9BA"/>
            </a:solidFill>
            <a:ln w="0">
              <a:noFill/>
              <a:prstDash val="solid"/>
            </a:ln>
          </p:spPr>
        </p:sp>
        <p:sp>
          <p:nvSpPr>
            <p:cNvPr id="1488" name="four:barrier-filling:filled-output-cell-93:1488">
              <a:extLst>
                <a:ext uri="{FF2B5EF4-FFF2-40B4-BE49-F238E27FC236}">
                  <ns2:creationId id="{1E4C0F70-21B9-4779-B766-D91B2890C9AB}"/>
                </a:ext>
              </a:extLst>
            </p:cNvPr>
            <p:cNvSpPr>
              <a:spLocks noGrp="1"/>
            </p:cNvSpPr>
            <p:nvPr/>
          </p:nvSpPr>
          <p:spPr>
            <a:xfrm>
              <a:off x="17734955" y="7343775"/>
              <a:ext cx="19248" cy="200025"/>
            </a:xfrm>
            <a:prstGeom prst="rect">
              <a:avLst/>
            </a:prstGeom>
            <a:solidFill>
              <a:srgbClr val="81C9BA"/>
            </a:solidFill>
            <a:ln w="0">
              <a:noFill/>
              <a:prstDash val="solid"/>
            </a:ln>
          </p:spPr>
        </p:sp>
        <p:sp>
          <p:nvSpPr>
            <p:cNvPr id="1489" name="four:barrier-filling:filled-output-cell-94:1489">
              <a:extLst>
                <a:ext uri="{FF2B5EF4-FFF2-40B4-BE49-F238E27FC236}">
                  <ns2:creationId id="{4786ACBF-E43E-47ED-AF76-0BBB3D9E0F08}"/>
                </a:ext>
              </a:extLst>
            </p:cNvPr>
            <p:cNvSpPr>
              <a:spLocks noGrp="1"/>
            </p:cNvSpPr>
            <p:nvPr/>
          </p:nvSpPr>
          <p:spPr>
            <a:xfrm>
              <a:off x="17754203" y="7343775"/>
              <a:ext cx="19248" cy="200025"/>
            </a:xfrm>
            <a:prstGeom prst="rect">
              <a:avLst/>
            </a:prstGeom>
            <a:solidFill>
              <a:srgbClr val="81C9BA"/>
            </a:solidFill>
            <a:ln w="0">
              <a:noFill/>
              <a:prstDash val="solid"/>
            </a:ln>
          </p:spPr>
        </p:sp>
        <p:sp>
          <p:nvSpPr>
            <p:cNvPr id="1490" name="four:barrier-filling:filled-output-cell-95:1490">
              <a:extLst>
                <a:ext uri="{FF2B5EF4-FFF2-40B4-BE49-F238E27FC236}">
                  <ns2:creationId id="{23AB2D56-5E8A-4B64-8A60-97741FEEF918}"/>
                </a:ext>
              </a:extLst>
            </p:cNvPr>
            <p:cNvSpPr>
              <a:spLocks noGrp="1"/>
            </p:cNvSpPr>
            <p:nvPr/>
          </p:nvSpPr>
          <p:spPr>
            <a:xfrm>
              <a:off x="17773452" y="7343775"/>
              <a:ext cx="19248" cy="200025"/>
            </a:xfrm>
            <a:prstGeom prst="rect">
              <a:avLst/>
            </a:prstGeom>
            <a:solidFill>
              <a:srgbClr val="81C9BA"/>
            </a:solidFill>
            <a:ln w="0">
              <a:noFill/>
              <a:prstDash val="solid"/>
            </a:ln>
          </p:spPr>
        </p:sp>
        <p:sp>
          <p:nvSpPr>
            <p:cNvPr id="1491" name="four:barrier-filling:filled-output-cell-96:1491">
              <a:extLst>
                <a:ext uri="{FF2B5EF4-FFF2-40B4-BE49-F238E27FC236}">
                  <ns2:creationId id="{77AF408C-C83B-428A-B42C-7BF569F0FB10}"/>
                </a:ext>
              </a:extLst>
            </p:cNvPr>
            <p:cNvSpPr>
              <a:spLocks noGrp="1"/>
            </p:cNvSpPr>
            <p:nvPr/>
          </p:nvSpPr>
          <p:spPr>
            <a:xfrm>
              <a:off x="17792700" y="7343775"/>
              <a:ext cx="19248" cy="200025"/>
            </a:xfrm>
            <a:prstGeom prst="rect">
              <a:avLst/>
            </a:prstGeom>
            <a:solidFill>
              <a:srgbClr val="81C9BA"/>
            </a:solidFill>
            <a:ln w="0">
              <a:noFill/>
              <a:prstDash val="solid"/>
            </a:ln>
          </p:spPr>
        </p:sp>
        <p:sp>
          <p:nvSpPr>
            <p:cNvPr id="1492" name="four:barrier-filling:filled-output-cell-97:1492">
              <a:extLst>
                <a:ext uri="{FF2B5EF4-FFF2-40B4-BE49-F238E27FC236}">
                  <ns2:creationId id="{D3AD7CCD-84EA-4EEB-88A8-B25A2B9A00A0}"/>
                </a:ext>
              </a:extLst>
            </p:cNvPr>
            <p:cNvSpPr>
              <a:spLocks noGrp="1"/>
            </p:cNvSpPr>
            <p:nvPr/>
          </p:nvSpPr>
          <p:spPr>
            <a:xfrm>
              <a:off x="17811948" y="7343775"/>
              <a:ext cx="19248" cy="200025"/>
            </a:xfrm>
            <a:prstGeom prst="rect">
              <a:avLst/>
            </a:prstGeom>
            <a:solidFill>
              <a:srgbClr val="81C9BA"/>
            </a:solidFill>
            <a:ln w="0">
              <a:noFill/>
              <a:prstDash val="solid"/>
            </a:ln>
          </p:spPr>
        </p:sp>
        <p:sp>
          <p:nvSpPr>
            <p:cNvPr id="1493" name="four:barrier-filling:filled-output-cell-98:1493">
              <a:extLst>
                <a:ext uri="{FF2B5EF4-FFF2-40B4-BE49-F238E27FC236}">
                  <ns2:creationId id="{7C655B37-68CB-4936-A2EC-A277153691D5}"/>
                </a:ext>
              </a:extLst>
            </p:cNvPr>
            <p:cNvSpPr>
              <a:spLocks noGrp="1"/>
            </p:cNvSpPr>
            <p:nvPr/>
          </p:nvSpPr>
          <p:spPr>
            <a:xfrm>
              <a:off x="17831197" y="7343775"/>
              <a:ext cx="19248" cy="200025"/>
            </a:xfrm>
            <a:prstGeom prst="rect">
              <a:avLst/>
            </a:prstGeom>
            <a:solidFill>
              <a:srgbClr val="81C9BA"/>
            </a:solidFill>
            <a:ln w="0">
              <a:noFill/>
              <a:prstDash val="solid"/>
            </a:ln>
          </p:spPr>
        </p:sp>
        <p:sp>
          <p:nvSpPr>
            <p:cNvPr id="1494" name="four:barrier-filling:filled-output-cell-99:1494">
              <a:extLst>
                <a:ext uri="{FF2B5EF4-FFF2-40B4-BE49-F238E27FC236}">
                  <ns2:creationId id="{5CE1DC33-C9AD-4740-BF1A-5808057EB941}"/>
                </a:ext>
              </a:extLst>
            </p:cNvPr>
            <p:cNvSpPr>
              <a:spLocks noGrp="1"/>
            </p:cNvSpPr>
            <p:nvPr/>
          </p:nvSpPr>
          <p:spPr>
            <a:xfrm>
              <a:off x="17850445" y="7343775"/>
              <a:ext cx="19248" cy="200025"/>
            </a:xfrm>
            <a:prstGeom prst="rect">
              <a:avLst/>
            </a:prstGeom>
            <a:solidFill>
              <a:srgbClr val="81C9BA"/>
            </a:solidFill>
            <a:ln w="0">
              <a:noFill/>
              <a:prstDash val="solid"/>
            </a:ln>
          </p:spPr>
        </p:sp>
        <p:sp>
          <p:nvSpPr>
            <p:cNvPr id="1495" name="four:barrier-filling:filled-output-cell-100:1495">
              <a:extLst>
                <a:ext uri="{FF2B5EF4-FFF2-40B4-BE49-F238E27FC236}">
                  <ns2:creationId id="{35FB31FE-4C87-45EF-B1E0-B21DEB65A919}"/>
                </a:ext>
              </a:extLst>
            </p:cNvPr>
            <p:cNvSpPr>
              <a:spLocks noGrp="1"/>
            </p:cNvSpPr>
            <p:nvPr/>
          </p:nvSpPr>
          <p:spPr>
            <a:xfrm>
              <a:off x="17869694" y="7343775"/>
              <a:ext cx="19248" cy="200025"/>
            </a:xfrm>
            <a:prstGeom prst="rect">
              <a:avLst/>
            </a:prstGeom>
            <a:solidFill>
              <a:srgbClr val="81C9BA"/>
            </a:solidFill>
            <a:ln w="0">
              <a:noFill/>
              <a:prstDash val="solid"/>
            </a:ln>
          </p:spPr>
        </p:sp>
        <p:sp>
          <p:nvSpPr>
            <p:cNvPr id="1496" name="four:barrier-filling:filled-output-cell-101:1496">
              <a:extLst>
                <a:ext uri="{FF2B5EF4-FFF2-40B4-BE49-F238E27FC236}">
                  <ns2:creationId id="{3E17DE93-92AD-4454-9804-87FC0CE92CCB}"/>
                </a:ext>
              </a:extLst>
            </p:cNvPr>
            <p:cNvSpPr>
              <a:spLocks noGrp="1"/>
            </p:cNvSpPr>
            <p:nvPr/>
          </p:nvSpPr>
          <p:spPr>
            <a:xfrm>
              <a:off x="17888942" y="7343775"/>
              <a:ext cx="19248" cy="200025"/>
            </a:xfrm>
            <a:prstGeom prst="rect">
              <a:avLst/>
            </a:prstGeom>
            <a:solidFill>
              <a:srgbClr val="81C9BA"/>
            </a:solidFill>
            <a:ln w="0">
              <a:noFill/>
              <a:prstDash val="solid"/>
            </a:ln>
          </p:spPr>
        </p:sp>
        <p:sp>
          <p:nvSpPr>
            <p:cNvPr id="1497" name="four:barrier-filling:filled-output-cell-102:1497">
              <a:extLst>
                <a:ext uri="{FF2B5EF4-FFF2-40B4-BE49-F238E27FC236}">
                  <ns2:creationId id="{9644B630-83F3-41F2-A1BD-C90EF8A59C98}"/>
                </a:ext>
              </a:extLst>
            </p:cNvPr>
            <p:cNvSpPr>
              <a:spLocks noGrp="1"/>
            </p:cNvSpPr>
            <p:nvPr/>
          </p:nvSpPr>
          <p:spPr>
            <a:xfrm>
              <a:off x="17908191" y="7343775"/>
              <a:ext cx="19248" cy="200025"/>
            </a:xfrm>
            <a:prstGeom prst="rect">
              <a:avLst/>
            </a:prstGeom>
            <a:solidFill>
              <a:srgbClr val="81C9BA"/>
            </a:solidFill>
            <a:ln w="0">
              <a:noFill/>
              <a:prstDash val="solid"/>
            </a:ln>
          </p:spPr>
        </p:sp>
        <p:sp>
          <p:nvSpPr>
            <p:cNvPr id="1498" name="four:barrier-filling:filled-output-cell-103:1498">
              <a:extLst>
                <a:ext uri="{FF2B5EF4-FFF2-40B4-BE49-F238E27FC236}">
                  <ns2:creationId id="{023A420A-38B7-43CC-9249-45F48582B9B2}"/>
                </a:ext>
              </a:extLst>
            </p:cNvPr>
            <p:cNvSpPr>
              <a:spLocks noGrp="1"/>
            </p:cNvSpPr>
            <p:nvPr/>
          </p:nvSpPr>
          <p:spPr>
            <a:xfrm>
              <a:off x="17927439" y="7343775"/>
              <a:ext cx="19248" cy="200025"/>
            </a:xfrm>
            <a:prstGeom prst="rect">
              <a:avLst/>
            </a:prstGeom>
            <a:solidFill>
              <a:srgbClr val="81C9BA"/>
            </a:solidFill>
            <a:ln w="0">
              <a:noFill/>
              <a:prstDash val="solid"/>
            </a:ln>
          </p:spPr>
        </p:sp>
        <p:sp>
          <p:nvSpPr>
            <p:cNvPr id="1499" name="four:barrier-filling:filled-output-cell-104:1499">
              <a:extLst>
                <a:ext uri="{FF2B5EF4-FFF2-40B4-BE49-F238E27FC236}">
                  <ns2:creationId id="{A62516FA-AEDB-48A3-8905-27126B390F94}"/>
                </a:ext>
              </a:extLst>
            </p:cNvPr>
            <p:cNvSpPr>
              <a:spLocks noGrp="1"/>
            </p:cNvSpPr>
            <p:nvPr/>
          </p:nvSpPr>
          <p:spPr>
            <a:xfrm>
              <a:off x="17946688" y="7343775"/>
              <a:ext cx="19248" cy="200025"/>
            </a:xfrm>
            <a:prstGeom prst="rect">
              <a:avLst/>
            </a:prstGeom>
            <a:solidFill>
              <a:srgbClr val="81C9BA"/>
            </a:solidFill>
            <a:ln w="0">
              <a:noFill/>
              <a:prstDash val="solid"/>
            </a:ln>
          </p:spPr>
        </p:sp>
        <p:sp>
          <p:nvSpPr>
            <p:cNvPr id="1500" name="four:barrier-filling:filled-output-cell-105:1500">
              <a:extLst>
                <a:ext uri="{FF2B5EF4-FFF2-40B4-BE49-F238E27FC236}">
                  <ns2:creationId id="{4C2EC040-EE40-4D5B-AE0B-78480DFDAB5F}"/>
                </a:ext>
              </a:extLst>
            </p:cNvPr>
            <p:cNvSpPr>
              <a:spLocks noGrp="1"/>
            </p:cNvSpPr>
            <p:nvPr/>
          </p:nvSpPr>
          <p:spPr>
            <a:xfrm>
              <a:off x="17965936" y="7343775"/>
              <a:ext cx="19248" cy="200025"/>
            </a:xfrm>
            <a:prstGeom prst="rect">
              <a:avLst/>
            </a:prstGeom>
            <a:solidFill>
              <a:srgbClr val="81C9BA"/>
            </a:solidFill>
            <a:ln w="0">
              <a:noFill/>
              <a:prstDash val="solid"/>
            </a:ln>
          </p:spPr>
        </p:sp>
        <p:sp>
          <p:nvSpPr>
            <p:cNvPr id="1501" name="four:barrier-filling:filled-output-cell-106:1501">
              <a:extLst>
                <a:ext uri="{FF2B5EF4-FFF2-40B4-BE49-F238E27FC236}">
                  <ns2:creationId id="{E396892E-06B2-414A-9836-E2C15C4485A9}"/>
                </a:ext>
              </a:extLst>
            </p:cNvPr>
            <p:cNvSpPr>
              <a:spLocks noGrp="1"/>
            </p:cNvSpPr>
            <p:nvPr/>
          </p:nvSpPr>
          <p:spPr>
            <a:xfrm>
              <a:off x="17985184" y="7343775"/>
              <a:ext cx="19248" cy="200025"/>
            </a:xfrm>
            <a:prstGeom prst="rect">
              <a:avLst/>
            </a:prstGeom>
            <a:solidFill>
              <a:srgbClr val="81C9BA"/>
            </a:solidFill>
            <a:ln w="0">
              <a:noFill/>
              <a:prstDash val="solid"/>
            </a:ln>
          </p:spPr>
        </p:sp>
        <p:sp>
          <p:nvSpPr>
            <p:cNvPr id="1502" name="four:barrier-filling:filled-output-cell-107:1502">
              <a:extLst>
                <a:ext uri="{FF2B5EF4-FFF2-40B4-BE49-F238E27FC236}">
                  <ns2:creationId id="{B6925129-E2F8-4676-8613-D17F8195201C}"/>
                </a:ext>
              </a:extLst>
            </p:cNvPr>
            <p:cNvSpPr>
              <a:spLocks noGrp="1"/>
            </p:cNvSpPr>
            <p:nvPr/>
          </p:nvSpPr>
          <p:spPr>
            <a:xfrm>
              <a:off x="18004433" y="7343775"/>
              <a:ext cx="19248" cy="200025"/>
            </a:xfrm>
            <a:prstGeom prst="rect">
              <a:avLst/>
            </a:prstGeom>
            <a:solidFill>
              <a:srgbClr val="81C9BA"/>
            </a:solidFill>
            <a:ln w="0">
              <a:noFill/>
              <a:prstDash val="solid"/>
            </a:ln>
          </p:spPr>
        </p:sp>
        <p:sp>
          <p:nvSpPr>
            <p:cNvPr id="1503" name="four:barrier-filling:filled-output-cell-108:1503">
              <a:extLst>
                <a:ext uri="{FF2B5EF4-FFF2-40B4-BE49-F238E27FC236}">
                  <ns2:creationId id="{7938A8AA-1B71-491D-BF1C-112B45573511}"/>
                </a:ext>
              </a:extLst>
            </p:cNvPr>
            <p:cNvSpPr>
              <a:spLocks noGrp="1"/>
            </p:cNvSpPr>
            <p:nvPr/>
          </p:nvSpPr>
          <p:spPr>
            <a:xfrm>
              <a:off x="18023681" y="7343775"/>
              <a:ext cx="19248" cy="200025"/>
            </a:xfrm>
            <a:prstGeom prst="rect">
              <a:avLst/>
            </a:prstGeom>
            <a:solidFill>
              <a:srgbClr val="81C9BA"/>
            </a:solidFill>
            <a:ln w="0">
              <a:noFill/>
              <a:prstDash val="solid"/>
            </a:ln>
          </p:spPr>
        </p:sp>
        <p:sp>
          <p:nvSpPr>
            <p:cNvPr id="1504" name="four:barrier-filling:filled-output-cell-109:1504">
              <a:extLst>
                <a:ext uri="{FF2B5EF4-FFF2-40B4-BE49-F238E27FC236}">
                  <ns2:creationId id="{2C63750F-59AA-4713-BF73-8F68CBD468E8}"/>
                </a:ext>
              </a:extLst>
            </p:cNvPr>
            <p:cNvSpPr>
              <a:spLocks noGrp="1"/>
            </p:cNvSpPr>
            <p:nvPr/>
          </p:nvSpPr>
          <p:spPr>
            <a:xfrm>
              <a:off x="18042930" y="7343775"/>
              <a:ext cx="19248" cy="200025"/>
            </a:xfrm>
            <a:prstGeom prst="rect">
              <a:avLst/>
            </a:prstGeom>
            <a:solidFill>
              <a:srgbClr val="7FC9B9"/>
            </a:solidFill>
            <a:ln w="0">
              <a:noFill/>
              <a:prstDash val="solid"/>
            </a:ln>
          </p:spPr>
        </p:sp>
        <p:sp>
          <p:nvSpPr>
            <p:cNvPr id="1505" name="four:barrier-filling:filled-output-cell-110:1505">
              <a:extLst>
                <a:ext uri="{FF2B5EF4-FFF2-40B4-BE49-F238E27FC236}">
                  <ns2:creationId id="{9A575AEC-F8DC-4E3F-8278-FC5A0FD50065}"/>
                </a:ext>
              </a:extLst>
            </p:cNvPr>
            <p:cNvSpPr>
              <a:spLocks noGrp="1"/>
            </p:cNvSpPr>
            <p:nvPr/>
          </p:nvSpPr>
          <p:spPr>
            <a:xfrm>
              <a:off x="18062178" y="7343775"/>
              <a:ext cx="19248" cy="200025"/>
            </a:xfrm>
            <a:prstGeom prst="rect">
              <a:avLst/>
            </a:prstGeom>
            <a:solidFill>
              <a:srgbClr val="73C5B3"/>
            </a:solidFill>
            <a:ln w="0">
              <a:noFill/>
              <a:prstDash val="solid"/>
            </a:ln>
          </p:spPr>
        </p:sp>
        <p:sp>
          <p:nvSpPr>
            <p:cNvPr id="1506" name="four:barrier-filling:filled-output-cell-111:1506">
              <a:extLst>
                <a:ext uri="{FF2B5EF4-FFF2-40B4-BE49-F238E27FC236}">
                  <ns2:creationId id="{32A6F633-DC0C-4DE6-8B36-2DAEAAC5574D}"/>
                </a:ext>
              </a:extLst>
            </p:cNvPr>
            <p:cNvSpPr>
              <a:spLocks noGrp="1"/>
            </p:cNvSpPr>
            <p:nvPr/>
          </p:nvSpPr>
          <p:spPr>
            <a:xfrm>
              <a:off x="18081427" y="7343775"/>
              <a:ext cx="19248" cy="200025"/>
            </a:xfrm>
            <a:prstGeom prst="rect">
              <a:avLst/>
            </a:prstGeom>
            <a:solidFill>
              <a:srgbClr val="60BEA8"/>
            </a:solidFill>
            <a:ln w="0">
              <a:noFill/>
              <a:prstDash val="solid"/>
            </a:ln>
          </p:spPr>
        </p:sp>
        <p:sp>
          <p:nvSpPr>
            <p:cNvPr id="1507" name="four:barrier-filling:filled-output-cell-112:1507">
              <a:extLst>
                <a:ext uri="{FF2B5EF4-FFF2-40B4-BE49-F238E27FC236}">
                  <ns2:creationId id="{5CD4DD49-40E5-4244-A6B4-5D0179D2DD08}"/>
                </a:ext>
              </a:extLst>
            </p:cNvPr>
            <p:cNvSpPr>
              <a:spLocks noGrp="1"/>
            </p:cNvSpPr>
            <p:nvPr/>
          </p:nvSpPr>
          <p:spPr>
            <a:xfrm>
              <a:off x="18100675" y="7343775"/>
              <a:ext cx="19248" cy="200025"/>
            </a:xfrm>
            <a:prstGeom prst="rect">
              <a:avLst/>
            </a:prstGeom>
            <a:solidFill>
              <a:srgbClr val="48B69B"/>
            </a:solidFill>
            <a:ln w="0">
              <a:noFill/>
              <a:prstDash val="solid"/>
            </a:ln>
          </p:spPr>
        </p:sp>
        <p:sp>
          <p:nvSpPr>
            <p:cNvPr id="1508" name="four:barrier-filling:filled-output-cell-113:1508">
              <a:extLst>
                <a:ext uri="{FF2B5EF4-FFF2-40B4-BE49-F238E27FC236}">
                  <ns2:creationId id="{149D9565-47BB-45F5-AA77-14338C68020A}"/>
                </a:ext>
              </a:extLst>
            </p:cNvPr>
            <p:cNvSpPr>
              <a:spLocks noGrp="1"/>
            </p:cNvSpPr>
            <p:nvPr/>
          </p:nvSpPr>
          <p:spPr>
            <a:xfrm>
              <a:off x="18119923" y="7343775"/>
              <a:ext cx="19248" cy="200025"/>
            </a:xfrm>
            <a:prstGeom prst="rect">
              <a:avLst/>
            </a:prstGeom>
            <a:solidFill>
              <a:srgbClr val="2EAE8D"/>
            </a:solidFill>
            <a:ln w="0">
              <a:noFill/>
              <a:prstDash val="solid"/>
            </a:ln>
          </p:spPr>
        </p:sp>
        <p:sp>
          <p:nvSpPr>
            <p:cNvPr id="1509" name="four:barrier-filling:filled-output-cell-114:1509">
              <a:extLst>
                <a:ext uri="{FF2B5EF4-FFF2-40B4-BE49-F238E27FC236}">
                  <ns2:creationId id="{8F748753-6D8D-4CAA-ACFB-C05775488830}"/>
                </a:ext>
              </a:extLst>
            </p:cNvPr>
            <p:cNvSpPr>
              <a:spLocks noGrp="1"/>
            </p:cNvSpPr>
            <p:nvPr/>
          </p:nvSpPr>
          <p:spPr>
            <a:xfrm>
              <a:off x="18139172" y="7343775"/>
              <a:ext cx="19248" cy="200025"/>
            </a:xfrm>
            <a:prstGeom prst="rect">
              <a:avLst/>
            </a:prstGeom>
            <a:solidFill>
              <a:srgbClr val="1AA781"/>
            </a:solidFill>
            <a:ln w="0">
              <a:noFill/>
              <a:prstDash val="solid"/>
            </a:ln>
          </p:spPr>
        </p:sp>
        <p:sp>
          <p:nvSpPr>
            <p:cNvPr id="1510" name="four:barrier-filling:filled-output-cell-115:1510">
              <a:extLst>
                <a:ext uri="{FF2B5EF4-FFF2-40B4-BE49-F238E27FC236}">
                  <ns2:creationId id="{9848CB11-BBF2-4454-ABE9-C6A2DB11D290}"/>
                </a:ext>
              </a:extLst>
            </p:cNvPr>
            <p:cNvSpPr>
              <a:spLocks noGrp="1"/>
            </p:cNvSpPr>
            <p:nvPr/>
          </p:nvSpPr>
          <p:spPr>
            <a:xfrm>
              <a:off x="18158420" y="7343775"/>
              <a:ext cx="19248" cy="200025"/>
            </a:xfrm>
            <a:prstGeom prst="rect">
              <a:avLst/>
            </a:prstGeom>
            <a:solidFill>
              <a:srgbClr val="07A177"/>
            </a:solidFill>
            <a:ln w="0">
              <a:noFill/>
              <a:prstDash val="solid"/>
            </a:ln>
          </p:spPr>
        </p:sp>
        <p:sp>
          <p:nvSpPr>
            <p:cNvPr id="1511" name="four:barrier-filling:filled-output-cell-116:1511">
              <a:extLst>
                <a:ext uri="{FF2B5EF4-FFF2-40B4-BE49-F238E27FC236}">
                  <ns2:creationId id="{8DE7E19D-50FB-4DBB-B86A-05D14763D845}"/>
                </a:ext>
              </a:extLst>
            </p:cNvPr>
            <p:cNvSpPr>
              <a:spLocks noGrp="1"/>
            </p:cNvSpPr>
            <p:nvPr/>
          </p:nvSpPr>
          <p:spPr>
            <a:xfrm>
              <a:off x="18177669" y="7343775"/>
              <a:ext cx="19248" cy="200025"/>
            </a:xfrm>
            <a:prstGeom prst="rect">
              <a:avLst/>
            </a:prstGeom>
            <a:solidFill>
              <a:srgbClr val="009E73"/>
            </a:solidFill>
            <a:ln w="0">
              <a:noFill/>
              <a:prstDash val="solid"/>
            </a:ln>
          </p:spPr>
        </p:sp>
        <p:sp>
          <p:nvSpPr>
            <p:cNvPr id="1512" name="four:barrier-filling:filled-output-cell-117:1512">
              <a:extLst>
                <a:ext uri="{FF2B5EF4-FFF2-40B4-BE49-F238E27FC236}">
                  <ns2:creationId id="{B913480B-D703-42A0-BCAF-05D924BD2CCE}"/>
                </a:ext>
              </a:extLst>
            </p:cNvPr>
            <p:cNvSpPr>
              <a:spLocks noGrp="1"/>
            </p:cNvSpPr>
            <p:nvPr/>
          </p:nvSpPr>
          <p:spPr>
            <a:xfrm>
              <a:off x="18196917" y="7343775"/>
              <a:ext cx="19248" cy="200025"/>
            </a:xfrm>
            <a:prstGeom prst="rect">
              <a:avLst/>
            </a:prstGeom>
            <a:solidFill>
              <a:srgbClr val="009E73"/>
            </a:solidFill>
            <a:ln w="0">
              <a:noFill/>
              <a:prstDash val="solid"/>
            </a:ln>
          </p:spPr>
        </p:sp>
        <p:sp>
          <p:nvSpPr>
            <p:cNvPr id="1513" name="four:barrier-filling:filled-output-cell-118:1513">
              <a:extLst>
                <a:ext uri="{FF2B5EF4-FFF2-40B4-BE49-F238E27FC236}">
                  <ns2:creationId id="{DF56A2ED-D0CB-4FE7-B2AE-9D5D3EDCECDC}"/>
                </a:ext>
              </a:extLst>
            </p:cNvPr>
            <p:cNvSpPr>
              <a:spLocks noGrp="1"/>
            </p:cNvSpPr>
            <p:nvPr/>
          </p:nvSpPr>
          <p:spPr>
            <a:xfrm>
              <a:off x="18216166" y="7343775"/>
              <a:ext cx="19248" cy="200025"/>
            </a:xfrm>
            <a:prstGeom prst="rect">
              <a:avLst/>
            </a:prstGeom>
            <a:solidFill>
              <a:srgbClr val="009E73"/>
            </a:solidFill>
            <a:ln w="0">
              <a:noFill/>
              <a:prstDash val="solid"/>
            </a:ln>
          </p:spPr>
        </p:sp>
        <p:sp>
          <p:nvSpPr>
            <p:cNvPr id="1514" name="four:barrier-filling:filled-output-cell-119:1514">
              <a:extLst>
                <a:ext uri="{FF2B5EF4-FFF2-40B4-BE49-F238E27FC236}">
                  <ns2:creationId id="{792F19B6-5BB7-419D-991B-C982489E55A2}"/>
                </a:ext>
              </a:extLst>
            </p:cNvPr>
            <p:cNvSpPr>
              <a:spLocks noGrp="1"/>
            </p:cNvSpPr>
            <p:nvPr/>
          </p:nvSpPr>
          <p:spPr>
            <a:xfrm>
              <a:off x="18235414" y="7343775"/>
              <a:ext cx="19248" cy="200025"/>
            </a:xfrm>
            <a:prstGeom prst="rect">
              <a:avLst/>
            </a:prstGeom>
            <a:solidFill>
              <a:srgbClr val="009E73"/>
            </a:solidFill>
            <a:ln w="0">
              <a:noFill/>
              <a:prstDash val="solid"/>
            </a:ln>
          </p:spPr>
        </p:sp>
        <p:sp>
          <p:nvSpPr>
            <p:cNvPr id="1515" name="four:barrier-filling:filled-output-cell-120:1515">
              <a:extLst>
                <a:ext uri="{FF2B5EF4-FFF2-40B4-BE49-F238E27FC236}">
                  <ns2:creationId id="{C71CD9C4-3FD5-466D-9292-6857E97C30D6}"/>
                </a:ext>
              </a:extLst>
            </p:cNvPr>
            <p:cNvSpPr>
              <a:spLocks noGrp="1"/>
            </p:cNvSpPr>
            <p:nvPr/>
          </p:nvSpPr>
          <p:spPr>
            <a:xfrm>
              <a:off x="18254663" y="7343775"/>
              <a:ext cx="19248" cy="200025"/>
            </a:xfrm>
            <a:prstGeom prst="rect">
              <a:avLst/>
            </a:prstGeom>
            <a:solidFill>
              <a:srgbClr val="009E73"/>
            </a:solidFill>
            <a:ln w="0">
              <a:noFill/>
              <a:prstDash val="solid"/>
            </a:ln>
          </p:spPr>
        </p:sp>
        <p:sp>
          <p:nvSpPr>
            <p:cNvPr id="1516" name="four:barrier-filling:filled-output-cell-121:1516">
              <a:extLst>
                <a:ext uri="{FF2B5EF4-FFF2-40B4-BE49-F238E27FC236}">
                  <ns2:creationId id="{FB20568F-5327-439E-92A4-01F0F9C7ECBF}"/>
                </a:ext>
              </a:extLst>
            </p:cNvPr>
            <p:cNvSpPr>
              <a:spLocks noGrp="1"/>
            </p:cNvSpPr>
            <p:nvPr/>
          </p:nvSpPr>
          <p:spPr>
            <a:xfrm>
              <a:off x="18273911" y="7343775"/>
              <a:ext cx="19248" cy="200025"/>
            </a:xfrm>
            <a:prstGeom prst="rect">
              <a:avLst/>
            </a:prstGeom>
            <a:solidFill>
              <a:srgbClr val="009E73"/>
            </a:solidFill>
            <a:ln w="0">
              <a:noFill/>
              <a:prstDash val="solid"/>
            </a:ln>
          </p:spPr>
        </p:sp>
        <p:sp>
          <p:nvSpPr>
            <p:cNvPr id="1517" name="four:barrier-filling:filled-output-cell-122:1517">
              <a:extLst>
                <a:ext uri="{FF2B5EF4-FFF2-40B4-BE49-F238E27FC236}">
                  <ns2:creationId id="{764CF7BD-2256-4C6A-94EF-240B4B6BB0B5}"/>
                </a:ext>
              </a:extLst>
            </p:cNvPr>
            <p:cNvSpPr>
              <a:spLocks noGrp="1"/>
            </p:cNvSpPr>
            <p:nvPr/>
          </p:nvSpPr>
          <p:spPr>
            <a:xfrm>
              <a:off x="18293159" y="7343775"/>
              <a:ext cx="19248" cy="200025"/>
            </a:xfrm>
            <a:prstGeom prst="rect">
              <a:avLst/>
            </a:prstGeom>
            <a:solidFill>
              <a:srgbClr val="009E73"/>
            </a:solidFill>
            <a:ln w="0">
              <a:noFill/>
              <a:prstDash val="solid"/>
            </a:ln>
          </p:spPr>
        </p:sp>
        <p:sp>
          <p:nvSpPr>
            <p:cNvPr id="1518" name="four:barrier-filling:filled-output-cell-123:1518">
              <a:extLst>
                <a:ext uri="{FF2B5EF4-FFF2-40B4-BE49-F238E27FC236}">
                  <ns2:creationId id="{0B84DA89-C135-49C5-A585-D5A7D1CAD501}"/>
                </a:ext>
              </a:extLst>
            </p:cNvPr>
            <p:cNvSpPr>
              <a:spLocks noGrp="1"/>
            </p:cNvSpPr>
            <p:nvPr/>
          </p:nvSpPr>
          <p:spPr>
            <a:xfrm>
              <a:off x="18312408" y="7343775"/>
              <a:ext cx="19248" cy="200025"/>
            </a:xfrm>
            <a:prstGeom prst="rect">
              <a:avLst/>
            </a:prstGeom>
            <a:solidFill>
              <a:srgbClr val="009E73"/>
            </a:solidFill>
            <a:ln w="0">
              <a:noFill/>
              <a:prstDash val="solid"/>
            </a:ln>
          </p:spPr>
        </p:sp>
        <p:sp>
          <p:nvSpPr>
            <p:cNvPr id="1519" name="four:barrier-filling:filled-output-cell-124:1519">
              <a:extLst>
                <a:ext uri="{FF2B5EF4-FFF2-40B4-BE49-F238E27FC236}">
                  <ns2:creationId id="{28EE1B43-F633-48C3-BAF7-0C1C8D5AC28A}"/>
                </a:ext>
              </a:extLst>
            </p:cNvPr>
            <p:cNvSpPr>
              <a:spLocks noGrp="1"/>
            </p:cNvSpPr>
            <p:nvPr/>
          </p:nvSpPr>
          <p:spPr>
            <a:xfrm>
              <a:off x="18331656" y="7343775"/>
              <a:ext cx="19248" cy="200025"/>
            </a:xfrm>
            <a:prstGeom prst="rect">
              <a:avLst/>
            </a:prstGeom>
            <a:solidFill>
              <a:srgbClr val="009E73"/>
            </a:solidFill>
            <a:ln w="0">
              <a:noFill/>
              <a:prstDash val="solid"/>
            </a:ln>
          </p:spPr>
        </p:sp>
        <p:sp>
          <p:nvSpPr>
            <p:cNvPr id="1520" name="four:barrier-filling:filled-output-cell-125:1520">
              <a:extLst>
                <a:ext uri="{FF2B5EF4-FFF2-40B4-BE49-F238E27FC236}">
                  <ns2:creationId id="{D4D88E65-BCA9-4DAE-93DE-BAB2F680E931}"/>
                </a:ext>
              </a:extLst>
            </p:cNvPr>
            <p:cNvSpPr>
              <a:spLocks noGrp="1"/>
            </p:cNvSpPr>
            <p:nvPr/>
          </p:nvSpPr>
          <p:spPr>
            <a:xfrm>
              <a:off x="18350905" y="7343775"/>
              <a:ext cx="19248" cy="200025"/>
            </a:xfrm>
            <a:prstGeom prst="rect">
              <a:avLst/>
            </a:prstGeom>
            <a:solidFill>
              <a:srgbClr val="009E73"/>
            </a:solidFill>
            <a:ln w="0">
              <a:noFill/>
              <a:prstDash val="solid"/>
            </a:ln>
          </p:spPr>
        </p:sp>
        <p:sp>
          <p:nvSpPr>
            <p:cNvPr id="1521" name="four:barrier-filling:filled-output-cell-126:1521">
              <a:extLst>
                <a:ext uri="{FF2B5EF4-FFF2-40B4-BE49-F238E27FC236}">
                  <ns2:creationId id="{D34DD752-CDA9-4BCF-B2D2-C9BDDA45DF6B}"/>
                </a:ext>
              </a:extLst>
            </p:cNvPr>
            <p:cNvSpPr>
              <a:spLocks noGrp="1"/>
            </p:cNvSpPr>
            <p:nvPr/>
          </p:nvSpPr>
          <p:spPr>
            <a:xfrm>
              <a:off x="18370153" y="7343775"/>
              <a:ext cx="19248" cy="200025"/>
            </a:xfrm>
            <a:prstGeom prst="rect">
              <a:avLst/>
            </a:prstGeom>
            <a:solidFill>
              <a:srgbClr val="009E73"/>
            </a:solidFill>
            <a:ln w="0">
              <a:noFill/>
              <a:prstDash val="solid"/>
            </a:ln>
          </p:spPr>
        </p:sp>
        <p:sp>
          <p:nvSpPr>
            <p:cNvPr id="1522" name="four:barrier-filling:filled-output-cell-127:1522">
              <a:extLst>
                <a:ext uri="{FF2B5EF4-FFF2-40B4-BE49-F238E27FC236}">
                  <ns2:creationId id="{8B9F979B-B0F5-4F76-8057-502E244CDF61}"/>
                </a:ext>
              </a:extLst>
            </p:cNvPr>
            <p:cNvSpPr>
              <a:spLocks noGrp="1"/>
            </p:cNvSpPr>
            <p:nvPr/>
          </p:nvSpPr>
          <p:spPr>
            <a:xfrm>
              <a:off x="18389402" y="7343775"/>
              <a:ext cx="19248" cy="200025"/>
            </a:xfrm>
            <a:prstGeom prst="rect">
              <a:avLst/>
            </a:prstGeom>
            <a:solidFill>
              <a:srgbClr val="009E73"/>
            </a:solidFill>
            <a:ln w="0">
              <a:noFill/>
              <a:prstDash val="solid"/>
            </a:ln>
          </p:spPr>
        </p:sp>
        <p:sp>
          <p:nvSpPr>
            <p:cNvPr id="1523" name="four:barrier-filling:filled-output-cell-128:1523">
              <a:extLst>
                <a:ext uri="{FF2B5EF4-FFF2-40B4-BE49-F238E27FC236}">
                  <ns2:creationId id="{D3455165-CC00-4534-9DC5-9AC04F20604B}"/>
                </a:ext>
              </a:extLst>
            </p:cNvPr>
            <p:cNvSpPr>
              <a:spLocks noGrp="1"/>
            </p:cNvSpPr>
            <p:nvPr/>
          </p:nvSpPr>
          <p:spPr>
            <a:xfrm>
              <a:off x="18408650" y="7343775"/>
              <a:ext cx="19248" cy="200025"/>
            </a:xfrm>
            <a:prstGeom prst="rect">
              <a:avLst/>
            </a:prstGeom>
            <a:solidFill>
              <a:srgbClr val="019E74"/>
            </a:solidFill>
            <a:ln w="0">
              <a:noFill/>
              <a:prstDash val="solid"/>
            </a:ln>
          </p:spPr>
        </p:sp>
        <p:sp>
          <p:nvSpPr>
            <p:cNvPr id="1524" name="four:barrier-filling:filled-output-cell-129:1524">
              <a:extLst>
                <a:ext uri="{FF2B5EF4-FFF2-40B4-BE49-F238E27FC236}">
                  <ns2:creationId id="{1B0914FB-3626-4BCA-BFB9-E3B274707668}"/>
                </a:ext>
              </a:extLst>
            </p:cNvPr>
            <p:cNvSpPr>
              <a:spLocks noGrp="1"/>
            </p:cNvSpPr>
            <p:nvPr/>
          </p:nvSpPr>
          <p:spPr>
            <a:xfrm>
              <a:off x="18427898" y="7343775"/>
              <a:ext cx="19248" cy="200025"/>
            </a:xfrm>
            <a:prstGeom prst="rect">
              <a:avLst/>
            </a:prstGeom>
            <a:solidFill>
              <a:srgbClr val="11A47D"/>
            </a:solidFill>
            <a:ln w="0">
              <a:noFill/>
              <a:prstDash val="solid"/>
            </a:ln>
          </p:spPr>
        </p:sp>
        <p:sp>
          <p:nvSpPr>
            <p:cNvPr id="1525" name="four:barrier-filling:filled-output-cell-130:1525">
              <a:extLst>
                <a:ext uri="{FF2B5EF4-FFF2-40B4-BE49-F238E27FC236}">
                  <ns2:creationId id="{EA8DCD5D-93C9-4CAE-89D7-E306CD11F8E5}"/>
                </a:ext>
              </a:extLst>
            </p:cNvPr>
            <p:cNvSpPr>
              <a:spLocks noGrp="1"/>
            </p:cNvSpPr>
            <p:nvPr/>
          </p:nvSpPr>
          <p:spPr>
            <a:xfrm>
              <a:off x="18447147" y="7343775"/>
              <a:ext cx="19248" cy="200025"/>
            </a:xfrm>
            <a:prstGeom prst="rect">
              <a:avLst/>
            </a:prstGeom>
            <a:solidFill>
              <a:srgbClr val="31AF8E"/>
            </a:solidFill>
            <a:ln w="0">
              <a:noFill/>
              <a:prstDash val="solid"/>
            </a:ln>
          </p:spPr>
        </p:sp>
        <p:sp>
          <p:nvSpPr>
            <p:cNvPr id="1526" name="four:barrier-filling:filled-output-cell-131:1526">
              <a:extLst>
                <a:ext uri="{FF2B5EF4-FFF2-40B4-BE49-F238E27FC236}">
                  <ns2:creationId id="{7954A0AE-777F-4732-B2AF-99076DD3098E}"/>
                </a:ext>
              </a:extLst>
            </p:cNvPr>
            <p:cNvSpPr>
              <a:spLocks noGrp="1"/>
            </p:cNvSpPr>
            <p:nvPr/>
          </p:nvSpPr>
          <p:spPr>
            <a:xfrm>
              <a:off x="18466395" y="7343775"/>
              <a:ext cx="19248" cy="200025"/>
            </a:xfrm>
            <a:prstGeom prst="rect">
              <a:avLst/>
            </a:prstGeom>
            <a:solidFill>
              <a:srgbClr val="59BCA4"/>
            </a:solidFill>
            <a:ln w="0">
              <a:noFill/>
              <a:prstDash val="solid"/>
            </a:ln>
          </p:spPr>
        </p:sp>
        <p:sp>
          <p:nvSpPr>
            <p:cNvPr id="1527" name="four:barrier-filling:filled-output-cell-132:1527">
              <a:extLst>
                <a:ext uri="{FF2B5EF4-FFF2-40B4-BE49-F238E27FC236}">
                  <ns2:creationId id="{21C7E55D-C4AF-4420-9CB4-5009FEBF4874}"/>
                </a:ext>
              </a:extLst>
            </p:cNvPr>
            <p:cNvSpPr>
              <a:spLocks noGrp="1"/>
            </p:cNvSpPr>
            <p:nvPr/>
          </p:nvSpPr>
          <p:spPr>
            <a:xfrm>
              <a:off x="18485644" y="7343775"/>
              <a:ext cx="19248" cy="200025"/>
            </a:xfrm>
            <a:prstGeom prst="rect">
              <a:avLst/>
            </a:prstGeom>
            <a:solidFill>
              <a:srgbClr val="83CABC"/>
            </a:solidFill>
            <a:ln w="0">
              <a:noFill/>
              <a:prstDash val="solid"/>
            </a:ln>
          </p:spPr>
        </p:sp>
        <p:sp>
          <p:nvSpPr>
            <p:cNvPr id="1528" name="four:barrier-filling:filled-output-cell-133:1528">
              <a:extLst>
                <a:ext uri="{FF2B5EF4-FFF2-40B4-BE49-F238E27FC236}">
                  <ns2:creationId id="{D8DEE483-E2EE-4D85-B5FC-EE87541CDA0A}"/>
                </a:ext>
              </a:extLst>
            </p:cNvPr>
            <p:cNvSpPr>
              <a:spLocks noGrp="1"/>
            </p:cNvSpPr>
            <p:nvPr/>
          </p:nvSpPr>
          <p:spPr>
            <a:xfrm>
              <a:off x="18504892" y="7343775"/>
              <a:ext cx="19248" cy="200025"/>
            </a:xfrm>
            <a:prstGeom prst="rect">
              <a:avLst/>
            </a:prstGeom>
            <a:solidFill>
              <a:srgbClr val="ABD7D2"/>
            </a:solidFill>
            <a:ln w="0">
              <a:noFill/>
              <a:prstDash val="solid"/>
            </a:ln>
          </p:spPr>
        </p:sp>
        <p:sp>
          <p:nvSpPr>
            <p:cNvPr id="1529" name="four:barrier-filling:filled-output-cell-134:1529">
              <a:extLst>
                <a:ext uri="{FF2B5EF4-FFF2-40B4-BE49-F238E27FC236}">
                  <ns2:creationId id="{5AA96F06-2B7D-46BF-9772-1AE10C51F88D}"/>
                </a:ext>
              </a:extLst>
            </p:cNvPr>
            <p:cNvSpPr>
              <a:spLocks noGrp="1"/>
            </p:cNvSpPr>
            <p:nvPr/>
          </p:nvSpPr>
          <p:spPr>
            <a:xfrm>
              <a:off x="18524141" y="7343775"/>
              <a:ext cx="19248" cy="200025"/>
            </a:xfrm>
            <a:prstGeom prst="rect">
              <a:avLst/>
            </a:prstGeom>
            <a:solidFill>
              <a:srgbClr val="D7E0E8"/>
            </a:solidFill>
            <a:ln w="0">
              <a:noFill/>
              <a:prstDash val="solid"/>
            </a:ln>
          </p:spPr>
        </p:sp>
        <p:sp>
          <p:nvSpPr>
            <p:cNvPr id="1530" name="four:barrier-filling:filled-output-cell-135:1530">
              <a:extLst>
                <a:ext uri="{FF2B5EF4-FFF2-40B4-BE49-F238E27FC236}">
                  <ns2:creationId id="{0BA2B9B4-36C4-46B0-8AB9-706F0843CD38}"/>
                </a:ext>
              </a:extLst>
            </p:cNvPr>
            <p:cNvSpPr>
              <a:spLocks noGrp="1"/>
            </p:cNvSpPr>
            <p:nvPr/>
          </p:nvSpPr>
          <p:spPr>
            <a:xfrm>
              <a:off x="18543389" y="7343775"/>
              <a:ext cx="19248" cy="200025"/>
            </a:xfrm>
            <a:prstGeom prst="rect">
              <a:avLst/>
            </a:prstGeom>
            <a:solidFill>
              <a:srgbClr val="DCE7ED"/>
            </a:solidFill>
            <a:ln w="0">
              <a:noFill/>
              <a:prstDash val="solid"/>
            </a:ln>
          </p:spPr>
        </p:sp>
        <p:sp>
          <p:nvSpPr>
            <p:cNvPr id="1531" name="four:barrier-filling:filled-output-cell-136:1531">
              <a:extLst>
                <a:ext uri="{FF2B5EF4-FFF2-40B4-BE49-F238E27FC236}">
                  <ns2:creationId id="{82000C24-24ED-421D-A4D5-59BC44E68F56}"/>
                </a:ext>
              </a:extLst>
            </p:cNvPr>
            <p:cNvSpPr>
              <a:spLocks noGrp="1"/>
            </p:cNvSpPr>
            <p:nvPr/>
          </p:nvSpPr>
          <p:spPr>
            <a:xfrm>
              <a:off x="18562638" y="7343775"/>
              <a:ext cx="19248" cy="200025"/>
            </a:xfrm>
            <a:prstGeom prst="rect">
              <a:avLst/>
            </a:prstGeom>
            <a:solidFill>
              <a:srgbClr val="DCE8ED"/>
            </a:solidFill>
            <a:ln w="0">
              <a:noFill/>
              <a:prstDash val="solid"/>
            </a:ln>
          </p:spPr>
        </p:sp>
        <p:sp>
          <p:nvSpPr>
            <p:cNvPr id="1532" name="four:barrier-filling:filled-output-cell-137:1532">
              <a:extLst>
                <a:ext uri="{FF2B5EF4-FFF2-40B4-BE49-F238E27FC236}">
                  <ns2:creationId id="{92246119-9A9C-4AAE-A9D7-47C172A33C9B}"/>
                </a:ext>
              </a:extLst>
            </p:cNvPr>
            <p:cNvSpPr>
              <a:spLocks noGrp="1"/>
            </p:cNvSpPr>
            <p:nvPr/>
          </p:nvSpPr>
          <p:spPr>
            <a:xfrm>
              <a:off x="18581886" y="7343775"/>
              <a:ext cx="19248" cy="200025"/>
            </a:xfrm>
            <a:prstGeom prst="rect">
              <a:avLst/>
            </a:prstGeom>
            <a:solidFill>
              <a:srgbClr val="DCE8ED"/>
            </a:solidFill>
            <a:ln w="0">
              <a:noFill/>
              <a:prstDash val="solid"/>
            </a:ln>
          </p:spPr>
        </p:sp>
        <p:sp>
          <p:nvSpPr>
            <p:cNvPr id="1533" name="four:barrier-filling:filled-output-cell-138:1533">
              <a:extLst>
                <a:ext uri="{FF2B5EF4-FFF2-40B4-BE49-F238E27FC236}">
                  <ns2:creationId id="{2041F410-72EB-4841-9364-3E36ECB9F8DF}"/>
                </a:ext>
              </a:extLst>
            </p:cNvPr>
            <p:cNvSpPr>
              <a:spLocks noGrp="1"/>
            </p:cNvSpPr>
            <p:nvPr/>
          </p:nvSpPr>
          <p:spPr>
            <a:xfrm>
              <a:off x="18601134" y="7343775"/>
              <a:ext cx="19248" cy="200025"/>
            </a:xfrm>
            <a:prstGeom prst="rect">
              <a:avLst/>
            </a:prstGeom>
            <a:solidFill>
              <a:srgbClr val="DCE8ED"/>
            </a:solidFill>
            <a:ln w="0">
              <a:noFill/>
              <a:prstDash val="solid"/>
            </a:ln>
          </p:spPr>
        </p:sp>
        <p:sp>
          <p:nvSpPr>
            <p:cNvPr id="1534" name="four:barrier-filling:filled-output-cell-139:1534">
              <a:extLst>
                <a:ext uri="{FF2B5EF4-FFF2-40B4-BE49-F238E27FC236}">
                  <ns2:creationId id="{1CCD82DA-0E1B-41A9-AF1B-5D81C214B707}"/>
                </a:ext>
              </a:extLst>
            </p:cNvPr>
            <p:cNvSpPr>
              <a:spLocks noGrp="1"/>
            </p:cNvSpPr>
            <p:nvPr/>
          </p:nvSpPr>
          <p:spPr>
            <a:xfrm>
              <a:off x="18620383" y="7343775"/>
              <a:ext cx="19248" cy="200025"/>
            </a:xfrm>
            <a:prstGeom prst="rect">
              <a:avLst/>
            </a:prstGeom>
            <a:solidFill>
              <a:srgbClr val="DCE8ED"/>
            </a:solidFill>
            <a:ln w="0">
              <a:noFill/>
              <a:prstDash val="solid"/>
            </a:ln>
          </p:spPr>
        </p:sp>
        <p:sp>
          <p:nvSpPr>
            <p:cNvPr id="1535" name="four:barrier-filling:filled-output-cell-140:1535">
              <a:extLst>
                <a:ext uri="{FF2B5EF4-FFF2-40B4-BE49-F238E27FC236}">
                  <ns2:creationId id="{A1AD7951-380B-4543-9EEE-CB7A39634512}"/>
                </a:ext>
              </a:extLst>
            </p:cNvPr>
            <p:cNvSpPr>
              <a:spLocks noGrp="1"/>
            </p:cNvSpPr>
            <p:nvPr/>
          </p:nvSpPr>
          <p:spPr>
            <a:xfrm>
              <a:off x="18639631" y="7343775"/>
              <a:ext cx="19248" cy="200025"/>
            </a:xfrm>
            <a:prstGeom prst="rect">
              <a:avLst/>
            </a:prstGeom>
            <a:solidFill>
              <a:srgbClr val="DCE8ED"/>
            </a:solidFill>
            <a:ln w="0">
              <a:noFill/>
              <a:prstDash val="solid"/>
            </a:ln>
          </p:spPr>
        </p:sp>
        <p:sp>
          <p:nvSpPr>
            <p:cNvPr id="1536" name="four:barrier-filling:filled-output-cell-141:1536">
              <a:extLst>
                <a:ext uri="{FF2B5EF4-FFF2-40B4-BE49-F238E27FC236}">
                  <ns2:creationId id="{33F6694F-84DC-40BE-AD53-3583B248C317}"/>
                </a:ext>
              </a:extLst>
            </p:cNvPr>
            <p:cNvSpPr>
              <a:spLocks noGrp="1"/>
            </p:cNvSpPr>
            <p:nvPr/>
          </p:nvSpPr>
          <p:spPr>
            <a:xfrm>
              <a:off x="18658880" y="7343775"/>
              <a:ext cx="19248" cy="200025"/>
            </a:xfrm>
            <a:prstGeom prst="rect">
              <a:avLst/>
            </a:prstGeom>
            <a:solidFill>
              <a:srgbClr val="DCE8ED"/>
            </a:solidFill>
            <a:ln w="0">
              <a:noFill/>
              <a:prstDash val="solid"/>
            </a:ln>
          </p:spPr>
        </p:sp>
        <p:sp>
          <p:nvSpPr>
            <p:cNvPr id="1537" name="four:barrier-filling:filled-output-cell-142:1537">
              <a:extLst>
                <a:ext uri="{FF2B5EF4-FFF2-40B4-BE49-F238E27FC236}">
                  <ns2:creationId id="{D0B6523C-0F88-4E22-AD76-080C57C5A71A}"/>
                </a:ext>
              </a:extLst>
            </p:cNvPr>
            <p:cNvSpPr>
              <a:spLocks noGrp="1"/>
            </p:cNvSpPr>
            <p:nvPr/>
          </p:nvSpPr>
          <p:spPr>
            <a:xfrm>
              <a:off x="18678128" y="7343775"/>
              <a:ext cx="19248" cy="200025"/>
            </a:xfrm>
            <a:prstGeom prst="rect">
              <a:avLst/>
            </a:prstGeom>
            <a:solidFill>
              <a:srgbClr val="DCE8ED"/>
            </a:solidFill>
            <a:ln w="0">
              <a:noFill/>
              <a:prstDash val="solid"/>
            </a:ln>
          </p:spPr>
        </p:sp>
        <p:sp>
          <p:nvSpPr>
            <p:cNvPr id="1538" name="four:barrier-filling:filled-output-cell-143:1538">
              <a:extLst>
                <a:ext uri="{FF2B5EF4-FFF2-40B4-BE49-F238E27FC236}">
                  <ns2:creationId id="{B05FC563-985C-4ACA-8318-C7ADBB5C116A}"/>
                </a:ext>
              </a:extLst>
            </p:cNvPr>
            <p:cNvSpPr>
              <a:spLocks noGrp="1"/>
            </p:cNvSpPr>
            <p:nvPr/>
          </p:nvSpPr>
          <p:spPr>
            <a:xfrm>
              <a:off x="18697377" y="7343775"/>
              <a:ext cx="19248" cy="200025"/>
            </a:xfrm>
            <a:prstGeom prst="rect">
              <a:avLst/>
            </a:prstGeom>
            <a:solidFill>
              <a:srgbClr val="DCE8ED"/>
            </a:solidFill>
            <a:ln w="0">
              <a:noFill/>
              <a:prstDash val="solid"/>
            </a:ln>
          </p:spPr>
        </p:sp>
        <p:sp>
          <p:nvSpPr>
            <p:cNvPr id="1539" name="four:barrier-filling:filled-output-cell-144:1539">
              <a:extLst>
                <a:ext uri="{FF2B5EF4-FFF2-40B4-BE49-F238E27FC236}">
                  <ns2:creationId id="{0A840B99-6820-4B40-A641-65B3EF9432A0}"/>
                </a:ext>
              </a:extLst>
            </p:cNvPr>
            <p:cNvSpPr>
              <a:spLocks noGrp="1"/>
            </p:cNvSpPr>
            <p:nvPr/>
          </p:nvSpPr>
          <p:spPr>
            <a:xfrm>
              <a:off x="18716625" y="7343775"/>
              <a:ext cx="19248" cy="200025"/>
            </a:xfrm>
            <a:prstGeom prst="rect">
              <a:avLst/>
            </a:prstGeom>
            <a:solidFill>
              <a:srgbClr val="DCE8ED"/>
            </a:solidFill>
            <a:ln w="0">
              <a:noFill/>
              <a:prstDash val="solid"/>
            </a:ln>
          </p:spPr>
        </p:sp>
        <p:sp>
          <p:nvSpPr>
            <p:cNvPr id="1540" name="four:barrier-filling:filled-output-cell-145:1540">
              <a:extLst>
                <a:ext uri="{FF2B5EF4-FFF2-40B4-BE49-F238E27FC236}">
                  <ns2:creationId id="{EE366BAA-734B-45C9-AEC4-4F1A024FF3EB}"/>
                </a:ext>
              </a:extLst>
            </p:cNvPr>
            <p:cNvSpPr>
              <a:spLocks noGrp="1"/>
            </p:cNvSpPr>
            <p:nvPr/>
          </p:nvSpPr>
          <p:spPr>
            <a:xfrm>
              <a:off x="18735873" y="7343775"/>
              <a:ext cx="19248" cy="200025"/>
            </a:xfrm>
            <a:prstGeom prst="rect">
              <a:avLst/>
            </a:prstGeom>
            <a:solidFill>
              <a:srgbClr val="DCE8ED"/>
            </a:solidFill>
            <a:ln w="0">
              <a:noFill/>
              <a:prstDash val="solid"/>
            </a:ln>
          </p:spPr>
        </p:sp>
        <p:sp>
          <p:nvSpPr>
            <p:cNvPr id="1541" name="four:barrier-filling:filled-output-cell-146:1541">
              <a:extLst>
                <a:ext uri="{FF2B5EF4-FFF2-40B4-BE49-F238E27FC236}">
                  <ns2:creationId id="{B655402B-9840-4A70-89C7-714C4216ACB6}"/>
                </a:ext>
              </a:extLst>
            </p:cNvPr>
            <p:cNvSpPr>
              <a:spLocks noGrp="1"/>
            </p:cNvSpPr>
            <p:nvPr/>
          </p:nvSpPr>
          <p:spPr>
            <a:xfrm>
              <a:off x="18755122" y="7343775"/>
              <a:ext cx="19248" cy="200025"/>
            </a:xfrm>
            <a:prstGeom prst="rect">
              <a:avLst/>
            </a:prstGeom>
            <a:solidFill>
              <a:srgbClr val="DCE8ED"/>
            </a:solidFill>
            <a:ln w="0">
              <a:noFill/>
              <a:prstDash val="solid"/>
            </a:ln>
          </p:spPr>
        </p:sp>
        <p:sp>
          <p:nvSpPr>
            <p:cNvPr id="1542" name="four:barrier-filling:filled-output-cell-147:1542">
              <a:extLst>
                <a:ext uri="{FF2B5EF4-FFF2-40B4-BE49-F238E27FC236}">
                  <ns2:creationId id="{25BC5EA3-F78F-409D-8682-4FE87F4DFC6C}"/>
                </a:ext>
              </a:extLst>
            </p:cNvPr>
            <p:cNvSpPr>
              <a:spLocks noGrp="1"/>
            </p:cNvSpPr>
            <p:nvPr/>
          </p:nvSpPr>
          <p:spPr>
            <a:xfrm>
              <a:off x="18774370" y="7343775"/>
              <a:ext cx="19248" cy="200025"/>
            </a:xfrm>
            <a:prstGeom prst="rect">
              <a:avLst/>
            </a:prstGeom>
            <a:solidFill>
              <a:srgbClr val="DCE8ED"/>
            </a:solidFill>
            <a:ln w="0">
              <a:noFill/>
              <a:prstDash val="solid"/>
            </a:ln>
          </p:spPr>
        </p:sp>
        <p:sp>
          <p:nvSpPr>
            <p:cNvPr id="1543" name="four:barrier-filling:filled-output-cell-148:1543">
              <a:extLst>
                <a:ext uri="{FF2B5EF4-FFF2-40B4-BE49-F238E27FC236}">
                  <ns2:creationId id="{2675EA89-DA31-4041-AECA-0CAE011E1788}"/>
                </a:ext>
              </a:extLst>
            </p:cNvPr>
            <p:cNvSpPr>
              <a:spLocks noGrp="1"/>
            </p:cNvSpPr>
            <p:nvPr/>
          </p:nvSpPr>
          <p:spPr>
            <a:xfrm>
              <a:off x="18793619" y="7343775"/>
              <a:ext cx="19248" cy="200025"/>
            </a:xfrm>
            <a:prstGeom prst="rect">
              <a:avLst/>
            </a:prstGeom>
            <a:solidFill>
              <a:srgbClr val="DCE8ED"/>
            </a:solidFill>
            <a:ln w="0">
              <a:noFill/>
              <a:prstDash val="solid"/>
            </a:ln>
          </p:spPr>
        </p:sp>
        <p:sp>
          <p:nvSpPr>
            <p:cNvPr id="1544" name="four:barrier-filling:filled-output-cell-149:1544">
              <a:extLst>
                <a:ext uri="{FF2B5EF4-FFF2-40B4-BE49-F238E27FC236}">
                  <ns2:creationId id="{C11570FA-8DF3-4A35-AD49-682CD0D27941}"/>
                </a:ext>
              </a:extLst>
            </p:cNvPr>
            <p:cNvSpPr>
              <a:spLocks noGrp="1"/>
            </p:cNvSpPr>
            <p:nvPr/>
          </p:nvSpPr>
          <p:spPr>
            <a:xfrm>
              <a:off x="18812867" y="7343775"/>
              <a:ext cx="19248" cy="200025"/>
            </a:xfrm>
            <a:prstGeom prst="rect">
              <a:avLst/>
            </a:prstGeom>
            <a:solidFill>
              <a:srgbClr val="DCE8ED"/>
            </a:solidFill>
            <a:ln w="0">
              <a:noFill/>
              <a:prstDash val="solid"/>
            </a:ln>
          </p:spPr>
        </p:sp>
        <p:sp>
          <p:nvSpPr>
            <p:cNvPr id="1545" name="four:barrier-filling:filled-output-cell-150:1545">
              <a:extLst>
                <a:ext uri="{FF2B5EF4-FFF2-40B4-BE49-F238E27FC236}">
                  <ns2:creationId id="{76EB84D2-7D34-4B90-A21D-46F7B5CD3AC8}"/>
                </a:ext>
              </a:extLst>
            </p:cNvPr>
            <p:cNvSpPr>
              <a:spLocks noGrp="1"/>
            </p:cNvSpPr>
            <p:nvPr/>
          </p:nvSpPr>
          <p:spPr>
            <a:xfrm>
              <a:off x="18832116" y="7343775"/>
              <a:ext cx="19248" cy="200025"/>
            </a:xfrm>
            <a:prstGeom prst="rect">
              <a:avLst/>
            </a:prstGeom>
            <a:solidFill>
              <a:srgbClr val="DCE8ED"/>
            </a:solidFill>
            <a:ln w="0">
              <a:noFill/>
              <a:prstDash val="solid"/>
            </a:ln>
          </p:spPr>
        </p:sp>
        <p:sp>
          <p:nvSpPr>
            <p:cNvPr id="1546" name="four:barrier-filling:filled-output-cell-151:1546">
              <a:extLst>
                <a:ext uri="{FF2B5EF4-FFF2-40B4-BE49-F238E27FC236}">
                  <ns2:creationId id="{76A744D3-07D7-4970-ABF6-558948698373}"/>
                </a:ext>
              </a:extLst>
            </p:cNvPr>
            <p:cNvSpPr>
              <a:spLocks noGrp="1"/>
            </p:cNvSpPr>
            <p:nvPr/>
          </p:nvSpPr>
          <p:spPr>
            <a:xfrm>
              <a:off x="18851364" y="7343775"/>
              <a:ext cx="19248" cy="200025"/>
            </a:xfrm>
            <a:prstGeom prst="rect">
              <a:avLst/>
            </a:prstGeom>
            <a:solidFill>
              <a:srgbClr val="DCE8ED"/>
            </a:solidFill>
            <a:ln w="0">
              <a:noFill/>
              <a:prstDash val="solid"/>
            </a:ln>
          </p:spPr>
        </p:sp>
        <p:sp>
          <p:nvSpPr>
            <p:cNvPr id="1547" name="four:barrier-filling:filled-output-cell-152:1547">
              <a:extLst>
                <a:ext uri="{FF2B5EF4-FFF2-40B4-BE49-F238E27FC236}">
                  <ns2:creationId id="{59431A88-5A4C-4258-AB46-B9E939CC08D4}"/>
                </a:ext>
              </a:extLst>
            </p:cNvPr>
            <p:cNvSpPr>
              <a:spLocks noGrp="1"/>
            </p:cNvSpPr>
            <p:nvPr/>
          </p:nvSpPr>
          <p:spPr>
            <a:xfrm>
              <a:off x="18870613" y="7343775"/>
              <a:ext cx="19248" cy="200025"/>
            </a:xfrm>
            <a:prstGeom prst="rect">
              <a:avLst/>
            </a:prstGeom>
            <a:solidFill>
              <a:srgbClr val="DCE8ED"/>
            </a:solidFill>
            <a:ln w="0">
              <a:noFill/>
              <a:prstDash val="solid"/>
            </a:ln>
          </p:spPr>
        </p:sp>
        <p:sp>
          <p:nvSpPr>
            <p:cNvPr id="1548" name="four:barrier-filling:filled-output-cell-153:1548">
              <a:extLst>
                <a:ext uri="{FF2B5EF4-FFF2-40B4-BE49-F238E27FC236}">
                  <ns2:creationId id="{422A2C41-CDC8-4D0F-9FE3-09D6E9B1EA7F}"/>
                </a:ext>
              </a:extLst>
            </p:cNvPr>
            <p:cNvSpPr>
              <a:spLocks noGrp="1"/>
            </p:cNvSpPr>
            <p:nvPr/>
          </p:nvSpPr>
          <p:spPr>
            <a:xfrm>
              <a:off x="18889861" y="7343775"/>
              <a:ext cx="19248" cy="200025"/>
            </a:xfrm>
            <a:prstGeom prst="rect">
              <a:avLst/>
            </a:prstGeom>
            <a:solidFill>
              <a:srgbClr val="DCE8ED"/>
            </a:solidFill>
            <a:ln w="0">
              <a:noFill/>
              <a:prstDash val="solid"/>
            </a:ln>
          </p:spPr>
        </p:sp>
        <p:sp>
          <p:nvSpPr>
            <p:cNvPr id="1549" name="four:barrier-filling:filled-output-cell-154:1549">
              <a:extLst>
                <a:ext uri="{FF2B5EF4-FFF2-40B4-BE49-F238E27FC236}">
                  <ns2:creationId id="{130D1D79-A149-49B5-B32A-A2CFEC0244E9}"/>
                </a:ext>
              </a:extLst>
            </p:cNvPr>
            <p:cNvSpPr>
              <a:spLocks noGrp="1"/>
            </p:cNvSpPr>
            <p:nvPr/>
          </p:nvSpPr>
          <p:spPr>
            <a:xfrm>
              <a:off x="18909109" y="7343775"/>
              <a:ext cx="19248" cy="200025"/>
            </a:xfrm>
            <a:prstGeom prst="rect">
              <a:avLst/>
            </a:prstGeom>
            <a:solidFill>
              <a:srgbClr val="DCE8ED"/>
            </a:solidFill>
            <a:ln w="0">
              <a:noFill/>
              <a:prstDash val="solid"/>
            </a:ln>
          </p:spPr>
        </p:sp>
        <p:sp>
          <p:nvSpPr>
            <p:cNvPr id="1550" name="four:barrier-filling:filled-output-cell-155:1550">
              <a:extLst>
                <a:ext uri="{FF2B5EF4-FFF2-40B4-BE49-F238E27FC236}">
                  <ns2:creationId id="{898D202A-66FD-431B-AB3D-1FA9223D51F9}"/>
                </a:ext>
              </a:extLst>
            </p:cNvPr>
            <p:cNvSpPr>
              <a:spLocks noGrp="1"/>
            </p:cNvSpPr>
            <p:nvPr/>
          </p:nvSpPr>
          <p:spPr>
            <a:xfrm>
              <a:off x="18928358" y="7343775"/>
              <a:ext cx="19248" cy="200025"/>
            </a:xfrm>
            <a:prstGeom prst="rect">
              <a:avLst/>
            </a:prstGeom>
            <a:solidFill>
              <a:srgbClr val="DCE8ED"/>
            </a:solidFill>
            <a:ln w="0">
              <a:noFill/>
              <a:prstDash val="solid"/>
            </a:ln>
          </p:spPr>
        </p:sp>
        <p:sp>
          <p:nvSpPr>
            <p:cNvPr id="1551" name="four:barrier-filling:filled-output-cell-156:1551">
              <a:extLst>
                <a:ext uri="{FF2B5EF4-FFF2-40B4-BE49-F238E27FC236}">
                  <ns2:creationId id="{3D40682D-20F1-49D3-B95E-483E9651D170}"/>
                </a:ext>
              </a:extLst>
            </p:cNvPr>
            <p:cNvSpPr>
              <a:spLocks noGrp="1"/>
            </p:cNvSpPr>
            <p:nvPr/>
          </p:nvSpPr>
          <p:spPr>
            <a:xfrm>
              <a:off x="18947606" y="7343775"/>
              <a:ext cx="19248" cy="200025"/>
            </a:xfrm>
            <a:prstGeom prst="rect">
              <a:avLst/>
            </a:prstGeom>
            <a:solidFill>
              <a:srgbClr val="DCE8ED"/>
            </a:solidFill>
            <a:ln w="0">
              <a:noFill/>
              <a:prstDash val="solid"/>
            </a:ln>
          </p:spPr>
        </p:sp>
        <p:sp>
          <p:nvSpPr>
            <p:cNvPr id="1552" name="four:barrier-filling:filled-output-cell-157:1552">
              <a:extLst>
                <a:ext uri="{FF2B5EF4-FFF2-40B4-BE49-F238E27FC236}">
                  <ns2:creationId id="{3AB525E3-40F3-4683-A736-146341B0C093}"/>
                </a:ext>
              </a:extLst>
            </p:cNvPr>
            <p:cNvSpPr>
              <a:spLocks noGrp="1"/>
            </p:cNvSpPr>
            <p:nvPr/>
          </p:nvSpPr>
          <p:spPr>
            <a:xfrm>
              <a:off x="18966855" y="7343775"/>
              <a:ext cx="19248" cy="200025"/>
            </a:xfrm>
            <a:prstGeom prst="rect">
              <a:avLst/>
            </a:prstGeom>
            <a:solidFill>
              <a:srgbClr val="DCE8ED"/>
            </a:solidFill>
            <a:ln w="0">
              <a:noFill/>
              <a:prstDash val="solid"/>
            </a:ln>
          </p:spPr>
        </p:sp>
        <p:sp>
          <p:nvSpPr>
            <p:cNvPr id="1553" name="four:barrier-filling:filled-output-cell-158:1553">
              <a:extLst>
                <a:ext uri="{FF2B5EF4-FFF2-40B4-BE49-F238E27FC236}">
                  <ns2:creationId id="{6419D288-0CA8-4641-AB49-8A09EC4C6F5E}"/>
                </a:ext>
              </a:extLst>
            </p:cNvPr>
            <p:cNvSpPr>
              <a:spLocks noGrp="1"/>
            </p:cNvSpPr>
            <p:nvPr/>
          </p:nvSpPr>
          <p:spPr>
            <a:xfrm>
              <a:off x="18986103" y="7343775"/>
              <a:ext cx="19248" cy="200025"/>
            </a:xfrm>
            <a:prstGeom prst="rect">
              <a:avLst/>
            </a:prstGeom>
            <a:solidFill>
              <a:srgbClr val="DCE8ED"/>
            </a:solidFill>
            <a:ln w="0">
              <a:noFill/>
              <a:prstDash val="solid"/>
            </a:ln>
          </p:spPr>
        </p:sp>
        <p:sp>
          <p:nvSpPr>
            <p:cNvPr id="1554" name="four:barrier-filling:filled-output-cell-159:1554">
              <a:extLst>
                <a:ext uri="{FF2B5EF4-FFF2-40B4-BE49-F238E27FC236}">
                  <ns2:creationId id="{20133BEA-1F60-4E99-8EDA-A1B930021A78}"/>
                </a:ext>
              </a:extLst>
            </p:cNvPr>
            <p:cNvSpPr>
              <a:spLocks noGrp="1"/>
            </p:cNvSpPr>
            <p:nvPr/>
          </p:nvSpPr>
          <p:spPr>
            <a:xfrm>
              <a:off x="19005352" y="7343775"/>
              <a:ext cx="19248" cy="200025"/>
            </a:xfrm>
            <a:prstGeom prst="rect">
              <a:avLst/>
            </a:prstGeom>
            <a:solidFill>
              <a:srgbClr val="DCE8ED"/>
            </a:solidFill>
            <a:ln w="0">
              <a:noFill/>
              <a:prstDash val="solid"/>
            </a:ln>
          </p:spPr>
        </p:sp>
        <p:sp>
          <p:nvSpPr>
            <p:cNvPr id="1555" name="four:barrier-filling:filled-output-cell-160:1555">
              <a:extLst>
                <a:ext uri="{FF2B5EF4-FFF2-40B4-BE49-F238E27FC236}">
                  <ns2:creationId id="{5733DB6A-DBF4-4C2C-9C13-8FFBC61CA1A1}"/>
                </a:ext>
              </a:extLst>
            </p:cNvPr>
            <p:cNvSpPr>
              <a:spLocks noGrp="1"/>
            </p:cNvSpPr>
            <p:nvPr/>
          </p:nvSpPr>
          <p:spPr>
            <a:xfrm>
              <a:off x="19024600" y="7343775"/>
              <a:ext cx="19248" cy="200025"/>
            </a:xfrm>
            <a:prstGeom prst="rect">
              <a:avLst/>
            </a:prstGeom>
            <a:solidFill>
              <a:srgbClr val="DCE8ED"/>
            </a:solidFill>
            <a:ln w="0">
              <a:noFill/>
              <a:prstDash val="solid"/>
            </a:ln>
          </p:spPr>
        </p:sp>
        <p:sp>
          <p:nvSpPr>
            <p:cNvPr id="1556" name="four:barrier-filling:filled-output-cell-161:1556">
              <a:extLst>
                <a:ext uri="{FF2B5EF4-FFF2-40B4-BE49-F238E27FC236}">
                  <ns2:creationId id="{B8DA04D5-84DF-4583-983D-C419590E08BE}"/>
                </a:ext>
              </a:extLst>
            </p:cNvPr>
            <p:cNvSpPr>
              <a:spLocks noGrp="1"/>
            </p:cNvSpPr>
            <p:nvPr/>
          </p:nvSpPr>
          <p:spPr>
            <a:xfrm>
              <a:off x="19043848" y="7343775"/>
              <a:ext cx="19248" cy="200025"/>
            </a:xfrm>
            <a:prstGeom prst="rect">
              <a:avLst/>
            </a:prstGeom>
            <a:solidFill>
              <a:srgbClr val="DCE8ED"/>
            </a:solidFill>
            <a:ln w="0">
              <a:noFill/>
              <a:prstDash val="solid"/>
            </a:ln>
          </p:spPr>
        </p:sp>
        <p:sp>
          <p:nvSpPr>
            <p:cNvPr id="1557" name="four:barrier-filling:filled-output-cell-162:1557">
              <a:extLst>
                <a:ext uri="{FF2B5EF4-FFF2-40B4-BE49-F238E27FC236}">
                  <ns2:creationId id="{1FBED837-526C-4E51-BB13-A1352F8C9A16}"/>
                </a:ext>
              </a:extLst>
            </p:cNvPr>
            <p:cNvSpPr>
              <a:spLocks noGrp="1"/>
            </p:cNvSpPr>
            <p:nvPr/>
          </p:nvSpPr>
          <p:spPr>
            <a:xfrm>
              <a:off x="19063097" y="7343775"/>
              <a:ext cx="19248" cy="200025"/>
            </a:xfrm>
            <a:prstGeom prst="rect">
              <a:avLst/>
            </a:prstGeom>
            <a:solidFill>
              <a:srgbClr val="DCE6E9"/>
            </a:solidFill>
            <a:ln w="0">
              <a:noFill/>
              <a:prstDash val="solid"/>
            </a:ln>
          </p:spPr>
        </p:sp>
        <p:sp>
          <p:nvSpPr>
            <p:cNvPr id="1558" name="four:barrier-filling:filled-output-cell-163:1558">
              <a:extLst>
                <a:ext uri="{FF2B5EF4-FFF2-40B4-BE49-F238E27FC236}">
                  <ns2:creationId id="{ED49969D-866A-4B26-9C23-0E5F3402EA6C}"/>
                </a:ext>
              </a:extLst>
            </p:cNvPr>
            <p:cNvSpPr>
              <a:spLocks noGrp="1"/>
            </p:cNvSpPr>
            <p:nvPr/>
          </p:nvSpPr>
          <p:spPr>
            <a:xfrm>
              <a:off x="19082345" y="7343775"/>
              <a:ext cx="19248" cy="200025"/>
            </a:xfrm>
            <a:prstGeom prst="rect">
              <a:avLst/>
            </a:prstGeom>
            <a:solidFill>
              <a:srgbClr val="DADCDB"/>
            </a:solidFill>
            <a:ln w="0">
              <a:noFill/>
              <a:prstDash val="solid"/>
            </a:ln>
          </p:spPr>
        </p:sp>
        <p:sp>
          <p:nvSpPr>
            <p:cNvPr id="1559" name="four:barrier-filling:filled-output-cell-164:1559">
              <a:extLst>
                <a:ext uri="{FF2B5EF4-FFF2-40B4-BE49-F238E27FC236}">
                  <ns2:creationId id="{BDCB4A6A-D3BF-435B-87C7-BD77758723C3}"/>
                </a:ext>
              </a:extLst>
            </p:cNvPr>
            <p:cNvSpPr>
              <a:spLocks noGrp="1"/>
            </p:cNvSpPr>
            <p:nvPr/>
          </p:nvSpPr>
          <p:spPr>
            <a:xfrm>
              <a:off x="19101594" y="7343775"/>
              <a:ext cx="19248" cy="200025"/>
            </a:xfrm>
            <a:prstGeom prst="rect">
              <a:avLst/>
            </a:prstGeom>
            <a:solidFill>
              <a:srgbClr val="D7C8D9"/>
            </a:solidFill>
            <a:ln w="0">
              <a:noFill/>
              <a:prstDash val="solid"/>
            </a:ln>
          </p:spPr>
        </p:sp>
        <p:sp>
          <p:nvSpPr>
            <p:cNvPr id="1560" name="four:barrier-filling:filled-output-cell-165:1560">
              <a:extLst>
                <a:ext uri="{FF2B5EF4-FFF2-40B4-BE49-F238E27FC236}">
                  <ns2:creationId id="{A4453AB3-9918-4BC8-A38F-19DA5D5E28B6}"/>
                </a:ext>
              </a:extLst>
            </p:cNvPr>
            <p:cNvSpPr>
              <a:spLocks noGrp="1"/>
            </p:cNvSpPr>
            <p:nvPr/>
          </p:nvSpPr>
          <p:spPr>
            <a:xfrm>
              <a:off x="19120842" y="7343775"/>
              <a:ext cx="19248" cy="200025"/>
            </a:xfrm>
            <a:prstGeom prst="rect">
              <a:avLst/>
            </a:prstGeom>
            <a:solidFill>
              <a:srgbClr val="D4B2CB"/>
            </a:solidFill>
            <a:ln w="0">
              <a:noFill/>
              <a:prstDash val="solid"/>
            </a:ln>
          </p:spPr>
        </p:sp>
        <p:sp>
          <p:nvSpPr>
            <p:cNvPr id="1561" name="four:barrier-filling:filled-output-cell-166:1561">
              <a:extLst>
                <a:ext uri="{FF2B5EF4-FFF2-40B4-BE49-F238E27FC236}">
                  <ns2:creationId id="{95B138DA-24B1-4F13-9254-BC9EBD780506}"/>
                </a:ext>
              </a:extLst>
            </p:cNvPr>
            <p:cNvSpPr>
              <a:spLocks noGrp="1"/>
            </p:cNvSpPr>
            <p:nvPr/>
          </p:nvSpPr>
          <p:spPr>
            <a:xfrm>
              <a:off x="19140091" y="7343775"/>
              <a:ext cx="19248" cy="200025"/>
            </a:xfrm>
            <a:prstGeom prst="rect">
              <a:avLst/>
            </a:prstGeom>
            <a:solidFill>
              <a:srgbClr val="D19DBE"/>
            </a:solidFill>
            <a:ln w="0">
              <a:noFill/>
              <a:prstDash val="solid"/>
            </a:ln>
          </p:spPr>
        </p:sp>
        <p:sp>
          <p:nvSpPr>
            <p:cNvPr id="1562" name="four:barrier-filling:filled-output-cell-167:1562">
              <a:extLst>
                <a:ext uri="{FF2B5EF4-FFF2-40B4-BE49-F238E27FC236}">
                  <ns2:creationId id="{F6E16BFB-3616-4AD2-BB1D-FCAFD155C480}"/>
                </a:ext>
              </a:extLst>
            </p:cNvPr>
            <p:cNvSpPr>
              <a:spLocks noGrp="1"/>
            </p:cNvSpPr>
            <p:nvPr/>
          </p:nvSpPr>
          <p:spPr>
            <a:xfrm>
              <a:off x="19159339" y="7343775"/>
              <a:ext cx="19248" cy="200025"/>
            </a:xfrm>
            <a:prstGeom prst="rect">
              <a:avLst/>
            </a:prstGeom>
            <a:solidFill>
              <a:srgbClr val="CF8AB2"/>
            </a:solidFill>
            <a:ln w="0">
              <a:noFill/>
              <a:prstDash val="solid"/>
            </a:ln>
          </p:spPr>
        </p:sp>
        <p:sp>
          <p:nvSpPr>
            <p:cNvPr id="1563" name="four:barrier-filling:filled-output-cell-168:1563">
              <a:extLst>
                <a:ext uri="{FF2B5EF4-FFF2-40B4-BE49-F238E27FC236}">
                  <ns2:creationId id="{C11BFB50-7FE1-4D21-BDD9-DE558076C1B9}"/>
                </a:ext>
              </a:extLst>
            </p:cNvPr>
            <p:cNvSpPr>
              <a:spLocks noGrp="1"/>
            </p:cNvSpPr>
            <p:nvPr/>
          </p:nvSpPr>
          <p:spPr>
            <a:xfrm>
              <a:off x="19178588" y="7343775"/>
              <a:ext cx="19248" cy="200025"/>
            </a:xfrm>
            <a:prstGeom prst="rect">
              <a:avLst/>
            </a:prstGeom>
            <a:solidFill>
              <a:srgbClr val="CD7EAA"/>
            </a:solidFill>
            <a:ln w="0">
              <a:noFill/>
              <a:prstDash val="solid"/>
            </a:ln>
          </p:spPr>
        </p:sp>
        <p:sp>
          <p:nvSpPr>
            <p:cNvPr id="1564" name="four:barrier-filling:filled-output-cell-169:1564">
              <a:extLst>
                <a:ext uri="{FF2B5EF4-FFF2-40B4-BE49-F238E27FC236}">
                  <ns2:creationId id="{00BC080F-94C9-43A5-997A-6498A687351C}"/>
                </a:ext>
              </a:extLst>
            </p:cNvPr>
            <p:cNvSpPr>
              <a:spLocks noGrp="1"/>
            </p:cNvSpPr>
            <p:nvPr/>
          </p:nvSpPr>
          <p:spPr>
            <a:xfrm>
              <a:off x="19197836" y="7343775"/>
              <a:ext cx="19248" cy="200025"/>
            </a:xfrm>
            <a:prstGeom prst="rect">
              <a:avLst/>
            </a:prstGeom>
            <a:solidFill>
              <a:srgbClr val="CC79A7"/>
            </a:solidFill>
            <a:ln w="0">
              <a:noFill/>
              <a:prstDash val="solid"/>
            </a:ln>
          </p:spPr>
        </p:sp>
        <p:sp>
          <p:nvSpPr>
            <p:cNvPr id="1565" name="four:barrier-filling:filled-output-cell-170:1565">
              <a:extLst>
                <a:ext uri="{FF2B5EF4-FFF2-40B4-BE49-F238E27FC236}">
                  <ns2:creationId id="{D544B00D-F738-4A79-AF3D-AC5B153D786F}"/>
                </a:ext>
              </a:extLst>
            </p:cNvPr>
            <p:cNvSpPr>
              <a:spLocks noGrp="1"/>
            </p:cNvSpPr>
            <p:nvPr/>
          </p:nvSpPr>
          <p:spPr>
            <a:xfrm>
              <a:off x="19217084" y="7343775"/>
              <a:ext cx="19248" cy="200025"/>
            </a:xfrm>
            <a:prstGeom prst="rect">
              <a:avLst/>
            </a:prstGeom>
            <a:solidFill>
              <a:srgbClr val="CC79A7"/>
            </a:solidFill>
            <a:ln w="0">
              <a:noFill/>
              <a:prstDash val="solid"/>
            </a:ln>
          </p:spPr>
        </p:sp>
        <p:sp>
          <p:nvSpPr>
            <p:cNvPr id="1566" name="four:barrier-filling:filled-output-cell-171:1566">
              <a:extLst>
                <a:ext uri="{FF2B5EF4-FFF2-40B4-BE49-F238E27FC236}">
                  <ns2:creationId id="{03A8599C-794A-464A-9238-F1400ECF849A}"/>
                </a:ext>
              </a:extLst>
            </p:cNvPr>
            <p:cNvSpPr>
              <a:spLocks noGrp="1"/>
            </p:cNvSpPr>
            <p:nvPr/>
          </p:nvSpPr>
          <p:spPr>
            <a:xfrm>
              <a:off x="19236333" y="7343775"/>
              <a:ext cx="19248" cy="200025"/>
            </a:xfrm>
            <a:prstGeom prst="rect">
              <a:avLst/>
            </a:prstGeom>
            <a:solidFill>
              <a:srgbClr val="CC79A7"/>
            </a:solidFill>
            <a:ln w="0">
              <a:noFill/>
              <a:prstDash val="solid"/>
            </a:ln>
          </p:spPr>
        </p:sp>
        <p:sp>
          <p:nvSpPr>
            <p:cNvPr id="1567" name="four:barrier-filling:filled-output-cell-172:1567">
              <a:extLst>
                <a:ext uri="{FF2B5EF4-FFF2-40B4-BE49-F238E27FC236}">
                  <ns2:creationId id="{72AD747B-480C-4F42-A5FD-18817A564909}"/>
                </a:ext>
              </a:extLst>
            </p:cNvPr>
            <p:cNvSpPr>
              <a:spLocks noGrp="1"/>
            </p:cNvSpPr>
            <p:nvPr/>
          </p:nvSpPr>
          <p:spPr>
            <a:xfrm>
              <a:off x="19255581" y="7343775"/>
              <a:ext cx="19248" cy="200025"/>
            </a:xfrm>
            <a:prstGeom prst="rect">
              <a:avLst/>
            </a:prstGeom>
            <a:solidFill>
              <a:srgbClr val="CC79A7"/>
            </a:solidFill>
            <a:ln w="0">
              <a:noFill/>
              <a:prstDash val="solid"/>
            </a:ln>
          </p:spPr>
        </p:sp>
        <p:sp>
          <p:nvSpPr>
            <p:cNvPr id="1568" name="four:barrier-filling:filled-output-cell-173:1568">
              <a:extLst>
                <a:ext uri="{FF2B5EF4-FFF2-40B4-BE49-F238E27FC236}">
                  <ns2:creationId id="{86E02D66-EF8B-45C8-9DF8-AD096B9A795D}"/>
                </a:ext>
              </a:extLst>
            </p:cNvPr>
            <p:cNvSpPr>
              <a:spLocks noGrp="1"/>
            </p:cNvSpPr>
            <p:nvPr/>
          </p:nvSpPr>
          <p:spPr>
            <a:xfrm>
              <a:off x="19274830" y="7343775"/>
              <a:ext cx="19248" cy="200025"/>
            </a:xfrm>
            <a:prstGeom prst="rect">
              <a:avLst/>
            </a:prstGeom>
            <a:solidFill>
              <a:srgbClr val="CC79A7"/>
            </a:solidFill>
            <a:ln w="0">
              <a:noFill/>
              <a:prstDash val="solid"/>
            </a:ln>
          </p:spPr>
        </p:sp>
        <p:sp>
          <p:nvSpPr>
            <p:cNvPr id="1569" name="four:barrier-filling:filled-output-cell-174:1569">
              <a:extLst>
                <a:ext uri="{FF2B5EF4-FFF2-40B4-BE49-F238E27FC236}">
                  <ns2:creationId id="{4125E4ED-E7D6-4D2A-A1BD-8C115A83CE99}"/>
                </a:ext>
              </a:extLst>
            </p:cNvPr>
            <p:cNvSpPr>
              <a:spLocks noGrp="1"/>
            </p:cNvSpPr>
            <p:nvPr/>
          </p:nvSpPr>
          <p:spPr>
            <a:xfrm>
              <a:off x="19294078" y="7343775"/>
              <a:ext cx="19248" cy="200025"/>
            </a:xfrm>
            <a:prstGeom prst="rect">
              <a:avLst/>
            </a:prstGeom>
            <a:solidFill>
              <a:srgbClr val="CC79A7"/>
            </a:solidFill>
            <a:ln w="0">
              <a:noFill/>
              <a:prstDash val="solid"/>
            </a:ln>
          </p:spPr>
        </p:sp>
        <p:sp>
          <p:nvSpPr>
            <p:cNvPr id="1570" name="four:barrier-filling:filled-output-cell-175:1570">
              <a:extLst>
                <a:ext uri="{FF2B5EF4-FFF2-40B4-BE49-F238E27FC236}">
                  <ns2:creationId id="{25EFDF33-BD23-485D-A98B-28F6C372E400}"/>
                </a:ext>
              </a:extLst>
            </p:cNvPr>
            <p:cNvSpPr>
              <a:spLocks noGrp="1"/>
            </p:cNvSpPr>
            <p:nvPr/>
          </p:nvSpPr>
          <p:spPr>
            <a:xfrm>
              <a:off x="19313327" y="7343775"/>
              <a:ext cx="19248" cy="200025"/>
            </a:xfrm>
            <a:prstGeom prst="rect">
              <a:avLst/>
            </a:prstGeom>
            <a:solidFill>
              <a:srgbClr val="CC79A7"/>
            </a:solidFill>
            <a:ln w="0">
              <a:noFill/>
              <a:prstDash val="solid"/>
            </a:ln>
          </p:spPr>
        </p:sp>
        <p:sp>
          <p:nvSpPr>
            <p:cNvPr id="1571" name="four:barrier-filling:filled-output-cell-176:1571">
              <a:extLst>
                <a:ext uri="{FF2B5EF4-FFF2-40B4-BE49-F238E27FC236}">
                  <ns2:creationId id="{2FEAD2D9-D12C-4E9E-8095-9AEFBFC4F07C}"/>
                </a:ext>
              </a:extLst>
            </p:cNvPr>
            <p:cNvSpPr>
              <a:spLocks noGrp="1"/>
            </p:cNvSpPr>
            <p:nvPr/>
          </p:nvSpPr>
          <p:spPr>
            <a:xfrm>
              <a:off x="19332575" y="7343775"/>
              <a:ext cx="19248" cy="200025"/>
            </a:xfrm>
            <a:prstGeom prst="rect">
              <a:avLst/>
            </a:prstGeom>
            <a:solidFill>
              <a:srgbClr val="CC79A7"/>
            </a:solidFill>
            <a:ln w="0">
              <a:noFill/>
              <a:prstDash val="solid"/>
            </a:ln>
          </p:spPr>
        </p:sp>
        <p:sp>
          <p:nvSpPr>
            <p:cNvPr id="1572" name="four:barrier-filling:filled-output-cell-177:1572">
              <a:extLst>
                <a:ext uri="{FF2B5EF4-FFF2-40B4-BE49-F238E27FC236}">
                  <ns2:creationId id="{FEFD1341-5B08-49CC-8FE4-BB6B5D9BB518}"/>
                </a:ext>
              </a:extLst>
            </p:cNvPr>
            <p:cNvSpPr>
              <a:spLocks noGrp="1"/>
            </p:cNvSpPr>
            <p:nvPr/>
          </p:nvSpPr>
          <p:spPr>
            <a:xfrm>
              <a:off x="19351823" y="7343775"/>
              <a:ext cx="19248" cy="200025"/>
            </a:xfrm>
            <a:prstGeom prst="rect">
              <a:avLst/>
            </a:prstGeom>
            <a:solidFill>
              <a:srgbClr val="CC79A7"/>
            </a:solidFill>
            <a:ln w="0">
              <a:noFill/>
              <a:prstDash val="solid"/>
            </a:ln>
          </p:spPr>
        </p:sp>
        <p:sp>
          <p:nvSpPr>
            <p:cNvPr id="1573" name="four:barrier-filling:filled-output-cell-178:1573">
              <a:extLst>
                <a:ext uri="{FF2B5EF4-FFF2-40B4-BE49-F238E27FC236}">
                  <ns2:creationId id="{EB9225AF-DA40-411C-9A50-C11C7EA84485}"/>
                </a:ext>
              </a:extLst>
            </p:cNvPr>
            <p:cNvSpPr>
              <a:spLocks noGrp="1"/>
            </p:cNvSpPr>
            <p:nvPr/>
          </p:nvSpPr>
          <p:spPr>
            <a:xfrm>
              <a:off x="19371072" y="7343775"/>
              <a:ext cx="19248" cy="200025"/>
            </a:xfrm>
            <a:prstGeom prst="rect">
              <a:avLst/>
            </a:prstGeom>
            <a:solidFill>
              <a:srgbClr val="CC79A7"/>
            </a:solidFill>
            <a:ln w="0">
              <a:noFill/>
              <a:prstDash val="solid"/>
            </a:ln>
          </p:spPr>
        </p:sp>
        <p:sp>
          <p:nvSpPr>
            <p:cNvPr id="1574" name="four:barrier-filling:filled-output-cell-179:1574">
              <a:extLst>
                <a:ext uri="{FF2B5EF4-FFF2-40B4-BE49-F238E27FC236}">
                  <ns2:creationId id="{1AD30BC3-8215-448F-A8DB-AFFBF6310CB4}"/>
                </a:ext>
              </a:extLst>
            </p:cNvPr>
            <p:cNvSpPr>
              <a:spLocks noGrp="1"/>
            </p:cNvSpPr>
            <p:nvPr/>
          </p:nvSpPr>
          <p:spPr>
            <a:xfrm>
              <a:off x="19390320" y="7343775"/>
              <a:ext cx="19248" cy="200025"/>
            </a:xfrm>
            <a:prstGeom prst="rect">
              <a:avLst/>
            </a:prstGeom>
            <a:solidFill>
              <a:srgbClr val="CC79A7"/>
            </a:solidFill>
            <a:ln w="0">
              <a:noFill/>
              <a:prstDash val="solid"/>
            </a:ln>
          </p:spPr>
        </p:sp>
        <p:sp>
          <p:nvSpPr>
            <p:cNvPr id="1575" name="four:barrier-filling:filled-output-cell-180:1575">
              <a:extLst>
                <a:ext uri="{FF2B5EF4-FFF2-40B4-BE49-F238E27FC236}">
                  <ns2:creationId id="{9049CD2E-4EB3-43B9-AA1D-8BEDB834F094}"/>
                </a:ext>
              </a:extLst>
            </p:cNvPr>
            <p:cNvSpPr>
              <a:spLocks noGrp="1"/>
            </p:cNvSpPr>
            <p:nvPr/>
          </p:nvSpPr>
          <p:spPr>
            <a:xfrm>
              <a:off x="19409569" y="7343775"/>
              <a:ext cx="19248" cy="200025"/>
            </a:xfrm>
            <a:prstGeom prst="rect">
              <a:avLst/>
            </a:prstGeom>
            <a:solidFill>
              <a:srgbClr val="CC79A7"/>
            </a:solidFill>
            <a:ln w="0">
              <a:noFill/>
              <a:prstDash val="solid"/>
            </a:ln>
          </p:spPr>
        </p:sp>
        <p:sp>
          <p:nvSpPr>
            <p:cNvPr id="1576" name="four:barrier-filling:filled-output-cell-181:1576">
              <a:extLst>
                <a:ext uri="{FF2B5EF4-FFF2-40B4-BE49-F238E27FC236}">
                  <ns2:creationId id="{075D6AC1-81D4-43BE-8BC3-3961A7A3F226}"/>
                </a:ext>
              </a:extLst>
            </p:cNvPr>
            <p:cNvSpPr>
              <a:spLocks noGrp="1"/>
            </p:cNvSpPr>
            <p:nvPr/>
          </p:nvSpPr>
          <p:spPr>
            <a:xfrm>
              <a:off x="19428817" y="7343775"/>
              <a:ext cx="19248" cy="200025"/>
            </a:xfrm>
            <a:prstGeom prst="rect">
              <a:avLst/>
            </a:prstGeom>
            <a:solidFill>
              <a:srgbClr val="CC79A7"/>
            </a:solidFill>
            <a:ln w="0">
              <a:noFill/>
              <a:prstDash val="solid"/>
            </a:ln>
          </p:spPr>
        </p:sp>
        <p:sp>
          <p:nvSpPr>
            <p:cNvPr id="1577" name="four:barrier-filling:filled-output-cell-182:1577">
              <a:extLst>
                <a:ext uri="{FF2B5EF4-FFF2-40B4-BE49-F238E27FC236}">
                  <ns2:creationId id="{9DA1318B-A968-4971-BEB7-35A288AE98E0}"/>
                </a:ext>
              </a:extLst>
            </p:cNvPr>
            <p:cNvSpPr>
              <a:spLocks noGrp="1"/>
            </p:cNvSpPr>
            <p:nvPr/>
          </p:nvSpPr>
          <p:spPr>
            <a:xfrm>
              <a:off x="19448066" y="7343775"/>
              <a:ext cx="19248" cy="200025"/>
            </a:xfrm>
            <a:prstGeom prst="rect">
              <a:avLst/>
            </a:prstGeom>
            <a:solidFill>
              <a:srgbClr val="CC79A7"/>
            </a:solidFill>
            <a:ln w="0">
              <a:noFill/>
              <a:prstDash val="solid"/>
            </a:ln>
          </p:spPr>
        </p:sp>
        <p:sp>
          <p:nvSpPr>
            <p:cNvPr id="1578" name="four:barrier-filling:filled-output-cell-183:1578">
              <a:extLst>
                <a:ext uri="{FF2B5EF4-FFF2-40B4-BE49-F238E27FC236}">
                  <ns2:creationId id="{802E8ED8-50FA-4714-806B-35CFE2D6F343}"/>
                </a:ext>
              </a:extLst>
            </p:cNvPr>
            <p:cNvSpPr>
              <a:spLocks noGrp="1"/>
            </p:cNvSpPr>
            <p:nvPr/>
          </p:nvSpPr>
          <p:spPr>
            <a:xfrm>
              <a:off x="19467314" y="7343775"/>
              <a:ext cx="19248" cy="200025"/>
            </a:xfrm>
            <a:prstGeom prst="rect">
              <a:avLst/>
            </a:prstGeom>
            <a:solidFill>
              <a:srgbClr val="CE88B0"/>
            </a:solidFill>
            <a:ln w="0">
              <a:noFill/>
              <a:prstDash val="solid"/>
            </a:ln>
          </p:spPr>
        </p:sp>
        <p:sp>
          <p:nvSpPr>
            <p:cNvPr id="1579" name="four:barrier-filling:filled-output-cell-184:1579">
              <a:extLst>
                <a:ext uri="{FF2B5EF4-FFF2-40B4-BE49-F238E27FC236}">
                  <ns2:creationId id="{D0770EC2-A11C-45C4-BFF4-A246501E240C}"/>
                </a:ext>
              </a:extLst>
            </p:cNvPr>
            <p:cNvSpPr>
              <a:spLocks noGrp="1"/>
            </p:cNvSpPr>
            <p:nvPr/>
          </p:nvSpPr>
          <p:spPr>
            <a:xfrm>
              <a:off x="19486563" y="7343775"/>
              <a:ext cx="19248" cy="200025"/>
            </a:xfrm>
            <a:prstGeom prst="rect">
              <a:avLst/>
            </a:prstGeom>
            <a:solidFill>
              <a:srgbClr val="D2A6C3"/>
            </a:solidFill>
            <a:ln w="0">
              <a:noFill/>
              <a:prstDash val="solid"/>
            </a:ln>
          </p:spPr>
        </p:sp>
        <p:sp>
          <p:nvSpPr>
            <p:cNvPr id="1580" name="four:barrier-filling:filled-output-cell-185:1580">
              <a:extLst>
                <a:ext uri="{FF2B5EF4-FFF2-40B4-BE49-F238E27FC236}">
                  <ns2:creationId id="{AA09D539-8307-4E2D-BA95-009CAD449DB2}"/>
                </a:ext>
              </a:extLst>
            </p:cNvPr>
            <p:cNvSpPr>
              <a:spLocks noGrp="1"/>
            </p:cNvSpPr>
            <p:nvPr/>
          </p:nvSpPr>
          <p:spPr>
            <a:xfrm>
              <a:off x="19505811" y="7343775"/>
              <a:ext cx="19248" cy="200025"/>
            </a:xfrm>
            <a:prstGeom prst="rect">
              <a:avLst/>
            </a:prstGeom>
            <a:solidFill>
              <a:srgbClr val="D7C8D9"/>
            </a:solidFill>
            <a:ln w="0">
              <a:noFill/>
              <a:prstDash val="solid"/>
            </a:ln>
          </p:spPr>
        </p:sp>
        <p:sp>
          <p:nvSpPr>
            <p:cNvPr id="1581" name="four:barrier-filling:filled-output-cell-186:1581">
              <a:extLst>
                <a:ext uri="{FF2B5EF4-FFF2-40B4-BE49-F238E27FC236}">
                  <ns2:creationId id="{A92C97CB-2D9A-49B3-B851-76A63269B4AB}"/>
                </a:ext>
              </a:extLst>
            </p:cNvPr>
            <p:cNvSpPr>
              <a:spLocks noGrp="1"/>
            </p:cNvSpPr>
            <p:nvPr/>
          </p:nvSpPr>
          <p:spPr>
            <a:xfrm>
              <a:off x="19525059" y="7343775"/>
              <a:ext cx="19248" cy="200025"/>
            </a:xfrm>
            <a:prstGeom prst="rect">
              <a:avLst/>
            </a:prstGeom>
            <a:solidFill>
              <a:srgbClr val="DBE3E5"/>
            </a:solidFill>
            <a:ln w="0">
              <a:noFill/>
              <a:prstDash val="solid"/>
            </a:ln>
          </p:spPr>
        </p:sp>
        <p:sp>
          <p:nvSpPr>
            <p:cNvPr id="1582" name="four:barrier-filling:filled-output-cell-187:1582">
              <a:extLst>
                <a:ext uri="{FF2B5EF4-FFF2-40B4-BE49-F238E27FC236}">
                  <ns2:creationId id="{5E8567B3-7155-4560-838C-3D82B5991328}"/>
                </a:ext>
              </a:extLst>
            </p:cNvPr>
            <p:cNvSpPr>
              <a:spLocks noGrp="1"/>
            </p:cNvSpPr>
            <p:nvPr/>
          </p:nvSpPr>
          <p:spPr>
            <a:xfrm>
              <a:off x="19544308" y="7343775"/>
              <a:ext cx="19248" cy="200025"/>
            </a:xfrm>
            <a:prstGeom prst="rect">
              <a:avLst/>
            </a:prstGeom>
            <a:solidFill>
              <a:srgbClr val="DCE8ED"/>
            </a:solidFill>
            <a:ln w="0">
              <a:noFill/>
              <a:prstDash val="solid"/>
            </a:ln>
          </p:spPr>
        </p:sp>
        <p:sp>
          <p:nvSpPr>
            <p:cNvPr id="1583" name="four:barrier-filling:filled-output-cell-188:1583">
              <a:extLst>
                <a:ext uri="{FF2B5EF4-FFF2-40B4-BE49-F238E27FC236}">
                  <ns2:creationId id="{D56E1460-5B47-428D-A8F8-816B3261AC39}"/>
                </a:ext>
              </a:extLst>
            </p:cNvPr>
            <p:cNvSpPr>
              <a:spLocks noGrp="1"/>
            </p:cNvSpPr>
            <p:nvPr/>
          </p:nvSpPr>
          <p:spPr>
            <a:xfrm>
              <a:off x="19563556" y="7343775"/>
              <a:ext cx="19248" cy="200025"/>
            </a:xfrm>
            <a:prstGeom prst="rect">
              <a:avLst/>
            </a:prstGeom>
            <a:solidFill>
              <a:srgbClr val="DCE8ED"/>
            </a:solidFill>
            <a:ln w="0">
              <a:noFill/>
              <a:prstDash val="solid"/>
            </a:ln>
          </p:spPr>
        </p:sp>
        <p:sp>
          <p:nvSpPr>
            <p:cNvPr id="1584" name="four:barrier-filling:filled-output-cell-189:1584">
              <a:extLst>
                <a:ext uri="{FF2B5EF4-FFF2-40B4-BE49-F238E27FC236}">
                  <ns2:creationId id="{AE24FCC7-FA2A-47CE-980E-9028DC790B3F}"/>
                </a:ext>
              </a:extLst>
            </p:cNvPr>
            <p:cNvSpPr>
              <a:spLocks noGrp="1"/>
            </p:cNvSpPr>
            <p:nvPr/>
          </p:nvSpPr>
          <p:spPr>
            <a:xfrm>
              <a:off x="19582805" y="7343775"/>
              <a:ext cx="19248" cy="200025"/>
            </a:xfrm>
            <a:prstGeom prst="rect">
              <a:avLst/>
            </a:prstGeom>
            <a:solidFill>
              <a:srgbClr val="DCE8ED"/>
            </a:solidFill>
            <a:ln w="0">
              <a:noFill/>
              <a:prstDash val="solid"/>
            </a:ln>
          </p:spPr>
        </p:sp>
        <p:sp>
          <p:nvSpPr>
            <p:cNvPr id="1585" name="four:barrier-filling:filled-output-cell-190:1585">
              <a:extLst>
                <a:ext uri="{FF2B5EF4-FFF2-40B4-BE49-F238E27FC236}">
                  <ns2:creationId id="{43664FF5-B074-46D2-A01C-99C1137B7496}"/>
                </a:ext>
              </a:extLst>
            </p:cNvPr>
            <p:cNvSpPr>
              <a:spLocks noGrp="1"/>
            </p:cNvSpPr>
            <p:nvPr/>
          </p:nvSpPr>
          <p:spPr>
            <a:xfrm>
              <a:off x="19602053" y="7343775"/>
              <a:ext cx="19248" cy="200025"/>
            </a:xfrm>
            <a:prstGeom prst="rect">
              <a:avLst/>
            </a:prstGeom>
            <a:solidFill>
              <a:srgbClr val="DCE8ED"/>
            </a:solidFill>
            <a:ln w="0">
              <a:noFill/>
              <a:prstDash val="solid"/>
            </a:ln>
          </p:spPr>
        </p:sp>
        <p:sp>
          <p:nvSpPr>
            <p:cNvPr id="1586" name="four:barrier-filling:filled-output-cell-191:1586">
              <a:extLst>
                <a:ext uri="{FF2B5EF4-FFF2-40B4-BE49-F238E27FC236}">
                  <ns2:creationId id="{27DB1C06-D154-481F-8030-E17ABF3BDD86}"/>
                </a:ext>
              </a:extLst>
            </p:cNvPr>
            <p:cNvSpPr>
              <a:spLocks noGrp="1"/>
            </p:cNvSpPr>
            <p:nvPr/>
          </p:nvSpPr>
          <p:spPr>
            <a:xfrm>
              <a:off x="19621302" y="7343775"/>
              <a:ext cx="19248" cy="200025"/>
            </a:xfrm>
            <a:prstGeom prst="rect">
              <a:avLst/>
            </a:prstGeom>
            <a:solidFill>
              <a:srgbClr val="DCE8ED"/>
            </a:solidFill>
            <a:ln w="0">
              <a:noFill/>
              <a:prstDash val="solid"/>
            </a:ln>
          </p:spPr>
        </p:sp>
        <p:sp>
          <p:nvSpPr>
            <p:cNvPr id="1587" name="four:barrier-filling:filled-output-border:1587">
              <a:extLst>
                <a:ext uri="{FF2B5EF4-FFF2-40B4-BE49-F238E27FC236}">
                  <ns2:creationId id="{D17E0D52-A6F1-41CA-ADD2-A32DA56DAAD9}"/>
                </a:ext>
              </a:extLst>
            </p:cNvPr>
            <p:cNvSpPr>
              <a:spLocks noGrp="1"/>
            </p:cNvSpPr>
            <p:nvPr/>
          </p:nvSpPr>
          <p:spPr>
            <a:xfrm>
              <a:off x="15944850" y="7343775"/>
              <a:ext cx="3695700" cy="200025"/>
            </a:xfrm>
            <a:prstGeom prst="rect">
              <a:avLst/>
            </a:prstGeom>
            <a:noFill/>
            <a:ln w="7620">
              <a:solidFill>
                <a:srgbClr val="263238"/>
              </a:solidFill>
              <a:prstDash val="solid"/>
            </a:ln>
          </p:spPr>
        </p:sp>
      </p:grpSp>
      <p:grpSp>
        <p:nvGrpSpPr>
          <p:cNvPr id="3187" name="time-step-strips"/>
          <p:cNvGrpSpPr/>
          <p:nvPr/>
        </p:nvGrpSpPr>
        <p:grpSpPr>
          <a:xfrm>
            <a:off x="0" y="0"/>
            <a:ext cx="24955500" cy="8572500"/>
            <a:chOff x="0" y="0"/>
            <a:chExt cx="24955500" cy="8572500"/>
          </a:xfrm>
        </p:grpSpPr>
        <p:sp>
          <p:nvSpPr>
            <p:cNvPr id="1588" name="four:time-step-strips:textbox:1588">
              <a:extLst>
                <a:ext uri="{FF2B5EF4-FFF2-40B4-BE49-F238E27FC236}">
                  <ns2:creationId id="{00129C71-3070-435F-8B3A-E692F2A181C5}"/>
                </a:ext>
              </a:extLst>
            </p:cNvPr>
            <p:cNvSpPr>
              <a:spLocks noGrp="1"/>
            </p:cNvSpPr>
            <p:nvPr/>
          </p:nvSpPr>
          <p:spPr>
            <a:xfrm>
              <a:off x="20840700" y="1057275"/>
              <a:ext cx="3514725" cy="304800"/>
            </a:xfrm>
            <a:prstGeom prst="rect">
              <a:avLst/>
            </a:prstGeom>
            <a:noFill/>
            <a:ln w="0">
              <a:noFill/>
              <a:prstDash val="solid"/>
            </a:ln>
          </p:spPr>
          <p:txBody>
            <a:bodyPr wrap="none" lIns="0" tIns="0" rIns="0" bIns="0" anchor="ctr">
              <a:normAutofit fontScale="100000"/>
            </a:bodyPr>
            <a:lstStyle>
              <a:defPPr algn="l">
                <a:defRPr sz="1800" b="1">
                  <a:solidFill>
                    <a:srgbClr val="263238"/>
                  </a:solidFill>
                  <a:latin typeface="Arial"/>
                  <a:ea typeface="Arial"/>
                  <a:cs typeface="Arial"/>
                </a:defRPr>
              </a:defPPr>
            </a:lstStyle>
            <a:p>
              <a:pPr algn="l">
                <a:defRPr sz="1800" b="1">
                  <a:solidFill>
                    <a:srgbClr val="263238"/>
                  </a:solidFill>
                  <a:latin typeface="Arial"/>
                  <a:ea typeface="Arial"/>
                  <a:cs typeface="Arial"/>
                </a:defRPr>
              </a:pPr>
              <a:r>
                <a:rPr sz="1800" b="1">
                  <a:solidFill>
                    <a:srgbClr val="263238"/>
                  </a:solidFill>
                  <a:latin typeface="Arial"/>
                  <a:ea typeface="Arial"/>
                  <a:cs typeface="Arial"/>
                </a:rPr>
                <a:t>Time-step layouts</a:t>
              </a:r>
            </a:p>
          </p:txBody>
        </p:sp>
        <p:sp>
          <p:nvSpPr>
            <p:cNvPr id="1589" name="four:time-step-strips:textbox:1589">
              <a:extLst>
                <a:ext uri="{FF2B5EF4-FFF2-40B4-BE49-F238E27FC236}">
                  <ns2:creationId id="{8CB78C82-9A3C-499F-A2EF-36F2E79BD6F4}"/>
                </a:ext>
              </a:extLst>
            </p:cNvPr>
            <p:cNvSpPr>
              <a:spLocks noGrp="1"/>
            </p:cNvSpPr>
            <p:nvPr/>
          </p:nvSpPr>
          <p:spPr>
            <a:xfrm>
              <a:off x="20831175" y="1552575"/>
              <a:ext cx="323850" cy="342900"/>
            </a:xfrm>
            <a:prstGeom prst="rect">
              <a:avLst/>
            </a:prstGeom>
            <a:noFill/>
            <a:ln w="0">
              <a:noFill/>
              <a:prstDash val="solid"/>
            </a:ln>
          </p:spPr>
          <p:txBody>
            <a:bodyPr wrap="none" lIns="0" tIns="0" rIns="0" bIns="0" anchor="ctr">
              <a:normAutofit fontScale="100000"/>
            </a:bodyPr>
            <a:lstStyle>
              <a:defPPr algn="ctr">
                <a:defRPr sz="2025" b="0">
                  <a:solidFill>
                    <a:srgbClr val="263238"/>
                  </a:solidFill>
                  <a:latin typeface="Arial"/>
                  <a:ea typeface="Arial"/>
                  <a:cs typeface="Arial"/>
                </a:defRPr>
              </a:defPPr>
            </a:lstStyle>
            <a:p>
              <a:pPr algn="ctr">
                <a:defRPr sz="2025" b="0">
                  <a:solidFill>
                    <a:srgbClr val="263238"/>
                  </a:solidFill>
                  <a:latin typeface="Arial"/>
                  <a:ea typeface="Arial"/>
                  <a:cs typeface="Arial"/>
                </a:defRPr>
              </a:pPr>
              <a:r>
                <a:rPr sz="2025" b="0">
                  <a:solidFill>
                    <a:srgbClr val="263238"/>
                  </a:solidFill>
                  <a:latin typeface="Arial"/>
                  <a:ea typeface="Arial"/>
                  <a:cs typeface="Arial"/>
                </a:rPr>
                <a:t>tₐ</a:t>
              </a:r>
            </a:p>
          </p:txBody>
        </p:sp>
        <p:sp>
          <p:nvSpPr>
            <p:cNvPr id="1590" name="four:time-step-strips:time-strip-tₐ-cell-0:1590">
              <a:extLst>
                <a:ext uri="{FF2B5EF4-FFF2-40B4-BE49-F238E27FC236}">
                  <ns2:creationId id="{5807DC7C-47C1-4E5B-99CE-00F19C2D0F7D}"/>
                </a:ext>
              </a:extLst>
            </p:cNvPr>
            <p:cNvSpPr>
              <a:spLocks noGrp="1"/>
            </p:cNvSpPr>
            <p:nvPr/>
          </p:nvSpPr>
          <p:spPr>
            <a:xfrm>
              <a:off x="21240750" y="1581150"/>
              <a:ext cx="15379" cy="276225"/>
            </a:xfrm>
            <a:prstGeom prst="rect">
              <a:avLst/>
            </a:prstGeom>
            <a:solidFill>
              <a:srgbClr val="DCE8ED"/>
            </a:solidFill>
            <a:ln w="0">
              <a:noFill/>
              <a:prstDash val="solid"/>
            </a:ln>
          </p:spPr>
        </p:sp>
        <p:sp>
          <p:nvSpPr>
            <p:cNvPr id="1591" name="four:time-step-strips:time-strip-tₐ-cell-1:1591">
              <a:extLst>
                <a:ext uri="{FF2B5EF4-FFF2-40B4-BE49-F238E27FC236}">
                  <ns2:creationId id="{AF02D005-4D3E-4B3A-A7A1-72D0A5744849}"/>
                </a:ext>
              </a:extLst>
            </p:cNvPr>
            <p:cNvSpPr>
              <a:spLocks noGrp="1"/>
            </p:cNvSpPr>
            <p:nvPr/>
          </p:nvSpPr>
          <p:spPr>
            <a:xfrm>
              <a:off x="21256129" y="1581150"/>
              <a:ext cx="15379" cy="276225"/>
            </a:xfrm>
            <a:prstGeom prst="rect">
              <a:avLst/>
            </a:prstGeom>
            <a:solidFill>
              <a:srgbClr val="DCE8ED"/>
            </a:solidFill>
            <a:ln w="0">
              <a:noFill/>
              <a:prstDash val="solid"/>
            </a:ln>
          </p:spPr>
        </p:sp>
        <p:sp>
          <p:nvSpPr>
            <p:cNvPr id="1592" name="four:time-step-strips:time-strip-tₐ-cell-2:1592">
              <a:extLst>
                <a:ext uri="{FF2B5EF4-FFF2-40B4-BE49-F238E27FC236}">
                  <ns2:creationId id="{A6531F25-A3A4-447A-A289-ABCDA28F96F4}"/>
                </a:ext>
              </a:extLst>
            </p:cNvPr>
            <p:cNvSpPr>
              <a:spLocks noGrp="1"/>
            </p:cNvSpPr>
            <p:nvPr/>
          </p:nvSpPr>
          <p:spPr>
            <a:xfrm>
              <a:off x="21271508" y="1581150"/>
              <a:ext cx="15379" cy="276225"/>
            </a:xfrm>
            <a:prstGeom prst="rect">
              <a:avLst/>
            </a:prstGeom>
            <a:solidFill>
              <a:srgbClr val="DCE8ED"/>
            </a:solidFill>
            <a:ln w="0">
              <a:noFill/>
              <a:prstDash val="solid"/>
            </a:ln>
          </p:spPr>
        </p:sp>
        <p:sp>
          <p:nvSpPr>
            <p:cNvPr id="1593" name="four:time-step-strips:time-strip-tₐ-cell-3:1593">
              <a:extLst>
                <a:ext uri="{FF2B5EF4-FFF2-40B4-BE49-F238E27FC236}">
                  <ns2:creationId id="{F2E6CD9E-6D65-4264-93AC-70C2934F543C}"/>
                </a:ext>
              </a:extLst>
            </p:cNvPr>
            <p:cNvSpPr>
              <a:spLocks noGrp="1"/>
            </p:cNvSpPr>
            <p:nvPr/>
          </p:nvSpPr>
          <p:spPr>
            <a:xfrm>
              <a:off x="21286887" y="1581150"/>
              <a:ext cx="15379" cy="276225"/>
            </a:xfrm>
            <a:prstGeom prst="rect">
              <a:avLst/>
            </a:prstGeom>
            <a:solidFill>
              <a:srgbClr val="DCE8ED"/>
            </a:solidFill>
            <a:ln w="0">
              <a:noFill/>
              <a:prstDash val="solid"/>
            </a:ln>
          </p:spPr>
        </p:sp>
        <p:sp>
          <p:nvSpPr>
            <p:cNvPr id="1594" name="four:time-step-strips:time-strip-tₐ-cell-4:1594">
              <a:extLst>
                <a:ext uri="{FF2B5EF4-FFF2-40B4-BE49-F238E27FC236}">
                  <ns2:creationId id="{2D601813-4190-4A62-9325-40555B04D7F7}"/>
                </a:ext>
              </a:extLst>
            </p:cNvPr>
            <p:cNvSpPr>
              <a:spLocks noGrp="1"/>
            </p:cNvSpPr>
            <p:nvPr/>
          </p:nvSpPr>
          <p:spPr>
            <a:xfrm>
              <a:off x="21302266" y="1581150"/>
              <a:ext cx="15379" cy="276225"/>
            </a:xfrm>
            <a:prstGeom prst="rect">
              <a:avLst/>
            </a:prstGeom>
            <a:solidFill>
              <a:srgbClr val="DCE8ED"/>
            </a:solidFill>
            <a:ln w="0">
              <a:noFill/>
              <a:prstDash val="solid"/>
            </a:ln>
          </p:spPr>
        </p:sp>
        <p:sp>
          <p:nvSpPr>
            <p:cNvPr id="1595" name="four:time-step-strips:time-strip-tₐ-cell-5:1595">
              <a:extLst>
                <a:ext uri="{FF2B5EF4-FFF2-40B4-BE49-F238E27FC236}">
                  <ns2:creationId id="{030F0286-37AA-4897-9007-C1B6095A3013}"/>
                </a:ext>
              </a:extLst>
            </p:cNvPr>
            <p:cNvSpPr>
              <a:spLocks noGrp="1"/>
            </p:cNvSpPr>
            <p:nvPr/>
          </p:nvSpPr>
          <p:spPr>
            <a:xfrm>
              <a:off x="21317645" y="1581150"/>
              <a:ext cx="15379" cy="276225"/>
            </a:xfrm>
            <a:prstGeom prst="rect">
              <a:avLst/>
            </a:prstGeom>
            <a:solidFill>
              <a:srgbClr val="D4E2E9"/>
            </a:solidFill>
            <a:ln w="0">
              <a:noFill/>
              <a:prstDash val="solid"/>
            </a:ln>
          </p:spPr>
        </p:sp>
        <p:sp>
          <p:nvSpPr>
            <p:cNvPr id="1596" name="four:time-step-strips:time-strip-tₐ-cell-6:1596">
              <a:extLst>
                <a:ext uri="{FF2B5EF4-FFF2-40B4-BE49-F238E27FC236}">
                  <ns2:creationId id="{D0789D58-7A44-4A22-ABE6-AC581439D6F9}"/>
                </a:ext>
              </a:extLst>
            </p:cNvPr>
            <p:cNvSpPr>
              <a:spLocks noGrp="1"/>
            </p:cNvSpPr>
            <p:nvPr/>
          </p:nvSpPr>
          <p:spPr>
            <a:xfrm>
              <a:off x="21333023" y="1581150"/>
              <a:ext cx="15379" cy="276225"/>
            </a:xfrm>
            <a:prstGeom prst="rect">
              <a:avLst/>
            </a:prstGeom>
            <a:solidFill>
              <a:srgbClr val="9DC6DC"/>
            </a:solidFill>
            <a:ln w="0">
              <a:noFill/>
              <a:prstDash val="solid"/>
            </a:ln>
          </p:spPr>
        </p:sp>
        <p:sp>
          <p:nvSpPr>
            <p:cNvPr id="1597" name="four:time-step-strips:time-strip-tₐ-cell-7:1597">
              <a:extLst>
                <a:ext uri="{FF2B5EF4-FFF2-40B4-BE49-F238E27FC236}">
                  <ns2:creationId id="{FE294E77-02E2-432B-B880-E46D0FDDCD70}"/>
                </a:ext>
              </a:extLst>
            </p:cNvPr>
            <p:cNvSpPr>
              <a:spLocks noGrp="1"/>
            </p:cNvSpPr>
            <p:nvPr/>
          </p:nvSpPr>
          <p:spPr>
            <a:xfrm>
              <a:off x="21348402" y="1581150"/>
              <a:ext cx="15379" cy="276225"/>
            </a:xfrm>
            <a:prstGeom prst="rect">
              <a:avLst/>
            </a:prstGeom>
            <a:solidFill>
              <a:srgbClr val="5AA2CA"/>
            </a:solidFill>
            <a:ln w="0">
              <a:noFill/>
              <a:prstDash val="solid"/>
            </a:ln>
          </p:spPr>
        </p:sp>
        <p:sp>
          <p:nvSpPr>
            <p:cNvPr id="1598" name="four:time-step-strips:time-strip-tₐ-cell-8:1598">
              <a:extLst>
                <a:ext uri="{FF2B5EF4-FFF2-40B4-BE49-F238E27FC236}">
                  <ns2:creationId id="{125288D0-E8C9-4A9A-8315-FF8B3FDBBF6D}"/>
                </a:ext>
              </a:extLst>
            </p:cNvPr>
            <p:cNvSpPr>
              <a:spLocks noGrp="1"/>
            </p:cNvSpPr>
            <p:nvPr/>
          </p:nvSpPr>
          <p:spPr>
            <a:xfrm>
              <a:off x="21363781" y="1581150"/>
              <a:ext cx="15379" cy="276225"/>
            </a:xfrm>
            <a:prstGeom prst="rect">
              <a:avLst/>
            </a:prstGeom>
            <a:solidFill>
              <a:srgbClr val="1D82BA"/>
            </a:solidFill>
            <a:ln w="0">
              <a:noFill/>
              <a:prstDash val="solid"/>
            </a:ln>
          </p:spPr>
        </p:sp>
        <p:sp>
          <p:nvSpPr>
            <p:cNvPr id="1599" name="four:time-step-strips:time-strip-tₐ-cell-9:1599">
              <a:extLst>
                <a:ext uri="{FF2B5EF4-FFF2-40B4-BE49-F238E27FC236}">
                  <ns2:creationId id="{25E9BBF1-D604-4095-B725-C832B927E507}"/>
                </a:ext>
              </a:extLst>
            </p:cNvPr>
            <p:cNvSpPr>
              <a:spLocks noGrp="1"/>
            </p:cNvSpPr>
            <p:nvPr/>
          </p:nvSpPr>
          <p:spPr>
            <a:xfrm>
              <a:off x="21379160" y="1581150"/>
              <a:ext cx="15379" cy="276225"/>
            </a:xfrm>
            <a:prstGeom prst="rect">
              <a:avLst/>
            </a:prstGeom>
            <a:solidFill>
              <a:srgbClr val="0072B2"/>
            </a:solidFill>
            <a:ln w="0">
              <a:noFill/>
              <a:prstDash val="solid"/>
            </a:ln>
          </p:spPr>
        </p:sp>
        <p:sp>
          <p:nvSpPr>
            <p:cNvPr id="1600" name="four:time-step-strips:time-strip-tₐ-cell-10:1600">
              <a:extLst>
                <a:ext uri="{FF2B5EF4-FFF2-40B4-BE49-F238E27FC236}">
                  <ns2:creationId id="{D7222DFA-71FC-4807-B89B-54848D5E8B5B}"/>
                </a:ext>
              </a:extLst>
            </p:cNvPr>
            <p:cNvSpPr>
              <a:spLocks noGrp="1"/>
            </p:cNvSpPr>
            <p:nvPr/>
          </p:nvSpPr>
          <p:spPr>
            <a:xfrm>
              <a:off x="21394539" y="1581150"/>
              <a:ext cx="15379" cy="276225"/>
            </a:xfrm>
            <a:prstGeom prst="rect">
              <a:avLst/>
            </a:prstGeom>
            <a:solidFill>
              <a:srgbClr val="0072B2"/>
            </a:solidFill>
            <a:ln w="0">
              <a:noFill/>
              <a:prstDash val="solid"/>
            </a:ln>
          </p:spPr>
        </p:sp>
        <p:sp>
          <p:nvSpPr>
            <p:cNvPr id="1601" name="four:time-step-strips:time-strip-tₐ-cell-11:1601">
              <a:extLst>
                <a:ext uri="{FF2B5EF4-FFF2-40B4-BE49-F238E27FC236}">
                  <ns2:creationId id="{6BEA775C-7A7F-4C51-8189-E48275CAEC41}"/>
                </a:ext>
              </a:extLst>
            </p:cNvPr>
            <p:cNvSpPr>
              <a:spLocks noGrp="1"/>
            </p:cNvSpPr>
            <p:nvPr/>
          </p:nvSpPr>
          <p:spPr>
            <a:xfrm>
              <a:off x="21409918" y="1581150"/>
              <a:ext cx="15379" cy="276225"/>
            </a:xfrm>
            <a:prstGeom prst="rect">
              <a:avLst/>
            </a:prstGeom>
            <a:solidFill>
              <a:srgbClr val="0072B2"/>
            </a:solidFill>
            <a:ln w="0">
              <a:noFill/>
              <a:prstDash val="solid"/>
            </a:ln>
          </p:spPr>
        </p:sp>
        <p:sp>
          <p:nvSpPr>
            <p:cNvPr id="1602" name="four:time-step-strips:time-strip-tₐ-cell-12:1602">
              <a:extLst>
                <a:ext uri="{FF2B5EF4-FFF2-40B4-BE49-F238E27FC236}">
                  <ns2:creationId id="{8012951C-12E6-4822-B386-39C39A7C1C24}"/>
                </a:ext>
              </a:extLst>
            </p:cNvPr>
            <p:cNvSpPr>
              <a:spLocks noGrp="1"/>
            </p:cNvSpPr>
            <p:nvPr/>
          </p:nvSpPr>
          <p:spPr>
            <a:xfrm>
              <a:off x="21425297" y="1581150"/>
              <a:ext cx="15379" cy="276225"/>
            </a:xfrm>
            <a:prstGeom prst="rect">
              <a:avLst/>
            </a:prstGeom>
            <a:solidFill>
              <a:srgbClr val="0072B2"/>
            </a:solidFill>
            <a:ln w="0">
              <a:noFill/>
              <a:prstDash val="solid"/>
            </a:ln>
          </p:spPr>
        </p:sp>
        <p:sp>
          <p:nvSpPr>
            <p:cNvPr id="1603" name="four:time-step-strips:time-strip-tₐ-cell-13:1603">
              <a:extLst>
                <a:ext uri="{FF2B5EF4-FFF2-40B4-BE49-F238E27FC236}">
                  <ns2:creationId id="{F518B13D-6492-4764-A36B-742C827328D6}"/>
                </a:ext>
              </a:extLst>
            </p:cNvPr>
            <p:cNvSpPr>
              <a:spLocks noGrp="1"/>
            </p:cNvSpPr>
            <p:nvPr/>
          </p:nvSpPr>
          <p:spPr>
            <a:xfrm>
              <a:off x="21440676" y="1581150"/>
              <a:ext cx="15379" cy="276225"/>
            </a:xfrm>
            <a:prstGeom prst="rect">
              <a:avLst/>
            </a:prstGeom>
            <a:solidFill>
              <a:srgbClr val="0072B2"/>
            </a:solidFill>
            <a:ln w="0">
              <a:noFill/>
              <a:prstDash val="solid"/>
            </a:ln>
          </p:spPr>
        </p:sp>
        <p:sp>
          <p:nvSpPr>
            <p:cNvPr id="1604" name="four:time-step-strips:time-strip-tₐ-cell-14:1604">
              <a:extLst>
                <a:ext uri="{FF2B5EF4-FFF2-40B4-BE49-F238E27FC236}">
                  <ns2:creationId id="{19341801-5478-4879-AAC5-02846F459C72}"/>
                </a:ext>
              </a:extLst>
            </p:cNvPr>
            <p:cNvSpPr>
              <a:spLocks noGrp="1"/>
            </p:cNvSpPr>
            <p:nvPr/>
          </p:nvSpPr>
          <p:spPr>
            <a:xfrm>
              <a:off x="21456055" y="1581150"/>
              <a:ext cx="15379" cy="276225"/>
            </a:xfrm>
            <a:prstGeom prst="rect">
              <a:avLst/>
            </a:prstGeom>
            <a:solidFill>
              <a:srgbClr val="0072B2"/>
            </a:solidFill>
            <a:ln w="0">
              <a:noFill/>
              <a:prstDash val="solid"/>
            </a:ln>
          </p:spPr>
        </p:sp>
        <p:sp>
          <p:nvSpPr>
            <p:cNvPr id="1605" name="four:time-step-strips:time-strip-tₐ-cell-15:1605">
              <a:extLst>
                <a:ext uri="{FF2B5EF4-FFF2-40B4-BE49-F238E27FC236}">
                  <ns2:creationId id="{11292CB9-D0E4-4CD2-82CD-6146F38DD66E}"/>
                </a:ext>
              </a:extLst>
            </p:cNvPr>
            <p:cNvSpPr>
              <a:spLocks noGrp="1"/>
            </p:cNvSpPr>
            <p:nvPr/>
          </p:nvSpPr>
          <p:spPr>
            <a:xfrm>
              <a:off x="21471434" y="1581150"/>
              <a:ext cx="15379" cy="276225"/>
            </a:xfrm>
            <a:prstGeom prst="rect">
              <a:avLst/>
            </a:prstGeom>
            <a:solidFill>
              <a:srgbClr val="0072B2"/>
            </a:solidFill>
            <a:ln w="0">
              <a:noFill/>
              <a:prstDash val="solid"/>
            </a:ln>
          </p:spPr>
        </p:sp>
        <p:sp>
          <p:nvSpPr>
            <p:cNvPr id="1606" name="four:time-step-strips:time-strip-tₐ-cell-16:1606">
              <a:extLst>
                <a:ext uri="{FF2B5EF4-FFF2-40B4-BE49-F238E27FC236}">
                  <ns2:creationId id="{15E84C7E-2ED3-4E61-AF89-B797FCB15DB6}"/>
                </a:ext>
              </a:extLst>
            </p:cNvPr>
            <p:cNvSpPr>
              <a:spLocks noGrp="1"/>
            </p:cNvSpPr>
            <p:nvPr/>
          </p:nvSpPr>
          <p:spPr>
            <a:xfrm>
              <a:off x="21486812" y="1581150"/>
              <a:ext cx="15379" cy="276225"/>
            </a:xfrm>
            <a:prstGeom prst="rect">
              <a:avLst/>
            </a:prstGeom>
            <a:solidFill>
              <a:srgbClr val="0072B2"/>
            </a:solidFill>
            <a:ln w="0">
              <a:noFill/>
              <a:prstDash val="solid"/>
            </a:ln>
          </p:spPr>
        </p:sp>
        <p:sp>
          <p:nvSpPr>
            <p:cNvPr id="1607" name="four:time-step-strips:time-strip-tₐ-cell-17:1607">
              <a:extLst>
                <a:ext uri="{FF2B5EF4-FFF2-40B4-BE49-F238E27FC236}">
                  <ns2:creationId id="{BD8F6D85-7317-416B-81F9-DB47A67FCF81}"/>
                </a:ext>
              </a:extLst>
            </p:cNvPr>
            <p:cNvSpPr>
              <a:spLocks noGrp="1"/>
            </p:cNvSpPr>
            <p:nvPr/>
          </p:nvSpPr>
          <p:spPr>
            <a:xfrm>
              <a:off x="21502191" y="1581150"/>
              <a:ext cx="15379" cy="276225"/>
            </a:xfrm>
            <a:prstGeom prst="rect">
              <a:avLst/>
            </a:prstGeom>
            <a:solidFill>
              <a:srgbClr val="0072B2"/>
            </a:solidFill>
            <a:ln w="0">
              <a:noFill/>
              <a:prstDash val="solid"/>
            </a:ln>
          </p:spPr>
        </p:sp>
        <p:sp>
          <p:nvSpPr>
            <p:cNvPr id="1608" name="four:time-step-strips:time-strip-tₐ-cell-18:1608">
              <a:extLst>
                <a:ext uri="{FF2B5EF4-FFF2-40B4-BE49-F238E27FC236}">
                  <ns2:creationId id="{6CDF60BC-A7F3-49F2-AD0A-F8171736F151}"/>
                </a:ext>
              </a:extLst>
            </p:cNvPr>
            <p:cNvSpPr>
              <a:spLocks noGrp="1"/>
            </p:cNvSpPr>
            <p:nvPr/>
          </p:nvSpPr>
          <p:spPr>
            <a:xfrm>
              <a:off x="21517570" y="1581150"/>
              <a:ext cx="15379" cy="276225"/>
            </a:xfrm>
            <a:prstGeom prst="rect">
              <a:avLst/>
            </a:prstGeom>
            <a:solidFill>
              <a:srgbClr val="0072B2"/>
            </a:solidFill>
            <a:ln w="0">
              <a:noFill/>
              <a:prstDash val="solid"/>
            </a:ln>
          </p:spPr>
        </p:sp>
        <p:sp>
          <p:nvSpPr>
            <p:cNvPr id="1609" name="four:time-step-strips:time-strip-tₐ-cell-19:1609">
              <a:extLst>
                <a:ext uri="{FF2B5EF4-FFF2-40B4-BE49-F238E27FC236}">
                  <ns2:creationId id="{B4E2789B-172F-4F24-ACC1-3C24A2089361}"/>
                </a:ext>
              </a:extLst>
            </p:cNvPr>
            <p:cNvSpPr>
              <a:spLocks noGrp="1"/>
            </p:cNvSpPr>
            <p:nvPr/>
          </p:nvSpPr>
          <p:spPr>
            <a:xfrm>
              <a:off x="21532949" y="1581150"/>
              <a:ext cx="15379" cy="276225"/>
            </a:xfrm>
            <a:prstGeom prst="rect">
              <a:avLst/>
            </a:prstGeom>
            <a:solidFill>
              <a:srgbClr val="0072B2"/>
            </a:solidFill>
            <a:ln w="0">
              <a:noFill/>
              <a:prstDash val="solid"/>
            </a:ln>
          </p:spPr>
        </p:sp>
        <p:sp>
          <p:nvSpPr>
            <p:cNvPr id="1610" name="four:time-step-strips:time-strip-tₐ-cell-20:1610">
              <a:extLst>
                <a:ext uri="{FF2B5EF4-FFF2-40B4-BE49-F238E27FC236}">
                  <ns2:creationId id="{044EDFD6-624F-4246-ACDA-F6CF27B71977}"/>
                </a:ext>
              </a:extLst>
            </p:cNvPr>
            <p:cNvSpPr>
              <a:spLocks noGrp="1"/>
            </p:cNvSpPr>
            <p:nvPr/>
          </p:nvSpPr>
          <p:spPr>
            <a:xfrm>
              <a:off x="21548328" y="1581150"/>
              <a:ext cx="15379" cy="276225"/>
            </a:xfrm>
            <a:prstGeom prst="rect">
              <a:avLst/>
            </a:prstGeom>
            <a:solidFill>
              <a:srgbClr val="0072B2"/>
            </a:solidFill>
            <a:ln w="0">
              <a:noFill/>
              <a:prstDash val="solid"/>
            </a:ln>
          </p:spPr>
        </p:sp>
        <p:sp>
          <p:nvSpPr>
            <p:cNvPr id="1611" name="four:time-step-strips:time-strip-tₐ-cell-21:1611">
              <a:extLst>
                <a:ext uri="{FF2B5EF4-FFF2-40B4-BE49-F238E27FC236}">
                  <ns2:creationId id="{23865BB0-68C7-4115-B502-8C12F0E0C3A5}"/>
                </a:ext>
              </a:extLst>
            </p:cNvPr>
            <p:cNvSpPr>
              <a:spLocks noGrp="1"/>
            </p:cNvSpPr>
            <p:nvPr/>
          </p:nvSpPr>
          <p:spPr>
            <a:xfrm>
              <a:off x="21563707" y="1581150"/>
              <a:ext cx="15379" cy="276225"/>
            </a:xfrm>
            <a:prstGeom prst="rect">
              <a:avLst/>
            </a:prstGeom>
            <a:solidFill>
              <a:srgbClr val="0072B2"/>
            </a:solidFill>
            <a:ln w="0">
              <a:noFill/>
              <a:prstDash val="solid"/>
            </a:ln>
          </p:spPr>
        </p:sp>
        <p:sp>
          <p:nvSpPr>
            <p:cNvPr id="1612" name="four:time-step-strips:time-strip-tₐ-cell-22:1612">
              <a:extLst>
                <a:ext uri="{FF2B5EF4-FFF2-40B4-BE49-F238E27FC236}">
                  <ns2:creationId id="{67347BE8-7D12-4050-A369-65911499C819}"/>
                </a:ext>
              </a:extLst>
            </p:cNvPr>
            <p:cNvSpPr>
              <a:spLocks noGrp="1"/>
            </p:cNvSpPr>
            <p:nvPr/>
          </p:nvSpPr>
          <p:spPr>
            <a:xfrm>
              <a:off x="21579086" y="1581150"/>
              <a:ext cx="15379" cy="276225"/>
            </a:xfrm>
            <a:prstGeom prst="rect">
              <a:avLst/>
            </a:prstGeom>
            <a:solidFill>
              <a:srgbClr val="0072B2"/>
            </a:solidFill>
            <a:ln w="0">
              <a:noFill/>
              <a:prstDash val="solid"/>
            </a:ln>
          </p:spPr>
        </p:sp>
        <p:sp>
          <p:nvSpPr>
            <p:cNvPr id="1613" name="four:time-step-strips:time-strip-tₐ-cell-23:1613">
              <a:extLst>
                <a:ext uri="{FF2B5EF4-FFF2-40B4-BE49-F238E27FC236}">
                  <ns2:creationId id="{DC461569-9DBF-4359-8BD6-FB6AEDAFE5CE}"/>
                </a:ext>
              </a:extLst>
            </p:cNvPr>
            <p:cNvSpPr>
              <a:spLocks noGrp="1"/>
            </p:cNvSpPr>
            <p:nvPr/>
          </p:nvSpPr>
          <p:spPr>
            <a:xfrm>
              <a:off x="21594465" y="1581150"/>
              <a:ext cx="15379" cy="276225"/>
            </a:xfrm>
            <a:prstGeom prst="rect">
              <a:avLst/>
            </a:prstGeom>
            <a:solidFill>
              <a:srgbClr val="0977B4"/>
            </a:solidFill>
            <a:ln w="0">
              <a:noFill/>
              <a:prstDash val="solid"/>
            </a:ln>
          </p:spPr>
        </p:sp>
        <p:sp>
          <p:nvSpPr>
            <p:cNvPr id="1614" name="four:time-step-strips:time-strip-tₐ-cell-24:1614">
              <a:extLst>
                <a:ext uri="{FF2B5EF4-FFF2-40B4-BE49-F238E27FC236}">
                  <ns2:creationId id="{FF680D3E-5B27-4DDF-ABBA-943ECF4E9307}"/>
                </a:ext>
              </a:extLst>
            </p:cNvPr>
            <p:cNvSpPr>
              <a:spLocks noGrp="1"/>
            </p:cNvSpPr>
            <p:nvPr/>
          </p:nvSpPr>
          <p:spPr>
            <a:xfrm>
              <a:off x="21609844" y="1581150"/>
              <a:ext cx="15379" cy="276225"/>
            </a:xfrm>
            <a:prstGeom prst="rect">
              <a:avLst/>
            </a:prstGeom>
            <a:solidFill>
              <a:srgbClr val="2385BB"/>
            </a:solidFill>
            <a:ln w="0">
              <a:noFill/>
              <a:prstDash val="solid"/>
            </a:ln>
          </p:spPr>
        </p:sp>
        <p:sp>
          <p:nvSpPr>
            <p:cNvPr id="1615" name="four:time-step-strips:time-strip-tₐ-cell-25:1615">
              <a:extLst>
                <a:ext uri="{FF2B5EF4-FFF2-40B4-BE49-F238E27FC236}">
                  <ns2:creationId id="{85F63FF4-8878-4642-A37B-30B03A29566B}"/>
                </a:ext>
              </a:extLst>
            </p:cNvPr>
            <p:cNvSpPr>
              <a:spLocks noGrp="1"/>
            </p:cNvSpPr>
            <p:nvPr/>
          </p:nvSpPr>
          <p:spPr>
            <a:xfrm>
              <a:off x="21625223" y="1581150"/>
              <a:ext cx="15379" cy="276225"/>
            </a:xfrm>
            <a:prstGeom prst="rect">
              <a:avLst/>
            </a:prstGeom>
            <a:solidFill>
              <a:srgbClr val="4899C5"/>
            </a:solidFill>
            <a:ln w="0">
              <a:noFill/>
              <a:prstDash val="solid"/>
            </a:ln>
          </p:spPr>
        </p:sp>
        <p:sp>
          <p:nvSpPr>
            <p:cNvPr id="1616" name="four:time-step-strips:time-strip-tₐ-cell-26:1616">
              <a:extLst>
                <a:ext uri="{FF2B5EF4-FFF2-40B4-BE49-F238E27FC236}">
                  <ns2:creationId id="{0C03D8B6-2E37-49CB-B86B-2A4E66CFB316}"/>
                </a:ext>
              </a:extLst>
            </p:cNvPr>
            <p:cNvSpPr>
              <a:spLocks noGrp="1"/>
            </p:cNvSpPr>
            <p:nvPr/>
          </p:nvSpPr>
          <p:spPr>
            <a:xfrm>
              <a:off x="21640602" y="1581150"/>
              <a:ext cx="15379" cy="276225"/>
            </a:xfrm>
            <a:prstGeom prst="rect">
              <a:avLst/>
            </a:prstGeom>
            <a:solidFill>
              <a:srgbClr val="72AFD1"/>
            </a:solidFill>
            <a:ln w="0">
              <a:noFill/>
              <a:prstDash val="solid"/>
            </a:ln>
          </p:spPr>
        </p:sp>
        <p:sp>
          <p:nvSpPr>
            <p:cNvPr id="1617" name="four:time-step-strips:time-strip-tₐ-cell-27:1617">
              <a:extLst>
                <a:ext uri="{FF2B5EF4-FFF2-40B4-BE49-F238E27FC236}">
                  <ns2:creationId id="{C85D5A81-FA14-4B9F-84D7-E38BE28AF839}"/>
                </a:ext>
              </a:extLst>
            </p:cNvPr>
            <p:cNvSpPr>
              <a:spLocks noGrp="1"/>
            </p:cNvSpPr>
            <p:nvPr/>
          </p:nvSpPr>
          <p:spPr>
            <a:xfrm>
              <a:off x="21655980" y="1581150"/>
              <a:ext cx="15379" cy="276225"/>
            </a:xfrm>
            <a:prstGeom prst="rect">
              <a:avLst/>
            </a:prstGeom>
            <a:solidFill>
              <a:srgbClr val="9CC5DC"/>
            </a:solidFill>
            <a:ln w="0">
              <a:noFill/>
              <a:prstDash val="solid"/>
            </a:ln>
          </p:spPr>
        </p:sp>
        <p:sp>
          <p:nvSpPr>
            <p:cNvPr id="1618" name="four:time-step-strips:time-strip-tₐ-cell-28:1618">
              <a:extLst>
                <a:ext uri="{FF2B5EF4-FFF2-40B4-BE49-F238E27FC236}">
                  <ns2:creationId id="{2F06022E-0B1F-4C33-A5F8-7BF40E822EA6}"/>
                </a:ext>
              </a:extLst>
            </p:cNvPr>
            <p:cNvSpPr>
              <a:spLocks noGrp="1"/>
            </p:cNvSpPr>
            <p:nvPr/>
          </p:nvSpPr>
          <p:spPr>
            <a:xfrm>
              <a:off x="21671359" y="1581150"/>
              <a:ext cx="15379" cy="276225"/>
            </a:xfrm>
            <a:prstGeom prst="rect">
              <a:avLst/>
            </a:prstGeom>
            <a:solidFill>
              <a:srgbClr val="C9DBE4"/>
            </a:solidFill>
            <a:ln w="0">
              <a:noFill/>
              <a:prstDash val="solid"/>
            </a:ln>
          </p:spPr>
        </p:sp>
        <p:sp>
          <p:nvSpPr>
            <p:cNvPr id="1619" name="four:time-step-strips:time-strip-tₐ-cell-29:1619">
              <a:extLst>
                <a:ext uri="{FF2B5EF4-FFF2-40B4-BE49-F238E27FC236}">
                  <ns2:creationId id="{84DB59B7-B718-4832-AEB7-275E629C705E}"/>
                </a:ext>
              </a:extLst>
            </p:cNvPr>
            <p:cNvSpPr>
              <a:spLocks noGrp="1"/>
            </p:cNvSpPr>
            <p:nvPr/>
          </p:nvSpPr>
          <p:spPr>
            <a:xfrm>
              <a:off x="21686738" y="1581150"/>
              <a:ext cx="15379" cy="276225"/>
            </a:xfrm>
            <a:prstGeom prst="rect">
              <a:avLst/>
            </a:prstGeom>
            <a:solidFill>
              <a:srgbClr val="D8E5EB"/>
            </a:solidFill>
            <a:ln w="0">
              <a:noFill/>
              <a:prstDash val="solid"/>
            </a:ln>
          </p:spPr>
        </p:sp>
        <p:sp>
          <p:nvSpPr>
            <p:cNvPr id="1620" name="four:time-step-strips:time-strip-tₐ-cell-30:1620">
              <a:extLst>
                <a:ext uri="{FF2B5EF4-FFF2-40B4-BE49-F238E27FC236}">
                  <ns2:creationId id="{1E33D146-57E0-461C-921F-E6674D587709}"/>
                </a:ext>
              </a:extLst>
            </p:cNvPr>
            <p:cNvSpPr>
              <a:spLocks noGrp="1"/>
            </p:cNvSpPr>
            <p:nvPr/>
          </p:nvSpPr>
          <p:spPr>
            <a:xfrm>
              <a:off x="21702117" y="1581150"/>
              <a:ext cx="15379" cy="276225"/>
            </a:xfrm>
            <a:prstGeom prst="rect">
              <a:avLst/>
            </a:prstGeom>
            <a:solidFill>
              <a:srgbClr val="DCE8ED"/>
            </a:solidFill>
            <a:ln w="0">
              <a:noFill/>
              <a:prstDash val="solid"/>
            </a:ln>
          </p:spPr>
        </p:sp>
        <p:sp>
          <p:nvSpPr>
            <p:cNvPr id="1621" name="four:time-step-strips:time-strip-tₐ-cell-31:1621">
              <a:extLst>
                <a:ext uri="{FF2B5EF4-FFF2-40B4-BE49-F238E27FC236}">
                  <ns2:creationId id="{C3C008D4-7933-41C4-A10F-24B64ED19E4A}"/>
                </a:ext>
              </a:extLst>
            </p:cNvPr>
            <p:cNvSpPr>
              <a:spLocks noGrp="1"/>
            </p:cNvSpPr>
            <p:nvPr/>
          </p:nvSpPr>
          <p:spPr>
            <a:xfrm>
              <a:off x="21717496" y="1581150"/>
              <a:ext cx="15379" cy="276225"/>
            </a:xfrm>
            <a:prstGeom prst="rect">
              <a:avLst/>
            </a:prstGeom>
            <a:solidFill>
              <a:srgbClr val="DCE8ED"/>
            </a:solidFill>
            <a:ln w="0">
              <a:noFill/>
              <a:prstDash val="solid"/>
            </a:ln>
          </p:spPr>
        </p:sp>
        <p:sp>
          <p:nvSpPr>
            <p:cNvPr id="1622" name="four:time-step-strips:time-strip-tₐ-cell-32:1622">
              <a:extLst>
                <a:ext uri="{FF2B5EF4-FFF2-40B4-BE49-F238E27FC236}">
                  <ns2:creationId id="{38D15D01-E512-424E-B9B4-FA0362F85AB1}"/>
                </a:ext>
              </a:extLst>
            </p:cNvPr>
            <p:cNvSpPr>
              <a:spLocks noGrp="1"/>
            </p:cNvSpPr>
            <p:nvPr/>
          </p:nvSpPr>
          <p:spPr>
            <a:xfrm>
              <a:off x="21732875" y="1581150"/>
              <a:ext cx="15379" cy="276225"/>
            </a:xfrm>
            <a:prstGeom prst="rect">
              <a:avLst/>
            </a:prstGeom>
            <a:solidFill>
              <a:srgbClr val="DCE8ED"/>
            </a:solidFill>
            <a:ln w="0">
              <a:noFill/>
              <a:prstDash val="solid"/>
            </a:ln>
          </p:spPr>
        </p:sp>
        <p:sp>
          <p:nvSpPr>
            <p:cNvPr id="1623" name="four:time-step-strips:time-strip-tₐ-cell-33:1623">
              <a:extLst>
                <a:ext uri="{FF2B5EF4-FFF2-40B4-BE49-F238E27FC236}">
                  <ns2:creationId id="{6C225175-7427-41B3-9879-6CF19E559174}"/>
                </a:ext>
              </a:extLst>
            </p:cNvPr>
            <p:cNvSpPr>
              <a:spLocks noGrp="1"/>
            </p:cNvSpPr>
            <p:nvPr/>
          </p:nvSpPr>
          <p:spPr>
            <a:xfrm>
              <a:off x="21748254" y="1581150"/>
              <a:ext cx="15379" cy="276225"/>
            </a:xfrm>
            <a:prstGeom prst="rect">
              <a:avLst/>
            </a:prstGeom>
            <a:solidFill>
              <a:srgbClr val="DCE8ED"/>
            </a:solidFill>
            <a:ln w="0">
              <a:noFill/>
              <a:prstDash val="solid"/>
            </a:ln>
          </p:spPr>
        </p:sp>
        <p:sp>
          <p:nvSpPr>
            <p:cNvPr id="1624" name="four:time-step-strips:time-strip-tₐ-cell-34:1624">
              <a:extLst>
                <a:ext uri="{FF2B5EF4-FFF2-40B4-BE49-F238E27FC236}">
                  <ns2:creationId id="{A3BA0ED3-5DB7-44EB-BB10-0AAA9B8A765D}"/>
                </a:ext>
              </a:extLst>
            </p:cNvPr>
            <p:cNvSpPr>
              <a:spLocks noGrp="1"/>
            </p:cNvSpPr>
            <p:nvPr/>
          </p:nvSpPr>
          <p:spPr>
            <a:xfrm>
              <a:off x="21763633" y="1581150"/>
              <a:ext cx="15379" cy="276225"/>
            </a:xfrm>
            <a:prstGeom prst="rect">
              <a:avLst/>
            </a:prstGeom>
            <a:solidFill>
              <a:srgbClr val="DCE8ED"/>
            </a:solidFill>
            <a:ln w="0">
              <a:noFill/>
              <a:prstDash val="solid"/>
            </a:ln>
          </p:spPr>
        </p:sp>
        <p:sp>
          <p:nvSpPr>
            <p:cNvPr id="1625" name="four:time-step-strips:time-strip-tₐ-cell-35:1625">
              <a:extLst>
                <a:ext uri="{FF2B5EF4-FFF2-40B4-BE49-F238E27FC236}">
                  <ns2:creationId id="{B6078E40-29AC-419E-A57C-1473A1537FDC}"/>
                </a:ext>
              </a:extLst>
            </p:cNvPr>
            <p:cNvSpPr>
              <a:spLocks noGrp="1"/>
            </p:cNvSpPr>
            <p:nvPr/>
          </p:nvSpPr>
          <p:spPr>
            <a:xfrm>
              <a:off x="21779012" y="1581150"/>
              <a:ext cx="15379" cy="276225"/>
            </a:xfrm>
            <a:prstGeom prst="rect">
              <a:avLst/>
            </a:prstGeom>
            <a:solidFill>
              <a:srgbClr val="DCE8ED"/>
            </a:solidFill>
            <a:ln w="0">
              <a:noFill/>
              <a:prstDash val="solid"/>
            </a:ln>
          </p:spPr>
        </p:sp>
        <p:sp>
          <p:nvSpPr>
            <p:cNvPr id="1626" name="four:time-step-strips:time-strip-tₐ-cell-36:1626">
              <a:extLst>
                <a:ext uri="{FF2B5EF4-FFF2-40B4-BE49-F238E27FC236}">
                  <ns2:creationId id="{A9689911-F407-4AD7-8D09-03A510B3D2D9}"/>
                </a:ext>
              </a:extLst>
            </p:cNvPr>
            <p:cNvSpPr>
              <a:spLocks noGrp="1"/>
            </p:cNvSpPr>
            <p:nvPr/>
          </p:nvSpPr>
          <p:spPr>
            <a:xfrm>
              <a:off x="21794391" y="1581150"/>
              <a:ext cx="15379" cy="276225"/>
            </a:xfrm>
            <a:prstGeom prst="rect">
              <a:avLst/>
            </a:prstGeom>
            <a:solidFill>
              <a:srgbClr val="DCE8ED"/>
            </a:solidFill>
            <a:ln w="0">
              <a:noFill/>
              <a:prstDash val="solid"/>
            </a:ln>
          </p:spPr>
        </p:sp>
        <p:sp>
          <p:nvSpPr>
            <p:cNvPr id="1627" name="four:time-step-strips:time-strip-tₐ-cell-37:1627">
              <a:extLst>
                <a:ext uri="{FF2B5EF4-FFF2-40B4-BE49-F238E27FC236}">
                  <ns2:creationId id="{10BC7D6C-21F3-4A64-B27B-1F8D215BBD1F}"/>
                </a:ext>
              </a:extLst>
            </p:cNvPr>
            <p:cNvSpPr>
              <a:spLocks noGrp="1"/>
            </p:cNvSpPr>
            <p:nvPr/>
          </p:nvSpPr>
          <p:spPr>
            <a:xfrm>
              <a:off x="21809770" y="1581150"/>
              <a:ext cx="15379" cy="276225"/>
            </a:xfrm>
            <a:prstGeom prst="rect">
              <a:avLst/>
            </a:prstGeom>
            <a:solidFill>
              <a:srgbClr val="DCE8ED"/>
            </a:solidFill>
            <a:ln w="0">
              <a:noFill/>
              <a:prstDash val="solid"/>
            </a:ln>
          </p:spPr>
        </p:sp>
        <p:sp>
          <p:nvSpPr>
            <p:cNvPr id="1628" name="four:time-step-strips:time-strip-tₐ-cell-38:1628">
              <a:extLst>
                <a:ext uri="{FF2B5EF4-FFF2-40B4-BE49-F238E27FC236}">
                  <ns2:creationId id="{02C6B629-4D6B-4338-8B8E-C12026135986}"/>
                </a:ext>
              </a:extLst>
            </p:cNvPr>
            <p:cNvSpPr>
              <a:spLocks noGrp="1"/>
            </p:cNvSpPr>
            <p:nvPr/>
          </p:nvSpPr>
          <p:spPr>
            <a:xfrm>
              <a:off x="21825148" y="1581150"/>
              <a:ext cx="15379" cy="276225"/>
            </a:xfrm>
            <a:prstGeom prst="rect">
              <a:avLst/>
            </a:prstGeom>
            <a:solidFill>
              <a:srgbClr val="DCE8ED"/>
            </a:solidFill>
            <a:ln w="0">
              <a:noFill/>
              <a:prstDash val="solid"/>
            </a:ln>
          </p:spPr>
        </p:sp>
        <p:sp>
          <p:nvSpPr>
            <p:cNvPr id="1629" name="four:time-step-strips:time-strip-tₐ-cell-39:1629">
              <a:extLst>
                <a:ext uri="{FF2B5EF4-FFF2-40B4-BE49-F238E27FC236}">
                  <ns2:creationId id="{B30765F1-7D3D-4EEE-B109-7F57EFA88910}"/>
                </a:ext>
              </a:extLst>
            </p:cNvPr>
            <p:cNvSpPr>
              <a:spLocks noGrp="1"/>
            </p:cNvSpPr>
            <p:nvPr/>
          </p:nvSpPr>
          <p:spPr>
            <a:xfrm>
              <a:off x="21840527" y="1581150"/>
              <a:ext cx="15379" cy="276225"/>
            </a:xfrm>
            <a:prstGeom prst="rect">
              <a:avLst/>
            </a:prstGeom>
            <a:solidFill>
              <a:srgbClr val="DCE8ED"/>
            </a:solidFill>
            <a:ln w="0">
              <a:noFill/>
              <a:prstDash val="solid"/>
            </a:ln>
          </p:spPr>
        </p:sp>
        <p:sp>
          <p:nvSpPr>
            <p:cNvPr id="1630" name="four:time-step-strips:time-strip-tₐ-cell-40:1630">
              <a:extLst>
                <a:ext uri="{FF2B5EF4-FFF2-40B4-BE49-F238E27FC236}">
                  <ns2:creationId id="{D5A9A656-41FC-4739-945E-809D87277D5B}"/>
                </a:ext>
              </a:extLst>
            </p:cNvPr>
            <p:cNvSpPr>
              <a:spLocks noGrp="1"/>
            </p:cNvSpPr>
            <p:nvPr/>
          </p:nvSpPr>
          <p:spPr>
            <a:xfrm>
              <a:off x="21855906" y="1581150"/>
              <a:ext cx="15379" cy="276225"/>
            </a:xfrm>
            <a:prstGeom prst="rect">
              <a:avLst/>
            </a:prstGeom>
            <a:solidFill>
              <a:srgbClr val="DCE8ED"/>
            </a:solidFill>
            <a:ln w="0">
              <a:noFill/>
              <a:prstDash val="solid"/>
            </a:ln>
          </p:spPr>
        </p:sp>
        <p:sp>
          <p:nvSpPr>
            <p:cNvPr id="1631" name="four:time-step-strips:time-strip-tₐ-cell-41:1631">
              <a:extLst>
                <a:ext uri="{FF2B5EF4-FFF2-40B4-BE49-F238E27FC236}">
                  <ns2:creationId id="{AB929BC4-4274-49C7-9D44-525A3938435C}"/>
                </a:ext>
              </a:extLst>
            </p:cNvPr>
            <p:cNvSpPr>
              <a:spLocks noGrp="1"/>
            </p:cNvSpPr>
            <p:nvPr/>
          </p:nvSpPr>
          <p:spPr>
            <a:xfrm>
              <a:off x="21871285" y="1581150"/>
              <a:ext cx="15379" cy="276225"/>
            </a:xfrm>
            <a:prstGeom prst="rect">
              <a:avLst/>
            </a:prstGeom>
            <a:solidFill>
              <a:srgbClr val="DCE8ED"/>
            </a:solidFill>
            <a:ln w="0">
              <a:noFill/>
              <a:prstDash val="solid"/>
            </a:ln>
          </p:spPr>
        </p:sp>
        <p:sp>
          <p:nvSpPr>
            <p:cNvPr id="1632" name="four:time-step-strips:time-strip-tₐ-cell-42:1632">
              <a:extLst>
                <a:ext uri="{FF2B5EF4-FFF2-40B4-BE49-F238E27FC236}">
                  <ns2:creationId id="{7DBC558F-7299-4532-AFAB-15B24ADB7062}"/>
                </a:ext>
              </a:extLst>
            </p:cNvPr>
            <p:cNvSpPr>
              <a:spLocks noGrp="1"/>
            </p:cNvSpPr>
            <p:nvPr/>
          </p:nvSpPr>
          <p:spPr>
            <a:xfrm>
              <a:off x="21886664" y="1581150"/>
              <a:ext cx="15379" cy="276225"/>
            </a:xfrm>
            <a:prstGeom prst="rect">
              <a:avLst/>
            </a:prstGeom>
            <a:solidFill>
              <a:srgbClr val="DCE8ED"/>
            </a:solidFill>
            <a:ln w="0">
              <a:noFill/>
              <a:prstDash val="solid"/>
            </a:ln>
          </p:spPr>
        </p:sp>
        <p:sp>
          <p:nvSpPr>
            <p:cNvPr id="1633" name="four:time-step-strips:time-strip-tₐ-cell-43:1633">
              <a:extLst>
                <a:ext uri="{FF2B5EF4-FFF2-40B4-BE49-F238E27FC236}">
                  <ns2:creationId id="{E5C936A5-C662-4BF0-B9D6-EB33CFB79742}"/>
                </a:ext>
              </a:extLst>
            </p:cNvPr>
            <p:cNvSpPr>
              <a:spLocks noGrp="1"/>
            </p:cNvSpPr>
            <p:nvPr/>
          </p:nvSpPr>
          <p:spPr>
            <a:xfrm>
              <a:off x="21902043" y="1581150"/>
              <a:ext cx="15379" cy="276225"/>
            </a:xfrm>
            <a:prstGeom prst="rect">
              <a:avLst/>
            </a:prstGeom>
            <a:solidFill>
              <a:srgbClr val="DCE8ED"/>
            </a:solidFill>
            <a:ln w="0">
              <a:noFill/>
              <a:prstDash val="solid"/>
            </a:ln>
          </p:spPr>
        </p:sp>
        <p:sp>
          <p:nvSpPr>
            <p:cNvPr id="1634" name="four:time-step-strips:time-strip-tₐ-cell-44:1634">
              <a:extLst>
                <a:ext uri="{FF2B5EF4-FFF2-40B4-BE49-F238E27FC236}">
                  <ns2:creationId id="{9C8361E0-8249-4CE1-92A4-06AD117828F5}"/>
                </a:ext>
              </a:extLst>
            </p:cNvPr>
            <p:cNvSpPr>
              <a:spLocks noGrp="1"/>
            </p:cNvSpPr>
            <p:nvPr/>
          </p:nvSpPr>
          <p:spPr>
            <a:xfrm>
              <a:off x="21917422" y="1581150"/>
              <a:ext cx="15379" cy="276225"/>
            </a:xfrm>
            <a:prstGeom prst="rect">
              <a:avLst/>
            </a:prstGeom>
            <a:solidFill>
              <a:srgbClr val="DCE8ED"/>
            </a:solidFill>
            <a:ln w="0">
              <a:noFill/>
              <a:prstDash val="solid"/>
            </a:ln>
          </p:spPr>
        </p:sp>
        <p:sp>
          <p:nvSpPr>
            <p:cNvPr id="1635" name="four:time-step-strips:time-strip-tₐ-cell-45:1635">
              <a:extLst>
                <a:ext uri="{FF2B5EF4-FFF2-40B4-BE49-F238E27FC236}">
                  <ns2:creationId id="{27E8D582-CBD7-4C53-BF80-1684FDF8633D}"/>
                </a:ext>
              </a:extLst>
            </p:cNvPr>
            <p:cNvSpPr>
              <a:spLocks noGrp="1"/>
            </p:cNvSpPr>
            <p:nvPr/>
          </p:nvSpPr>
          <p:spPr>
            <a:xfrm>
              <a:off x="21932801" y="1581150"/>
              <a:ext cx="15379" cy="276225"/>
            </a:xfrm>
            <a:prstGeom prst="rect">
              <a:avLst/>
            </a:prstGeom>
            <a:solidFill>
              <a:srgbClr val="DCE8ED"/>
            </a:solidFill>
            <a:ln w="0">
              <a:noFill/>
              <a:prstDash val="solid"/>
            </a:ln>
          </p:spPr>
        </p:sp>
        <p:sp>
          <p:nvSpPr>
            <p:cNvPr id="1636" name="four:time-step-strips:time-strip-tₐ-cell-46:1636">
              <a:extLst>
                <a:ext uri="{FF2B5EF4-FFF2-40B4-BE49-F238E27FC236}">
                  <ns2:creationId id="{D579FDDE-7618-4A65-9DF0-53AB5AECAF65}"/>
                </a:ext>
              </a:extLst>
            </p:cNvPr>
            <p:cNvSpPr>
              <a:spLocks noGrp="1"/>
            </p:cNvSpPr>
            <p:nvPr/>
          </p:nvSpPr>
          <p:spPr>
            <a:xfrm>
              <a:off x="21948180" y="1581150"/>
              <a:ext cx="15379" cy="276225"/>
            </a:xfrm>
            <a:prstGeom prst="rect">
              <a:avLst/>
            </a:prstGeom>
            <a:solidFill>
              <a:srgbClr val="DCE8ED"/>
            </a:solidFill>
            <a:ln w="0">
              <a:noFill/>
              <a:prstDash val="solid"/>
            </a:ln>
          </p:spPr>
        </p:sp>
        <p:sp>
          <p:nvSpPr>
            <p:cNvPr id="1637" name="four:time-step-strips:time-strip-tₐ-cell-47:1637">
              <a:extLst>
                <a:ext uri="{FF2B5EF4-FFF2-40B4-BE49-F238E27FC236}">
                  <ns2:creationId id="{2D0A03D0-8EB9-4620-ACDF-FE46688FC24C}"/>
                </a:ext>
              </a:extLst>
            </p:cNvPr>
            <p:cNvSpPr>
              <a:spLocks noGrp="1"/>
            </p:cNvSpPr>
            <p:nvPr/>
          </p:nvSpPr>
          <p:spPr>
            <a:xfrm>
              <a:off x="21963559" y="1581150"/>
              <a:ext cx="15379" cy="276225"/>
            </a:xfrm>
            <a:prstGeom prst="rect">
              <a:avLst/>
            </a:prstGeom>
            <a:solidFill>
              <a:srgbClr val="DCE8ED"/>
            </a:solidFill>
            <a:ln w="0">
              <a:noFill/>
              <a:prstDash val="solid"/>
            </a:ln>
          </p:spPr>
        </p:sp>
        <p:sp>
          <p:nvSpPr>
            <p:cNvPr id="1638" name="four:time-step-strips:time-strip-tₐ-cell-48:1638">
              <a:extLst>
                <a:ext uri="{FF2B5EF4-FFF2-40B4-BE49-F238E27FC236}">
                  <ns2:creationId id="{96771913-0933-4819-BD60-BBA6A65F9694}"/>
                </a:ext>
              </a:extLst>
            </p:cNvPr>
            <p:cNvSpPr>
              <a:spLocks noGrp="1"/>
            </p:cNvSpPr>
            <p:nvPr/>
          </p:nvSpPr>
          <p:spPr>
            <a:xfrm>
              <a:off x="21978938" y="1581150"/>
              <a:ext cx="15379" cy="276225"/>
            </a:xfrm>
            <a:prstGeom prst="rect">
              <a:avLst/>
            </a:prstGeom>
            <a:solidFill>
              <a:srgbClr val="DCE8ED"/>
            </a:solidFill>
            <a:ln w="0">
              <a:noFill/>
              <a:prstDash val="solid"/>
            </a:ln>
          </p:spPr>
        </p:sp>
        <p:sp>
          <p:nvSpPr>
            <p:cNvPr id="1639" name="four:time-step-strips:time-strip-tₐ-cell-49:1639">
              <a:extLst>
                <a:ext uri="{FF2B5EF4-FFF2-40B4-BE49-F238E27FC236}">
                  <ns2:creationId id="{9535E0AB-892F-469E-B688-8E6F0BD2E4BE}"/>
                </a:ext>
              </a:extLst>
            </p:cNvPr>
            <p:cNvSpPr>
              <a:spLocks noGrp="1"/>
            </p:cNvSpPr>
            <p:nvPr/>
          </p:nvSpPr>
          <p:spPr>
            <a:xfrm>
              <a:off x="21994316" y="1581150"/>
              <a:ext cx="15379" cy="276225"/>
            </a:xfrm>
            <a:prstGeom prst="rect">
              <a:avLst/>
            </a:prstGeom>
            <a:solidFill>
              <a:srgbClr val="DCE8ED"/>
            </a:solidFill>
            <a:ln w="0">
              <a:noFill/>
              <a:prstDash val="solid"/>
            </a:ln>
          </p:spPr>
        </p:sp>
        <p:sp>
          <p:nvSpPr>
            <p:cNvPr id="1640" name="four:time-step-strips:time-strip-tₐ-cell-50:1640">
              <a:extLst>
                <a:ext uri="{FF2B5EF4-FFF2-40B4-BE49-F238E27FC236}">
                  <ns2:creationId id="{D3C159C1-040F-4570-A261-56C1DECCA3B5}"/>
                </a:ext>
              </a:extLst>
            </p:cNvPr>
            <p:cNvSpPr>
              <a:spLocks noGrp="1"/>
            </p:cNvSpPr>
            <p:nvPr/>
          </p:nvSpPr>
          <p:spPr>
            <a:xfrm>
              <a:off x="22009695" y="1581150"/>
              <a:ext cx="15379" cy="276225"/>
            </a:xfrm>
            <a:prstGeom prst="rect">
              <a:avLst/>
            </a:prstGeom>
            <a:solidFill>
              <a:srgbClr val="DCE8ED"/>
            </a:solidFill>
            <a:ln w="0">
              <a:noFill/>
              <a:prstDash val="solid"/>
            </a:ln>
          </p:spPr>
        </p:sp>
        <p:sp>
          <p:nvSpPr>
            <p:cNvPr id="1641" name="four:time-step-strips:time-strip-tₐ-cell-51:1641">
              <a:extLst>
                <a:ext uri="{FF2B5EF4-FFF2-40B4-BE49-F238E27FC236}">
                  <ns2:creationId id="{C0F463B7-DA9A-4540-9E41-B296B03BE344}"/>
                </a:ext>
              </a:extLst>
            </p:cNvPr>
            <p:cNvSpPr>
              <a:spLocks noGrp="1"/>
            </p:cNvSpPr>
            <p:nvPr/>
          </p:nvSpPr>
          <p:spPr>
            <a:xfrm>
              <a:off x="22025074" y="1581150"/>
              <a:ext cx="15379" cy="276225"/>
            </a:xfrm>
            <a:prstGeom prst="rect">
              <a:avLst/>
            </a:prstGeom>
            <a:solidFill>
              <a:srgbClr val="DCE8ED"/>
            </a:solidFill>
            <a:ln w="0">
              <a:noFill/>
              <a:prstDash val="solid"/>
            </a:ln>
          </p:spPr>
        </p:sp>
        <p:sp>
          <p:nvSpPr>
            <p:cNvPr id="1642" name="four:time-step-strips:time-strip-tₐ-cell-52:1642">
              <a:extLst>
                <a:ext uri="{FF2B5EF4-FFF2-40B4-BE49-F238E27FC236}">
                  <ns2:creationId id="{59ED3E18-9F8D-4045-AE78-50778234BBDF}"/>
                </a:ext>
              </a:extLst>
            </p:cNvPr>
            <p:cNvSpPr>
              <a:spLocks noGrp="1"/>
            </p:cNvSpPr>
            <p:nvPr/>
          </p:nvSpPr>
          <p:spPr>
            <a:xfrm>
              <a:off x="22040453" y="1581150"/>
              <a:ext cx="15379" cy="276225"/>
            </a:xfrm>
            <a:prstGeom prst="rect">
              <a:avLst/>
            </a:prstGeom>
            <a:solidFill>
              <a:srgbClr val="DCE8ED"/>
            </a:solidFill>
            <a:ln w="0">
              <a:noFill/>
              <a:prstDash val="solid"/>
            </a:ln>
          </p:spPr>
        </p:sp>
        <p:sp>
          <p:nvSpPr>
            <p:cNvPr id="1643" name="four:time-step-strips:time-strip-tₐ-cell-53:1643">
              <a:extLst>
                <a:ext uri="{FF2B5EF4-FFF2-40B4-BE49-F238E27FC236}">
                  <ns2:creationId id="{811D924A-B7B7-4E08-8E7B-3ED7094B01C2}"/>
                </a:ext>
              </a:extLst>
            </p:cNvPr>
            <p:cNvSpPr>
              <a:spLocks noGrp="1"/>
            </p:cNvSpPr>
            <p:nvPr/>
          </p:nvSpPr>
          <p:spPr>
            <a:xfrm>
              <a:off x="22055832" y="1581150"/>
              <a:ext cx="15379" cy="276225"/>
            </a:xfrm>
            <a:prstGeom prst="rect">
              <a:avLst/>
            </a:prstGeom>
            <a:solidFill>
              <a:srgbClr val="DCE8ED"/>
            </a:solidFill>
            <a:ln w="0">
              <a:noFill/>
              <a:prstDash val="solid"/>
            </a:ln>
          </p:spPr>
        </p:sp>
        <p:sp>
          <p:nvSpPr>
            <p:cNvPr id="1644" name="four:time-step-strips:time-strip-tₐ-cell-54:1644">
              <a:extLst>
                <a:ext uri="{FF2B5EF4-FFF2-40B4-BE49-F238E27FC236}">
                  <ns2:creationId id="{5466FC4A-5C4A-4634-B118-A4E77AE8AEDA}"/>
                </a:ext>
              </a:extLst>
            </p:cNvPr>
            <p:cNvSpPr>
              <a:spLocks noGrp="1"/>
            </p:cNvSpPr>
            <p:nvPr/>
          </p:nvSpPr>
          <p:spPr>
            <a:xfrm>
              <a:off x="22071211" y="1581150"/>
              <a:ext cx="15379" cy="276225"/>
            </a:xfrm>
            <a:prstGeom prst="rect">
              <a:avLst/>
            </a:prstGeom>
            <a:solidFill>
              <a:srgbClr val="DCE8ED"/>
            </a:solidFill>
            <a:ln w="0">
              <a:noFill/>
              <a:prstDash val="solid"/>
            </a:ln>
          </p:spPr>
        </p:sp>
        <p:sp>
          <p:nvSpPr>
            <p:cNvPr id="1645" name="four:time-step-strips:time-strip-tₐ-cell-55:1645">
              <a:extLst>
                <a:ext uri="{FF2B5EF4-FFF2-40B4-BE49-F238E27FC236}">
                  <ns2:creationId id="{D97B609C-30D2-4927-A615-B2C30CF595D7}"/>
                </a:ext>
              </a:extLst>
            </p:cNvPr>
            <p:cNvSpPr>
              <a:spLocks noGrp="1"/>
            </p:cNvSpPr>
            <p:nvPr/>
          </p:nvSpPr>
          <p:spPr>
            <a:xfrm>
              <a:off x="22086590" y="1581150"/>
              <a:ext cx="15379" cy="276225"/>
            </a:xfrm>
            <a:prstGeom prst="rect">
              <a:avLst/>
            </a:prstGeom>
            <a:solidFill>
              <a:srgbClr val="DCE8ED"/>
            </a:solidFill>
            <a:ln w="0">
              <a:noFill/>
              <a:prstDash val="solid"/>
            </a:ln>
          </p:spPr>
        </p:sp>
        <p:sp>
          <p:nvSpPr>
            <p:cNvPr id="1646" name="four:time-step-strips:time-strip-tₐ-cell-56:1646">
              <a:extLst>
                <a:ext uri="{FF2B5EF4-FFF2-40B4-BE49-F238E27FC236}">
                  <ns2:creationId id="{34077A15-CF61-4C25-B360-A6E31700EBE8}"/>
                </a:ext>
              </a:extLst>
            </p:cNvPr>
            <p:cNvSpPr>
              <a:spLocks noGrp="1"/>
            </p:cNvSpPr>
            <p:nvPr/>
          </p:nvSpPr>
          <p:spPr>
            <a:xfrm>
              <a:off x="22101969" y="1581150"/>
              <a:ext cx="15379" cy="276225"/>
            </a:xfrm>
            <a:prstGeom prst="rect">
              <a:avLst/>
            </a:prstGeom>
            <a:solidFill>
              <a:srgbClr val="DBE8EC"/>
            </a:solidFill>
            <a:ln w="0">
              <a:noFill/>
              <a:prstDash val="solid"/>
            </a:ln>
          </p:spPr>
        </p:sp>
        <p:sp>
          <p:nvSpPr>
            <p:cNvPr id="1647" name="four:time-step-strips:time-strip-tₐ-cell-57:1647">
              <a:extLst>
                <a:ext uri="{FF2B5EF4-FFF2-40B4-BE49-F238E27FC236}">
                  <ns2:creationId id="{814A0B72-7ACF-4A61-ABA3-2E3082F97BF3}"/>
                </a:ext>
              </a:extLst>
            </p:cNvPr>
            <p:cNvSpPr>
              <a:spLocks noGrp="1"/>
            </p:cNvSpPr>
            <p:nvPr/>
          </p:nvSpPr>
          <p:spPr>
            <a:xfrm>
              <a:off x="22117348" y="1581150"/>
              <a:ext cx="15379" cy="276225"/>
            </a:xfrm>
            <a:prstGeom prst="rect">
              <a:avLst/>
            </a:prstGeom>
            <a:solidFill>
              <a:srgbClr val="D3E3E5"/>
            </a:solidFill>
            <a:ln w="0">
              <a:noFill/>
              <a:prstDash val="solid"/>
            </a:ln>
          </p:spPr>
        </p:sp>
        <p:sp>
          <p:nvSpPr>
            <p:cNvPr id="1648" name="four:time-step-strips:time-strip-tₐ-cell-58:1648">
              <a:extLst>
                <a:ext uri="{FF2B5EF4-FFF2-40B4-BE49-F238E27FC236}">
                  <ns2:creationId id="{29C4D7A1-9517-4A76-BFD8-48DCC9D9C809}"/>
                </a:ext>
              </a:extLst>
            </p:cNvPr>
            <p:cNvSpPr>
              <a:spLocks noGrp="1"/>
            </p:cNvSpPr>
            <p:nvPr/>
          </p:nvSpPr>
          <p:spPr>
            <a:xfrm>
              <a:off x="22132727" y="1581150"/>
              <a:ext cx="15379" cy="276225"/>
            </a:xfrm>
            <a:prstGeom prst="rect">
              <a:avLst/>
            </a:prstGeom>
            <a:solidFill>
              <a:srgbClr val="DAC9B8"/>
            </a:solidFill>
            <a:ln w="0">
              <a:noFill/>
              <a:prstDash val="solid"/>
            </a:ln>
          </p:spPr>
        </p:sp>
        <p:sp>
          <p:nvSpPr>
            <p:cNvPr id="1649" name="four:time-step-strips:time-strip-tₐ-cell-59:1649">
              <a:extLst>
                <a:ext uri="{FF2B5EF4-FFF2-40B4-BE49-F238E27FC236}">
                  <ns2:creationId id="{585BF348-8858-499E-80A3-1EA6BE4964DB}"/>
                </a:ext>
              </a:extLst>
            </p:cNvPr>
            <p:cNvSpPr>
              <a:spLocks noGrp="1"/>
            </p:cNvSpPr>
            <p:nvPr/>
          </p:nvSpPr>
          <p:spPr>
            <a:xfrm>
              <a:off x="22148105" y="1581150"/>
              <a:ext cx="15379" cy="276225"/>
            </a:xfrm>
            <a:prstGeom prst="rect">
              <a:avLst/>
            </a:prstGeom>
            <a:solidFill>
              <a:srgbClr val="D9B08D"/>
            </a:solidFill>
            <a:ln w="0">
              <a:noFill/>
              <a:prstDash val="solid"/>
            </a:ln>
          </p:spPr>
        </p:sp>
        <p:sp>
          <p:nvSpPr>
            <p:cNvPr id="1650" name="four:time-step-strips:time-strip-tₐ-cell-60:1650">
              <a:extLst>
                <a:ext uri="{FF2B5EF4-FFF2-40B4-BE49-F238E27FC236}">
                  <ns2:creationId id="{FA97C58E-584B-4BFC-9BB7-64AE134A2090}"/>
                </a:ext>
              </a:extLst>
            </p:cNvPr>
            <p:cNvSpPr>
              <a:spLocks noGrp="1"/>
            </p:cNvSpPr>
            <p:nvPr/>
          </p:nvSpPr>
          <p:spPr>
            <a:xfrm>
              <a:off x="22163484" y="1581150"/>
              <a:ext cx="15379" cy="276225"/>
            </a:xfrm>
            <a:prstGeom prst="rect">
              <a:avLst/>
            </a:prstGeom>
            <a:solidFill>
              <a:srgbClr val="D89660"/>
            </a:solidFill>
            <a:ln w="0">
              <a:noFill/>
              <a:prstDash val="solid"/>
            </a:ln>
          </p:spPr>
        </p:sp>
        <p:sp>
          <p:nvSpPr>
            <p:cNvPr id="1651" name="four:time-step-strips:time-strip-tₐ-cell-61:1651">
              <a:extLst>
                <a:ext uri="{FF2B5EF4-FFF2-40B4-BE49-F238E27FC236}">
                  <ns2:creationId id="{65726F42-2DEB-4731-B7F8-C334DDEC7087}"/>
                </a:ext>
              </a:extLst>
            </p:cNvPr>
            <p:cNvSpPr>
              <a:spLocks noGrp="1"/>
            </p:cNvSpPr>
            <p:nvPr/>
          </p:nvSpPr>
          <p:spPr>
            <a:xfrm>
              <a:off x="22178863" y="1581150"/>
              <a:ext cx="15379" cy="276225"/>
            </a:xfrm>
            <a:prstGeom prst="rect">
              <a:avLst/>
            </a:prstGeom>
            <a:solidFill>
              <a:srgbClr val="D77D35"/>
            </a:solidFill>
            <a:ln w="0">
              <a:noFill/>
              <a:prstDash val="solid"/>
            </a:ln>
          </p:spPr>
        </p:sp>
        <p:sp>
          <p:nvSpPr>
            <p:cNvPr id="1652" name="four:time-step-strips:time-strip-tₐ-cell-62:1652">
              <a:extLst>
                <a:ext uri="{FF2B5EF4-FFF2-40B4-BE49-F238E27FC236}">
                  <ns2:creationId id="{CE27588F-2C3A-4976-AC30-B66C9D76A202}"/>
                </a:ext>
              </a:extLst>
            </p:cNvPr>
            <p:cNvSpPr>
              <a:spLocks noGrp="1"/>
            </p:cNvSpPr>
            <p:nvPr/>
          </p:nvSpPr>
          <p:spPr>
            <a:xfrm>
              <a:off x="22194242" y="1581150"/>
              <a:ext cx="15379" cy="276225"/>
            </a:xfrm>
            <a:prstGeom prst="rect">
              <a:avLst/>
            </a:prstGeom>
            <a:solidFill>
              <a:srgbClr val="D66913"/>
            </a:solidFill>
            <a:ln w="0">
              <a:noFill/>
              <a:prstDash val="solid"/>
            </a:ln>
          </p:spPr>
        </p:sp>
        <p:sp>
          <p:nvSpPr>
            <p:cNvPr id="1653" name="four:time-step-strips:time-strip-tₐ-cell-63:1653">
              <a:extLst>
                <a:ext uri="{FF2B5EF4-FFF2-40B4-BE49-F238E27FC236}">
                  <ns2:creationId id="{E6A16122-E4B4-4BB9-9DD5-57772AD9432F}"/>
                </a:ext>
              </a:extLst>
            </p:cNvPr>
            <p:cNvSpPr>
              <a:spLocks noGrp="1"/>
            </p:cNvSpPr>
            <p:nvPr/>
          </p:nvSpPr>
          <p:spPr>
            <a:xfrm>
              <a:off x="22209621" y="1581150"/>
              <a:ext cx="15379" cy="276225"/>
            </a:xfrm>
            <a:prstGeom prst="rect">
              <a:avLst/>
            </a:prstGeom>
            <a:solidFill>
              <a:srgbClr val="D55F02"/>
            </a:solidFill>
            <a:ln w="0">
              <a:noFill/>
              <a:prstDash val="solid"/>
            </a:ln>
          </p:spPr>
        </p:sp>
        <p:sp>
          <p:nvSpPr>
            <p:cNvPr id="1654" name="four:time-step-strips:time-strip-tₐ-cell-64:1654">
              <a:extLst>
                <a:ext uri="{FF2B5EF4-FFF2-40B4-BE49-F238E27FC236}">
                  <ns2:creationId id="{7E136DC6-7278-470E-8F6A-6407EA7CCBD8}"/>
                </a:ext>
              </a:extLst>
            </p:cNvPr>
            <p:cNvSpPr>
              <a:spLocks noGrp="1"/>
            </p:cNvSpPr>
            <p:nvPr/>
          </p:nvSpPr>
          <p:spPr>
            <a:xfrm>
              <a:off x="22225000" y="1581150"/>
              <a:ext cx="15379" cy="276225"/>
            </a:xfrm>
            <a:prstGeom prst="rect">
              <a:avLst/>
            </a:prstGeom>
            <a:solidFill>
              <a:srgbClr val="D55E00"/>
            </a:solidFill>
            <a:ln w="0">
              <a:noFill/>
              <a:prstDash val="solid"/>
            </a:ln>
          </p:spPr>
        </p:sp>
        <p:sp>
          <p:nvSpPr>
            <p:cNvPr id="1655" name="four:time-step-strips:time-strip-tₐ-cell-65:1655">
              <a:extLst>
                <a:ext uri="{FF2B5EF4-FFF2-40B4-BE49-F238E27FC236}">
                  <ns2:creationId id="{ED2CB79E-3D19-45A5-AE7D-DCAAE273771C}"/>
                </a:ext>
              </a:extLst>
            </p:cNvPr>
            <p:cNvSpPr>
              <a:spLocks noGrp="1"/>
            </p:cNvSpPr>
            <p:nvPr/>
          </p:nvSpPr>
          <p:spPr>
            <a:xfrm>
              <a:off x="22240379" y="1581150"/>
              <a:ext cx="15379" cy="276225"/>
            </a:xfrm>
            <a:prstGeom prst="rect">
              <a:avLst/>
            </a:prstGeom>
            <a:solidFill>
              <a:srgbClr val="D55E00"/>
            </a:solidFill>
            <a:ln w="0">
              <a:noFill/>
              <a:prstDash val="solid"/>
            </a:ln>
          </p:spPr>
        </p:sp>
        <p:sp>
          <p:nvSpPr>
            <p:cNvPr id="1656" name="four:time-step-strips:time-strip-tₐ-cell-66:1656">
              <a:extLst>
                <a:ext uri="{FF2B5EF4-FFF2-40B4-BE49-F238E27FC236}">
                  <ns2:creationId id="{46B45301-11D3-44B2-AB00-C06516105135}"/>
                </a:ext>
              </a:extLst>
            </p:cNvPr>
            <p:cNvSpPr>
              <a:spLocks noGrp="1"/>
            </p:cNvSpPr>
            <p:nvPr/>
          </p:nvSpPr>
          <p:spPr>
            <a:xfrm>
              <a:off x="22255758" y="1581150"/>
              <a:ext cx="15379" cy="276225"/>
            </a:xfrm>
            <a:prstGeom prst="rect">
              <a:avLst/>
            </a:prstGeom>
            <a:solidFill>
              <a:srgbClr val="D55E00"/>
            </a:solidFill>
            <a:ln w="0">
              <a:noFill/>
              <a:prstDash val="solid"/>
            </a:ln>
          </p:spPr>
        </p:sp>
        <p:sp>
          <p:nvSpPr>
            <p:cNvPr id="1657" name="four:time-step-strips:time-strip-tₐ-cell-67:1657">
              <a:extLst>
                <a:ext uri="{FF2B5EF4-FFF2-40B4-BE49-F238E27FC236}">
                  <ns2:creationId id="{BE3F7AC4-31E4-4687-ADE3-EB9BEAAA921B}"/>
                </a:ext>
              </a:extLst>
            </p:cNvPr>
            <p:cNvSpPr>
              <a:spLocks noGrp="1"/>
            </p:cNvSpPr>
            <p:nvPr/>
          </p:nvSpPr>
          <p:spPr>
            <a:xfrm>
              <a:off x="22271137" y="1581150"/>
              <a:ext cx="15379" cy="276225"/>
            </a:xfrm>
            <a:prstGeom prst="rect">
              <a:avLst/>
            </a:prstGeom>
            <a:solidFill>
              <a:srgbClr val="D55E00"/>
            </a:solidFill>
            <a:ln w="0">
              <a:noFill/>
              <a:prstDash val="solid"/>
            </a:ln>
          </p:spPr>
        </p:sp>
        <p:sp>
          <p:nvSpPr>
            <p:cNvPr id="1658" name="four:time-step-strips:time-strip-tₐ-cell-68:1658">
              <a:extLst>
                <a:ext uri="{FF2B5EF4-FFF2-40B4-BE49-F238E27FC236}">
                  <ns2:creationId id="{00AB7853-9A60-4FAB-9BED-66E5C61F1DB5}"/>
                </a:ext>
              </a:extLst>
            </p:cNvPr>
            <p:cNvSpPr>
              <a:spLocks noGrp="1"/>
            </p:cNvSpPr>
            <p:nvPr/>
          </p:nvSpPr>
          <p:spPr>
            <a:xfrm>
              <a:off x="22286516" y="1581150"/>
              <a:ext cx="15379" cy="276225"/>
            </a:xfrm>
            <a:prstGeom prst="rect">
              <a:avLst/>
            </a:prstGeom>
            <a:solidFill>
              <a:srgbClr val="D55E00"/>
            </a:solidFill>
            <a:ln w="0">
              <a:noFill/>
              <a:prstDash val="solid"/>
            </a:ln>
          </p:spPr>
        </p:sp>
        <p:sp>
          <p:nvSpPr>
            <p:cNvPr id="1659" name="four:time-step-strips:time-strip-tₐ-cell-69:1659">
              <a:extLst>
                <a:ext uri="{FF2B5EF4-FFF2-40B4-BE49-F238E27FC236}">
                  <ns2:creationId id="{DD0EA059-FD2E-4CE1-BC42-1BB2ED3437CB}"/>
                </a:ext>
              </a:extLst>
            </p:cNvPr>
            <p:cNvSpPr>
              <a:spLocks noGrp="1"/>
            </p:cNvSpPr>
            <p:nvPr/>
          </p:nvSpPr>
          <p:spPr>
            <a:xfrm>
              <a:off x="22301895" y="1581150"/>
              <a:ext cx="15379" cy="276225"/>
            </a:xfrm>
            <a:prstGeom prst="rect">
              <a:avLst/>
            </a:prstGeom>
            <a:solidFill>
              <a:srgbClr val="D55E00"/>
            </a:solidFill>
            <a:ln w="0">
              <a:noFill/>
              <a:prstDash val="solid"/>
            </a:ln>
          </p:spPr>
        </p:sp>
        <p:sp>
          <p:nvSpPr>
            <p:cNvPr id="1660" name="four:time-step-strips:time-strip-tₐ-cell-70:1660">
              <a:extLst>
                <a:ext uri="{FF2B5EF4-FFF2-40B4-BE49-F238E27FC236}">
                  <ns2:creationId id="{53629FDA-8844-4D67-BB38-18DB1741EF03}"/>
                </a:ext>
              </a:extLst>
            </p:cNvPr>
            <p:cNvSpPr>
              <a:spLocks noGrp="1"/>
            </p:cNvSpPr>
            <p:nvPr/>
          </p:nvSpPr>
          <p:spPr>
            <a:xfrm>
              <a:off x="22317273" y="1581150"/>
              <a:ext cx="15379" cy="276225"/>
            </a:xfrm>
            <a:prstGeom prst="rect">
              <a:avLst/>
            </a:prstGeom>
            <a:solidFill>
              <a:srgbClr val="D55E00"/>
            </a:solidFill>
            <a:ln w="0">
              <a:noFill/>
              <a:prstDash val="solid"/>
            </a:ln>
          </p:spPr>
        </p:sp>
        <p:sp>
          <p:nvSpPr>
            <p:cNvPr id="1661" name="four:time-step-strips:time-strip-tₐ-cell-71:1661">
              <a:extLst>
                <a:ext uri="{FF2B5EF4-FFF2-40B4-BE49-F238E27FC236}">
                  <ns2:creationId id="{E5C0EBF0-EAFC-4211-9783-1120B0D7ED4E}"/>
                </a:ext>
              </a:extLst>
            </p:cNvPr>
            <p:cNvSpPr>
              <a:spLocks noGrp="1"/>
            </p:cNvSpPr>
            <p:nvPr/>
          </p:nvSpPr>
          <p:spPr>
            <a:xfrm>
              <a:off x="22332652" y="1581150"/>
              <a:ext cx="15379" cy="276225"/>
            </a:xfrm>
            <a:prstGeom prst="rect">
              <a:avLst/>
            </a:prstGeom>
            <a:solidFill>
              <a:srgbClr val="D55E00"/>
            </a:solidFill>
            <a:ln w="0">
              <a:noFill/>
              <a:prstDash val="solid"/>
            </a:ln>
          </p:spPr>
        </p:sp>
        <p:sp>
          <p:nvSpPr>
            <p:cNvPr id="1662" name="four:time-step-strips:time-strip-tₐ-cell-72:1662">
              <a:extLst>
                <a:ext uri="{FF2B5EF4-FFF2-40B4-BE49-F238E27FC236}">
                  <ns2:creationId id="{A8EA651B-DBA1-4CBC-9215-E11BFE8C0B88}"/>
                </a:ext>
              </a:extLst>
            </p:cNvPr>
            <p:cNvSpPr>
              <a:spLocks noGrp="1"/>
            </p:cNvSpPr>
            <p:nvPr/>
          </p:nvSpPr>
          <p:spPr>
            <a:xfrm>
              <a:off x="22348031" y="1581150"/>
              <a:ext cx="15379" cy="276225"/>
            </a:xfrm>
            <a:prstGeom prst="rect">
              <a:avLst/>
            </a:prstGeom>
            <a:solidFill>
              <a:srgbClr val="D55E00"/>
            </a:solidFill>
            <a:ln w="0">
              <a:noFill/>
              <a:prstDash val="solid"/>
            </a:ln>
          </p:spPr>
        </p:sp>
        <p:sp>
          <p:nvSpPr>
            <p:cNvPr id="1663" name="four:time-step-strips:time-strip-tₐ-cell-73:1663">
              <a:extLst>
                <a:ext uri="{FF2B5EF4-FFF2-40B4-BE49-F238E27FC236}">
                  <ns2:creationId id="{B56D9927-A578-4340-A102-9D8FEE7B1CCC}"/>
                </a:ext>
              </a:extLst>
            </p:cNvPr>
            <p:cNvSpPr>
              <a:spLocks noGrp="1"/>
            </p:cNvSpPr>
            <p:nvPr/>
          </p:nvSpPr>
          <p:spPr>
            <a:xfrm>
              <a:off x="22363410" y="1581150"/>
              <a:ext cx="15379" cy="276225"/>
            </a:xfrm>
            <a:prstGeom prst="rect">
              <a:avLst/>
            </a:prstGeom>
            <a:solidFill>
              <a:srgbClr val="D55E00"/>
            </a:solidFill>
            <a:ln w="0">
              <a:noFill/>
              <a:prstDash val="solid"/>
            </a:ln>
          </p:spPr>
        </p:sp>
        <p:sp>
          <p:nvSpPr>
            <p:cNvPr id="1664" name="four:time-step-strips:time-strip-tₐ-cell-74:1664">
              <a:extLst>
                <a:ext uri="{FF2B5EF4-FFF2-40B4-BE49-F238E27FC236}">
                  <ns2:creationId id="{FAF8F7D7-D4C1-4C81-9FB5-9A21E2B03892}"/>
                </a:ext>
              </a:extLst>
            </p:cNvPr>
            <p:cNvSpPr>
              <a:spLocks noGrp="1"/>
            </p:cNvSpPr>
            <p:nvPr/>
          </p:nvSpPr>
          <p:spPr>
            <a:xfrm>
              <a:off x="22378789" y="1581150"/>
              <a:ext cx="15379" cy="276225"/>
            </a:xfrm>
            <a:prstGeom prst="rect">
              <a:avLst/>
            </a:prstGeom>
            <a:solidFill>
              <a:srgbClr val="D55E00"/>
            </a:solidFill>
            <a:ln w="0">
              <a:noFill/>
              <a:prstDash val="solid"/>
            </a:ln>
          </p:spPr>
        </p:sp>
        <p:sp>
          <p:nvSpPr>
            <p:cNvPr id="1665" name="four:time-step-strips:time-strip-tₐ-cell-75:1665">
              <a:extLst>
                <a:ext uri="{FF2B5EF4-FFF2-40B4-BE49-F238E27FC236}">
                  <ns2:creationId id="{4231A09B-2930-411B-A0E8-FA4A48EBA2A4}"/>
                </a:ext>
              </a:extLst>
            </p:cNvPr>
            <p:cNvSpPr>
              <a:spLocks noGrp="1"/>
            </p:cNvSpPr>
            <p:nvPr/>
          </p:nvSpPr>
          <p:spPr>
            <a:xfrm>
              <a:off x="22394168" y="1581150"/>
              <a:ext cx="15379" cy="276225"/>
            </a:xfrm>
            <a:prstGeom prst="rect">
              <a:avLst/>
            </a:prstGeom>
            <a:solidFill>
              <a:srgbClr val="D55E00"/>
            </a:solidFill>
            <a:ln w="0">
              <a:noFill/>
              <a:prstDash val="solid"/>
            </a:ln>
          </p:spPr>
        </p:sp>
        <p:sp>
          <p:nvSpPr>
            <p:cNvPr id="1666" name="four:time-step-strips:time-strip-tₐ-cell-76:1666">
              <a:extLst>
                <a:ext uri="{FF2B5EF4-FFF2-40B4-BE49-F238E27FC236}">
                  <ns2:creationId id="{253506E8-A629-4873-97B3-9AE978A3249E}"/>
                </a:ext>
              </a:extLst>
            </p:cNvPr>
            <p:cNvSpPr>
              <a:spLocks noGrp="1"/>
            </p:cNvSpPr>
            <p:nvPr/>
          </p:nvSpPr>
          <p:spPr>
            <a:xfrm>
              <a:off x="22409547" y="1581150"/>
              <a:ext cx="15379" cy="276225"/>
            </a:xfrm>
            <a:prstGeom prst="rect">
              <a:avLst/>
            </a:prstGeom>
            <a:solidFill>
              <a:srgbClr val="D5640A"/>
            </a:solidFill>
            <a:ln w="0">
              <a:noFill/>
              <a:prstDash val="solid"/>
            </a:ln>
          </p:spPr>
        </p:sp>
        <p:sp>
          <p:nvSpPr>
            <p:cNvPr id="1667" name="four:time-step-strips:time-strip-tₐ-cell-77:1667">
              <a:extLst>
                <a:ext uri="{FF2B5EF4-FFF2-40B4-BE49-F238E27FC236}">
                  <ns2:creationId id="{0CA56F65-AAEC-42C5-9BEA-80E62AC0C8AC}"/>
                </a:ext>
              </a:extLst>
            </p:cNvPr>
            <p:cNvSpPr>
              <a:spLocks noGrp="1"/>
            </p:cNvSpPr>
            <p:nvPr/>
          </p:nvSpPr>
          <p:spPr>
            <a:xfrm>
              <a:off x="22424926" y="1581150"/>
              <a:ext cx="15379" cy="276225"/>
            </a:xfrm>
            <a:prstGeom prst="rect">
              <a:avLst/>
            </a:prstGeom>
            <a:solidFill>
              <a:srgbClr val="D67120"/>
            </a:solidFill>
            <a:ln w="0">
              <a:noFill/>
              <a:prstDash val="solid"/>
            </a:ln>
          </p:spPr>
        </p:sp>
        <p:sp>
          <p:nvSpPr>
            <p:cNvPr id="1668" name="four:time-step-strips:time-strip-tₐ-cell-78:1668">
              <a:extLst>
                <a:ext uri="{FF2B5EF4-FFF2-40B4-BE49-F238E27FC236}">
                  <ns2:creationId id="{E76ACC13-5202-44C5-AF04-C378BB9C540E}"/>
                </a:ext>
              </a:extLst>
            </p:cNvPr>
            <p:cNvSpPr>
              <a:spLocks noGrp="1"/>
            </p:cNvSpPr>
            <p:nvPr/>
          </p:nvSpPr>
          <p:spPr>
            <a:xfrm>
              <a:off x="22440305" y="1581150"/>
              <a:ext cx="15379" cy="276225"/>
            </a:xfrm>
            <a:prstGeom prst="rect">
              <a:avLst/>
            </a:prstGeom>
            <a:solidFill>
              <a:srgbClr val="D7813D"/>
            </a:solidFill>
            <a:ln w="0">
              <a:noFill/>
              <a:prstDash val="solid"/>
            </a:ln>
          </p:spPr>
        </p:sp>
        <p:sp>
          <p:nvSpPr>
            <p:cNvPr id="1669" name="four:time-step-strips:time-strip-tₐ-cell-79:1669">
              <a:extLst>
                <a:ext uri="{FF2B5EF4-FFF2-40B4-BE49-F238E27FC236}">
                  <ns2:creationId id="{E1E2F5BF-BCA3-4DBB-86BC-893A561F477F}"/>
                </a:ext>
              </a:extLst>
            </p:cNvPr>
            <p:cNvSpPr>
              <a:spLocks noGrp="1"/>
            </p:cNvSpPr>
            <p:nvPr/>
          </p:nvSpPr>
          <p:spPr>
            <a:xfrm>
              <a:off x="22455684" y="1581150"/>
              <a:ext cx="15379" cy="276225"/>
            </a:xfrm>
            <a:prstGeom prst="rect">
              <a:avLst/>
            </a:prstGeom>
            <a:solidFill>
              <a:srgbClr val="A1B0B5"/>
            </a:solidFill>
            <a:ln w="0">
              <a:noFill/>
              <a:prstDash val="solid"/>
            </a:ln>
          </p:spPr>
        </p:sp>
        <p:sp>
          <p:nvSpPr>
            <p:cNvPr id="1670" name="four:time-step-strips:time-strip-tₐ-cell-80:1670">
              <a:extLst>
                <a:ext uri="{FF2B5EF4-FFF2-40B4-BE49-F238E27FC236}">
                  <ns2:creationId id="{2C965C0A-30FC-4882-BC24-D7958682769E}"/>
                </a:ext>
              </a:extLst>
            </p:cNvPr>
            <p:cNvSpPr>
              <a:spLocks noGrp="1"/>
            </p:cNvSpPr>
            <p:nvPr/>
          </p:nvSpPr>
          <p:spPr>
            <a:xfrm>
              <a:off x="22471063" y="1581150"/>
              <a:ext cx="15379" cy="276225"/>
            </a:xfrm>
            <a:prstGeom prst="rect">
              <a:avLst/>
            </a:prstGeom>
            <a:solidFill>
              <a:srgbClr val="5CBDA6"/>
            </a:solidFill>
            <a:ln w="0">
              <a:noFill/>
              <a:prstDash val="solid"/>
            </a:ln>
          </p:spPr>
        </p:sp>
        <p:sp>
          <p:nvSpPr>
            <p:cNvPr id="1671" name="four:time-step-strips:time-strip-tₐ-cell-81:1671">
              <a:extLst>
                <a:ext uri="{FF2B5EF4-FFF2-40B4-BE49-F238E27FC236}">
                  <ns2:creationId id="{6E3AF814-8482-42FF-81B6-C416FCAD6346}"/>
                </a:ext>
              </a:extLst>
            </p:cNvPr>
            <p:cNvSpPr>
              <a:spLocks noGrp="1"/>
            </p:cNvSpPr>
            <p:nvPr/>
          </p:nvSpPr>
          <p:spPr>
            <a:xfrm>
              <a:off x="22486441" y="1581150"/>
              <a:ext cx="15379" cy="276225"/>
            </a:xfrm>
            <a:prstGeom prst="rect">
              <a:avLst/>
            </a:prstGeom>
            <a:solidFill>
              <a:srgbClr val="72C4B2"/>
            </a:solidFill>
            <a:ln w="0">
              <a:noFill/>
              <a:prstDash val="solid"/>
            </a:ln>
          </p:spPr>
        </p:sp>
        <p:sp>
          <p:nvSpPr>
            <p:cNvPr id="1672" name="four:time-step-strips:time-strip-tₐ-cell-82:1672">
              <a:extLst>
                <a:ext uri="{FF2B5EF4-FFF2-40B4-BE49-F238E27FC236}">
                  <ns2:creationId id="{8EBEB2B3-BC41-47B4-85AF-18B3DC4474F1}"/>
                </a:ext>
              </a:extLst>
            </p:cNvPr>
            <p:cNvSpPr>
              <a:spLocks noGrp="1"/>
            </p:cNvSpPr>
            <p:nvPr/>
          </p:nvSpPr>
          <p:spPr>
            <a:xfrm>
              <a:off x="22501820" y="1581150"/>
              <a:ext cx="15379" cy="276225"/>
            </a:xfrm>
            <a:prstGeom prst="rect">
              <a:avLst/>
            </a:prstGeom>
            <a:solidFill>
              <a:srgbClr val="7FC9BA"/>
            </a:solidFill>
            <a:ln w="0">
              <a:noFill/>
              <a:prstDash val="solid"/>
            </a:ln>
          </p:spPr>
        </p:sp>
        <p:sp>
          <p:nvSpPr>
            <p:cNvPr id="1673" name="four:time-step-strips:time-strip-tₐ-cell-83:1673">
              <a:extLst>
                <a:ext uri="{FF2B5EF4-FFF2-40B4-BE49-F238E27FC236}">
                  <ns2:creationId id="{A8C7365D-AF9E-4F9A-9DE5-1FEC4C4F5FC1}"/>
                </a:ext>
              </a:extLst>
            </p:cNvPr>
            <p:cNvSpPr>
              <a:spLocks noGrp="1"/>
            </p:cNvSpPr>
            <p:nvPr/>
          </p:nvSpPr>
          <p:spPr>
            <a:xfrm>
              <a:off x="22517199" y="1581150"/>
              <a:ext cx="15379" cy="276225"/>
            </a:xfrm>
            <a:prstGeom prst="rect">
              <a:avLst/>
            </a:prstGeom>
            <a:solidFill>
              <a:srgbClr val="81C9BA"/>
            </a:solidFill>
            <a:ln w="0">
              <a:noFill/>
              <a:prstDash val="solid"/>
            </a:ln>
          </p:spPr>
        </p:sp>
        <p:sp>
          <p:nvSpPr>
            <p:cNvPr id="1674" name="four:time-step-strips:time-strip-tₐ-cell-84:1674">
              <a:extLst>
                <a:ext uri="{FF2B5EF4-FFF2-40B4-BE49-F238E27FC236}">
                  <ns2:creationId id="{05D0C273-EB9A-4533-B701-C4179734546A}"/>
                </a:ext>
              </a:extLst>
            </p:cNvPr>
            <p:cNvSpPr>
              <a:spLocks noGrp="1"/>
            </p:cNvSpPr>
            <p:nvPr/>
          </p:nvSpPr>
          <p:spPr>
            <a:xfrm>
              <a:off x="22532578" y="1581150"/>
              <a:ext cx="15379" cy="276225"/>
            </a:xfrm>
            <a:prstGeom prst="rect">
              <a:avLst/>
            </a:prstGeom>
            <a:solidFill>
              <a:srgbClr val="81C9BA"/>
            </a:solidFill>
            <a:ln w="0">
              <a:noFill/>
              <a:prstDash val="solid"/>
            </a:ln>
          </p:spPr>
        </p:sp>
        <p:sp>
          <p:nvSpPr>
            <p:cNvPr id="1675" name="four:time-step-strips:time-strip-tₐ-cell-85:1675">
              <a:extLst>
                <a:ext uri="{FF2B5EF4-FFF2-40B4-BE49-F238E27FC236}">
                  <ns2:creationId id="{991D389A-2A73-4056-A620-CCB2905BB579}"/>
                </a:ext>
              </a:extLst>
            </p:cNvPr>
            <p:cNvSpPr>
              <a:spLocks noGrp="1"/>
            </p:cNvSpPr>
            <p:nvPr/>
          </p:nvSpPr>
          <p:spPr>
            <a:xfrm>
              <a:off x="22547957" y="1581150"/>
              <a:ext cx="15379" cy="276225"/>
            </a:xfrm>
            <a:prstGeom prst="rect">
              <a:avLst/>
            </a:prstGeom>
            <a:solidFill>
              <a:srgbClr val="81C9BA"/>
            </a:solidFill>
            <a:ln w="0">
              <a:noFill/>
              <a:prstDash val="solid"/>
            </a:ln>
          </p:spPr>
        </p:sp>
        <p:sp>
          <p:nvSpPr>
            <p:cNvPr id="1676" name="four:time-step-strips:time-strip-tₐ-cell-86:1676">
              <a:extLst>
                <a:ext uri="{FF2B5EF4-FFF2-40B4-BE49-F238E27FC236}">
                  <ns2:creationId id="{39AA94DF-DF30-4C0B-A318-1B5E7B487794}"/>
                </a:ext>
              </a:extLst>
            </p:cNvPr>
            <p:cNvSpPr>
              <a:spLocks noGrp="1"/>
            </p:cNvSpPr>
            <p:nvPr/>
          </p:nvSpPr>
          <p:spPr>
            <a:xfrm>
              <a:off x="22563336" y="1581150"/>
              <a:ext cx="15379" cy="276225"/>
            </a:xfrm>
            <a:prstGeom prst="rect">
              <a:avLst/>
            </a:prstGeom>
            <a:solidFill>
              <a:srgbClr val="81C9BA"/>
            </a:solidFill>
            <a:ln w="0">
              <a:noFill/>
              <a:prstDash val="solid"/>
            </a:ln>
          </p:spPr>
        </p:sp>
        <p:sp>
          <p:nvSpPr>
            <p:cNvPr id="1677" name="four:time-step-strips:time-strip-tₐ-cell-87:1677">
              <a:extLst>
                <a:ext uri="{FF2B5EF4-FFF2-40B4-BE49-F238E27FC236}">
                  <ns2:creationId id="{7CF26C63-03E7-4B36-90F9-DF650DC858CF}"/>
                </a:ext>
              </a:extLst>
            </p:cNvPr>
            <p:cNvSpPr>
              <a:spLocks noGrp="1"/>
            </p:cNvSpPr>
            <p:nvPr/>
          </p:nvSpPr>
          <p:spPr>
            <a:xfrm>
              <a:off x="22578715" y="1581150"/>
              <a:ext cx="15379" cy="276225"/>
            </a:xfrm>
            <a:prstGeom prst="rect">
              <a:avLst/>
            </a:prstGeom>
            <a:solidFill>
              <a:srgbClr val="81C9BA"/>
            </a:solidFill>
            <a:ln w="0">
              <a:noFill/>
              <a:prstDash val="solid"/>
            </a:ln>
          </p:spPr>
        </p:sp>
        <p:sp>
          <p:nvSpPr>
            <p:cNvPr id="1678" name="four:time-step-strips:time-strip-tₐ-cell-88:1678">
              <a:extLst>
                <a:ext uri="{FF2B5EF4-FFF2-40B4-BE49-F238E27FC236}">
                  <ns2:creationId id="{4E602635-E459-4FDF-888F-7AEC2D1E9DDD}"/>
                </a:ext>
              </a:extLst>
            </p:cNvPr>
            <p:cNvSpPr>
              <a:spLocks noGrp="1"/>
            </p:cNvSpPr>
            <p:nvPr/>
          </p:nvSpPr>
          <p:spPr>
            <a:xfrm>
              <a:off x="22594094" y="1581150"/>
              <a:ext cx="15379" cy="276225"/>
            </a:xfrm>
            <a:prstGeom prst="rect">
              <a:avLst/>
            </a:prstGeom>
            <a:solidFill>
              <a:srgbClr val="81C9BA"/>
            </a:solidFill>
            <a:ln w="0">
              <a:noFill/>
              <a:prstDash val="solid"/>
            </a:ln>
          </p:spPr>
        </p:sp>
        <p:sp>
          <p:nvSpPr>
            <p:cNvPr id="1679" name="four:time-step-strips:time-strip-tₐ-cell-89:1679">
              <a:extLst>
                <a:ext uri="{FF2B5EF4-FFF2-40B4-BE49-F238E27FC236}">
                  <ns2:creationId id="{F64C78FC-25BA-4C34-B100-8CF90BC4572F}"/>
                </a:ext>
              </a:extLst>
            </p:cNvPr>
            <p:cNvSpPr>
              <a:spLocks noGrp="1"/>
            </p:cNvSpPr>
            <p:nvPr/>
          </p:nvSpPr>
          <p:spPr>
            <a:xfrm>
              <a:off x="22609473" y="1581150"/>
              <a:ext cx="15379" cy="276225"/>
            </a:xfrm>
            <a:prstGeom prst="rect">
              <a:avLst/>
            </a:prstGeom>
            <a:solidFill>
              <a:srgbClr val="81C9BA"/>
            </a:solidFill>
            <a:ln w="0">
              <a:noFill/>
              <a:prstDash val="solid"/>
            </a:ln>
          </p:spPr>
        </p:sp>
        <p:sp>
          <p:nvSpPr>
            <p:cNvPr id="1680" name="four:time-step-strips:time-strip-tₐ-cell-90:1680">
              <a:extLst>
                <a:ext uri="{FF2B5EF4-FFF2-40B4-BE49-F238E27FC236}">
                  <ns2:creationId id="{FC414B5A-F7C6-4292-BCCC-2279E1BDBA4C}"/>
                </a:ext>
              </a:extLst>
            </p:cNvPr>
            <p:cNvSpPr>
              <a:spLocks noGrp="1"/>
            </p:cNvSpPr>
            <p:nvPr/>
          </p:nvSpPr>
          <p:spPr>
            <a:xfrm>
              <a:off x="22624852" y="1581150"/>
              <a:ext cx="15379" cy="276225"/>
            </a:xfrm>
            <a:prstGeom prst="rect">
              <a:avLst/>
            </a:prstGeom>
            <a:solidFill>
              <a:srgbClr val="81C9BA"/>
            </a:solidFill>
            <a:ln w="0">
              <a:noFill/>
              <a:prstDash val="solid"/>
            </a:ln>
          </p:spPr>
        </p:sp>
        <p:sp>
          <p:nvSpPr>
            <p:cNvPr id="1681" name="four:time-step-strips:time-strip-tₐ-cell-91:1681">
              <a:extLst>
                <a:ext uri="{FF2B5EF4-FFF2-40B4-BE49-F238E27FC236}">
                  <ns2:creationId id="{A7290271-3874-43F2-9B95-4349D9C46067}"/>
                </a:ext>
              </a:extLst>
            </p:cNvPr>
            <p:cNvSpPr>
              <a:spLocks noGrp="1"/>
            </p:cNvSpPr>
            <p:nvPr/>
          </p:nvSpPr>
          <p:spPr>
            <a:xfrm>
              <a:off x="22640230" y="1581150"/>
              <a:ext cx="15379" cy="276225"/>
            </a:xfrm>
            <a:prstGeom prst="rect">
              <a:avLst/>
            </a:prstGeom>
            <a:solidFill>
              <a:srgbClr val="81C9BA"/>
            </a:solidFill>
            <a:ln w="0">
              <a:noFill/>
              <a:prstDash val="solid"/>
            </a:ln>
          </p:spPr>
        </p:sp>
        <p:sp>
          <p:nvSpPr>
            <p:cNvPr id="1682" name="four:time-step-strips:time-strip-tₐ-cell-92:1682">
              <a:extLst>
                <a:ext uri="{FF2B5EF4-FFF2-40B4-BE49-F238E27FC236}">
                  <ns2:creationId id="{1D8BD45D-3C0B-4CE9-BF71-DA8937A43B7C}"/>
                </a:ext>
              </a:extLst>
            </p:cNvPr>
            <p:cNvSpPr>
              <a:spLocks noGrp="1"/>
            </p:cNvSpPr>
            <p:nvPr/>
          </p:nvSpPr>
          <p:spPr>
            <a:xfrm>
              <a:off x="22655609" y="1581150"/>
              <a:ext cx="15379" cy="276225"/>
            </a:xfrm>
            <a:prstGeom prst="rect">
              <a:avLst/>
            </a:prstGeom>
            <a:solidFill>
              <a:srgbClr val="81C9BA"/>
            </a:solidFill>
            <a:ln w="0">
              <a:noFill/>
              <a:prstDash val="solid"/>
            </a:ln>
          </p:spPr>
        </p:sp>
        <p:sp>
          <p:nvSpPr>
            <p:cNvPr id="1683" name="four:time-step-strips:time-strip-tₐ-cell-93:1683">
              <a:extLst>
                <a:ext uri="{FF2B5EF4-FFF2-40B4-BE49-F238E27FC236}">
                  <ns2:creationId id="{3F82C22C-1692-4668-B0B2-4443FEB5ADC4}"/>
                </a:ext>
              </a:extLst>
            </p:cNvPr>
            <p:cNvSpPr>
              <a:spLocks noGrp="1"/>
            </p:cNvSpPr>
            <p:nvPr/>
          </p:nvSpPr>
          <p:spPr>
            <a:xfrm>
              <a:off x="22670988" y="1581150"/>
              <a:ext cx="15379" cy="276225"/>
            </a:xfrm>
            <a:prstGeom prst="rect">
              <a:avLst/>
            </a:prstGeom>
            <a:solidFill>
              <a:srgbClr val="81C9BA"/>
            </a:solidFill>
            <a:ln w="0">
              <a:noFill/>
              <a:prstDash val="solid"/>
            </a:ln>
          </p:spPr>
        </p:sp>
        <p:sp>
          <p:nvSpPr>
            <p:cNvPr id="1684" name="four:time-step-strips:time-strip-tₐ-cell-94:1684">
              <a:extLst>
                <a:ext uri="{FF2B5EF4-FFF2-40B4-BE49-F238E27FC236}">
                  <ns2:creationId id="{11CDBDAA-A444-4071-8394-76AEFED9FE4A}"/>
                </a:ext>
              </a:extLst>
            </p:cNvPr>
            <p:cNvSpPr>
              <a:spLocks noGrp="1"/>
            </p:cNvSpPr>
            <p:nvPr/>
          </p:nvSpPr>
          <p:spPr>
            <a:xfrm>
              <a:off x="22686367" y="1581150"/>
              <a:ext cx="15379" cy="276225"/>
            </a:xfrm>
            <a:prstGeom prst="rect">
              <a:avLst/>
            </a:prstGeom>
            <a:solidFill>
              <a:srgbClr val="81C9BA"/>
            </a:solidFill>
            <a:ln w="0">
              <a:noFill/>
              <a:prstDash val="solid"/>
            </a:ln>
          </p:spPr>
        </p:sp>
        <p:sp>
          <p:nvSpPr>
            <p:cNvPr id="1685" name="four:time-step-strips:time-strip-tₐ-cell-95:1685">
              <a:extLst>
                <a:ext uri="{FF2B5EF4-FFF2-40B4-BE49-F238E27FC236}">
                  <ns2:creationId id="{1EAC5AE9-5AF9-442C-AA91-070CBFFC4193}"/>
                </a:ext>
              </a:extLst>
            </p:cNvPr>
            <p:cNvSpPr>
              <a:spLocks noGrp="1"/>
            </p:cNvSpPr>
            <p:nvPr/>
          </p:nvSpPr>
          <p:spPr>
            <a:xfrm>
              <a:off x="22701746" y="1581150"/>
              <a:ext cx="15379" cy="276225"/>
            </a:xfrm>
            <a:prstGeom prst="rect">
              <a:avLst/>
            </a:prstGeom>
            <a:solidFill>
              <a:srgbClr val="81C9BA"/>
            </a:solidFill>
            <a:ln w="0">
              <a:noFill/>
              <a:prstDash val="solid"/>
            </a:ln>
          </p:spPr>
        </p:sp>
        <p:sp>
          <p:nvSpPr>
            <p:cNvPr id="1686" name="four:time-step-strips:time-strip-tₐ-cell-96:1686">
              <a:extLst>
                <a:ext uri="{FF2B5EF4-FFF2-40B4-BE49-F238E27FC236}">
                  <ns2:creationId id="{3D0F1D22-AE96-4CC0-95C6-00CFFBC1AAD5}"/>
                </a:ext>
              </a:extLst>
            </p:cNvPr>
            <p:cNvSpPr>
              <a:spLocks noGrp="1"/>
            </p:cNvSpPr>
            <p:nvPr/>
          </p:nvSpPr>
          <p:spPr>
            <a:xfrm>
              <a:off x="22717125" y="1581150"/>
              <a:ext cx="15379" cy="276225"/>
            </a:xfrm>
            <a:prstGeom prst="rect">
              <a:avLst/>
            </a:prstGeom>
            <a:solidFill>
              <a:srgbClr val="81C9BA"/>
            </a:solidFill>
            <a:ln w="0">
              <a:noFill/>
              <a:prstDash val="solid"/>
            </a:ln>
          </p:spPr>
        </p:sp>
        <p:sp>
          <p:nvSpPr>
            <p:cNvPr id="1687" name="four:time-step-strips:time-strip-tₐ-cell-97:1687">
              <a:extLst>
                <a:ext uri="{FF2B5EF4-FFF2-40B4-BE49-F238E27FC236}">
                  <ns2:creationId id="{3B02FC1D-1D8B-479E-B59C-8DD4E1B3156A}"/>
                </a:ext>
              </a:extLst>
            </p:cNvPr>
            <p:cNvSpPr>
              <a:spLocks noGrp="1"/>
            </p:cNvSpPr>
            <p:nvPr/>
          </p:nvSpPr>
          <p:spPr>
            <a:xfrm>
              <a:off x="22732504" y="1581150"/>
              <a:ext cx="15379" cy="276225"/>
            </a:xfrm>
            <a:prstGeom prst="rect">
              <a:avLst/>
            </a:prstGeom>
            <a:solidFill>
              <a:srgbClr val="81C9BA"/>
            </a:solidFill>
            <a:ln w="0">
              <a:noFill/>
              <a:prstDash val="solid"/>
            </a:ln>
          </p:spPr>
        </p:sp>
        <p:sp>
          <p:nvSpPr>
            <p:cNvPr id="1688" name="four:time-step-strips:time-strip-tₐ-cell-98:1688">
              <a:extLst>
                <a:ext uri="{FF2B5EF4-FFF2-40B4-BE49-F238E27FC236}">
                  <ns2:creationId id="{A8B7E33F-A54F-4857-9BB8-CC7AA67F2B46}"/>
                </a:ext>
              </a:extLst>
            </p:cNvPr>
            <p:cNvSpPr>
              <a:spLocks noGrp="1"/>
            </p:cNvSpPr>
            <p:nvPr/>
          </p:nvSpPr>
          <p:spPr>
            <a:xfrm>
              <a:off x="22747883" y="1581150"/>
              <a:ext cx="15379" cy="276225"/>
            </a:xfrm>
            <a:prstGeom prst="rect">
              <a:avLst/>
            </a:prstGeom>
            <a:solidFill>
              <a:srgbClr val="81C9BA"/>
            </a:solidFill>
            <a:ln w="0">
              <a:noFill/>
              <a:prstDash val="solid"/>
            </a:ln>
          </p:spPr>
        </p:sp>
        <p:sp>
          <p:nvSpPr>
            <p:cNvPr id="1689" name="four:time-step-strips:time-strip-tₐ-cell-99:1689">
              <a:extLst>
                <a:ext uri="{FF2B5EF4-FFF2-40B4-BE49-F238E27FC236}">
                  <ns2:creationId id="{952FA95A-F67D-44CF-B80A-23092E86DF3B}"/>
                </a:ext>
              </a:extLst>
            </p:cNvPr>
            <p:cNvSpPr>
              <a:spLocks noGrp="1"/>
            </p:cNvSpPr>
            <p:nvPr/>
          </p:nvSpPr>
          <p:spPr>
            <a:xfrm>
              <a:off x="22763262" y="1581150"/>
              <a:ext cx="15379" cy="276225"/>
            </a:xfrm>
            <a:prstGeom prst="rect">
              <a:avLst/>
            </a:prstGeom>
            <a:solidFill>
              <a:srgbClr val="81C9BA"/>
            </a:solidFill>
            <a:ln w="0">
              <a:noFill/>
              <a:prstDash val="solid"/>
            </a:ln>
          </p:spPr>
        </p:sp>
        <p:sp>
          <p:nvSpPr>
            <p:cNvPr id="1690" name="four:time-step-strips:time-strip-tₐ-cell-100:1690">
              <a:extLst>
                <a:ext uri="{FF2B5EF4-FFF2-40B4-BE49-F238E27FC236}">
                  <ns2:creationId id="{C3D0C322-518D-42ED-AA28-DE324C85D38E}"/>
                </a:ext>
              </a:extLst>
            </p:cNvPr>
            <p:cNvSpPr>
              <a:spLocks noGrp="1"/>
            </p:cNvSpPr>
            <p:nvPr/>
          </p:nvSpPr>
          <p:spPr>
            <a:xfrm>
              <a:off x="22778641" y="1581150"/>
              <a:ext cx="15379" cy="276225"/>
            </a:xfrm>
            <a:prstGeom prst="rect">
              <a:avLst/>
            </a:prstGeom>
            <a:solidFill>
              <a:srgbClr val="81C9BA"/>
            </a:solidFill>
            <a:ln w="0">
              <a:noFill/>
              <a:prstDash val="solid"/>
            </a:ln>
          </p:spPr>
        </p:sp>
        <p:sp>
          <p:nvSpPr>
            <p:cNvPr id="1691" name="four:time-step-strips:time-strip-tₐ-cell-101:1691">
              <a:extLst>
                <a:ext uri="{FF2B5EF4-FFF2-40B4-BE49-F238E27FC236}">
                  <ns2:creationId id="{0278B97B-6689-4FD6-A5BC-C2A965596241}"/>
                </a:ext>
              </a:extLst>
            </p:cNvPr>
            <p:cNvSpPr>
              <a:spLocks noGrp="1"/>
            </p:cNvSpPr>
            <p:nvPr/>
          </p:nvSpPr>
          <p:spPr>
            <a:xfrm>
              <a:off x="22794020" y="1581150"/>
              <a:ext cx="15379" cy="276225"/>
            </a:xfrm>
            <a:prstGeom prst="rect">
              <a:avLst/>
            </a:prstGeom>
            <a:solidFill>
              <a:srgbClr val="81C9BA"/>
            </a:solidFill>
            <a:ln w="0">
              <a:noFill/>
              <a:prstDash val="solid"/>
            </a:ln>
          </p:spPr>
        </p:sp>
        <p:sp>
          <p:nvSpPr>
            <p:cNvPr id="1692" name="four:time-step-strips:time-strip-tₐ-cell-102:1692">
              <a:extLst>
                <a:ext uri="{FF2B5EF4-FFF2-40B4-BE49-F238E27FC236}">
                  <ns2:creationId id="{8AF2E931-C90D-46D5-8842-C45AC89FEFF2}"/>
                </a:ext>
              </a:extLst>
            </p:cNvPr>
            <p:cNvSpPr>
              <a:spLocks noGrp="1"/>
            </p:cNvSpPr>
            <p:nvPr/>
          </p:nvSpPr>
          <p:spPr>
            <a:xfrm>
              <a:off x="22809398" y="1581150"/>
              <a:ext cx="15379" cy="276225"/>
            </a:xfrm>
            <a:prstGeom prst="rect">
              <a:avLst/>
            </a:prstGeom>
            <a:solidFill>
              <a:srgbClr val="81C9BA"/>
            </a:solidFill>
            <a:ln w="0">
              <a:noFill/>
              <a:prstDash val="solid"/>
            </a:ln>
          </p:spPr>
        </p:sp>
        <p:sp>
          <p:nvSpPr>
            <p:cNvPr id="1693" name="four:time-step-strips:time-strip-tₐ-cell-103:1693">
              <a:extLst>
                <a:ext uri="{FF2B5EF4-FFF2-40B4-BE49-F238E27FC236}">
                  <ns2:creationId id="{41E25C53-4378-45CC-9BB5-DD76F66E634E}"/>
                </a:ext>
              </a:extLst>
            </p:cNvPr>
            <p:cNvSpPr>
              <a:spLocks noGrp="1"/>
            </p:cNvSpPr>
            <p:nvPr/>
          </p:nvSpPr>
          <p:spPr>
            <a:xfrm>
              <a:off x="22824777" y="1581150"/>
              <a:ext cx="15379" cy="276225"/>
            </a:xfrm>
            <a:prstGeom prst="rect">
              <a:avLst/>
            </a:prstGeom>
            <a:solidFill>
              <a:srgbClr val="81C9BA"/>
            </a:solidFill>
            <a:ln w="0">
              <a:noFill/>
              <a:prstDash val="solid"/>
            </a:ln>
          </p:spPr>
        </p:sp>
        <p:sp>
          <p:nvSpPr>
            <p:cNvPr id="1694" name="four:time-step-strips:time-strip-tₐ-cell-104:1694">
              <a:extLst>
                <a:ext uri="{FF2B5EF4-FFF2-40B4-BE49-F238E27FC236}">
                  <ns2:creationId id="{BB763271-7E4E-456C-AF74-8592A00A05EF}"/>
                </a:ext>
              </a:extLst>
            </p:cNvPr>
            <p:cNvSpPr>
              <a:spLocks noGrp="1"/>
            </p:cNvSpPr>
            <p:nvPr/>
          </p:nvSpPr>
          <p:spPr>
            <a:xfrm>
              <a:off x="22840156" y="1581150"/>
              <a:ext cx="15379" cy="276225"/>
            </a:xfrm>
            <a:prstGeom prst="rect">
              <a:avLst/>
            </a:prstGeom>
            <a:solidFill>
              <a:srgbClr val="81C9BA"/>
            </a:solidFill>
            <a:ln w="0">
              <a:noFill/>
              <a:prstDash val="solid"/>
            </a:ln>
          </p:spPr>
        </p:sp>
        <p:sp>
          <p:nvSpPr>
            <p:cNvPr id="1695" name="four:time-step-strips:time-strip-tₐ-cell-105:1695">
              <a:extLst>
                <a:ext uri="{FF2B5EF4-FFF2-40B4-BE49-F238E27FC236}">
                  <ns2:creationId id="{B602CAB0-46C5-416E-85CA-78779ACB3481}"/>
                </a:ext>
              </a:extLst>
            </p:cNvPr>
            <p:cNvSpPr>
              <a:spLocks noGrp="1"/>
            </p:cNvSpPr>
            <p:nvPr/>
          </p:nvSpPr>
          <p:spPr>
            <a:xfrm>
              <a:off x="22855535" y="1581150"/>
              <a:ext cx="15379" cy="276225"/>
            </a:xfrm>
            <a:prstGeom prst="rect">
              <a:avLst/>
            </a:prstGeom>
            <a:solidFill>
              <a:srgbClr val="81C9BA"/>
            </a:solidFill>
            <a:ln w="0">
              <a:noFill/>
              <a:prstDash val="solid"/>
            </a:ln>
          </p:spPr>
        </p:sp>
        <p:sp>
          <p:nvSpPr>
            <p:cNvPr id="1696" name="four:time-step-strips:time-strip-tₐ-cell-106:1696">
              <a:extLst>
                <a:ext uri="{FF2B5EF4-FFF2-40B4-BE49-F238E27FC236}">
                  <ns2:creationId id="{96B09638-9CE4-48FE-8AD4-580F5E121EC8}"/>
                </a:ext>
              </a:extLst>
            </p:cNvPr>
            <p:cNvSpPr>
              <a:spLocks noGrp="1"/>
            </p:cNvSpPr>
            <p:nvPr/>
          </p:nvSpPr>
          <p:spPr>
            <a:xfrm>
              <a:off x="22870914" y="1581150"/>
              <a:ext cx="15379" cy="276225"/>
            </a:xfrm>
            <a:prstGeom prst="rect">
              <a:avLst/>
            </a:prstGeom>
            <a:solidFill>
              <a:srgbClr val="81C9BA"/>
            </a:solidFill>
            <a:ln w="0">
              <a:noFill/>
              <a:prstDash val="solid"/>
            </a:ln>
          </p:spPr>
        </p:sp>
        <p:sp>
          <p:nvSpPr>
            <p:cNvPr id="1697" name="four:time-step-strips:time-strip-tₐ-cell-107:1697">
              <a:extLst>
                <a:ext uri="{FF2B5EF4-FFF2-40B4-BE49-F238E27FC236}">
                  <ns2:creationId id="{BCB41DC4-0890-4482-B657-5A3A4FA7BDA2}"/>
                </a:ext>
              </a:extLst>
            </p:cNvPr>
            <p:cNvSpPr>
              <a:spLocks noGrp="1"/>
            </p:cNvSpPr>
            <p:nvPr/>
          </p:nvSpPr>
          <p:spPr>
            <a:xfrm>
              <a:off x="22886293" y="1581150"/>
              <a:ext cx="15379" cy="276225"/>
            </a:xfrm>
            <a:prstGeom prst="rect">
              <a:avLst/>
            </a:prstGeom>
            <a:solidFill>
              <a:srgbClr val="81C9BA"/>
            </a:solidFill>
            <a:ln w="0">
              <a:noFill/>
              <a:prstDash val="solid"/>
            </a:ln>
          </p:spPr>
        </p:sp>
        <p:sp>
          <p:nvSpPr>
            <p:cNvPr id="1698" name="four:time-step-strips:time-strip-tₐ-cell-108:1698">
              <a:extLst>
                <a:ext uri="{FF2B5EF4-FFF2-40B4-BE49-F238E27FC236}">
                  <ns2:creationId id="{AF911E21-2249-48F6-87F7-A1D8103161A2}"/>
                </a:ext>
              </a:extLst>
            </p:cNvPr>
            <p:cNvSpPr>
              <a:spLocks noGrp="1"/>
            </p:cNvSpPr>
            <p:nvPr/>
          </p:nvSpPr>
          <p:spPr>
            <a:xfrm>
              <a:off x="22901672" y="1581150"/>
              <a:ext cx="15379" cy="276225"/>
            </a:xfrm>
            <a:prstGeom prst="rect">
              <a:avLst/>
            </a:prstGeom>
            <a:solidFill>
              <a:srgbClr val="81C9BA"/>
            </a:solidFill>
            <a:ln w="0">
              <a:noFill/>
              <a:prstDash val="solid"/>
            </a:ln>
          </p:spPr>
        </p:sp>
        <p:sp>
          <p:nvSpPr>
            <p:cNvPr id="1699" name="four:time-step-strips:time-strip-tₐ-cell-109:1699">
              <a:extLst>
                <a:ext uri="{FF2B5EF4-FFF2-40B4-BE49-F238E27FC236}">
                  <ns2:creationId id="{FB9DCE11-6E79-4265-BAC8-AED2CE6E1769}"/>
                </a:ext>
              </a:extLst>
            </p:cNvPr>
            <p:cNvSpPr>
              <a:spLocks noGrp="1"/>
            </p:cNvSpPr>
            <p:nvPr/>
          </p:nvSpPr>
          <p:spPr>
            <a:xfrm>
              <a:off x="22917051" y="1581150"/>
              <a:ext cx="15379" cy="276225"/>
            </a:xfrm>
            <a:prstGeom prst="rect">
              <a:avLst/>
            </a:prstGeom>
            <a:solidFill>
              <a:srgbClr val="7FC9B9"/>
            </a:solidFill>
            <a:ln w="0">
              <a:noFill/>
              <a:prstDash val="solid"/>
            </a:ln>
          </p:spPr>
        </p:sp>
        <p:sp>
          <p:nvSpPr>
            <p:cNvPr id="1700" name="four:time-step-strips:time-strip-tₐ-cell-110:1700">
              <a:extLst>
                <a:ext uri="{FF2B5EF4-FFF2-40B4-BE49-F238E27FC236}">
                  <ns2:creationId id="{A018A4E2-1626-4F46-932A-F9E2B5137CB5}"/>
                </a:ext>
              </a:extLst>
            </p:cNvPr>
            <p:cNvSpPr>
              <a:spLocks noGrp="1"/>
            </p:cNvSpPr>
            <p:nvPr/>
          </p:nvSpPr>
          <p:spPr>
            <a:xfrm>
              <a:off x="22932430" y="1581150"/>
              <a:ext cx="15379" cy="276225"/>
            </a:xfrm>
            <a:prstGeom prst="rect">
              <a:avLst/>
            </a:prstGeom>
            <a:solidFill>
              <a:srgbClr val="73C5B3"/>
            </a:solidFill>
            <a:ln w="0">
              <a:noFill/>
              <a:prstDash val="solid"/>
            </a:ln>
          </p:spPr>
        </p:sp>
        <p:sp>
          <p:nvSpPr>
            <p:cNvPr id="1701" name="four:time-step-strips:time-strip-tₐ-cell-111:1701">
              <a:extLst>
                <a:ext uri="{FF2B5EF4-FFF2-40B4-BE49-F238E27FC236}">
                  <ns2:creationId id="{503488FC-9C21-46D0-AD0D-ECA5CDFCD8D6}"/>
                </a:ext>
              </a:extLst>
            </p:cNvPr>
            <p:cNvSpPr>
              <a:spLocks noGrp="1"/>
            </p:cNvSpPr>
            <p:nvPr/>
          </p:nvSpPr>
          <p:spPr>
            <a:xfrm>
              <a:off x="22947809" y="1581150"/>
              <a:ext cx="15379" cy="276225"/>
            </a:xfrm>
            <a:prstGeom prst="rect">
              <a:avLst/>
            </a:prstGeom>
            <a:solidFill>
              <a:srgbClr val="60BEA8"/>
            </a:solidFill>
            <a:ln w="0">
              <a:noFill/>
              <a:prstDash val="solid"/>
            </a:ln>
          </p:spPr>
        </p:sp>
        <p:sp>
          <p:nvSpPr>
            <p:cNvPr id="1702" name="four:time-step-strips:time-strip-tₐ-cell-112:1702">
              <a:extLst>
                <a:ext uri="{FF2B5EF4-FFF2-40B4-BE49-F238E27FC236}">
                  <ns2:creationId id="{E6CF45C4-EDFA-4596-A4EE-6D0CBD3A9844}"/>
                </a:ext>
              </a:extLst>
            </p:cNvPr>
            <p:cNvSpPr>
              <a:spLocks noGrp="1"/>
            </p:cNvSpPr>
            <p:nvPr/>
          </p:nvSpPr>
          <p:spPr>
            <a:xfrm>
              <a:off x="22963188" y="1581150"/>
              <a:ext cx="15379" cy="276225"/>
            </a:xfrm>
            <a:prstGeom prst="rect">
              <a:avLst/>
            </a:prstGeom>
            <a:solidFill>
              <a:srgbClr val="48B69B"/>
            </a:solidFill>
            <a:ln w="0">
              <a:noFill/>
              <a:prstDash val="solid"/>
            </a:ln>
          </p:spPr>
        </p:sp>
        <p:sp>
          <p:nvSpPr>
            <p:cNvPr id="1703" name="four:time-step-strips:time-strip-tₐ-cell-113:1703">
              <a:extLst>
                <a:ext uri="{FF2B5EF4-FFF2-40B4-BE49-F238E27FC236}">
                  <ns2:creationId id="{9E7CEE56-687D-4887-8505-13EA44F04AAE}"/>
                </a:ext>
              </a:extLst>
            </p:cNvPr>
            <p:cNvSpPr>
              <a:spLocks noGrp="1"/>
            </p:cNvSpPr>
            <p:nvPr/>
          </p:nvSpPr>
          <p:spPr>
            <a:xfrm>
              <a:off x="22978566" y="1581150"/>
              <a:ext cx="15379" cy="276225"/>
            </a:xfrm>
            <a:prstGeom prst="rect">
              <a:avLst/>
            </a:prstGeom>
            <a:solidFill>
              <a:srgbClr val="2EAE8D"/>
            </a:solidFill>
            <a:ln w="0">
              <a:noFill/>
              <a:prstDash val="solid"/>
            </a:ln>
          </p:spPr>
        </p:sp>
        <p:sp>
          <p:nvSpPr>
            <p:cNvPr id="1704" name="four:time-step-strips:time-strip-tₐ-cell-114:1704">
              <a:extLst>
                <a:ext uri="{FF2B5EF4-FFF2-40B4-BE49-F238E27FC236}">
                  <ns2:creationId id="{C06C66C2-F77E-44D6-B5E5-FFCE5C7BC63D}"/>
                </a:ext>
              </a:extLst>
            </p:cNvPr>
            <p:cNvSpPr>
              <a:spLocks noGrp="1"/>
            </p:cNvSpPr>
            <p:nvPr/>
          </p:nvSpPr>
          <p:spPr>
            <a:xfrm>
              <a:off x="22993945" y="1581150"/>
              <a:ext cx="15379" cy="276225"/>
            </a:xfrm>
            <a:prstGeom prst="rect">
              <a:avLst/>
            </a:prstGeom>
            <a:solidFill>
              <a:srgbClr val="1AA781"/>
            </a:solidFill>
            <a:ln w="0">
              <a:noFill/>
              <a:prstDash val="solid"/>
            </a:ln>
          </p:spPr>
        </p:sp>
        <p:sp>
          <p:nvSpPr>
            <p:cNvPr id="1705" name="four:time-step-strips:time-strip-tₐ-cell-115:1705">
              <a:extLst>
                <a:ext uri="{FF2B5EF4-FFF2-40B4-BE49-F238E27FC236}">
                  <ns2:creationId id="{939254F5-8767-42EC-89BF-4FC861FD6BF7}"/>
                </a:ext>
              </a:extLst>
            </p:cNvPr>
            <p:cNvSpPr>
              <a:spLocks noGrp="1"/>
            </p:cNvSpPr>
            <p:nvPr/>
          </p:nvSpPr>
          <p:spPr>
            <a:xfrm>
              <a:off x="23009324" y="1581150"/>
              <a:ext cx="15379" cy="276225"/>
            </a:xfrm>
            <a:prstGeom prst="rect">
              <a:avLst/>
            </a:prstGeom>
            <a:solidFill>
              <a:srgbClr val="07A177"/>
            </a:solidFill>
            <a:ln w="0">
              <a:noFill/>
              <a:prstDash val="solid"/>
            </a:ln>
          </p:spPr>
        </p:sp>
        <p:sp>
          <p:nvSpPr>
            <p:cNvPr id="1706" name="four:time-step-strips:time-strip-tₐ-cell-116:1706">
              <a:extLst>
                <a:ext uri="{FF2B5EF4-FFF2-40B4-BE49-F238E27FC236}">
                  <ns2:creationId id="{E76FD28C-2E4B-4756-AEF5-2E213568AEC1}"/>
                </a:ext>
              </a:extLst>
            </p:cNvPr>
            <p:cNvSpPr>
              <a:spLocks noGrp="1"/>
            </p:cNvSpPr>
            <p:nvPr/>
          </p:nvSpPr>
          <p:spPr>
            <a:xfrm>
              <a:off x="23024703" y="1581150"/>
              <a:ext cx="15379" cy="276225"/>
            </a:xfrm>
            <a:prstGeom prst="rect">
              <a:avLst/>
            </a:prstGeom>
            <a:solidFill>
              <a:srgbClr val="009E73"/>
            </a:solidFill>
            <a:ln w="0">
              <a:noFill/>
              <a:prstDash val="solid"/>
            </a:ln>
          </p:spPr>
        </p:sp>
        <p:sp>
          <p:nvSpPr>
            <p:cNvPr id="1707" name="four:time-step-strips:time-strip-tₐ-cell-117:1707">
              <a:extLst>
                <a:ext uri="{FF2B5EF4-FFF2-40B4-BE49-F238E27FC236}">
                  <ns2:creationId id="{DD0BFF92-992C-4305-B747-48F7350EA9D3}"/>
                </a:ext>
              </a:extLst>
            </p:cNvPr>
            <p:cNvSpPr>
              <a:spLocks noGrp="1"/>
            </p:cNvSpPr>
            <p:nvPr/>
          </p:nvSpPr>
          <p:spPr>
            <a:xfrm>
              <a:off x="23040082" y="1581150"/>
              <a:ext cx="15379" cy="276225"/>
            </a:xfrm>
            <a:prstGeom prst="rect">
              <a:avLst/>
            </a:prstGeom>
            <a:solidFill>
              <a:srgbClr val="009E73"/>
            </a:solidFill>
            <a:ln w="0">
              <a:noFill/>
              <a:prstDash val="solid"/>
            </a:ln>
          </p:spPr>
        </p:sp>
        <p:sp>
          <p:nvSpPr>
            <p:cNvPr id="1708" name="four:time-step-strips:time-strip-tₐ-cell-118:1708">
              <a:extLst>
                <a:ext uri="{FF2B5EF4-FFF2-40B4-BE49-F238E27FC236}">
                  <ns2:creationId id="{5F152DB8-5D28-420F-95DE-B4FB26B2F648}"/>
                </a:ext>
              </a:extLst>
            </p:cNvPr>
            <p:cNvSpPr>
              <a:spLocks noGrp="1"/>
            </p:cNvSpPr>
            <p:nvPr/>
          </p:nvSpPr>
          <p:spPr>
            <a:xfrm>
              <a:off x="23055461" y="1581150"/>
              <a:ext cx="15379" cy="276225"/>
            </a:xfrm>
            <a:prstGeom prst="rect">
              <a:avLst/>
            </a:prstGeom>
            <a:solidFill>
              <a:srgbClr val="009E73"/>
            </a:solidFill>
            <a:ln w="0">
              <a:noFill/>
              <a:prstDash val="solid"/>
            </a:ln>
          </p:spPr>
        </p:sp>
        <p:sp>
          <p:nvSpPr>
            <p:cNvPr id="1709" name="four:time-step-strips:time-strip-tₐ-cell-119:1709">
              <a:extLst>
                <a:ext uri="{FF2B5EF4-FFF2-40B4-BE49-F238E27FC236}">
                  <ns2:creationId id="{5DC570B8-A79F-48CF-83C2-5DDBF7D8DCF4}"/>
                </a:ext>
              </a:extLst>
            </p:cNvPr>
            <p:cNvSpPr>
              <a:spLocks noGrp="1"/>
            </p:cNvSpPr>
            <p:nvPr/>
          </p:nvSpPr>
          <p:spPr>
            <a:xfrm>
              <a:off x="23070840" y="1581150"/>
              <a:ext cx="15379" cy="276225"/>
            </a:xfrm>
            <a:prstGeom prst="rect">
              <a:avLst/>
            </a:prstGeom>
            <a:solidFill>
              <a:srgbClr val="009E73"/>
            </a:solidFill>
            <a:ln w="0">
              <a:noFill/>
              <a:prstDash val="solid"/>
            </a:ln>
          </p:spPr>
        </p:sp>
        <p:sp>
          <p:nvSpPr>
            <p:cNvPr id="1710" name="four:time-step-strips:time-strip-tₐ-cell-120:1710">
              <a:extLst>
                <a:ext uri="{FF2B5EF4-FFF2-40B4-BE49-F238E27FC236}">
                  <ns2:creationId id="{3B8C3370-D2CA-46CF-A8C3-DF4078CBC2D4}"/>
                </a:ext>
              </a:extLst>
            </p:cNvPr>
            <p:cNvSpPr>
              <a:spLocks noGrp="1"/>
            </p:cNvSpPr>
            <p:nvPr/>
          </p:nvSpPr>
          <p:spPr>
            <a:xfrm>
              <a:off x="23086219" y="1581150"/>
              <a:ext cx="15379" cy="276225"/>
            </a:xfrm>
            <a:prstGeom prst="rect">
              <a:avLst/>
            </a:prstGeom>
            <a:solidFill>
              <a:srgbClr val="009E73"/>
            </a:solidFill>
            <a:ln w="0">
              <a:noFill/>
              <a:prstDash val="solid"/>
            </a:ln>
          </p:spPr>
        </p:sp>
        <p:sp>
          <p:nvSpPr>
            <p:cNvPr id="1711" name="four:time-step-strips:time-strip-tₐ-cell-121:1711">
              <a:extLst>
                <a:ext uri="{FF2B5EF4-FFF2-40B4-BE49-F238E27FC236}">
                  <ns2:creationId id="{889E00F7-FDF6-48E6-8597-60ECF5F08A08}"/>
                </a:ext>
              </a:extLst>
            </p:cNvPr>
            <p:cNvSpPr>
              <a:spLocks noGrp="1"/>
            </p:cNvSpPr>
            <p:nvPr/>
          </p:nvSpPr>
          <p:spPr>
            <a:xfrm>
              <a:off x="23101598" y="1581150"/>
              <a:ext cx="15379" cy="276225"/>
            </a:xfrm>
            <a:prstGeom prst="rect">
              <a:avLst/>
            </a:prstGeom>
            <a:solidFill>
              <a:srgbClr val="009E73"/>
            </a:solidFill>
            <a:ln w="0">
              <a:noFill/>
              <a:prstDash val="solid"/>
            </a:ln>
          </p:spPr>
        </p:sp>
        <p:sp>
          <p:nvSpPr>
            <p:cNvPr id="1712" name="four:time-step-strips:time-strip-tₐ-cell-122:1712">
              <a:extLst>
                <a:ext uri="{FF2B5EF4-FFF2-40B4-BE49-F238E27FC236}">
                  <ns2:creationId id="{45899EF6-F69B-4D63-971B-BBD05C1C4367}"/>
                </a:ext>
              </a:extLst>
            </p:cNvPr>
            <p:cNvSpPr>
              <a:spLocks noGrp="1"/>
            </p:cNvSpPr>
            <p:nvPr/>
          </p:nvSpPr>
          <p:spPr>
            <a:xfrm>
              <a:off x="23116977" y="1581150"/>
              <a:ext cx="15379" cy="276225"/>
            </a:xfrm>
            <a:prstGeom prst="rect">
              <a:avLst/>
            </a:prstGeom>
            <a:solidFill>
              <a:srgbClr val="009E73"/>
            </a:solidFill>
            <a:ln w="0">
              <a:noFill/>
              <a:prstDash val="solid"/>
            </a:ln>
          </p:spPr>
        </p:sp>
        <p:sp>
          <p:nvSpPr>
            <p:cNvPr id="1713" name="four:time-step-strips:time-strip-tₐ-cell-123:1713">
              <a:extLst>
                <a:ext uri="{FF2B5EF4-FFF2-40B4-BE49-F238E27FC236}">
                  <ns2:creationId id="{D28ADE53-89AE-4484-BE12-F979D1A68EE0}"/>
                </a:ext>
              </a:extLst>
            </p:cNvPr>
            <p:cNvSpPr>
              <a:spLocks noGrp="1"/>
            </p:cNvSpPr>
            <p:nvPr/>
          </p:nvSpPr>
          <p:spPr>
            <a:xfrm>
              <a:off x="23132355" y="1581150"/>
              <a:ext cx="15379" cy="276225"/>
            </a:xfrm>
            <a:prstGeom prst="rect">
              <a:avLst/>
            </a:prstGeom>
            <a:solidFill>
              <a:srgbClr val="009E73"/>
            </a:solidFill>
            <a:ln w="0">
              <a:noFill/>
              <a:prstDash val="solid"/>
            </a:ln>
          </p:spPr>
        </p:sp>
        <p:sp>
          <p:nvSpPr>
            <p:cNvPr id="1714" name="four:time-step-strips:time-strip-tₐ-cell-124:1714">
              <a:extLst>
                <a:ext uri="{FF2B5EF4-FFF2-40B4-BE49-F238E27FC236}">
                  <ns2:creationId id="{A701D7E9-6542-4C2F-9C78-D15E6C2B9000}"/>
                </a:ext>
              </a:extLst>
            </p:cNvPr>
            <p:cNvSpPr>
              <a:spLocks noGrp="1"/>
            </p:cNvSpPr>
            <p:nvPr/>
          </p:nvSpPr>
          <p:spPr>
            <a:xfrm>
              <a:off x="23147734" y="1581150"/>
              <a:ext cx="15379" cy="276225"/>
            </a:xfrm>
            <a:prstGeom prst="rect">
              <a:avLst/>
            </a:prstGeom>
            <a:solidFill>
              <a:srgbClr val="009E73"/>
            </a:solidFill>
            <a:ln w="0">
              <a:noFill/>
              <a:prstDash val="solid"/>
            </a:ln>
          </p:spPr>
        </p:sp>
        <p:sp>
          <p:nvSpPr>
            <p:cNvPr id="1715" name="four:time-step-strips:time-strip-tₐ-cell-125:1715">
              <a:extLst>
                <a:ext uri="{FF2B5EF4-FFF2-40B4-BE49-F238E27FC236}">
                  <ns2:creationId id="{3CB63930-0F49-4703-B80A-2D19BADD61EC}"/>
                </a:ext>
              </a:extLst>
            </p:cNvPr>
            <p:cNvSpPr>
              <a:spLocks noGrp="1"/>
            </p:cNvSpPr>
            <p:nvPr/>
          </p:nvSpPr>
          <p:spPr>
            <a:xfrm>
              <a:off x="23163113" y="1581150"/>
              <a:ext cx="15379" cy="276225"/>
            </a:xfrm>
            <a:prstGeom prst="rect">
              <a:avLst/>
            </a:prstGeom>
            <a:solidFill>
              <a:srgbClr val="009E73"/>
            </a:solidFill>
            <a:ln w="0">
              <a:noFill/>
              <a:prstDash val="solid"/>
            </a:ln>
          </p:spPr>
        </p:sp>
        <p:sp>
          <p:nvSpPr>
            <p:cNvPr id="1716" name="four:time-step-strips:time-strip-tₐ-cell-126:1716">
              <a:extLst>
                <a:ext uri="{FF2B5EF4-FFF2-40B4-BE49-F238E27FC236}">
                  <ns2:creationId id="{2F37E922-9968-4BAC-A2C1-63CD023C4E83}"/>
                </a:ext>
              </a:extLst>
            </p:cNvPr>
            <p:cNvSpPr>
              <a:spLocks noGrp="1"/>
            </p:cNvSpPr>
            <p:nvPr/>
          </p:nvSpPr>
          <p:spPr>
            <a:xfrm>
              <a:off x="23178492" y="1581150"/>
              <a:ext cx="15379" cy="276225"/>
            </a:xfrm>
            <a:prstGeom prst="rect">
              <a:avLst/>
            </a:prstGeom>
            <a:solidFill>
              <a:srgbClr val="009E73"/>
            </a:solidFill>
            <a:ln w="0">
              <a:noFill/>
              <a:prstDash val="solid"/>
            </a:ln>
          </p:spPr>
        </p:sp>
        <p:sp>
          <p:nvSpPr>
            <p:cNvPr id="1717" name="four:time-step-strips:time-strip-tₐ-cell-127:1717">
              <a:extLst>
                <a:ext uri="{FF2B5EF4-FFF2-40B4-BE49-F238E27FC236}">
                  <ns2:creationId id="{6274B76D-66D3-40CB-9FF3-2F324DBBCEED}"/>
                </a:ext>
              </a:extLst>
            </p:cNvPr>
            <p:cNvSpPr>
              <a:spLocks noGrp="1"/>
            </p:cNvSpPr>
            <p:nvPr/>
          </p:nvSpPr>
          <p:spPr>
            <a:xfrm>
              <a:off x="23193871" y="1581150"/>
              <a:ext cx="15379" cy="276225"/>
            </a:xfrm>
            <a:prstGeom prst="rect">
              <a:avLst/>
            </a:prstGeom>
            <a:solidFill>
              <a:srgbClr val="009E73"/>
            </a:solidFill>
            <a:ln w="0">
              <a:noFill/>
              <a:prstDash val="solid"/>
            </a:ln>
          </p:spPr>
        </p:sp>
        <p:sp>
          <p:nvSpPr>
            <p:cNvPr id="1718" name="four:time-step-strips:time-strip-tₐ-cell-128:1718">
              <a:extLst>
                <a:ext uri="{FF2B5EF4-FFF2-40B4-BE49-F238E27FC236}">
                  <ns2:creationId id="{77AE4A00-968D-4FCA-A426-D108EA07EC13}"/>
                </a:ext>
              </a:extLst>
            </p:cNvPr>
            <p:cNvSpPr>
              <a:spLocks noGrp="1"/>
            </p:cNvSpPr>
            <p:nvPr/>
          </p:nvSpPr>
          <p:spPr>
            <a:xfrm>
              <a:off x="23209250" y="1581150"/>
              <a:ext cx="15379" cy="276225"/>
            </a:xfrm>
            <a:prstGeom prst="rect">
              <a:avLst/>
            </a:prstGeom>
            <a:solidFill>
              <a:srgbClr val="019E74"/>
            </a:solidFill>
            <a:ln w="0">
              <a:noFill/>
              <a:prstDash val="solid"/>
            </a:ln>
          </p:spPr>
        </p:sp>
        <p:sp>
          <p:nvSpPr>
            <p:cNvPr id="1719" name="four:time-step-strips:time-strip-tₐ-cell-129:1719">
              <a:extLst>
                <a:ext uri="{FF2B5EF4-FFF2-40B4-BE49-F238E27FC236}">
                  <ns2:creationId id="{06E13FB6-CE22-433C-B1CA-69C55097FF95}"/>
                </a:ext>
              </a:extLst>
            </p:cNvPr>
            <p:cNvSpPr>
              <a:spLocks noGrp="1"/>
            </p:cNvSpPr>
            <p:nvPr/>
          </p:nvSpPr>
          <p:spPr>
            <a:xfrm>
              <a:off x="23224629" y="1581150"/>
              <a:ext cx="15379" cy="276225"/>
            </a:xfrm>
            <a:prstGeom prst="rect">
              <a:avLst/>
            </a:prstGeom>
            <a:solidFill>
              <a:srgbClr val="11A47D"/>
            </a:solidFill>
            <a:ln w="0">
              <a:noFill/>
              <a:prstDash val="solid"/>
            </a:ln>
          </p:spPr>
        </p:sp>
        <p:sp>
          <p:nvSpPr>
            <p:cNvPr id="1720" name="four:time-step-strips:time-strip-tₐ-cell-130:1720">
              <a:extLst>
                <a:ext uri="{FF2B5EF4-FFF2-40B4-BE49-F238E27FC236}">
                  <ns2:creationId id="{118C640A-C620-4779-9F45-3D4836688804}"/>
                </a:ext>
              </a:extLst>
            </p:cNvPr>
            <p:cNvSpPr>
              <a:spLocks noGrp="1"/>
            </p:cNvSpPr>
            <p:nvPr/>
          </p:nvSpPr>
          <p:spPr>
            <a:xfrm>
              <a:off x="23240008" y="1581150"/>
              <a:ext cx="15379" cy="276225"/>
            </a:xfrm>
            <a:prstGeom prst="rect">
              <a:avLst/>
            </a:prstGeom>
            <a:solidFill>
              <a:srgbClr val="31AF8E"/>
            </a:solidFill>
            <a:ln w="0">
              <a:noFill/>
              <a:prstDash val="solid"/>
            </a:ln>
          </p:spPr>
        </p:sp>
        <p:sp>
          <p:nvSpPr>
            <p:cNvPr id="1721" name="four:time-step-strips:time-strip-tₐ-cell-131:1721">
              <a:extLst>
                <a:ext uri="{FF2B5EF4-FFF2-40B4-BE49-F238E27FC236}">
                  <ns2:creationId id="{2479147D-D89E-4367-8D42-563C141A0CD1}"/>
                </a:ext>
              </a:extLst>
            </p:cNvPr>
            <p:cNvSpPr>
              <a:spLocks noGrp="1"/>
            </p:cNvSpPr>
            <p:nvPr/>
          </p:nvSpPr>
          <p:spPr>
            <a:xfrm>
              <a:off x="23255387" y="1581150"/>
              <a:ext cx="15379" cy="276225"/>
            </a:xfrm>
            <a:prstGeom prst="rect">
              <a:avLst/>
            </a:prstGeom>
            <a:solidFill>
              <a:srgbClr val="59BCA4"/>
            </a:solidFill>
            <a:ln w="0">
              <a:noFill/>
              <a:prstDash val="solid"/>
            </a:ln>
          </p:spPr>
        </p:sp>
        <p:sp>
          <p:nvSpPr>
            <p:cNvPr id="1722" name="four:time-step-strips:time-strip-tₐ-cell-132:1722">
              <a:extLst>
                <a:ext uri="{FF2B5EF4-FFF2-40B4-BE49-F238E27FC236}">
                  <ns2:creationId id="{628F93D8-985B-4A05-9E7D-5A9ED22273F8}"/>
                </a:ext>
              </a:extLst>
            </p:cNvPr>
            <p:cNvSpPr>
              <a:spLocks noGrp="1"/>
            </p:cNvSpPr>
            <p:nvPr/>
          </p:nvSpPr>
          <p:spPr>
            <a:xfrm>
              <a:off x="23270766" y="1581150"/>
              <a:ext cx="15379" cy="276225"/>
            </a:xfrm>
            <a:prstGeom prst="rect">
              <a:avLst/>
            </a:prstGeom>
            <a:solidFill>
              <a:srgbClr val="83CABC"/>
            </a:solidFill>
            <a:ln w="0">
              <a:noFill/>
              <a:prstDash val="solid"/>
            </a:ln>
          </p:spPr>
        </p:sp>
        <p:sp>
          <p:nvSpPr>
            <p:cNvPr id="1723" name="four:time-step-strips:time-strip-tₐ-cell-133:1723">
              <a:extLst>
                <a:ext uri="{FF2B5EF4-FFF2-40B4-BE49-F238E27FC236}">
                  <ns2:creationId id="{366115B2-8FA8-4A3E-A02F-7F26BF4512E2}"/>
                </a:ext>
              </a:extLst>
            </p:cNvPr>
            <p:cNvSpPr>
              <a:spLocks noGrp="1"/>
            </p:cNvSpPr>
            <p:nvPr/>
          </p:nvSpPr>
          <p:spPr>
            <a:xfrm>
              <a:off x="23286145" y="1581150"/>
              <a:ext cx="15379" cy="276225"/>
            </a:xfrm>
            <a:prstGeom prst="rect">
              <a:avLst/>
            </a:prstGeom>
            <a:solidFill>
              <a:srgbClr val="ABD7D2"/>
            </a:solidFill>
            <a:ln w="0">
              <a:noFill/>
              <a:prstDash val="solid"/>
            </a:ln>
          </p:spPr>
        </p:sp>
        <p:sp>
          <p:nvSpPr>
            <p:cNvPr id="1724" name="four:time-step-strips:time-strip-tₐ-cell-134:1724">
              <a:extLst>
                <a:ext uri="{FF2B5EF4-FFF2-40B4-BE49-F238E27FC236}">
                  <ns2:creationId id="{D48F21B8-10D8-45AD-9865-476955C188F6}"/>
                </a:ext>
              </a:extLst>
            </p:cNvPr>
            <p:cNvSpPr>
              <a:spLocks noGrp="1"/>
            </p:cNvSpPr>
            <p:nvPr/>
          </p:nvSpPr>
          <p:spPr>
            <a:xfrm>
              <a:off x="23301523" y="1581150"/>
              <a:ext cx="15379" cy="276225"/>
            </a:xfrm>
            <a:prstGeom prst="rect">
              <a:avLst/>
            </a:prstGeom>
            <a:solidFill>
              <a:srgbClr val="D7E0E8"/>
            </a:solidFill>
            <a:ln w="0">
              <a:noFill/>
              <a:prstDash val="solid"/>
            </a:ln>
          </p:spPr>
        </p:sp>
        <p:sp>
          <p:nvSpPr>
            <p:cNvPr id="1725" name="four:time-step-strips:time-strip-tₐ-cell-135:1725">
              <a:extLst>
                <a:ext uri="{FF2B5EF4-FFF2-40B4-BE49-F238E27FC236}">
                  <ns2:creationId id="{65AC65C7-3518-47C3-AD66-AB187FD665ED}"/>
                </a:ext>
              </a:extLst>
            </p:cNvPr>
            <p:cNvSpPr>
              <a:spLocks noGrp="1"/>
            </p:cNvSpPr>
            <p:nvPr/>
          </p:nvSpPr>
          <p:spPr>
            <a:xfrm>
              <a:off x="23316902" y="1581150"/>
              <a:ext cx="15379" cy="276225"/>
            </a:xfrm>
            <a:prstGeom prst="rect">
              <a:avLst/>
            </a:prstGeom>
            <a:solidFill>
              <a:srgbClr val="DCE7ED"/>
            </a:solidFill>
            <a:ln w="0">
              <a:noFill/>
              <a:prstDash val="solid"/>
            </a:ln>
          </p:spPr>
        </p:sp>
        <p:sp>
          <p:nvSpPr>
            <p:cNvPr id="1726" name="four:time-step-strips:time-strip-tₐ-cell-136:1726">
              <a:extLst>
                <a:ext uri="{FF2B5EF4-FFF2-40B4-BE49-F238E27FC236}">
                  <ns2:creationId id="{3E11EB3F-9FB9-4128-B526-40E4CFAF06CE}"/>
                </a:ext>
              </a:extLst>
            </p:cNvPr>
            <p:cNvSpPr>
              <a:spLocks noGrp="1"/>
            </p:cNvSpPr>
            <p:nvPr/>
          </p:nvSpPr>
          <p:spPr>
            <a:xfrm>
              <a:off x="23332281" y="1581150"/>
              <a:ext cx="15379" cy="276225"/>
            </a:xfrm>
            <a:prstGeom prst="rect">
              <a:avLst/>
            </a:prstGeom>
            <a:solidFill>
              <a:srgbClr val="DCE8ED"/>
            </a:solidFill>
            <a:ln w="0">
              <a:noFill/>
              <a:prstDash val="solid"/>
            </a:ln>
          </p:spPr>
        </p:sp>
        <p:sp>
          <p:nvSpPr>
            <p:cNvPr id="1727" name="four:time-step-strips:time-strip-tₐ-cell-137:1727">
              <a:extLst>
                <a:ext uri="{FF2B5EF4-FFF2-40B4-BE49-F238E27FC236}">
                  <ns2:creationId id="{25168F6B-CA3A-42B4-85E7-E06915AB1907}"/>
                </a:ext>
              </a:extLst>
            </p:cNvPr>
            <p:cNvSpPr>
              <a:spLocks noGrp="1"/>
            </p:cNvSpPr>
            <p:nvPr/>
          </p:nvSpPr>
          <p:spPr>
            <a:xfrm>
              <a:off x="23347660" y="1581150"/>
              <a:ext cx="15379" cy="276225"/>
            </a:xfrm>
            <a:prstGeom prst="rect">
              <a:avLst/>
            </a:prstGeom>
            <a:solidFill>
              <a:srgbClr val="DCE8ED"/>
            </a:solidFill>
            <a:ln w="0">
              <a:noFill/>
              <a:prstDash val="solid"/>
            </a:ln>
          </p:spPr>
        </p:sp>
        <p:sp>
          <p:nvSpPr>
            <p:cNvPr id="1728" name="four:time-step-strips:time-strip-tₐ-cell-138:1728">
              <a:extLst>
                <a:ext uri="{FF2B5EF4-FFF2-40B4-BE49-F238E27FC236}">
                  <ns2:creationId id="{CC31DFEE-B871-4B3D-B165-578CEB26F3F1}"/>
                </a:ext>
              </a:extLst>
            </p:cNvPr>
            <p:cNvSpPr>
              <a:spLocks noGrp="1"/>
            </p:cNvSpPr>
            <p:nvPr/>
          </p:nvSpPr>
          <p:spPr>
            <a:xfrm>
              <a:off x="23363039" y="1581150"/>
              <a:ext cx="15379" cy="276225"/>
            </a:xfrm>
            <a:prstGeom prst="rect">
              <a:avLst/>
            </a:prstGeom>
            <a:solidFill>
              <a:srgbClr val="DCE8ED"/>
            </a:solidFill>
            <a:ln w="0">
              <a:noFill/>
              <a:prstDash val="solid"/>
            </a:ln>
          </p:spPr>
        </p:sp>
        <p:sp>
          <p:nvSpPr>
            <p:cNvPr id="1729" name="four:time-step-strips:time-strip-tₐ-cell-139:1729">
              <a:extLst>
                <a:ext uri="{FF2B5EF4-FFF2-40B4-BE49-F238E27FC236}">
                  <ns2:creationId id="{A954A599-A451-4201-A985-51DE409EC17F}"/>
                </a:ext>
              </a:extLst>
            </p:cNvPr>
            <p:cNvSpPr>
              <a:spLocks noGrp="1"/>
            </p:cNvSpPr>
            <p:nvPr/>
          </p:nvSpPr>
          <p:spPr>
            <a:xfrm>
              <a:off x="23378418" y="1581150"/>
              <a:ext cx="15379" cy="276225"/>
            </a:xfrm>
            <a:prstGeom prst="rect">
              <a:avLst/>
            </a:prstGeom>
            <a:solidFill>
              <a:srgbClr val="DCE8ED"/>
            </a:solidFill>
            <a:ln w="0">
              <a:noFill/>
              <a:prstDash val="solid"/>
            </a:ln>
          </p:spPr>
        </p:sp>
        <p:sp>
          <p:nvSpPr>
            <p:cNvPr id="1730" name="four:time-step-strips:time-strip-tₐ-cell-140:1730">
              <a:extLst>
                <a:ext uri="{FF2B5EF4-FFF2-40B4-BE49-F238E27FC236}">
                  <ns2:creationId id="{C86D67F0-B230-4586-8A77-2202973BBF23}"/>
                </a:ext>
              </a:extLst>
            </p:cNvPr>
            <p:cNvSpPr>
              <a:spLocks noGrp="1"/>
            </p:cNvSpPr>
            <p:nvPr/>
          </p:nvSpPr>
          <p:spPr>
            <a:xfrm>
              <a:off x="23393797" y="1581150"/>
              <a:ext cx="15379" cy="276225"/>
            </a:xfrm>
            <a:prstGeom prst="rect">
              <a:avLst/>
            </a:prstGeom>
            <a:solidFill>
              <a:srgbClr val="DCE8ED"/>
            </a:solidFill>
            <a:ln w="0">
              <a:noFill/>
              <a:prstDash val="solid"/>
            </a:ln>
          </p:spPr>
        </p:sp>
        <p:sp>
          <p:nvSpPr>
            <p:cNvPr id="1731" name="four:time-step-strips:time-strip-tₐ-cell-141:1731">
              <a:extLst>
                <a:ext uri="{FF2B5EF4-FFF2-40B4-BE49-F238E27FC236}">
                  <ns2:creationId id="{6620E492-FA0D-4F60-B2D9-87EFEF7914AE}"/>
                </a:ext>
              </a:extLst>
            </p:cNvPr>
            <p:cNvSpPr>
              <a:spLocks noGrp="1"/>
            </p:cNvSpPr>
            <p:nvPr/>
          </p:nvSpPr>
          <p:spPr>
            <a:xfrm>
              <a:off x="23409176" y="1581150"/>
              <a:ext cx="15379" cy="276225"/>
            </a:xfrm>
            <a:prstGeom prst="rect">
              <a:avLst/>
            </a:prstGeom>
            <a:solidFill>
              <a:srgbClr val="DCE8ED"/>
            </a:solidFill>
            <a:ln w="0">
              <a:noFill/>
              <a:prstDash val="solid"/>
            </a:ln>
          </p:spPr>
        </p:sp>
        <p:sp>
          <p:nvSpPr>
            <p:cNvPr id="1732" name="four:time-step-strips:time-strip-tₐ-cell-142:1732">
              <a:extLst>
                <a:ext uri="{FF2B5EF4-FFF2-40B4-BE49-F238E27FC236}">
                  <ns2:creationId id="{AA120E18-EB07-476A-85CA-D2B6CEF86D50}"/>
                </a:ext>
              </a:extLst>
            </p:cNvPr>
            <p:cNvSpPr>
              <a:spLocks noGrp="1"/>
            </p:cNvSpPr>
            <p:nvPr/>
          </p:nvSpPr>
          <p:spPr>
            <a:xfrm>
              <a:off x="23424555" y="1581150"/>
              <a:ext cx="15379" cy="276225"/>
            </a:xfrm>
            <a:prstGeom prst="rect">
              <a:avLst/>
            </a:prstGeom>
            <a:solidFill>
              <a:srgbClr val="DCE8ED"/>
            </a:solidFill>
            <a:ln w="0">
              <a:noFill/>
              <a:prstDash val="solid"/>
            </a:ln>
          </p:spPr>
        </p:sp>
        <p:sp>
          <p:nvSpPr>
            <p:cNvPr id="1733" name="four:time-step-strips:time-strip-tₐ-cell-143:1733">
              <a:extLst>
                <a:ext uri="{FF2B5EF4-FFF2-40B4-BE49-F238E27FC236}">
                  <ns2:creationId id="{5781777F-008A-4FAC-8FF5-2D2EE37DD526}"/>
                </a:ext>
              </a:extLst>
            </p:cNvPr>
            <p:cNvSpPr>
              <a:spLocks noGrp="1"/>
            </p:cNvSpPr>
            <p:nvPr/>
          </p:nvSpPr>
          <p:spPr>
            <a:xfrm>
              <a:off x="23439934" y="1581150"/>
              <a:ext cx="15379" cy="276225"/>
            </a:xfrm>
            <a:prstGeom prst="rect">
              <a:avLst/>
            </a:prstGeom>
            <a:solidFill>
              <a:srgbClr val="DCE8ED"/>
            </a:solidFill>
            <a:ln w="0">
              <a:noFill/>
              <a:prstDash val="solid"/>
            </a:ln>
          </p:spPr>
        </p:sp>
        <p:sp>
          <p:nvSpPr>
            <p:cNvPr id="1734" name="four:time-step-strips:time-strip-tₐ-cell-144:1734">
              <a:extLst>
                <a:ext uri="{FF2B5EF4-FFF2-40B4-BE49-F238E27FC236}">
                  <ns2:creationId id="{300D4719-206D-42A2-9CD6-321BF9507467}"/>
                </a:ext>
              </a:extLst>
            </p:cNvPr>
            <p:cNvSpPr>
              <a:spLocks noGrp="1"/>
            </p:cNvSpPr>
            <p:nvPr/>
          </p:nvSpPr>
          <p:spPr>
            <a:xfrm>
              <a:off x="23455313" y="1581150"/>
              <a:ext cx="15379" cy="276225"/>
            </a:xfrm>
            <a:prstGeom prst="rect">
              <a:avLst/>
            </a:prstGeom>
            <a:solidFill>
              <a:srgbClr val="DCE8ED"/>
            </a:solidFill>
            <a:ln w="0">
              <a:noFill/>
              <a:prstDash val="solid"/>
            </a:ln>
          </p:spPr>
        </p:sp>
        <p:sp>
          <p:nvSpPr>
            <p:cNvPr id="1735" name="four:time-step-strips:time-strip-tₐ-cell-145:1735">
              <a:extLst>
                <a:ext uri="{FF2B5EF4-FFF2-40B4-BE49-F238E27FC236}">
                  <ns2:creationId id="{C82F4A38-10C4-468A-98D4-0C467A861377}"/>
                </a:ext>
              </a:extLst>
            </p:cNvPr>
            <p:cNvSpPr>
              <a:spLocks noGrp="1"/>
            </p:cNvSpPr>
            <p:nvPr/>
          </p:nvSpPr>
          <p:spPr>
            <a:xfrm>
              <a:off x="23470691" y="1581150"/>
              <a:ext cx="15379" cy="276225"/>
            </a:xfrm>
            <a:prstGeom prst="rect">
              <a:avLst/>
            </a:prstGeom>
            <a:solidFill>
              <a:srgbClr val="DCE8ED"/>
            </a:solidFill>
            <a:ln w="0">
              <a:noFill/>
              <a:prstDash val="solid"/>
            </a:ln>
          </p:spPr>
        </p:sp>
        <p:sp>
          <p:nvSpPr>
            <p:cNvPr id="1736" name="four:time-step-strips:time-strip-tₐ-cell-146:1736">
              <a:extLst>
                <a:ext uri="{FF2B5EF4-FFF2-40B4-BE49-F238E27FC236}">
                  <ns2:creationId id="{5363C243-D592-49D8-8442-48BD327EE62C}"/>
                </a:ext>
              </a:extLst>
            </p:cNvPr>
            <p:cNvSpPr>
              <a:spLocks noGrp="1"/>
            </p:cNvSpPr>
            <p:nvPr/>
          </p:nvSpPr>
          <p:spPr>
            <a:xfrm>
              <a:off x="23486070" y="1581150"/>
              <a:ext cx="15379" cy="276225"/>
            </a:xfrm>
            <a:prstGeom prst="rect">
              <a:avLst/>
            </a:prstGeom>
            <a:solidFill>
              <a:srgbClr val="DCE8ED"/>
            </a:solidFill>
            <a:ln w="0">
              <a:noFill/>
              <a:prstDash val="solid"/>
            </a:ln>
          </p:spPr>
        </p:sp>
        <p:sp>
          <p:nvSpPr>
            <p:cNvPr id="1737" name="four:time-step-strips:time-strip-tₐ-cell-147:1737">
              <a:extLst>
                <a:ext uri="{FF2B5EF4-FFF2-40B4-BE49-F238E27FC236}">
                  <ns2:creationId id="{AE779DB4-EFEB-431C-AE07-891EF2E83A7F}"/>
                </a:ext>
              </a:extLst>
            </p:cNvPr>
            <p:cNvSpPr>
              <a:spLocks noGrp="1"/>
            </p:cNvSpPr>
            <p:nvPr/>
          </p:nvSpPr>
          <p:spPr>
            <a:xfrm>
              <a:off x="23501449" y="1581150"/>
              <a:ext cx="15379" cy="276225"/>
            </a:xfrm>
            <a:prstGeom prst="rect">
              <a:avLst/>
            </a:prstGeom>
            <a:solidFill>
              <a:srgbClr val="DCE8ED"/>
            </a:solidFill>
            <a:ln w="0">
              <a:noFill/>
              <a:prstDash val="solid"/>
            </a:ln>
          </p:spPr>
        </p:sp>
        <p:sp>
          <p:nvSpPr>
            <p:cNvPr id="1738" name="four:time-step-strips:time-strip-tₐ-cell-148:1738">
              <a:extLst>
                <a:ext uri="{FF2B5EF4-FFF2-40B4-BE49-F238E27FC236}">
                  <ns2:creationId id="{3C857915-5332-418D-B429-9F3A4C52D663}"/>
                </a:ext>
              </a:extLst>
            </p:cNvPr>
            <p:cNvSpPr>
              <a:spLocks noGrp="1"/>
            </p:cNvSpPr>
            <p:nvPr/>
          </p:nvSpPr>
          <p:spPr>
            <a:xfrm>
              <a:off x="23516828" y="1581150"/>
              <a:ext cx="15379" cy="276225"/>
            </a:xfrm>
            <a:prstGeom prst="rect">
              <a:avLst/>
            </a:prstGeom>
            <a:solidFill>
              <a:srgbClr val="DCE8ED"/>
            </a:solidFill>
            <a:ln w="0">
              <a:noFill/>
              <a:prstDash val="solid"/>
            </a:ln>
          </p:spPr>
        </p:sp>
        <p:sp>
          <p:nvSpPr>
            <p:cNvPr id="1739" name="four:time-step-strips:time-strip-tₐ-cell-149:1739">
              <a:extLst>
                <a:ext uri="{FF2B5EF4-FFF2-40B4-BE49-F238E27FC236}">
                  <ns2:creationId id="{443E963A-F43A-471D-B48C-5EC5CF7FCC68}"/>
                </a:ext>
              </a:extLst>
            </p:cNvPr>
            <p:cNvSpPr>
              <a:spLocks noGrp="1"/>
            </p:cNvSpPr>
            <p:nvPr/>
          </p:nvSpPr>
          <p:spPr>
            <a:xfrm>
              <a:off x="23532207" y="1581150"/>
              <a:ext cx="15379" cy="276225"/>
            </a:xfrm>
            <a:prstGeom prst="rect">
              <a:avLst/>
            </a:prstGeom>
            <a:solidFill>
              <a:srgbClr val="DCE8ED"/>
            </a:solidFill>
            <a:ln w="0">
              <a:noFill/>
              <a:prstDash val="solid"/>
            </a:ln>
          </p:spPr>
        </p:sp>
        <p:sp>
          <p:nvSpPr>
            <p:cNvPr id="1740" name="four:time-step-strips:time-strip-tₐ-cell-150:1740">
              <a:extLst>
                <a:ext uri="{FF2B5EF4-FFF2-40B4-BE49-F238E27FC236}">
                  <ns2:creationId id="{F314AFBE-B736-4FD8-B101-A8FBC95C0CBD}"/>
                </a:ext>
              </a:extLst>
            </p:cNvPr>
            <p:cNvSpPr>
              <a:spLocks noGrp="1"/>
            </p:cNvSpPr>
            <p:nvPr/>
          </p:nvSpPr>
          <p:spPr>
            <a:xfrm>
              <a:off x="23547586" y="1581150"/>
              <a:ext cx="15379" cy="276225"/>
            </a:xfrm>
            <a:prstGeom prst="rect">
              <a:avLst/>
            </a:prstGeom>
            <a:solidFill>
              <a:srgbClr val="DCE8ED"/>
            </a:solidFill>
            <a:ln w="0">
              <a:noFill/>
              <a:prstDash val="solid"/>
            </a:ln>
          </p:spPr>
        </p:sp>
        <p:sp>
          <p:nvSpPr>
            <p:cNvPr id="1741" name="four:time-step-strips:time-strip-tₐ-cell-151:1741">
              <a:extLst>
                <a:ext uri="{FF2B5EF4-FFF2-40B4-BE49-F238E27FC236}">
                  <ns2:creationId id="{ABC14068-643A-4D02-89DD-3201D920725F}"/>
                </a:ext>
              </a:extLst>
            </p:cNvPr>
            <p:cNvSpPr>
              <a:spLocks noGrp="1"/>
            </p:cNvSpPr>
            <p:nvPr/>
          </p:nvSpPr>
          <p:spPr>
            <a:xfrm>
              <a:off x="23562965" y="1581150"/>
              <a:ext cx="15379" cy="276225"/>
            </a:xfrm>
            <a:prstGeom prst="rect">
              <a:avLst/>
            </a:prstGeom>
            <a:solidFill>
              <a:srgbClr val="DCE8ED"/>
            </a:solidFill>
            <a:ln w="0">
              <a:noFill/>
              <a:prstDash val="solid"/>
            </a:ln>
          </p:spPr>
        </p:sp>
        <p:sp>
          <p:nvSpPr>
            <p:cNvPr id="1742" name="four:time-step-strips:time-strip-tₐ-cell-152:1742">
              <a:extLst>
                <a:ext uri="{FF2B5EF4-FFF2-40B4-BE49-F238E27FC236}">
                  <ns2:creationId id="{62088455-9E32-4558-9523-5AB2692DE4CF}"/>
                </a:ext>
              </a:extLst>
            </p:cNvPr>
            <p:cNvSpPr>
              <a:spLocks noGrp="1"/>
            </p:cNvSpPr>
            <p:nvPr/>
          </p:nvSpPr>
          <p:spPr>
            <a:xfrm>
              <a:off x="23578344" y="1581150"/>
              <a:ext cx="15379" cy="276225"/>
            </a:xfrm>
            <a:prstGeom prst="rect">
              <a:avLst/>
            </a:prstGeom>
            <a:solidFill>
              <a:srgbClr val="DCE8ED"/>
            </a:solidFill>
            <a:ln w="0">
              <a:noFill/>
              <a:prstDash val="solid"/>
            </a:ln>
          </p:spPr>
        </p:sp>
        <p:sp>
          <p:nvSpPr>
            <p:cNvPr id="1743" name="four:time-step-strips:time-strip-tₐ-cell-153:1743">
              <a:extLst>
                <a:ext uri="{FF2B5EF4-FFF2-40B4-BE49-F238E27FC236}">
                  <ns2:creationId id="{DF942FE4-6DEB-435E-9A6F-CB450564ACBF}"/>
                </a:ext>
              </a:extLst>
            </p:cNvPr>
            <p:cNvSpPr>
              <a:spLocks noGrp="1"/>
            </p:cNvSpPr>
            <p:nvPr/>
          </p:nvSpPr>
          <p:spPr>
            <a:xfrm>
              <a:off x="23593723" y="1581150"/>
              <a:ext cx="15379" cy="276225"/>
            </a:xfrm>
            <a:prstGeom prst="rect">
              <a:avLst/>
            </a:prstGeom>
            <a:solidFill>
              <a:srgbClr val="DCE8ED"/>
            </a:solidFill>
            <a:ln w="0">
              <a:noFill/>
              <a:prstDash val="solid"/>
            </a:ln>
          </p:spPr>
        </p:sp>
        <p:sp>
          <p:nvSpPr>
            <p:cNvPr id="1744" name="four:time-step-strips:time-strip-tₐ-cell-154:1744">
              <a:extLst>
                <a:ext uri="{FF2B5EF4-FFF2-40B4-BE49-F238E27FC236}">
                  <ns2:creationId id="{C8961E39-9FF5-4409-9F28-39741F9378BE}"/>
                </a:ext>
              </a:extLst>
            </p:cNvPr>
            <p:cNvSpPr>
              <a:spLocks noGrp="1"/>
            </p:cNvSpPr>
            <p:nvPr/>
          </p:nvSpPr>
          <p:spPr>
            <a:xfrm>
              <a:off x="23609102" y="1581150"/>
              <a:ext cx="15379" cy="276225"/>
            </a:xfrm>
            <a:prstGeom prst="rect">
              <a:avLst/>
            </a:prstGeom>
            <a:solidFill>
              <a:srgbClr val="DCE8ED"/>
            </a:solidFill>
            <a:ln w="0">
              <a:noFill/>
              <a:prstDash val="solid"/>
            </a:ln>
          </p:spPr>
        </p:sp>
        <p:sp>
          <p:nvSpPr>
            <p:cNvPr id="1745" name="four:time-step-strips:time-strip-tₐ-cell-155:1745">
              <a:extLst>
                <a:ext uri="{FF2B5EF4-FFF2-40B4-BE49-F238E27FC236}">
                  <ns2:creationId id="{7F4EA149-4DD0-4E2E-B5FE-34BEBAA51DE5}"/>
                </a:ext>
              </a:extLst>
            </p:cNvPr>
            <p:cNvSpPr>
              <a:spLocks noGrp="1"/>
            </p:cNvSpPr>
            <p:nvPr/>
          </p:nvSpPr>
          <p:spPr>
            <a:xfrm>
              <a:off x="23624480" y="1581150"/>
              <a:ext cx="15379" cy="276225"/>
            </a:xfrm>
            <a:prstGeom prst="rect">
              <a:avLst/>
            </a:prstGeom>
            <a:solidFill>
              <a:srgbClr val="DCE8ED"/>
            </a:solidFill>
            <a:ln w="0">
              <a:noFill/>
              <a:prstDash val="solid"/>
            </a:ln>
          </p:spPr>
        </p:sp>
        <p:sp>
          <p:nvSpPr>
            <p:cNvPr id="1746" name="four:time-step-strips:time-strip-tₐ-cell-156:1746">
              <a:extLst>
                <a:ext uri="{FF2B5EF4-FFF2-40B4-BE49-F238E27FC236}">
                  <ns2:creationId id="{9D30DE1A-E3F8-4E70-9EF8-BCB7004D3DBD}"/>
                </a:ext>
              </a:extLst>
            </p:cNvPr>
            <p:cNvSpPr>
              <a:spLocks noGrp="1"/>
            </p:cNvSpPr>
            <p:nvPr/>
          </p:nvSpPr>
          <p:spPr>
            <a:xfrm>
              <a:off x="23639859" y="1581150"/>
              <a:ext cx="15379" cy="276225"/>
            </a:xfrm>
            <a:prstGeom prst="rect">
              <a:avLst/>
            </a:prstGeom>
            <a:solidFill>
              <a:srgbClr val="DCE8ED"/>
            </a:solidFill>
            <a:ln w="0">
              <a:noFill/>
              <a:prstDash val="solid"/>
            </a:ln>
          </p:spPr>
        </p:sp>
        <p:sp>
          <p:nvSpPr>
            <p:cNvPr id="1747" name="four:time-step-strips:time-strip-tₐ-cell-157:1747">
              <a:extLst>
                <a:ext uri="{FF2B5EF4-FFF2-40B4-BE49-F238E27FC236}">
                  <ns2:creationId id="{E45B7609-1D3C-497B-ADD7-1F4DCE58EE80}"/>
                </a:ext>
              </a:extLst>
            </p:cNvPr>
            <p:cNvSpPr>
              <a:spLocks noGrp="1"/>
            </p:cNvSpPr>
            <p:nvPr/>
          </p:nvSpPr>
          <p:spPr>
            <a:xfrm>
              <a:off x="23655238" y="1581150"/>
              <a:ext cx="15379" cy="276225"/>
            </a:xfrm>
            <a:prstGeom prst="rect">
              <a:avLst/>
            </a:prstGeom>
            <a:solidFill>
              <a:srgbClr val="DCE8ED"/>
            </a:solidFill>
            <a:ln w="0">
              <a:noFill/>
              <a:prstDash val="solid"/>
            </a:ln>
          </p:spPr>
        </p:sp>
        <p:sp>
          <p:nvSpPr>
            <p:cNvPr id="1748" name="four:time-step-strips:time-strip-tₐ-cell-158:1748">
              <a:extLst>
                <a:ext uri="{FF2B5EF4-FFF2-40B4-BE49-F238E27FC236}">
                  <ns2:creationId id="{1653D0C3-8FAF-4EB8-A9AB-ED7C500B9D26}"/>
                </a:ext>
              </a:extLst>
            </p:cNvPr>
            <p:cNvSpPr>
              <a:spLocks noGrp="1"/>
            </p:cNvSpPr>
            <p:nvPr/>
          </p:nvSpPr>
          <p:spPr>
            <a:xfrm>
              <a:off x="23670617" y="1581150"/>
              <a:ext cx="15379" cy="276225"/>
            </a:xfrm>
            <a:prstGeom prst="rect">
              <a:avLst/>
            </a:prstGeom>
            <a:solidFill>
              <a:srgbClr val="DCE8ED"/>
            </a:solidFill>
            <a:ln w="0">
              <a:noFill/>
              <a:prstDash val="solid"/>
            </a:ln>
          </p:spPr>
        </p:sp>
        <p:sp>
          <p:nvSpPr>
            <p:cNvPr id="1749" name="four:time-step-strips:time-strip-tₐ-cell-159:1749">
              <a:extLst>
                <a:ext uri="{FF2B5EF4-FFF2-40B4-BE49-F238E27FC236}">
                  <ns2:creationId id="{AA0D1543-578D-45F0-B989-35E109F22C85}"/>
                </a:ext>
              </a:extLst>
            </p:cNvPr>
            <p:cNvSpPr>
              <a:spLocks noGrp="1"/>
            </p:cNvSpPr>
            <p:nvPr/>
          </p:nvSpPr>
          <p:spPr>
            <a:xfrm>
              <a:off x="23685996" y="1581150"/>
              <a:ext cx="15379" cy="276225"/>
            </a:xfrm>
            <a:prstGeom prst="rect">
              <a:avLst/>
            </a:prstGeom>
            <a:solidFill>
              <a:srgbClr val="DCE8ED"/>
            </a:solidFill>
            <a:ln w="0">
              <a:noFill/>
              <a:prstDash val="solid"/>
            </a:ln>
          </p:spPr>
        </p:sp>
        <p:sp>
          <p:nvSpPr>
            <p:cNvPr id="1750" name="four:time-step-strips:time-strip-tₐ-cell-160:1750">
              <a:extLst>
                <a:ext uri="{FF2B5EF4-FFF2-40B4-BE49-F238E27FC236}">
                  <ns2:creationId id="{4BFD8972-C7B2-4DC7-8258-E864362D1488}"/>
                </a:ext>
              </a:extLst>
            </p:cNvPr>
            <p:cNvSpPr>
              <a:spLocks noGrp="1"/>
            </p:cNvSpPr>
            <p:nvPr/>
          </p:nvSpPr>
          <p:spPr>
            <a:xfrm>
              <a:off x="23701375" y="1581150"/>
              <a:ext cx="15379" cy="276225"/>
            </a:xfrm>
            <a:prstGeom prst="rect">
              <a:avLst/>
            </a:prstGeom>
            <a:solidFill>
              <a:srgbClr val="DCE8ED"/>
            </a:solidFill>
            <a:ln w="0">
              <a:noFill/>
              <a:prstDash val="solid"/>
            </a:ln>
          </p:spPr>
        </p:sp>
        <p:sp>
          <p:nvSpPr>
            <p:cNvPr id="1751" name="four:time-step-strips:time-strip-tₐ-cell-161:1751">
              <a:extLst>
                <a:ext uri="{FF2B5EF4-FFF2-40B4-BE49-F238E27FC236}">
                  <ns2:creationId id="{8F90E4AE-0008-45A3-AC97-DFB5AC10E049}"/>
                </a:ext>
              </a:extLst>
            </p:cNvPr>
            <p:cNvSpPr>
              <a:spLocks noGrp="1"/>
            </p:cNvSpPr>
            <p:nvPr/>
          </p:nvSpPr>
          <p:spPr>
            <a:xfrm>
              <a:off x="23716754" y="1581150"/>
              <a:ext cx="15379" cy="276225"/>
            </a:xfrm>
            <a:prstGeom prst="rect">
              <a:avLst/>
            </a:prstGeom>
            <a:solidFill>
              <a:srgbClr val="DCE8ED"/>
            </a:solidFill>
            <a:ln w="0">
              <a:noFill/>
              <a:prstDash val="solid"/>
            </a:ln>
          </p:spPr>
        </p:sp>
        <p:sp>
          <p:nvSpPr>
            <p:cNvPr id="1752" name="four:time-step-strips:time-strip-tₐ-cell-162:1752">
              <a:extLst>
                <a:ext uri="{FF2B5EF4-FFF2-40B4-BE49-F238E27FC236}">
                  <ns2:creationId id="{BA6A7BA2-6D81-4180-BF10-F9896F39DB4F}"/>
                </a:ext>
              </a:extLst>
            </p:cNvPr>
            <p:cNvSpPr>
              <a:spLocks noGrp="1"/>
            </p:cNvSpPr>
            <p:nvPr/>
          </p:nvSpPr>
          <p:spPr>
            <a:xfrm>
              <a:off x="23732133" y="1581150"/>
              <a:ext cx="15379" cy="276225"/>
            </a:xfrm>
            <a:prstGeom prst="rect">
              <a:avLst/>
            </a:prstGeom>
            <a:solidFill>
              <a:srgbClr val="DCE6E9"/>
            </a:solidFill>
            <a:ln w="0">
              <a:noFill/>
              <a:prstDash val="solid"/>
            </a:ln>
          </p:spPr>
        </p:sp>
        <p:sp>
          <p:nvSpPr>
            <p:cNvPr id="1753" name="four:time-step-strips:time-strip-tₐ-cell-163:1753">
              <a:extLst>
                <a:ext uri="{FF2B5EF4-FFF2-40B4-BE49-F238E27FC236}">
                  <ns2:creationId id="{5B7A084C-38EA-46E1-9D03-3DE26AA5EE43}"/>
                </a:ext>
              </a:extLst>
            </p:cNvPr>
            <p:cNvSpPr>
              <a:spLocks noGrp="1"/>
            </p:cNvSpPr>
            <p:nvPr/>
          </p:nvSpPr>
          <p:spPr>
            <a:xfrm>
              <a:off x="23747512" y="1581150"/>
              <a:ext cx="15379" cy="276225"/>
            </a:xfrm>
            <a:prstGeom prst="rect">
              <a:avLst/>
            </a:prstGeom>
            <a:solidFill>
              <a:srgbClr val="DADCDB"/>
            </a:solidFill>
            <a:ln w="0">
              <a:noFill/>
              <a:prstDash val="solid"/>
            </a:ln>
          </p:spPr>
        </p:sp>
        <p:sp>
          <p:nvSpPr>
            <p:cNvPr id="1754" name="four:time-step-strips:time-strip-tₐ-cell-164:1754">
              <a:extLst>
                <a:ext uri="{FF2B5EF4-FFF2-40B4-BE49-F238E27FC236}">
                  <ns2:creationId id="{2648FBF3-3A6C-47B2-94BD-BBB9B1CF75AE}"/>
                </a:ext>
              </a:extLst>
            </p:cNvPr>
            <p:cNvSpPr>
              <a:spLocks noGrp="1"/>
            </p:cNvSpPr>
            <p:nvPr/>
          </p:nvSpPr>
          <p:spPr>
            <a:xfrm>
              <a:off x="23762891" y="1581150"/>
              <a:ext cx="15379" cy="276225"/>
            </a:xfrm>
            <a:prstGeom prst="rect">
              <a:avLst/>
            </a:prstGeom>
            <a:solidFill>
              <a:srgbClr val="D7C8D9"/>
            </a:solidFill>
            <a:ln w="0">
              <a:noFill/>
              <a:prstDash val="solid"/>
            </a:ln>
          </p:spPr>
        </p:sp>
        <p:sp>
          <p:nvSpPr>
            <p:cNvPr id="1755" name="four:time-step-strips:time-strip-tₐ-cell-165:1755">
              <a:extLst>
                <a:ext uri="{FF2B5EF4-FFF2-40B4-BE49-F238E27FC236}">
                  <ns2:creationId id="{3AC5A1F6-732B-4F45-AA5F-99795457216E}"/>
                </a:ext>
              </a:extLst>
            </p:cNvPr>
            <p:cNvSpPr>
              <a:spLocks noGrp="1"/>
            </p:cNvSpPr>
            <p:nvPr/>
          </p:nvSpPr>
          <p:spPr>
            <a:xfrm>
              <a:off x="23778270" y="1581150"/>
              <a:ext cx="15379" cy="276225"/>
            </a:xfrm>
            <a:prstGeom prst="rect">
              <a:avLst/>
            </a:prstGeom>
            <a:solidFill>
              <a:srgbClr val="D4B2CB"/>
            </a:solidFill>
            <a:ln w="0">
              <a:noFill/>
              <a:prstDash val="solid"/>
            </a:ln>
          </p:spPr>
        </p:sp>
        <p:sp>
          <p:nvSpPr>
            <p:cNvPr id="1756" name="four:time-step-strips:time-strip-tₐ-cell-166:1756">
              <a:extLst>
                <a:ext uri="{FF2B5EF4-FFF2-40B4-BE49-F238E27FC236}">
                  <ns2:creationId id="{64B2CEE0-6934-4FD9-B4C9-EA797D24737E}"/>
                </a:ext>
              </a:extLst>
            </p:cNvPr>
            <p:cNvSpPr>
              <a:spLocks noGrp="1"/>
            </p:cNvSpPr>
            <p:nvPr/>
          </p:nvSpPr>
          <p:spPr>
            <a:xfrm>
              <a:off x="23793648" y="1581150"/>
              <a:ext cx="15379" cy="276225"/>
            </a:xfrm>
            <a:prstGeom prst="rect">
              <a:avLst/>
            </a:prstGeom>
            <a:solidFill>
              <a:srgbClr val="D19DBE"/>
            </a:solidFill>
            <a:ln w="0">
              <a:noFill/>
              <a:prstDash val="solid"/>
            </a:ln>
          </p:spPr>
        </p:sp>
        <p:sp>
          <p:nvSpPr>
            <p:cNvPr id="1757" name="four:time-step-strips:time-strip-tₐ-cell-167:1757">
              <a:extLst>
                <a:ext uri="{FF2B5EF4-FFF2-40B4-BE49-F238E27FC236}">
                  <ns2:creationId id="{A2DCF1F6-0245-40F9-98BB-C3C413AF3900}"/>
                </a:ext>
              </a:extLst>
            </p:cNvPr>
            <p:cNvSpPr>
              <a:spLocks noGrp="1"/>
            </p:cNvSpPr>
            <p:nvPr/>
          </p:nvSpPr>
          <p:spPr>
            <a:xfrm>
              <a:off x="23809027" y="1581150"/>
              <a:ext cx="15379" cy="276225"/>
            </a:xfrm>
            <a:prstGeom prst="rect">
              <a:avLst/>
            </a:prstGeom>
            <a:solidFill>
              <a:srgbClr val="CF8AB2"/>
            </a:solidFill>
            <a:ln w="0">
              <a:noFill/>
              <a:prstDash val="solid"/>
            </a:ln>
          </p:spPr>
        </p:sp>
        <p:sp>
          <p:nvSpPr>
            <p:cNvPr id="1758" name="four:time-step-strips:time-strip-tₐ-cell-168:1758">
              <a:extLst>
                <a:ext uri="{FF2B5EF4-FFF2-40B4-BE49-F238E27FC236}">
                  <ns2:creationId id="{BDAF1EDE-BFA5-4677-9948-47C8CB840E92}"/>
                </a:ext>
              </a:extLst>
            </p:cNvPr>
            <p:cNvSpPr>
              <a:spLocks noGrp="1"/>
            </p:cNvSpPr>
            <p:nvPr/>
          </p:nvSpPr>
          <p:spPr>
            <a:xfrm>
              <a:off x="23824406" y="1581150"/>
              <a:ext cx="15379" cy="276225"/>
            </a:xfrm>
            <a:prstGeom prst="rect">
              <a:avLst/>
            </a:prstGeom>
            <a:solidFill>
              <a:srgbClr val="CD7EAA"/>
            </a:solidFill>
            <a:ln w="0">
              <a:noFill/>
              <a:prstDash val="solid"/>
            </a:ln>
          </p:spPr>
        </p:sp>
        <p:sp>
          <p:nvSpPr>
            <p:cNvPr id="1759" name="four:time-step-strips:time-strip-tₐ-cell-169:1759">
              <a:extLst>
                <a:ext uri="{FF2B5EF4-FFF2-40B4-BE49-F238E27FC236}">
                  <ns2:creationId id="{657E8954-B50D-41D8-A12E-BB54DAAC6DF8}"/>
                </a:ext>
              </a:extLst>
            </p:cNvPr>
            <p:cNvSpPr>
              <a:spLocks noGrp="1"/>
            </p:cNvSpPr>
            <p:nvPr/>
          </p:nvSpPr>
          <p:spPr>
            <a:xfrm>
              <a:off x="23839785" y="1581150"/>
              <a:ext cx="15379" cy="276225"/>
            </a:xfrm>
            <a:prstGeom prst="rect">
              <a:avLst/>
            </a:prstGeom>
            <a:solidFill>
              <a:srgbClr val="CC79A7"/>
            </a:solidFill>
            <a:ln w="0">
              <a:noFill/>
              <a:prstDash val="solid"/>
            </a:ln>
          </p:spPr>
        </p:sp>
        <p:sp>
          <p:nvSpPr>
            <p:cNvPr id="1760" name="four:time-step-strips:time-strip-tₐ-cell-170:1760">
              <a:extLst>
                <a:ext uri="{FF2B5EF4-FFF2-40B4-BE49-F238E27FC236}">
                  <ns2:creationId id="{7E70241D-22D2-412B-9C5A-033DBA514650}"/>
                </a:ext>
              </a:extLst>
            </p:cNvPr>
            <p:cNvSpPr>
              <a:spLocks noGrp="1"/>
            </p:cNvSpPr>
            <p:nvPr/>
          </p:nvSpPr>
          <p:spPr>
            <a:xfrm>
              <a:off x="23855164" y="1581150"/>
              <a:ext cx="15379" cy="276225"/>
            </a:xfrm>
            <a:prstGeom prst="rect">
              <a:avLst/>
            </a:prstGeom>
            <a:solidFill>
              <a:srgbClr val="CC79A7"/>
            </a:solidFill>
            <a:ln w="0">
              <a:noFill/>
              <a:prstDash val="solid"/>
            </a:ln>
          </p:spPr>
        </p:sp>
        <p:sp>
          <p:nvSpPr>
            <p:cNvPr id="1761" name="four:time-step-strips:time-strip-tₐ-cell-171:1761">
              <a:extLst>
                <a:ext uri="{FF2B5EF4-FFF2-40B4-BE49-F238E27FC236}">
                  <ns2:creationId id="{22BDA857-2792-4A78-B984-CB969D0FAAAF}"/>
                </a:ext>
              </a:extLst>
            </p:cNvPr>
            <p:cNvSpPr>
              <a:spLocks noGrp="1"/>
            </p:cNvSpPr>
            <p:nvPr/>
          </p:nvSpPr>
          <p:spPr>
            <a:xfrm>
              <a:off x="23870543" y="1581150"/>
              <a:ext cx="15379" cy="276225"/>
            </a:xfrm>
            <a:prstGeom prst="rect">
              <a:avLst/>
            </a:prstGeom>
            <a:solidFill>
              <a:srgbClr val="CC79A7"/>
            </a:solidFill>
            <a:ln w="0">
              <a:noFill/>
              <a:prstDash val="solid"/>
            </a:ln>
          </p:spPr>
        </p:sp>
        <p:sp>
          <p:nvSpPr>
            <p:cNvPr id="1762" name="four:time-step-strips:time-strip-tₐ-cell-172:1762">
              <a:extLst>
                <a:ext uri="{FF2B5EF4-FFF2-40B4-BE49-F238E27FC236}">
                  <ns2:creationId id="{740E6319-3A22-4423-A614-693F50725226}"/>
                </a:ext>
              </a:extLst>
            </p:cNvPr>
            <p:cNvSpPr>
              <a:spLocks noGrp="1"/>
            </p:cNvSpPr>
            <p:nvPr/>
          </p:nvSpPr>
          <p:spPr>
            <a:xfrm>
              <a:off x="23885922" y="1581150"/>
              <a:ext cx="15379" cy="276225"/>
            </a:xfrm>
            <a:prstGeom prst="rect">
              <a:avLst/>
            </a:prstGeom>
            <a:solidFill>
              <a:srgbClr val="CC79A7"/>
            </a:solidFill>
            <a:ln w="0">
              <a:noFill/>
              <a:prstDash val="solid"/>
            </a:ln>
          </p:spPr>
        </p:sp>
        <p:sp>
          <p:nvSpPr>
            <p:cNvPr id="1763" name="four:time-step-strips:time-strip-tₐ-cell-173:1763">
              <a:extLst>
                <a:ext uri="{FF2B5EF4-FFF2-40B4-BE49-F238E27FC236}">
                  <ns2:creationId id="{0653D57D-F3F2-481B-B743-60D687230884}"/>
                </a:ext>
              </a:extLst>
            </p:cNvPr>
            <p:cNvSpPr>
              <a:spLocks noGrp="1"/>
            </p:cNvSpPr>
            <p:nvPr/>
          </p:nvSpPr>
          <p:spPr>
            <a:xfrm>
              <a:off x="23901301" y="1581150"/>
              <a:ext cx="15379" cy="276225"/>
            </a:xfrm>
            <a:prstGeom prst="rect">
              <a:avLst/>
            </a:prstGeom>
            <a:solidFill>
              <a:srgbClr val="CC79A7"/>
            </a:solidFill>
            <a:ln w="0">
              <a:noFill/>
              <a:prstDash val="solid"/>
            </a:ln>
          </p:spPr>
        </p:sp>
        <p:sp>
          <p:nvSpPr>
            <p:cNvPr id="1764" name="four:time-step-strips:time-strip-tₐ-cell-174:1764">
              <a:extLst>
                <a:ext uri="{FF2B5EF4-FFF2-40B4-BE49-F238E27FC236}">
                  <ns2:creationId id="{4A7CAFEA-F24C-49CE-9969-B11E48E8532A}"/>
                </a:ext>
              </a:extLst>
            </p:cNvPr>
            <p:cNvSpPr>
              <a:spLocks noGrp="1"/>
            </p:cNvSpPr>
            <p:nvPr/>
          </p:nvSpPr>
          <p:spPr>
            <a:xfrm>
              <a:off x="23916680" y="1581150"/>
              <a:ext cx="15379" cy="276225"/>
            </a:xfrm>
            <a:prstGeom prst="rect">
              <a:avLst/>
            </a:prstGeom>
            <a:solidFill>
              <a:srgbClr val="CC79A7"/>
            </a:solidFill>
            <a:ln w="0">
              <a:noFill/>
              <a:prstDash val="solid"/>
            </a:ln>
          </p:spPr>
        </p:sp>
        <p:sp>
          <p:nvSpPr>
            <p:cNvPr id="1765" name="four:time-step-strips:time-strip-tₐ-cell-175:1765">
              <a:extLst>
                <a:ext uri="{FF2B5EF4-FFF2-40B4-BE49-F238E27FC236}">
                  <ns2:creationId id="{3FFC7F79-34FD-4C33-9E16-B211626FF99C}"/>
                </a:ext>
              </a:extLst>
            </p:cNvPr>
            <p:cNvSpPr>
              <a:spLocks noGrp="1"/>
            </p:cNvSpPr>
            <p:nvPr/>
          </p:nvSpPr>
          <p:spPr>
            <a:xfrm>
              <a:off x="23932059" y="1581150"/>
              <a:ext cx="15379" cy="276225"/>
            </a:xfrm>
            <a:prstGeom prst="rect">
              <a:avLst/>
            </a:prstGeom>
            <a:solidFill>
              <a:srgbClr val="CC79A7"/>
            </a:solidFill>
            <a:ln w="0">
              <a:noFill/>
              <a:prstDash val="solid"/>
            </a:ln>
          </p:spPr>
        </p:sp>
        <p:sp>
          <p:nvSpPr>
            <p:cNvPr id="1766" name="four:time-step-strips:time-strip-tₐ-cell-176:1766">
              <a:extLst>
                <a:ext uri="{FF2B5EF4-FFF2-40B4-BE49-F238E27FC236}">
                  <ns2:creationId id="{BCC3E021-CF61-4ACA-A320-42F9CE0F0AC5}"/>
                </a:ext>
              </a:extLst>
            </p:cNvPr>
            <p:cNvSpPr>
              <a:spLocks noGrp="1"/>
            </p:cNvSpPr>
            <p:nvPr/>
          </p:nvSpPr>
          <p:spPr>
            <a:xfrm>
              <a:off x="23947438" y="1581150"/>
              <a:ext cx="15379" cy="276225"/>
            </a:xfrm>
            <a:prstGeom prst="rect">
              <a:avLst/>
            </a:prstGeom>
            <a:solidFill>
              <a:srgbClr val="CC79A7"/>
            </a:solidFill>
            <a:ln w="0">
              <a:noFill/>
              <a:prstDash val="solid"/>
            </a:ln>
          </p:spPr>
        </p:sp>
        <p:sp>
          <p:nvSpPr>
            <p:cNvPr id="1767" name="four:time-step-strips:time-strip-tₐ-cell-177:1767">
              <a:extLst>
                <a:ext uri="{FF2B5EF4-FFF2-40B4-BE49-F238E27FC236}">
                  <ns2:creationId id="{7718B5FB-03AA-4DBA-89D5-37AD346825CF}"/>
                </a:ext>
              </a:extLst>
            </p:cNvPr>
            <p:cNvSpPr>
              <a:spLocks noGrp="1"/>
            </p:cNvSpPr>
            <p:nvPr/>
          </p:nvSpPr>
          <p:spPr>
            <a:xfrm>
              <a:off x="23962816" y="1581150"/>
              <a:ext cx="15379" cy="276225"/>
            </a:xfrm>
            <a:prstGeom prst="rect">
              <a:avLst/>
            </a:prstGeom>
            <a:solidFill>
              <a:srgbClr val="CC79A7"/>
            </a:solidFill>
            <a:ln w="0">
              <a:noFill/>
              <a:prstDash val="solid"/>
            </a:ln>
          </p:spPr>
        </p:sp>
        <p:sp>
          <p:nvSpPr>
            <p:cNvPr id="1768" name="four:time-step-strips:time-strip-tₐ-cell-178:1768">
              <a:extLst>
                <a:ext uri="{FF2B5EF4-FFF2-40B4-BE49-F238E27FC236}">
                  <ns2:creationId id="{1FCF0A14-3F53-4E0E-8A38-B4470673533D}"/>
                </a:ext>
              </a:extLst>
            </p:cNvPr>
            <p:cNvSpPr>
              <a:spLocks noGrp="1"/>
            </p:cNvSpPr>
            <p:nvPr/>
          </p:nvSpPr>
          <p:spPr>
            <a:xfrm>
              <a:off x="23978195" y="1581150"/>
              <a:ext cx="15379" cy="276225"/>
            </a:xfrm>
            <a:prstGeom prst="rect">
              <a:avLst/>
            </a:prstGeom>
            <a:solidFill>
              <a:srgbClr val="CC79A7"/>
            </a:solidFill>
            <a:ln w="0">
              <a:noFill/>
              <a:prstDash val="solid"/>
            </a:ln>
          </p:spPr>
        </p:sp>
        <p:sp>
          <p:nvSpPr>
            <p:cNvPr id="1769" name="four:time-step-strips:time-strip-tₐ-cell-179:1769">
              <a:extLst>
                <a:ext uri="{FF2B5EF4-FFF2-40B4-BE49-F238E27FC236}">
                  <ns2:creationId id="{80AEB7A2-61A2-4A75-836A-66AD6767929B}"/>
                </a:ext>
              </a:extLst>
            </p:cNvPr>
            <p:cNvSpPr>
              <a:spLocks noGrp="1"/>
            </p:cNvSpPr>
            <p:nvPr/>
          </p:nvSpPr>
          <p:spPr>
            <a:xfrm>
              <a:off x="23993574" y="1581150"/>
              <a:ext cx="15379" cy="276225"/>
            </a:xfrm>
            <a:prstGeom prst="rect">
              <a:avLst/>
            </a:prstGeom>
            <a:solidFill>
              <a:srgbClr val="CC79A7"/>
            </a:solidFill>
            <a:ln w="0">
              <a:noFill/>
              <a:prstDash val="solid"/>
            </a:ln>
          </p:spPr>
        </p:sp>
        <p:sp>
          <p:nvSpPr>
            <p:cNvPr id="1770" name="four:time-step-strips:time-strip-tₐ-cell-180:1770">
              <a:extLst>
                <a:ext uri="{FF2B5EF4-FFF2-40B4-BE49-F238E27FC236}">
                  <ns2:creationId id="{65D87A5A-9FF8-47DA-96C6-6661660184E1}"/>
                </a:ext>
              </a:extLst>
            </p:cNvPr>
            <p:cNvSpPr>
              <a:spLocks noGrp="1"/>
            </p:cNvSpPr>
            <p:nvPr/>
          </p:nvSpPr>
          <p:spPr>
            <a:xfrm>
              <a:off x="24008953" y="1581150"/>
              <a:ext cx="15379" cy="276225"/>
            </a:xfrm>
            <a:prstGeom prst="rect">
              <a:avLst/>
            </a:prstGeom>
            <a:solidFill>
              <a:srgbClr val="CC79A7"/>
            </a:solidFill>
            <a:ln w="0">
              <a:noFill/>
              <a:prstDash val="solid"/>
            </a:ln>
          </p:spPr>
        </p:sp>
        <p:sp>
          <p:nvSpPr>
            <p:cNvPr id="1771" name="four:time-step-strips:time-strip-tₐ-cell-181:1771">
              <a:extLst>
                <a:ext uri="{FF2B5EF4-FFF2-40B4-BE49-F238E27FC236}">
                  <ns2:creationId id="{5A914DE3-965B-46A9-9AB4-19F6204AEE22}"/>
                </a:ext>
              </a:extLst>
            </p:cNvPr>
            <p:cNvSpPr>
              <a:spLocks noGrp="1"/>
            </p:cNvSpPr>
            <p:nvPr/>
          </p:nvSpPr>
          <p:spPr>
            <a:xfrm>
              <a:off x="24024332" y="1581150"/>
              <a:ext cx="15379" cy="276225"/>
            </a:xfrm>
            <a:prstGeom prst="rect">
              <a:avLst/>
            </a:prstGeom>
            <a:solidFill>
              <a:srgbClr val="CC79A7"/>
            </a:solidFill>
            <a:ln w="0">
              <a:noFill/>
              <a:prstDash val="solid"/>
            </a:ln>
          </p:spPr>
        </p:sp>
        <p:sp>
          <p:nvSpPr>
            <p:cNvPr id="1772" name="four:time-step-strips:time-strip-tₐ-cell-182:1772">
              <a:extLst>
                <a:ext uri="{FF2B5EF4-FFF2-40B4-BE49-F238E27FC236}">
                  <ns2:creationId id="{1530EF9A-1089-4D31-A0AF-A1D5D5C282E0}"/>
                </a:ext>
              </a:extLst>
            </p:cNvPr>
            <p:cNvSpPr>
              <a:spLocks noGrp="1"/>
            </p:cNvSpPr>
            <p:nvPr/>
          </p:nvSpPr>
          <p:spPr>
            <a:xfrm>
              <a:off x="24039711" y="1581150"/>
              <a:ext cx="15379" cy="276225"/>
            </a:xfrm>
            <a:prstGeom prst="rect">
              <a:avLst/>
            </a:prstGeom>
            <a:solidFill>
              <a:srgbClr val="CC79A7"/>
            </a:solidFill>
            <a:ln w="0">
              <a:noFill/>
              <a:prstDash val="solid"/>
            </a:ln>
          </p:spPr>
        </p:sp>
        <p:sp>
          <p:nvSpPr>
            <p:cNvPr id="1773" name="four:time-step-strips:time-strip-tₐ-cell-183:1773">
              <a:extLst>
                <a:ext uri="{FF2B5EF4-FFF2-40B4-BE49-F238E27FC236}">
                  <ns2:creationId id="{EB31670B-8D49-4AD3-9439-EB588FD5AAEB}"/>
                </a:ext>
              </a:extLst>
            </p:cNvPr>
            <p:cNvSpPr>
              <a:spLocks noGrp="1"/>
            </p:cNvSpPr>
            <p:nvPr/>
          </p:nvSpPr>
          <p:spPr>
            <a:xfrm>
              <a:off x="24055090" y="1581150"/>
              <a:ext cx="15379" cy="276225"/>
            </a:xfrm>
            <a:prstGeom prst="rect">
              <a:avLst/>
            </a:prstGeom>
            <a:solidFill>
              <a:srgbClr val="CE88B0"/>
            </a:solidFill>
            <a:ln w="0">
              <a:noFill/>
              <a:prstDash val="solid"/>
            </a:ln>
          </p:spPr>
        </p:sp>
        <p:sp>
          <p:nvSpPr>
            <p:cNvPr id="1774" name="four:time-step-strips:time-strip-tₐ-cell-184:1774">
              <a:extLst>
                <a:ext uri="{FF2B5EF4-FFF2-40B4-BE49-F238E27FC236}">
                  <ns2:creationId id="{F910E53B-AE44-46D7-A4A7-0A5B1E2A745D}"/>
                </a:ext>
              </a:extLst>
            </p:cNvPr>
            <p:cNvSpPr>
              <a:spLocks noGrp="1"/>
            </p:cNvSpPr>
            <p:nvPr/>
          </p:nvSpPr>
          <p:spPr>
            <a:xfrm>
              <a:off x="24070469" y="1581150"/>
              <a:ext cx="15379" cy="276225"/>
            </a:xfrm>
            <a:prstGeom prst="rect">
              <a:avLst/>
            </a:prstGeom>
            <a:solidFill>
              <a:srgbClr val="D2A6C3"/>
            </a:solidFill>
            <a:ln w="0">
              <a:noFill/>
              <a:prstDash val="solid"/>
            </a:ln>
          </p:spPr>
        </p:sp>
        <p:sp>
          <p:nvSpPr>
            <p:cNvPr id="1775" name="four:time-step-strips:time-strip-tₐ-cell-185:1775">
              <a:extLst>
                <a:ext uri="{FF2B5EF4-FFF2-40B4-BE49-F238E27FC236}">
                  <ns2:creationId id="{FEB5B4AA-7E6F-4356-8CB1-7C2F9EF2B31A}"/>
                </a:ext>
              </a:extLst>
            </p:cNvPr>
            <p:cNvSpPr>
              <a:spLocks noGrp="1"/>
            </p:cNvSpPr>
            <p:nvPr/>
          </p:nvSpPr>
          <p:spPr>
            <a:xfrm>
              <a:off x="24085848" y="1581150"/>
              <a:ext cx="15379" cy="276225"/>
            </a:xfrm>
            <a:prstGeom prst="rect">
              <a:avLst/>
            </a:prstGeom>
            <a:solidFill>
              <a:srgbClr val="D7C8D9"/>
            </a:solidFill>
            <a:ln w="0">
              <a:noFill/>
              <a:prstDash val="solid"/>
            </a:ln>
          </p:spPr>
        </p:sp>
        <p:sp>
          <p:nvSpPr>
            <p:cNvPr id="1776" name="four:time-step-strips:time-strip-tₐ-cell-186:1776">
              <a:extLst>
                <a:ext uri="{FF2B5EF4-FFF2-40B4-BE49-F238E27FC236}">
                  <ns2:creationId id="{8795A939-F156-4B09-A831-569ED8095D10}"/>
                </a:ext>
              </a:extLst>
            </p:cNvPr>
            <p:cNvSpPr>
              <a:spLocks noGrp="1"/>
            </p:cNvSpPr>
            <p:nvPr/>
          </p:nvSpPr>
          <p:spPr>
            <a:xfrm>
              <a:off x="24101227" y="1581150"/>
              <a:ext cx="15379" cy="276225"/>
            </a:xfrm>
            <a:prstGeom prst="rect">
              <a:avLst/>
            </a:prstGeom>
            <a:solidFill>
              <a:srgbClr val="DBE3E5"/>
            </a:solidFill>
            <a:ln w="0">
              <a:noFill/>
              <a:prstDash val="solid"/>
            </a:ln>
          </p:spPr>
        </p:sp>
        <p:sp>
          <p:nvSpPr>
            <p:cNvPr id="1777" name="four:time-step-strips:time-strip-tₐ-cell-187:1777">
              <a:extLst>
                <a:ext uri="{FF2B5EF4-FFF2-40B4-BE49-F238E27FC236}">
                  <ns2:creationId id="{BF47850A-76A0-4D68-A2EE-37903230CA3B}"/>
                </a:ext>
              </a:extLst>
            </p:cNvPr>
            <p:cNvSpPr>
              <a:spLocks noGrp="1"/>
            </p:cNvSpPr>
            <p:nvPr/>
          </p:nvSpPr>
          <p:spPr>
            <a:xfrm>
              <a:off x="24116605" y="1581150"/>
              <a:ext cx="15379" cy="276225"/>
            </a:xfrm>
            <a:prstGeom prst="rect">
              <a:avLst/>
            </a:prstGeom>
            <a:solidFill>
              <a:srgbClr val="DCE8ED"/>
            </a:solidFill>
            <a:ln w="0">
              <a:noFill/>
              <a:prstDash val="solid"/>
            </a:ln>
          </p:spPr>
        </p:sp>
        <p:sp>
          <p:nvSpPr>
            <p:cNvPr id="1778" name="four:time-step-strips:time-strip-tₐ-cell-188:1778">
              <a:extLst>
                <a:ext uri="{FF2B5EF4-FFF2-40B4-BE49-F238E27FC236}">
                  <ns2:creationId id="{1B48B9F2-E5FE-4F0D-A70B-7F1C1FA9359B}"/>
                </a:ext>
              </a:extLst>
            </p:cNvPr>
            <p:cNvSpPr>
              <a:spLocks noGrp="1"/>
            </p:cNvSpPr>
            <p:nvPr/>
          </p:nvSpPr>
          <p:spPr>
            <a:xfrm>
              <a:off x="24131984" y="1581150"/>
              <a:ext cx="15379" cy="276225"/>
            </a:xfrm>
            <a:prstGeom prst="rect">
              <a:avLst/>
            </a:prstGeom>
            <a:solidFill>
              <a:srgbClr val="DCE8ED"/>
            </a:solidFill>
            <a:ln w="0">
              <a:noFill/>
              <a:prstDash val="solid"/>
            </a:ln>
          </p:spPr>
        </p:sp>
        <p:sp>
          <p:nvSpPr>
            <p:cNvPr id="1779" name="four:time-step-strips:time-strip-tₐ-cell-189:1779">
              <a:extLst>
                <a:ext uri="{FF2B5EF4-FFF2-40B4-BE49-F238E27FC236}">
                  <ns2:creationId id="{D168EC70-BEB0-492D-A77A-4E25BF061C5E}"/>
                </a:ext>
              </a:extLst>
            </p:cNvPr>
            <p:cNvSpPr>
              <a:spLocks noGrp="1"/>
            </p:cNvSpPr>
            <p:nvPr/>
          </p:nvSpPr>
          <p:spPr>
            <a:xfrm>
              <a:off x="24147363" y="1581150"/>
              <a:ext cx="15379" cy="276225"/>
            </a:xfrm>
            <a:prstGeom prst="rect">
              <a:avLst/>
            </a:prstGeom>
            <a:solidFill>
              <a:srgbClr val="DCE8ED"/>
            </a:solidFill>
            <a:ln w="0">
              <a:noFill/>
              <a:prstDash val="solid"/>
            </a:ln>
          </p:spPr>
        </p:sp>
        <p:sp>
          <p:nvSpPr>
            <p:cNvPr id="1780" name="four:time-step-strips:time-strip-tₐ-cell-190:1780">
              <a:extLst>
                <a:ext uri="{FF2B5EF4-FFF2-40B4-BE49-F238E27FC236}">
                  <ns2:creationId id="{473FBADF-A889-4AAA-9A08-66CFAA3332E3}"/>
                </a:ext>
              </a:extLst>
            </p:cNvPr>
            <p:cNvSpPr>
              <a:spLocks noGrp="1"/>
            </p:cNvSpPr>
            <p:nvPr/>
          </p:nvSpPr>
          <p:spPr>
            <a:xfrm>
              <a:off x="24162742" y="1581150"/>
              <a:ext cx="15379" cy="276225"/>
            </a:xfrm>
            <a:prstGeom prst="rect">
              <a:avLst/>
            </a:prstGeom>
            <a:solidFill>
              <a:srgbClr val="DCE8ED"/>
            </a:solidFill>
            <a:ln w="0">
              <a:noFill/>
              <a:prstDash val="solid"/>
            </a:ln>
          </p:spPr>
        </p:sp>
        <p:sp>
          <p:nvSpPr>
            <p:cNvPr id="1781" name="four:time-step-strips:time-strip-tₐ-cell-191:1781">
              <a:extLst>
                <a:ext uri="{FF2B5EF4-FFF2-40B4-BE49-F238E27FC236}">
                  <ns2:creationId id="{92E24FD9-3513-45F9-9DBB-49C228D8155E}"/>
                </a:ext>
              </a:extLst>
            </p:cNvPr>
            <p:cNvSpPr>
              <a:spLocks noGrp="1"/>
            </p:cNvSpPr>
            <p:nvPr/>
          </p:nvSpPr>
          <p:spPr>
            <a:xfrm>
              <a:off x="24178121" y="1581150"/>
              <a:ext cx="15379" cy="276225"/>
            </a:xfrm>
            <a:prstGeom prst="rect">
              <a:avLst/>
            </a:prstGeom>
            <a:solidFill>
              <a:srgbClr val="DCE8ED"/>
            </a:solidFill>
            <a:ln w="0">
              <a:noFill/>
              <a:prstDash val="solid"/>
            </a:ln>
          </p:spPr>
        </p:sp>
        <p:sp>
          <p:nvSpPr>
            <p:cNvPr id="1782" name="four:time-step-strips:time-strip-tₐ-border:1782">
              <a:extLst>
                <a:ext uri="{FF2B5EF4-FFF2-40B4-BE49-F238E27FC236}">
                  <ns2:creationId id="{059FDDA8-9865-425E-8830-BEFCE063A3C6}"/>
                </a:ext>
              </a:extLst>
            </p:cNvPr>
            <p:cNvSpPr>
              <a:spLocks noGrp="1"/>
            </p:cNvSpPr>
            <p:nvPr/>
          </p:nvSpPr>
          <p:spPr>
            <a:xfrm>
              <a:off x="21240750" y="1581150"/>
              <a:ext cx="2952750" cy="276225"/>
            </a:xfrm>
            <a:prstGeom prst="rect">
              <a:avLst/>
            </a:prstGeom>
            <a:noFill/>
            <a:ln w="7620">
              <a:solidFill>
                <a:srgbClr val="263238"/>
              </a:solidFill>
              <a:prstDash val="solid"/>
            </a:ln>
          </p:spPr>
        </p:sp>
        <p:sp>
          <p:nvSpPr>
            <p:cNvPr id="1783" name="four:time-step-strips:textbox:1783">
              <a:extLst>
                <a:ext uri="{FF2B5EF4-FFF2-40B4-BE49-F238E27FC236}">
                  <ns2:creationId id="{601B62B4-75F7-4577-A9CB-C2EEFDC20118}"/>
                </a:ext>
              </a:extLst>
            </p:cNvPr>
            <p:cNvSpPr>
              <a:spLocks noGrp="1"/>
            </p:cNvSpPr>
            <p:nvPr/>
          </p:nvSpPr>
          <p:spPr>
            <a:xfrm>
              <a:off x="20831175" y="2266950"/>
              <a:ext cx="323850" cy="342900"/>
            </a:xfrm>
            <a:prstGeom prst="rect">
              <a:avLst/>
            </a:prstGeom>
            <a:noFill/>
            <a:ln w="0">
              <a:noFill/>
              <a:prstDash val="solid"/>
            </a:ln>
          </p:spPr>
          <p:txBody>
            <a:bodyPr wrap="none" lIns="0" tIns="0" rIns="0" bIns="0" anchor="ctr">
              <a:normAutofit fontScale="100000"/>
            </a:bodyPr>
            <a:lstStyle>
              <a:defPPr algn="ctr">
                <a:defRPr sz="2025" b="0">
                  <a:solidFill>
                    <a:srgbClr val="263238"/>
                  </a:solidFill>
                  <a:latin typeface="Arial"/>
                  <a:ea typeface="Arial"/>
                  <a:cs typeface="Arial"/>
                </a:defRPr>
              </a:defPPr>
            </a:lstStyle>
            <a:p>
              <a:pPr algn="ctr">
                <a:defRPr sz="2025" b="0">
                  <a:solidFill>
                    <a:srgbClr val="263238"/>
                  </a:solidFill>
                  <a:latin typeface="Arial"/>
                  <a:ea typeface="Arial"/>
                  <a:cs typeface="Arial"/>
                </a:defRPr>
              </a:pPr>
              <a:r>
                <a:rPr sz="2025" b="0">
                  <a:solidFill>
                    <a:srgbClr val="263238"/>
                  </a:solidFill>
                  <a:latin typeface="Arial"/>
                  <a:ea typeface="Arial"/>
                  <a:cs typeface="Arial"/>
                </a:rPr>
                <a:t>tᵦ</a:t>
              </a:r>
            </a:p>
          </p:txBody>
        </p:sp>
        <p:sp>
          <p:nvSpPr>
            <p:cNvPr id="1784" name="four:time-step-strips:time-strip-tᵦ-cell-0:1784">
              <a:extLst>
                <a:ext uri="{FF2B5EF4-FFF2-40B4-BE49-F238E27FC236}">
                  <ns2:creationId id="{B317882C-2A4B-4F3D-AA71-AE2418B49B3D}"/>
                </a:ext>
              </a:extLst>
            </p:cNvPr>
            <p:cNvSpPr>
              <a:spLocks noGrp="1"/>
            </p:cNvSpPr>
            <p:nvPr/>
          </p:nvSpPr>
          <p:spPr>
            <a:xfrm>
              <a:off x="21240750" y="2295525"/>
              <a:ext cx="15379" cy="276225"/>
            </a:xfrm>
            <a:prstGeom prst="rect">
              <a:avLst/>
            </a:prstGeom>
            <a:solidFill>
              <a:srgbClr val="DCE8ED"/>
            </a:solidFill>
            <a:ln w="0">
              <a:noFill/>
              <a:prstDash val="solid"/>
            </a:ln>
          </p:spPr>
        </p:sp>
        <p:sp>
          <p:nvSpPr>
            <p:cNvPr id="1785" name="four:time-step-strips:time-strip-tᵦ-cell-1:1785">
              <a:extLst>
                <a:ext uri="{FF2B5EF4-FFF2-40B4-BE49-F238E27FC236}">
                  <ns2:creationId id="{E94BFA65-6BFC-410B-817F-EF9B1775B0BE}"/>
                </a:ext>
              </a:extLst>
            </p:cNvPr>
            <p:cNvSpPr>
              <a:spLocks noGrp="1"/>
            </p:cNvSpPr>
            <p:nvPr/>
          </p:nvSpPr>
          <p:spPr>
            <a:xfrm>
              <a:off x="21256129" y="2295525"/>
              <a:ext cx="15379" cy="276225"/>
            </a:xfrm>
            <a:prstGeom prst="rect">
              <a:avLst/>
            </a:prstGeom>
            <a:solidFill>
              <a:srgbClr val="DCE8ED"/>
            </a:solidFill>
            <a:ln w="0">
              <a:noFill/>
              <a:prstDash val="solid"/>
            </a:ln>
          </p:spPr>
        </p:sp>
        <p:sp>
          <p:nvSpPr>
            <p:cNvPr id="1786" name="four:time-step-strips:time-strip-tᵦ-cell-2:1786">
              <a:extLst>
                <a:ext uri="{FF2B5EF4-FFF2-40B4-BE49-F238E27FC236}">
                  <ns2:creationId id="{E937BE60-BDC2-4CC8-83BD-36E7407228FF}"/>
                </a:ext>
              </a:extLst>
            </p:cNvPr>
            <p:cNvSpPr>
              <a:spLocks noGrp="1"/>
            </p:cNvSpPr>
            <p:nvPr/>
          </p:nvSpPr>
          <p:spPr>
            <a:xfrm>
              <a:off x="21271508" y="2295525"/>
              <a:ext cx="15379" cy="276225"/>
            </a:xfrm>
            <a:prstGeom prst="rect">
              <a:avLst/>
            </a:prstGeom>
            <a:solidFill>
              <a:srgbClr val="5AA2CA"/>
            </a:solidFill>
            <a:ln w="0">
              <a:noFill/>
              <a:prstDash val="solid"/>
            </a:ln>
          </p:spPr>
        </p:sp>
        <p:sp>
          <p:nvSpPr>
            <p:cNvPr id="1787" name="four:time-step-strips:time-strip-tᵦ-cell-3:1787">
              <a:extLst>
                <a:ext uri="{FF2B5EF4-FFF2-40B4-BE49-F238E27FC236}">
                  <ns2:creationId id="{18F69410-16EF-4267-B816-7273FC576892}"/>
                </a:ext>
              </a:extLst>
            </p:cNvPr>
            <p:cNvSpPr>
              <a:spLocks noGrp="1"/>
            </p:cNvSpPr>
            <p:nvPr/>
          </p:nvSpPr>
          <p:spPr>
            <a:xfrm>
              <a:off x="21286887" y="2295525"/>
              <a:ext cx="15379" cy="276225"/>
            </a:xfrm>
            <a:prstGeom prst="rect">
              <a:avLst/>
            </a:prstGeom>
            <a:solidFill>
              <a:srgbClr val="0072B2"/>
            </a:solidFill>
            <a:ln w="0">
              <a:noFill/>
              <a:prstDash val="solid"/>
            </a:ln>
          </p:spPr>
        </p:sp>
        <p:sp>
          <p:nvSpPr>
            <p:cNvPr id="1788" name="four:time-step-strips:time-strip-tᵦ-cell-4:1788">
              <a:extLst>
                <a:ext uri="{FF2B5EF4-FFF2-40B4-BE49-F238E27FC236}">
                  <ns2:creationId id="{1B44EE66-A18A-41EE-8C7D-2DD4B7298F2E}"/>
                </a:ext>
              </a:extLst>
            </p:cNvPr>
            <p:cNvSpPr>
              <a:spLocks noGrp="1"/>
            </p:cNvSpPr>
            <p:nvPr/>
          </p:nvSpPr>
          <p:spPr>
            <a:xfrm>
              <a:off x="21302266" y="2295525"/>
              <a:ext cx="15379" cy="276225"/>
            </a:xfrm>
            <a:prstGeom prst="rect">
              <a:avLst/>
            </a:prstGeom>
            <a:solidFill>
              <a:srgbClr val="0072B2"/>
            </a:solidFill>
            <a:ln w="0">
              <a:noFill/>
              <a:prstDash val="solid"/>
            </a:ln>
          </p:spPr>
        </p:sp>
        <p:sp>
          <p:nvSpPr>
            <p:cNvPr id="1789" name="four:time-step-strips:time-strip-tᵦ-cell-5:1789">
              <a:extLst>
                <a:ext uri="{FF2B5EF4-FFF2-40B4-BE49-F238E27FC236}">
                  <ns2:creationId id="{D8E50DC2-E433-40C1-ADDB-8765EFA2B122}"/>
                </a:ext>
              </a:extLst>
            </p:cNvPr>
            <p:cNvSpPr>
              <a:spLocks noGrp="1"/>
            </p:cNvSpPr>
            <p:nvPr/>
          </p:nvSpPr>
          <p:spPr>
            <a:xfrm>
              <a:off x="21317645" y="2295525"/>
              <a:ext cx="15379" cy="276225"/>
            </a:xfrm>
            <a:prstGeom prst="rect">
              <a:avLst/>
            </a:prstGeom>
            <a:solidFill>
              <a:srgbClr val="0072B2"/>
            </a:solidFill>
            <a:ln w="0">
              <a:noFill/>
              <a:prstDash val="solid"/>
            </a:ln>
          </p:spPr>
        </p:sp>
        <p:sp>
          <p:nvSpPr>
            <p:cNvPr id="1790" name="four:time-step-strips:time-strip-tᵦ-cell-6:1790">
              <a:extLst>
                <a:ext uri="{FF2B5EF4-FFF2-40B4-BE49-F238E27FC236}">
                  <ns2:creationId id="{70CD6891-689B-418B-8EB9-A352F75741CC}"/>
                </a:ext>
              </a:extLst>
            </p:cNvPr>
            <p:cNvSpPr>
              <a:spLocks noGrp="1"/>
            </p:cNvSpPr>
            <p:nvPr/>
          </p:nvSpPr>
          <p:spPr>
            <a:xfrm>
              <a:off x="21333023" y="2295525"/>
              <a:ext cx="15379" cy="276225"/>
            </a:xfrm>
            <a:prstGeom prst="rect">
              <a:avLst/>
            </a:prstGeom>
            <a:solidFill>
              <a:srgbClr val="0072B2"/>
            </a:solidFill>
            <a:ln w="0">
              <a:noFill/>
              <a:prstDash val="solid"/>
            </a:ln>
          </p:spPr>
        </p:sp>
        <p:sp>
          <p:nvSpPr>
            <p:cNvPr id="1791" name="four:time-step-strips:time-strip-tᵦ-cell-7:1791">
              <a:extLst>
                <a:ext uri="{FF2B5EF4-FFF2-40B4-BE49-F238E27FC236}">
                  <ns2:creationId id="{750827A7-3A51-44A4-8936-3031577CDE46}"/>
                </a:ext>
              </a:extLst>
            </p:cNvPr>
            <p:cNvSpPr>
              <a:spLocks noGrp="1"/>
            </p:cNvSpPr>
            <p:nvPr/>
          </p:nvSpPr>
          <p:spPr>
            <a:xfrm>
              <a:off x="21348402" y="2295525"/>
              <a:ext cx="15379" cy="276225"/>
            </a:xfrm>
            <a:prstGeom prst="rect">
              <a:avLst/>
            </a:prstGeom>
            <a:solidFill>
              <a:srgbClr val="0072B2"/>
            </a:solidFill>
            <a:ln w="0">
              <a:noFill/>
              <a:prstDash val="solid"/>
            </a:ln>
          </p:spPr>
        </p:sp>
        <p:sp>
          <p:nvSpPr>
            <p:cNvPr id="1792" name="four:time-step-strips:time-strip-tᵦ-cell-8:1792">
              <a:extLst>
                <a:ext uri="{FF2B5EF4-FFF2-40B4-BE49-F238E27FC236}">
                  <ns2:creationId id="{8A08C5A2-B249-451B-81F0-2F52FD92E9E9}"/>
                </a:ext>
              </a:extLst>
            </p:cNvPr>
            <p:cNvSpPr>
              <a:spLocks noGrp="1"/>
            </p:cNvSpPr>
            <p:nvPr/>
          </p:nvSpPr>
          <p:spPr>
            <a:xfrm>
              <a:off x="21363781" y="2295525"/>
              <a:ext cx="15379" cy="276225"/>
            </a:xfrm>
            <a:prstGeom prst="rect">
              <a:avLst/>
            </a:prstGeom>
            <a:solidFill>
              <a:srgbClr val="0072B2"/>
            </a:solidFill>
            <a:ln w="0">
              <a:noFill/>
              <a:prstDash val="solid"/>
            </a:ln>
          </p:spPr>
        </p:sp>
        <p:sp>
          <p:nvSpPr>
            <p:cNvPr id="1793" name="four:time-step-strips:time-strip-tᵦ-cell-9:1793">
              <a:extLst>
                <a:ext uri="{FF2B5EF4-FFF2-40B4-BE49-F238E27FC236}">
                  <ns2:creationId id="{B7EEA953-22B5-48E9-BA5B-AF246A3FCF04}"/>
                </a:ext>
              </a:extLst>
            </p:cNvPr>
            <p:cNvSpPr>
              <a:spLocks noGrp="1"/>
            </p:cNvSpPr>
            <p:nvPr/>
          </p:nvSpPr>
          <p:spPr>
            <a:xfrm>
              <a:off x="21379160" y="2295525"/>
              <a:ext cx="15379" cy="276225"/>
            </a:xfrm>
            <a:prstGeom prst="rect">
              <a:avLst/>
            </a:prstGeom>
            <a:solidFill>
              <a:srgbClr val="0072B2"/>
            </a:solidFill>
            <a:ln w="0">
              <a:noFill/>
              <a:prstDash val="solid"/>
            </a:ln>
          </p:spPr>
        </p:sp>
        <p:sp>
          <p:nvSpPr>
            <p:cNvPr id="1794" name="four:time-step-strips:time-strip-tᵦ-cell-10:1794">
              <a:extLst>
                <a:ext uri="{FF2B5EF4-FFF2-40B4-BE49-F238E27FC236}">
                  <ns2:creationId id="{9868620E-95BA-46A0-9F9C-8CF3052EB2A3}"/>
                </a:ext>
              </a:extLst>
            </p:cNvPr>
            <p:cNvSpPr>
              <a:spLocks noGrp="1"/>
            </p:cNvSpPr>
            <p:nvPr/>
          </p:nvSpPr>
          <p:spPr>
            <a:xfrm>
              <a:off x="21394539" y="2295525"/>
              <a:ext cx="15379" cy="276225"/>
            </a:xfrm>
            <a:prstGeom prst="rect">
              <a:avLst/>
            </a:prstGeom>
            <a:solidFill>
              <a:srgbClr val="0072B2"/>
            </a:solidFill>
            <a:ln w="0">
              <a:noFill/>
              <a:prstDash val="solid"/>
            </a:ln>
          </p:spPr>
        </p:sp>
        <p:sp>
          <p:nvSpPr>
            <p:cNvPr id="1795" name="four:time-step-strips:time-strip-tᵦ-cell-11:1795">
              <a:extLst>
                <a:ext uri="{FF2B5EF4-FFF2-40B4-BE49-F238E27FC236}">
                  <ns2:creationId id="{3904F43A-DD6C-480E-8136-6A334FAF3962}"/>
                </a:ext>
              </a:extLst>
            </p:cNvPr>
            <p:cNvSpPr>
              <a:spLocks noGrp="1"/>
            </p:cNvSpPr>
            <p:nvPr/>
          </p:nvSpPr>
          <p:spPr>
            <a:xfrm>
              <a:off x="21409918" y="2295525"/>
              <a:ext cx="15379" cy="276225"/>
            </a:xfrm>
            <a:prstGeom prst="rect">
              <a:avLst/>
            </a:prstGeom>
            <a:solidFill>
              <a:srgbClr val="0072B2"/>
            </a:solidFill>
            <a:ln w="0">
              <a:noFill/>
              <a:prstDash val="solid"/>
            </a:ln>
          </p:spPr>
        </p:sp>
        <p:sp>
          <p:nvSpPr>
            <p:cNvPr id="1796" name="four:time-step-strips:time-strip-tᵦ-cell-12:1796">
              <a:extLst>
                <a:ext uri="{FF2B5EF4-FFF2-40B4-BE49-F238E27FC236}">
                  <ns2:creationId id="{06501674-309A-468E-8874-1565A639EC93}"/>
                </a:ext>
              </a:extLst>
            </p:cNvPr>
            <p:cNvSpPr>
              <a:spLocks noGrp="1"/>
            </p:cNvSpPr>
            <p:nvPr/>
          </p:nvSpPr>
          <p:spPr>
            <a:xfrm>
              <a:off x="21425297" y="2295525"/>
              <a:ext cx="15379" cy="276225"/>
            </a:xfrm>
            <a:prstGeom prst="rect">
              <a:avLst/>
            </a:prstGeom>
            <a:solidFill>
              <a:srgbClr val="0072B2"/>
            </a:solidFill>
            <a:ln w="0">
              <a:noFill/>
              <a:prstDash val="solid"/>
            </a:ln>
          </p:spPr>
        </p:sp>
        <p:sp>
          <p:nvSpPr>
            <p:cNvPr id="1797" name="four:time-step-strips:time-strip-tᵦ-cell-13:1797">
              <a:extLst>
                <a:ext uri="{FF2B5EF4-FFF2-40B4-BE49-F238E27FC236}">
                  <ns2:creationId id="{2E46279A-7E58-46EB-9652-109F383CFD76}"/>
                </a:ext>
              </a:extLst>
            </p:cNvPr>
            <p:cNvSpPr>
              <a:spLocks noGrp="1"/>
            </p:cNvSpPr>
            <p:nvPr/>
          </p:nvSpPr>
          <p:spPr>
            <a:xfrm>
              <a:off x="21440676" y="2295525"/>
              <a:ext cx="15379" cy="276225"/>
            </a:xfrm>
            <a:prstGeom prst="rect">
              <a:avLst/>
            </a:prstGeom>
            <a:solidFill>
              <a:srgbClr val="0072B2"/>
            </a:solidFill>
            <a:ln w="0">
              <a:noFill/>
              <a:prstDash val="solid"/>
            </a:ln>
          </p:spPr>
        </p:sp>
        <p:sp>
          <p:nvSpPr>
            <p:cNvPr id="1798" name="four:time-step-strips:time-strip-tᵦ-cell-14:1798">
              <a:extLst>
                <a:ext uri="{FF2B5EF4-FFF2-40B4-BE49-F238E27FC236}">
                  <ns2:creationId id="{81836E53-7ACF-4390-9A99-7E3DBEF977AA}"/>
                </a:ext>
              </a:extLst>
            </p:cNvPr>
            <p:cNvSpPr>
              <a:spLocks noGrp="1"/>
            </p:cNvSpPr>
            <p:nvPr/>
          </p:nvSpPr>
          <p:spPr>
            <a:xfrm>
              <a:off x="21456055" y="2295525"/>
              <a:ext cx="15379" cy="276225"/>
            </a:xfrm>
            <a:prstGeom prst="rect">
              <a:avLst/>
            </a:prstGeom>
            <a:solidFill>
              <a:srgbClr val="0072B2"/>
            </a:solidFill>
            <a:ln w="0">
              <a:noFill/>
              <a:prstDash val="solid"/>
            </a:ln>
          </p:spPr>
        </p:sp>
        <p:sp>
          <p:nvSpPr>
            <p:cNvPr id="1799" name="four:time-step-strips:time-strip-tᵦ-cell-15:1799">
              <a:extLst>
                <a:ext uri="{FF2B5EF4-FFF2-40B4-BE49-F238E27FC236}">
                  <ns2:creationId id="{ADE8E10C-89F5-416C-A307-529E4B3C268B}"/>
                </a:ext>
              </a:extLst>
            </p:cNvPr>
            <p:cNvSpPr>
              <a:spLocks noGrp="1"/>
            </p:cNvSpPr>
            <p:nvPr/>
          </p:nvSpPr>
          <p:spPr>
            <a:xfrm>
              <a:off x="21471434" y="2295525"/>
              <a:ext cx="15379" cy="276225"/>
            </a:xfrm>
            <a:prstGeom prst="rect">
              <a:avLst/>
            </a:prstGeom>
            <a:solidFill>
              <a:srgbClr val="0072B2"/>
            </a:solidFill>
            <a:ln w="0">
              <a:noFill/>
              <a:prstDash val="solid"/>
            </a:ln>
          </p:spPr>
        </p:sp>
        <p:sp>
          <p:nvSpPr>
            <p:cNvPr id="1800" name="four:time-step-strips:time-strip-tᵦ-cell-16:1800">
              <a:extLst>
                <a:ext uri="{FF2B5EF4-FFF2-40B4-BE49-F238E27FC236}">
                  <ns2:creationId id="{DA7D7AE9-518A-4536-9ECE-271D7E548087}"/>
                </a:ext>
              </a:extLst>
            </p:cNvPr>
            <p:cNvSpPr>
              <a:spLocks noGrp="1"/>
            </p:cNvSpPr>
            <p:nvPr/>
          </p:nvSpPr>
          <p:spPr>
            <a:xfrm>
              <a:off x="21486812" y="2295525"/>
              <a:ext cx="15379" cy="276225"/>
            </a:xfrm>
            <a:prstGeom prst="rect">
              <a:avLst/>
            </a:prstGeom>
            <a:solidFill>
              <a:srgbClr val="0072B2"/>
            </a:solidFill>
            <a:ln w="0">
              <a:noFill/>
              <a:prstDash val="solid"/>
            </a:ln>
          </p:spPr>
        </p:sp>
        <p:sp>
          <p:nvSpPr>
            <p:cNvPr id="1801" name="four:time-step-strips:time-strip-tᵦ-cell-17:1801">
              <a:extLst>
                <a:ext uri="{FF2B5EF4-FFF2-40B4-BE49-F238E27FC236}">
                  <ns2:creationId id="{52A7D2B2-22A9-4BC8-9628-3C0E4F176A68}"/>
                </a:ext>
              </a:extLst>
            </p:cNvPr>
            <p:cNvSpPr>
              <a:spLocks noGrp="1"/>
            </p:cNvSpPr>
            <p:nvPr/>
          </p:nvSpPr>
          <p:spPr>
            <a:xfrm>
              <a:off x="21502191" y="2295525"/>
              <a:ext cx="15379" cy="276225"/>
            </a:xfrm>
            <a:prstGeom prst="rect">
              <a:avLst/>
            </a:prstGeom>
            <a:solidFill>
              <a:srgbClr val="0072B2"/>
            </a:solidFill>
            <a:ln w="0">
              <a:noFill/>
              <a:prstDash val="solid"/>
            </a:ln>
          </p:spPr>
        </p:sp>
        <p:sp>
          <p:nvSpPr>
            <p:cNvPr id="1802" name="four:time-step-strips:time-strip-tᵦ-cell-18:1802">
              <a:extLst>
                <a:ext uri="{FF2B5EF4-FFF2-40B4-BE49-F238E27FC236}">
                  <ns2:creationId id="{31E3E32F-F6E6-4E08-9205-E9B799EA942B}"/>
                </a:ext>
              </a:extLst>
            </p:cNvPr>
            <p:cNvSpPr>
              <a:spLocks noGrp="1"/>
            </p:cNvSpPr>
            <p:nvPr/>
          </p:nvSpPr>
          <p:spPr>
            <a:xfrm>
              <a:off x="21517570" y="2295525"/>
              <a:ext cx="15379" cy="276225"/>
            </a:xfrm>
            <a:prstGeom prst="rect">
              <a:avLst/>
            </a:prstGeom>
            <a:solidFill>
              <a:srgbClr val="0072B2"/>
            </a:solidFill>
            <a:ln w="0">
              <a:noFill/>
              <a:prstDash val="solid"/>
            </a:ln>
          </p:spPr>
        </p:sp>
        <p:sp>
          <p:nvSpPr>
            <p:cNvPr id="1803" name="four:time-step-strips:time-strip-tᵦ-cell-19:1803">
              <a:extLst>
                <a:ext uri="{FF2B5EF4-FFF2-40B4-BE49-F238E27FC236}">
                  <ns2:creationId id="{33E0ADF4-4959-4B5C-93E6-0D27C35C03D5}"/>
                </a:ext>
              </a:extLst>
            </p:cNvPr>
            <p:cNvSpPr>
              <a:spLocks noGrp="1"/>
            </p:cNvSpPr>
            <p:nvPr/>
          </p:nvSpPr>
          <p:spPr>
            <a:xfrm>
              <a:off x="21532949" y="2295525"/>
              <a:ext cx="15379" cy="276225"/>
            </a:xfrm>
            <a:prstGeom prst="rect">
              <a:avLst/>
            </a:prstGeom>
            <a:solidFill>
              <a:srgbClr val="0072B2"/>
            </a:solidFill>
            <a:ln w="0">
              <a:noFill/>
              <a:prstDash val="solid"/>
            </a:ln>
          </p:spPr>
        </p:sp>
        <p:sp>
          <p:nvSpPr>
            <p:cNvPr id="1804" name="four:time-step-strips:time-strip-tᵦ-cell-20:1804">
              <a:extLst>
                <a:ext uri="{FF2B5EF4-FFF2-40B4-BE49-F238E27FC236}">
                  <ns2:creationId id="{4B8D7DB2-B8BA-4CCD-883F-B61B9728AB05}"/>
                </a:ext>
              </a:extLst>
            </p:cNvPr>
            <p:cNvSpPr>
              <a:spLocks noGrp="1"/>
            </p:cNvSpPr>
            <p:nvPr/>
          </p:nvSpPr>
          <p:spPr>
            <a:xfrm>
              <a:off x="21548328" y="2295525"/>
              <a:ext cx="15379" cy="276225"/>
            </a:xfrm>
            <a:prstGeom prst="rect">
              <a:avLst/>
            </a:prstGeom>
            <a:solidFill>
              <a:srgbClr val="0072B2"/>
            </a:solidFill>
            <a:ln w="0">
              <a:noFill/>
              <a:prstDash val="solid"/>
            </a:ln>
          </p:spPr>
        </p:sp>
        <p:sp>
          <p:nvSpPr>
            <p:cNvPr id="1805" name="four:time-step-strips:time-strip-tᵦ-cell-21:1805">
              <a:extLst>
                <a:ext uri="{FF2B5EF4-FFF2-40B4-BE49-F238E27FC236}">
                  <ns2:creationId id="{1A21AB64-A43D-45AC-BCC5-D4BD280178B5}"/>
                </a:ext>
              </a:extLst>
            </p:cNvPr>
            <p:cNvSpPr>
              <a:spLocks noGrp="1"/>
            </p:cNvSpPr>
            <p:nvPr/>
          </p:nvSpPr>
          <p:spPr>
            <a:xfrm>
              <a:off x="21563707" y="2295525"/>
              <a:ext cx="15379" cy="276225"/>
            </a:xfrm>
            <a:prstGeom prst="rect">
              <a:avLst/>
            </a:prstGeom>
            <a:solidFill>
              <a:srgbClr val="0072B2"/>
            </a:solidFill>
            <a:ln w="0">
              <a:noFill/>
              <a:prstDash val="solid"/>
            </a:ln>
          </p:spPr>
        </p:sp>
        <p:sp>
          <p:nvSpPr>
            <p:cNvPr id="1806" name="four:time-step-strips:time-strip-tᵦ-cell-22:1806">
              <a:extLst>
                <a:ext uri="{FF2B5EF4-FFF2-40B4-BE49-F238E27FC236}">
                  <ns2:creationId id="{482AA9B3-E20E-4413-891C-B2DB23A66A14}"/>
                </a:ext>
              </a:extLst>
            </p:cNvPr>
            <p:cNvSpPr>
              <a:spLocks noGrp="1"/>
            </p:cNvSpPr>
            <p:nvPr/>
          </p:nvSpPr>
          <p:spPr>
            <a:xfrm>
              <a:off x="21579086" y="2295525"/>
              <a:ext cx="15379" cy="276225"/>
            </a:xfrm>
            <a:prstGeom prst="rect">
              <a:avLst/>
            </a:prstGeom>
            <a:solidFill>
              <a:srgbClr val="0072B2"/>
            </a:solidFill>
            <a:ln w="0">
              <a:noFill/>
              <a:prstDash val="solid"/>
            </a:ln>
          </p:spPr>
        </p:sp>
        <p:sp>
          <p:nvSpPr>
            <p:cNvPr id="1807" name="four:time-step-strips:time-strip-tᵦ-cell-23:1807">
              <a:extLst>
                <a:ext uri="{FF2B5EF4-FFF2-40B4-BE49-F238E27FC236}">
                  <ns2:creationId id="{A8DC62AC-5769-4A8D-8C79-74B271432E8E}"/>
                </a:ext>
              </a:extLst>
            </p:cNvPr>
            <p:cNvSpPr>
              <a:spLocks noGrp="1"/>
            </p:cNvSpPr>
            <p:nvPr/>
          </p:nvSpPr>
          <p:spPr>
            <a:xfrm>
              <a:off x="21594465" y="2295525"/>
              <a:ext cx="15379" cy="276225"/>
            </a:xfrm>
            <a:prstGeom prst="rect">
              <a:avLst/>
            </a:prstGeom>
            <a:solidFill>
              <a:srgbClr val="0977B4"/>
            </a:solidFill>
            <a:ln w="0">
              <a:noFill/>
              <a:prstDash val="solid"/>
            </a:ln>
          </p:spPr>
        </p:sp>
        <p:sp>
          <p:nvSpPr>
            <p:cNvPr id="1808" name="four:time-step-strips:time-strip-tᵦ-cell-24:1808">
              <a:extLst>
                <a:ext uri="{FF2B5EF4-FFF2-40B4-BE49-F238E27FC236}">
                  <ns2:creationId id="{A358BA41-2FA2-4068-BEF2-7B231CED6CAB}"/>
                </a:ext>
              </a:extLst>
            </p:cNvPr>
            <p:cNvSpPr>
              <a:spLocks noGrp="1"/>
            </p:cNvSpPr>
            <p:nvPr/>
          </p:nvSpPr>
          <p:spPr>
            <a:xfrm>
              <a:off x="21609844" y="2295525"/>
              <a:ext cx="15379" cy="276225"/>
            </a:xfrm>
            <a:prstGeom prst="rect">
              <a:avLst/>
            </a:prstGeom>
            <a:solidFill>
              <a:srgbClr val="2385BB"/>
            </a:solidFill>
            <a:ln w="0">
              <a:noFill/>
              <a:prstDash val="solid"/>
            </a:ln>
          </p:spPr>
        </p:sp>
        <p:sp>
          <p:nvSpPr>
            <p:cNvPr id="1809" name="four:time-step-strips:time-strip-tᵦ-cell-25:1809">
              <a:extLst>
                <a:ext uri="{FF2B5EF4-FFF2-40B4-BE49-F238E27FC236}">
                  <ns2:creationId id="{D7C4DE55-C101-4F63-8A45-6077F6CB8534}"/>
                </a:ext>
              </a:extLst>
            </p:cNvPr>
            <p:cNvSpPr>
              <a:spLocks noGrp="1"/>
            </p:cNvSpPr>
            <p:nvPr/>
          </p:nvSpPr>
          <p:spPr>
            <a:xfrm>
              <a:off x="21625223" y="2295525"/>
              <a:ext cx="15379" cy="276225"/>
            </a:xfrm>
            <a:prstGeom prst="rect">
              <a:avLst/>
            </a:prstGeom>
            <a:solidFill>
              <a:srgbClr val="4899C5"/>
            </a:solidFill>
            <a:ln w="0">
              <a:noFill/>
              <a:prstDash val="solid"/>
            </a:ln>
          </p:spPr>
        </p:sp>
        <p:sp>
          <p:nvSpPr>
            <p:cNvPr id="1810" name="four:time-step-strips:time-strip-tᵦ-cell-26:1810">
              <a:extLst>
                <a:ext uri="{FF2B5EF4-FFF2-40B4-BE49-F238E27FC236}">
                  <ns2:creationId id="{F0F2C4C7-18AC-4DB0-ABE5-C9748E9422E8}"/>
                </a:ext>
              </a:extLst>
            </p:cNvPr>
            <p:cNvSpPr>
              <a:spLocks noGrp="1"/>
            </p:cNvSpPr>
            <p:nvPr/>
          </p:nvSpPr>
          <p:spPr>
            <a:xfrm>
              <a:off x="21640602" y="2295525"/>
              <a:ext cx="15379" cy="276225"/>
            </a:xfrm>
            <a:prstGeom prst="rect">
              <a:avLst/>
            </a:prstGeom>
            <a:solidFill>
              <a:srgbClr val="72AFD1"/>
            </a:solidFill>
            <a:ln w="0">
              <a:noFill/>
              <a:prstDash val="solid"/>
            </a:ln>
          </p:spPr>
        </p:sp>
        <p:sp>
          <p:nvSpPr>
            <p:cNvPr id="1811" name="four:time-step-strips:time-strip-tᵦ-cell-27:1811">
              <a:extLst>
                <a:ext uri="{FF2B5EF4-FFF2-40B4-BE49-F238E27FC236}">
                  <ns2:creationId id="{59ED10EB-B297-4BE4-A22D-A5B9332D2D90}"/>
                </a:ext>
              </a:extLst>
            </p:cNvPr>
            <p:cNvSpPr>
              <a:spLocks noGrp="1"/>
            </p:cNvSpPr>
            <p:nvPr/>
          </p:nvSpPr>
          <p:spPr>
            <a:xfrm>
              <a:off x="21655980" y="2295525"/>
              <a:ext cx="15379" cy="276225"/>
            </a:xfrm>
            <a:prstGeom prst="rect">
              <a:avLst/>
            </a:prstGeom>
            <a:solidFill>
              <a:srgbClr val="9CC5DC"/>
            </a:solidFill>
            <a:ln w="0">
              <a:noFill/>
              <a:prstDash val="solid"/>
            </a:ln>
          </p:spPr>
        </p:sp>
        <p:sp>
          <p:nvSpPr>
            <p:cNvPr id="1812" name="four:time-step-strips:time-strip-tᵦ-cell-28:1812">
              <a:extLst>
                <a:ext uri="{FF2B5EF4-FFF2-40B4-BE49-F238E27FC236}">
                  <ns2:creationId id="{48A2051F-8548-4B5E-B8BA-A6B7F54428E9}"/>
                </a:ext>
              </a:extLst>
            </p:cNvPr>
            <p:cNvSpPr>
              <a:spLocks noGrp="1"/>
            </p:cNvSpPr>
            <p:nvPr/>
          </p:nvSpPr>
          <p:spPr>
            <a:xfrm>
              <a:off x="21671359" y="2295525"/>
              <a:ext cx="15379" cy="276225"/>
            </a:xfrm>
            <a:prstGeom prst="rect">
              <a:avLst/>
            </a:prstGeom>
            <a:solidFill>
              <a:srgbClr val="C9DBE4"/>
            </a:solidFill>
            <a:ln w="0">
              <a:noFill/>
              <a:prstDash val="solid"/>
            </a:ln>
          </p:spPr>
        </p:sp>
        <p:sp>
          <p:nvSpPr>
            <p:cNvPr id="1813" name="four:time-step-strips:time-strip-tᵦ-cell-29:1813">
              <a:extLst>
                <a:ext uri="{FF2B5EF4-FFF2-40B4-BE49-F238E27FC236}">
                  <ns2:creationId id="{C32BA1C1-E04D-4CC4-8496-13C3F3219A5E}"/>
                </a:ext>
              </a:extLst>
            </p:cNvPr>
            <p:cNvSpPr>
              <a:spLocks noGrp="1"/>
            </p:cNvSpPr>
            <p:nvPr/>
          </p:nvSpPr>
          <p:spPr>
            <a:xfrm>
              <a:off x="21686738" y="2295525"/>
              <a:ext cx="15379" cy="276225"/>
            </a:xfrm>
            <a:prstGeom prst="rect">
              <a:avLst/>
            </a:prstGeom>
            <a:solidFill>
              <a:srgbClr val="D8E5EB"/>
            </a:solidFill>
            <a:ln w="0">
              <a:noFill/>
              <a:prstDash val="solid"/>
            </a:ln>
          </p:spPr>
        </p:sp>
        <p:sp>
          <p:nvSpPr>
            <p:cNvPr id="1814" name="four:time-step-strips:time-strip-tᵦ-cell-30:1814">
              <a:extLst>
                <a:ext uri="{FF2B5EF4-FFF2-40B4-BE49-F238E27FC236}">
                  <ns2:creationId id="{5B56F18A-3953-480E-A275-E64001E674EA}"/>
                </a:ext>
              </a:extLst>
            </p:cNvPr>
            <p:cNvSpPr>
              <a:spLocks noGrp="1"/>
            </p:cNvSpPr>
            <p:nvPr/>
          </p:nvSpPr>
          <p:spPr>
            <a:xfrm>
              <a:off x="21702117" y="2295525"/>
              <a:ext cx="15379" cy="276225"/>
            </a:xfrm>
            <a:prstGeom prst="rect">
              <a:avLst/>
            </a:prstGeom>
            <a:solidFill>
              <a:srgbClr val="DCE8ED"/>
            </a:solidFill>
            <a:ln w="0">
              <a:noFill/>
              <a:prstDash val="solid"/>
            </a:ln>
          </p:spPr>
        </p:sp>
        <p:sp>
          <p:nvSpPr>
            <p:cNvPr id="1815" name="four:time-step-strips:time-strip-tᵦ-cell-31:1815">
              <a:extLst>
                <a:ext uri="{FF2B5EF4-FFF2-40B4-BE49-F238E27FC236}">
                  <ns2:creationId id="{2E508848-1E05-44B0-B702-9814E345F7BC}"/>
                </a:ext>
              </a:extLst>
            </p:cNvPr>
            <p:cNvSpPr>
              <a:spLocks noGrp="1"/>
            </p:cNvSpPr>
            <p:nvPr/>
          </p:nvSpPr>
          <p:spPr>
            <a:xfrm>
              <a:off x="21717496" y="2295525"/>
              <a:ext cx="15379" cy="276225"/>
            </a:xfrm>
            <a:prstGeom prst="rect">
              <a:avLst/>
            </a:prstGeom>
            <a:solidFill>
              <a:srgbClr val="DCE8ED"/>
            </a:solidFill>
            <a:ln w="0">
              <a:noFill/>
              <a:prstDash val="solid"/>
            </a:ln>
          </p:spPr>
        </p:sp>
        <p:sp>
          <p:nvSpPr>
            <p:cNvPr id="1816" name="four:time-step-strips:time-strip-tᵦ-cell-32:1816">
              <a:extLst>
                <a:ext uri="{FF2B5EF4-FFF2-40B4-BE49-F238E27FC236}">
                  <ns2:creationId id="{BD7C8F20-C2B4-4B23-86AE-56AED7205D73}"/>
                </a:ext>
              </a:extLst>
            </p:cNvPr>
            <p:cNvSpPr>
              <a:spLocks noGrp="1"/>
            </p:cNvSpPr>
            <p:nvPr/>
          </p:nvSpPr>
          <p:spPr>
            <a:xfrm>
              <a:off x="21732875" y="2295525"/>
              <a:ext cx="15379" cy="276225"/>
            </a:xfrm>
            <a:prstGeom prst="rect">
              <a:avLst/>
            </a:prstGeom>
            <a:solidFill>
              <a:srgbClr val="DCE8ED"/>
            </a:solidFill>
            <a:ln w="0">
              <a:noFill/>
              <a:prstDash val="solid"/>
            </a:ln>
          </p:spPr>
        </p:sp>
        <p:sp>
          <p:nvSpPr>
            <p:cNvPr id="1817" name="four:time-step-strips:time-strip-tᵦ-cell-33:1817">
              <a:extLst>
                <a:ext uri="{FF2B5EF4-FFF2-40B4-BE49-F238E27FC236}">
                  <ns2:creationId id="{E44BC3EE-C24C-461F-AEE8-5170C4C7AF2F}"/>
                </a:ext>
              </a:extLst>
            </p:cNvPr>
            <p:cNvSpPr>
              <a:spLocks noGrp="1"/>
            </p:cNvSpPr>
            <p:nvPr/>
          </p:nvSpPr>
          <p:spPr>
            <a:xfrm>
              <a:off x="21748254" y="2295525"/>
              <a:ext cx="15379" cy="276225"/>
            </a:xfrm>
            <a:prstGeom prst="rect">
              <a:avLst/>
            </a:prstGeom>
            <a:solidFill>
              <a:srgbClr val="DCE8ED"/>
            </a:solidFill>
            <a:ln w="0">
              <a:noFill/>
              <a:prstDash val="solid"/>
            </a:ln>
          </p:spPr>
        </p:sp>
        <p:sp>
          <p:nvSpPr>
            <p:cNvPr id="1818" name="four:time-step-strips:time-strip-tᵦ-cell-34:1818">
              <a:extLst>
                <a:ext uri="{FF2B5EF4-FFF2-40B4-BE49-F238E27FC236}">
                  <ns2:creationId id="{1D04ECDD-B792-421C-8FF0-ED8E8EC571AC}"/>
                </a:ext>
              </a:extLst>
            </p:cNvPr>
            <p:cNvSpPr>
              <a:spLocks noGrp="1"/>
            </p:cNvSpPr>
            <p:nvPr/>
          </p:nvSpPr>
          <p:spPr>
            <a:xfrm>
              <a:off x="21763633" y="2295525"/>
              <a:ext cx="15379" cy="276225"/>
            </a:xfrm>
            <a:prstGeom prst="rect">
              <a:avLst/>
            </a:prstGeom>
            <a:solidFill>
              <a:srgbClr val="DCE8ED"/>
            </a:solidFill>
            <a:ln w="0">
              <a:noFill/>
              <a:prstDash val="solid"/>
            </a:ln>
          </p:spPr>
        </p:sp>
        <p:sp>
          <p:nvSpPr>
            <p:cNvPr id="1819" name="four:time-step-strips:time-strip-tᵦ-cell-35:1819">
              <a:extLst>
                <a:ext uri="{FF2B5EF4-FFF2-40B4-BE49-F238E27FC236}">
                  <ns2:creationId id="{155D742E-DC50-4281-909A-27D96AF3DDFF}"/>
                </a:ext>
              </a:extLst>
            </p:cNvPr>
            <p:cNvSpPr>
              <a:spLocks noGrp="1"/>
            </p:cNvSpPr>
            <p:nvPr/>
          </p:nvSpPr>
          <p:spPr>
            <a:xfrm>
              <a:off x="21779012" y="2295525"/>
              <a:ext cx="15379" cy="276225"/>
            </a:xfrm>
            <a:prstGeom prst="rect">
              <a:avLst/>
            </a:prstGeom>
            <a:solidFill>
              <a:srgbClr val="DCE8ED"/>
            </a:solidFill>
            <a:ln w="0">
              <a:noFill/>
              <a:prstDash val="solid"/>
            </a:ln>
          </p:spPr>
        </p:sp>
        <p:sp>
          <p:nvSpPr>
            <p:cNvPr id="1820" name="four:time-step-strips:time-strip-tᵦ-cell-36:1820">
              <a:extLst>
                <a:ext uri="{FF2B5EF4-FFF2-40B4-BE49-F238E27FC236}">
                  <ns2:creationId id="{C28B0775-D421-4C05-A086-9A6293EB5AD0}"/>
                </a:ext>
              </a:extLst>
            </p:cNvPr>
            <p:cNvSpPr>
              <a:spLocks noGrp="1"/>
            </p:cNvSpPr>
            <p:nvPr/>
          </p:nvSpPr>
          <p:spPr>
            <a:xfrm>
              <a:off x="21794391" y="2295525"/>
              <a:ext cx="15379" cy="276225"/>
            </a:xfrm>
            <a:prstGeom prst="rect">
              <a:avLst/>
            </a:prstGeom>
            <a:solidFill>
              <a:srgbClr val="DCE8ED"/>
            </a:solidFill>
            <a:ln w="0">
              <a:noFill/>
              <a:prstDash val="solid"/>
            </a:ln>
          </p:spPr>
        </p:sp>
        <p:sp>
          <p:nvSpPr>
            <p:cNvPr id="1821" name="four:time-step-strips:time-strip-tᵦ-cell-37:1821">
              <a:extLst>
                <a:ext uri="{FF2B5EF4-FFF2-40B4-BE49-F238E27FC236}">
                  <ns2:creationId id="{D85667EA-6B54-4AE3-ADAE-C8B0D96F6B2A}"/>
                </a:ext>
              </a:extLst>
            </p:cNvPr>
            <p:cNvSpPr>
              <a:spLocks noGrp="1"/>
            </p:cNvSpPr>
            <p:nvPr/>
          </p:nvSpPr>
          <p:spPr>
            <a:xfrm>
              <a:off x="21809770" y="2295525"/>
              <a:ext cx="15379" cy="276225"/>
            </a:xfrm>
            <a:prstGeom prst="rect">
              <a:avLst/>
            </a:prstGeom>
            <a:solidFill>
              <a:srgbClr val="DCE8ED"/>
            </a:solidFill>
            <a:ln w="0">
              <a:noFill/>
              <a:prstDash val="solid"/>
            </a:ln>
          </p:spPr>
        </p:sp>
        <p:sp>
          <p:nvSpPr>
            <p:cNvPr id="1822" name="four:time-step-strips:time-strip-tᵦ-cell-38:1822">
              <a:extLst>
                <a:ext uri="{FF2B5EF4-FFF2-40B4-BE49-F238E27FC236}">
                  <ns2:creationId id="{A389293E-A23C-4788-9CEB-6E2CCAEEEC77}"/>
                </a:ext>
              </a:extLst>
            </p:cNvPr>
            <p:cNvSpPr>
              <a:spLocks noGrp="1"/>
            </p:cNvSpPr>
            <p:nvPr/>
          </p:nvSpPr>
          <p:spPr>
            <a:xfrm>
              <a:off x="21825148" y="2295525"/>
              <a:ext cx="15379" cy="276225"/>
            </a:xfrm>
            <a:prstGeom prst="rect">
              <a:avLst/>
            </a:prstGeom>
            <a:solidFill>
              <a:srgbClr val="DCE8ED"/>
            </a:solidFill>
            <a:ln w="0">
              <a:noFill/>
              <a:prstDash val="solid"/>
            </a:ln>
          </p:spPr>
        </p:sp>
        <p:sp>
          <p:nvSpPr>
            <p:cNvPr id="1823" name="four:time-step-strips:time-strip-tᵦ-cell-39:1823">
              <a:extLst>
                <a:ext uri="{FF2B5EF4-FFF2-40B4-BE49-F238E27FC236}">
                  <ns2:creationId id="{EB83F767-F3B7-408B-B121-8202F5A1010B}"/>
                </a:ext>
              </a:extLst>
            </p:cNvPr>
            <p:cNvSpPr>
              <a:spLocks noGrp="1"/>
            </p:cNvSpPr>
            <p:nvPr/>
          </p:nvSpPr>
          <p:spPr>
            <a:xfrm>
              <a:off x="21840527" y="2295525"/>
              <a:ext cx="15379" cy="276225"/>
            </a:xfrm>
            <a:prstGeom prst="rect">
              <a:avLst/>
            </a:prstGeom>
            <a:solidFill>
              <a:srgbClr val="DCE8ED"/>
            </a:solidFill>
            <a:ln w="0">
              <a:noFill/>
              <a:prstDash val="solid"/>
            </a:ln>
          </p:spPr>
        </p:sp>
        <p:sp>
          <p:nvSpPr>
            <p:cNvPr id="1824" name="four:time-step-strips:time-strip-tᵦ-cell-40:1824">
              <a:extLst>
                <a:ext uri="{FF2B5EF4-FFF2-40B4-BE49-F238E27FC236}">
                  <ns2:creationId id="{0CE36106-221C-4154-92CA-2A95E5F6E301}"/>
                </a:ext>
              </a:extLst>
            </p:cNvPr>
            <p:cNvSpPr>
              <a:spLocks noGrp="1"/>
            </p:cNvSpPr>
            <p:nvPr/>
          </p:nvSpPr>
          <p:spPr>
            <a:xfrm>
              <a:off x="21855906" y="2295525"/>
              <a:ext cx="15379" cy="276225"/>
            </a:xfrm>
            <a:prstGeom prst="rect">
              <a:avLst/>
            </a:prstGeom>
            <a:solidFill>
              <a:srgbClr val="DCE8ED"/>
            </a:solidFill>
            <a:ln w="0">
              <a:noFill/>
              <a:prstDash val="solid"/>
            </a:ln>
          </p:spPr>
        </p:sp>
        <p:sp>
          <p:nvSpPr>
            <p:cNvPr id="1825" name="four:time-step-strips:time-strip-tᵦ-cell-41:1825">
              <a:extLst>
                <a:ext uri="{FF2B5EF4-FFF2-40B4-BE49-F238E27FC236}">
                  <ns2:creationId id="{334E42C3-3148-490E-90F5-3C9E1C21DA60}"/>
                </a:ext>
              </a:extLst>
            </p:cNvPr>
            <p:cNvSpPr>
              <a:spLocks noGrp="1"/>
            </p:cNvSpPr>
            <p:nvPr/>
          </p:nvSpPr>
          <p:spPr>
            <a:xfrm>
              <a:off x="21871285" y="2295525"/>
              <a:ext cx="15379" cy="276225"/>
            </a:xfrm>
            <a:prstGeom prst="rect">
              <a:avLst/>
            </a:prstGeom>
            <a:solidFill>
              <a:srgbClr val="DCE8ED"/>
            </a:solidFill>
            <a:ln w="0">
              <a:noFill/>
              <a:prstDash val="solid"/>
            </a:ln>
          </p:spPr>
        </p:sp>
        <p:sp>
          <p:nvSpPr>
            <p:cNvPr id="1826" name="four:time-step-strips:time-strip-tᵦ-cell-42:1826">
              <a:extLst>
                <a:ext uri="{FF2B5EF4-FFF2-40B4-BE49-F238E27FC236}">
                  <ns2:creationId id="{BEEE191A-2AC2-4C33-814F-67D085BB1047}"/>
                </a:ext>
              </a:extLst>
            </p:cNvPr>
            <p:cNvSpPr>
              <a:spLocks noGrp="1"/>
            </p:cNvSpPr>
            <p:nvPr/>
          </p:nvSpPr>
          <p:spPr>
            <a:xfrm>
              <a:off x="21886664" y="2295525"/>
              <a:ext cx="15379" cy="276225"/>
            </a:xfrm>
            <a:prstGeom prst="rect">
              <a:avLst/>
            </a:prstGeom>
            <a:solidFill>
              <a:srgbClr val="DCE8ED"/>
            </a:solidFill>
            <a:ln w="0">
              <a:noFill/>
              <a:prstDash val="solid"/>
            </a:ln>
          </p:spPr>
        </p:sp>
        <p:sp>
          <p:nvSpPr>
            <p:cNvPr id="1827" name="four:time-step-strips:time-strip-tᵦ-cell-43:1827">
              <a:extLst>
                <a:ext uri="{FF2B5EF4-FFF2-40B4-BE49-F238E27FC236}">
                  <ns2:creationId id="{B187781A-DA90-4BCA-9BEE-7416DBBC859D}"/>
                </a:ext>
              </a:extLst>
            </p:cNvPr>
            <p:cNvSpPr>
              <a:spLocks noGrp="1"/>
            </p:cNvSpPr>
            <p:nvPr/>
          </p:nvSpPr>
          <p:spPr>
            <a:xfrm>
              <a:off x="21902043" y="2295525"/>
              <a:ext cx="15379" cy="276225"/>
            </a:xfrm>
            <a:prstGeom prst="rect">
              <a:avLst/>
            </a:prstGeom>
            <a:solidFill>
              <a:srgbClr val="DCE8ED"/>
            </a:solidFill>
            <a:ln w="0">
              <a:noFill/>
              <a:prstDash val="solid"/>
            </a:ln>
          </p:spPr>
        </p:sp>
        <p:sp>
          <p:nvSpPr>
            <p:cNvPr id="1828" name="four:time-step-strips:time-strip-tᵦ-cell-44:1828">
              <a:extLst>
                <a:ext uri="{FF2B5EF4-FFF2-40B4-BE49-F238E27FC236}">
                  <ns2:creationId id="{655D9406-2105-4F70-A24F-D20DD10FAD46}"/>
                </a:ext>
              </a:extLst>
            </p:cNvPr>
            <p:cNvSpPr>
              <a:spLocks noGrp="1"/>
            </p:cNvSpPr>
            <p:nvPr/>
          </p:nvSpPr>
          <p:spPr>
            <a:xfrm>
              <a:off x="21917422" y="2295525"/>
              <a:ext cx="15379" cy="276225"/>
            </a:xfrm>
            <a:prstGeom prst="rect">
              <a:avLst/>
            </a:prstGeom>
            <a:solidFill>
              <a:srgbClr val="DCE8ED"/>
            </a:solidFill>
            <a:ln w="0">
              <a:noFill/>
              <a:prstDash val="solid"/>
            </a:ln>
          </p:spPr>
        </p:sp>
        <p:sp>
          <p:nvSpPr>
            <p:cNvPr id="1829" name="four:time-step-strips:time-strip-tᵦ-cell-45:1829">
              <a:extLst>
                <a:ext uri="{FF2B5EF4-FFF2-40B4-BE49-F238E27FC236}">
                  <ns2:creationId id="{22AC34AD-0222-4C74-BD15-08955D059208}"/>
                </a:ext>
              </a:extLst>
            </p:cNvPr>
            <p:cNvSpPr>
              <a:spLocks noGrp="1"/>
            </p:cNvSpPr>
            <p:nvPr/>
          </p:nvSpPr>
          <p:spPr>
            <a:xfrm>
              <a:off x="21932801" y="2295525"/>
              <a:ext cx="15379" cy="276225"/>
            </a:xfrm>
            <a:prstGeom prst="rect">
              <a:avLst/>
            </a:prstGeom>
            <a:solidFill>
              <a:srgbClr val="DCE8ED"/>
            </a:solidFill>
            <a:ln w="0">
              <a:noFill/>
              <a:prstDash val="solid"/>
            </a:ln>
          </p:spPr>
        </p:sp>
        <p:sp>
          <p:nvSpPr>
            <p:cNvPr id="1830" name="four:time-step-strips:time-strip-tᵦ-cell-46:1830">
              <a:extLst>
                <a:ext uri="{FF2B5EF4-FFF2-40B4-BE49-F238E27FC236}">
                  <ns2:creationId id="{FAF8CC93-5DAF-4BFE-94AB-BD7BFDB17817}"/>
                </a:ext>
              </a:extLst>
            </p:cNvPr>
            <p:cNvSpPr>
              <a:spLocks noGrp="1"/>
            </p:cNvSpPr>
            <p:nvPr/>
          </p:nvSpPr>
          <p:spPr>
            <a:xfrm>
              <a:off x="21948180" y="2295525"/>
              <a:ext cx="15379" cy="276225"/>
            </a:xfrm>
            <a:prstGeom prst="rect">
              <a:avLst/>
            </a:prstGeom>
            <a:solidFill>
              <a:srgbClr val="DCE8ED"/>
            </a:solidFill>
            <a:ln w="0">
              <a:noFill/>
              <a:prstDash val="solid"/>
            </a:ln>
          </p:spPr>
        </p:sp>
        <p:sp>
          <p:nvSpPr>
            <p:cNvPr id="1831" name="four:time-step-strips:time-strip-tᵦ-cell-47:1831">
              <a:extLst>
                <a:ext uri="{FF2B5EF4-FFF2-40B4-BE49-F238E27FC236}">
                  <ns2:creationId id="{056A2B97-83AE-4B74-8598-FE1BAE98401A}"/>
                </a:ext>
              </a:extLst>
            </p:cNvPr>
            <p:cNvSpPr>
              <a:spLocks noGrp="1"/>
            </p:cNvSpPr>
            <p:nvPr/>
          </p:nvSpPr>
          <p:spPr>
            <a:xfrm>
              <a:off x="21963559" y="2295525"/>
              <a:ext cx="15379" cy="276225"/>
            </a:xfrm>
            <a:prstGeom prst="rect">
              <a:avLst/>
            </a:prstGeom>
            <a:solidFill>
              <a:srgbClr val="DCE8ED"/>
            </a:solidFill>
            <a:ln w="0">
              <a:noFill/>
              <a:prstDash val="solid"/>
            </a:ln>
          </p:spPr>
        </p:sp>
        <p:sp>
          <p:nvSpPr>
            <p:cNvPr id="1832" name="four:time-step-strips:time-strip-tᵦ-cell-48:1832">
              <a:extLst>
                <a:ext uri="{FF2B5EF4-FFF2-40B4-BE49-F238E27FC236}">
                  <ns2:creationId id="{C7A6D001-9EA3-43FF-B5C9-B3BADA92BF1D}"/>
                </a:ext>
              </a:extLst>
            </p:cNvPr>
            <p:cNvSpPr>
              <a:spLocks noGrp="1"/>
            </p:cNvSpPr>
            <p:nvPr/>
          </p:nvSpPr>
          <p:spPr>
            <a:xfrm>
              <a:off x="21978938" y="2295525"/>
              <a:ext cx="15379" cy="276225"/>
            </a:xfrm>
            <a:prstGeom prst="rect">
              <a:avLst/>
            </a:prstGeom>
            <a:solidFill>
              <a:srgbClr val="DCE8ED"/>
            </a:solidFill>
            <a:ln w="0">
              <a:noFill/>
              <a:prstDash val="solid"/>
            </a:ln>
          </p:spPr>
        </p:sp>
        <p:sp>
          <p:nvSpPr>
            <p:cNvPr id="1833" name="four:time-step-strips:time-strip-tᵦ-cell-49:1833">
              <a:extLst>
                <a:ext uri="{FF2B5EF4-FFF2-40B4-BE49-F238E27FC236}">
                  <ns2:creationId id="{BA129410-B85B-4415-B2CE-CAE7BCA39569}"/>
                </a:ext>
              </a:extLst>
            </p:cNvPr>
            <p:cNvSpPr>
              <a:spLocks noGrp="1"/>
            </p:cNvSpPr>
            <p:nvPr/>
          </p:nvSpPr>
          <p:spPr>
            <a:xfrm>
              <a:off x="21994316" y="2295525"/>
              <a:ext cx="15379" cy="276225"/>
            </a:xfrm>
            <a:prstGeom prst="rect">
              <a:avLst/>
            </a:prstGeom>
            <a:solidFill>
              <a:srgbClr val="DCE8ED"/>
            </a:solidFill>
            <a:ln w="0">
              <a:noFill/>
              <a:prstDash val="solid"/>
            </a:ln>
          </p:spPr>
        </p:sp>
        <p:sp>
          <p:nvSpPr>
            <p:cNvPr id="1834" name="four:time-step-strips:time-strip-tᵦ-cell-50:1834">
              <a:extLst>
                <a:ext uri="{FF2B5EF4-FFF2-40B4-BE49-F238E27FC236}">
                  <ns2:creationId id="{ABED9505-E78A-40EE-8D9C-071E1E9273A7}"/>
                </a:ext>
              </a:extLst>
            </p:cNvPr>
            <p:cNvSpPr>
              <a:spLocks noGrp="1"/>
            </p:cNvSpPr>
            <p:nvPr/>
          </p:nvSpPr>
          <p:spPr>
            <a:xfrm>
              <a:off x="22009695" y="2295525"/>
              <a:ext cx="15379" cy="276225"/>
            </a:xfrm>
            <a:prstGeom prst="rect">
              <a:avLst/>
            </a:prstGeom>
            <a:solidFill>
              <a:srgbClr val="DCE8ED"/>
            </a:solidFill>
            <a:ln w="0">
              <a:noFill/>
              <a:prstDash val="solid"/>
            </a:ln>
          </p:spPr>
        </p:sp>
        <p:sp>
          <p:nvSpPr>
            <p:cNvPr id="1835" name="four:time-step-strips:time-strip-tᵦ-cell-51:1835">
              <a:extLst>
                <a:ext uri="{FF2B5EF4-FFF2-40B4-BE49-F238E27FC236}">
                  <ns2:creationId id="{144EE005-8A95-4F1D-A2E1-43705508E320}"/>
                </a:ext>
              </a:extLst>
            </p:cNvPr>
            <p:cNvSpPr>
              <a:spLocks noGrp="1"/>
            </p:cNvSpPr>
            <p:nvPr/>
          </p:nvSpPr>
          <p:spPr>
            <a:xfrm>
              <a:off x="22025074" y="2295525"/>
              <a:ext cx="15379" cy="276225"/>
            </a:xfrm>
            <a:prstGeom prst="rect">
              <a:avLst/>
            </a:prstGeom>
            <a:solidFill>
              <a:srgbClr val="DCE8ED"/>
            </a:solidFill>
            <a:ln w="0">
              <a:noFill/>
              <a:prstDash val="solid"/>
            </a:ln>
          </p:spPr>
        </p:sp>
        <p:sp>
          <p:nvSpPr>
            <p:cNvPr id="1836" name="four:time-step-strips:time-strip-tᵦ-cell-52:1836">
              <a:extLst>
                <a:ext uri="{FF2B5EF4-FFF2-40B4-BE49-F238E27FC236}">
                  <ns2:creationId id="{BCC69580-526C-455F-8FD1-28ECC9AE95C4}"/>
                </a:ext>
              </a:extLst>
            </p:cNvPr>
            <p:cNvSpPr>
              <a:spLocks noGrp="1"/>
            </p:cNvSpPr>
            <p:nvPr/>
          </p:nvSpPr>
          <p:spPr>
            <a:xfrm>
              <a:off x="22040453" y="2295525"/>
              <a:ext cx="15379" cy="276225"/>
            </a:xfrm>
            <a:prstGeom prst="rect">
              <a:avLst/>
            </a:prstGeom>
            <a:solidFill>
              <a:srgbClr val="DCE8ED"/>
            </a:solidFill>
            <a:ln w="0">
              <a:noFill/>
              <a:prstDash val="solid"/>
            </a:ln>
          </p:spPr>
        </p:sp>
        <p:sp>
          <p:nvSpPr>
            <p:cNvPr id="1837" name="four:time-step-strips:time-strip-tᵦ-cell-53:1837">
              <a:extLst>
                <a:ext uri="{FF2B5EF4-FFF2-40B4-BE49-F238E27FC236}">
                  <ns2:creationId id="{C921FBFA-5FE6-4911-84D3-DC0F64C004B0}"/>
                </a:ext>
              </a:extLst>
            </p:cNvPr>
            <p:cNvSpPr>
              <a:spLocks noGrp="1"/>
            </p:cNvSpPr>
            <p:nvPr/>
          </p:nvSpPr>
          <p:spPr>
            <a:xfrm>
              <a:off x="22055832" y="2295525"/>
              <a:ext cx="15379" cy="276225"/>
            </a:xfrm>
            <a:prstGeom prst="rect">
              <a:avLst/>
            </a:prstGeom>
            <a:solidFill>
              <a:srgbClr val="DCE8ED"/>
            </a:solidFill>
            <a:ln w="0">
              <a:noFill/>
              <a:prstDash val="solid"/>
            </a:ln>
          </p:spPr>
        </p:sp>
        <p:sp>
          <p:nvSpPr>
            <p:cNvPr id="1838" name="four:time-step-strips:time-strip-tᵦ-cell-54:1838">
              <a:extLst>
                <a:ext uri="{FF2B5EF4-FFF2-40B4-BE49-F238E27FC236}">
                  <ns2:creationId id="{123E2921-958B-4447-B507-1AB78BE4251E}"/>
                </a:ext>
              </a:extLst>
            </p:cNvPr>
            <p:cNvSpPr>
              <a:spLocks noGrp="1"/>
            </p:cNvSpPr>
            <p:nvPr/>
          </p:nvSpPr>
          <p:spPr>
            <a:xfrm>
              <a:off x="22071211" y="2295525"/>
              <a:ext cx="15379" cy="276225"/>
            </a:xfrm>
            <a:prstGeom prst="rect">
              <a:avLst/>
            </a:prstGeom>
            <a:solidFill>
              <a:srgbClr val="DCE8ED"/>
            </a:solidFill>
            <a:ln w="0">
              <a:noFill/>
              <a:prstDash val="solid"/>
            </a:ln>
          </p:spPr>
        </p:sp>
        <p:sp>
          <p:nvSpPr>
            <p:cNvPr id="1839" name="four:time-step-strips:time-strip-tᵦ-cell-55:1839">
              <a:extLst>
                <a:ext uri="{FF2B5EF4-FFF2-40B4-BE49-F238E27FC236}">
                  <ns2:creationId id="{C68488E6-B8B4-40CD-897E-103C366E4F2D}"/>
                </a:ext>
              </a:extLst>
            </p:cNvPr>
            <p:cNvSpPr>
              <a:spLocks noGrp="1"/>
            </p:cNvSpPr>
            <p:nvPr/>
          </p:nvSpPr>
          <p:spPr>
            <a:xfrm>
              <a:off x="22086590" y="2295525"/>
              <a:ext cx="15379" cy="276225"/>
            </a:xfrm>
            <a:prstGeom prst="rect">
              <a:avLst/>
            </a:prstGeom>
            <a:solidFill>
              <a:srgbClr val="DCE8ED"/>
            </a:solidFill>
            <a:ln w="0">
              <a:noFill/>
              <a:prstDash val="solid"/>
            </a:ln>
          </p:spPr>
        </p:sp>
        <p:sp>
          <p:nvSpPr>
            <p:cNvPr id="1840" name="four:time-step-strips:time-strip-tᵦ-cell-56:1840">
              <a:extLst>
                <a:ext uri="{FF2B5EF4-FFF2-40B4-BE49-F238E27FC236}">
                  <ns2:creationId id="{1D556795-2021-480F-A1FB-DB7D5621BA47}"/>
                </a:ext>
              </a:extLst>
            </p:cNvPr>
            <p:cNvSpPr>
              <a:spLocks noGrp="1"/>
            </p:cNvSpPr>
            <p:nvPr/>
          </p:nvSpPr>
          <p:spPr>
            <a:xfrm>
              <a:off x="22101969" y="2295525"/>
              <a:ext cx="15379" cy="276225"/>
            </a:xfrm>
            <a:prstGeom prst="rect">
              <a:avLst/>
            </a:prstGeom>
            <a:solidFill>
              <a:srgbClr val="DCE8ED"/>
            </a:solidFill>
            <a:ln w="0">
              <a:noFill/>
              <a:prstDash val="solid"/>
            </a:ln>
          </p:spPr>
        </p:sp>
        <p:sp>
          <p:nvSpPr>
            <p:cNvPr id="1841" name="four:time-step-strips:time-strip-tᵦ-cell-57:1841">
              <a:extLst>
                <a:ext uri="{FF2B5EF4-FFF2-40B4-BE49-F238E27FC236}">
                  <ns2:creationId id="{A4870BB6-49B2-44A3-8403-797702BEBF55}"/>
                </a:ext>
              </a:extLst>
            </p:cNvPr>
            <p:cNvSpPr>
              <a:spLocks noGrp="1"/>
            </p:cNvSpPr>
            <p:nvPr/>
          </p:nvSpPr>
          <p:spPr>
            <a:xfrm>
              <a:off x="22117348" y="2295525"/>
              <a:ext cx="15379" cy="276225"/>
            </a:xfrm>
            <a:prstGeom prst="rect">
              <a:avLst/>
            </a:prstGeom>
            <a:solidFill>
              <a:srgbClr val="DCE8ED"/>
            </a:solidFill>
            <a:ln w="0">
              <a:noFill/>
              <a:prstDash val="solid"/>
            </a:ln>
          </p:spPr>
        </p:sp>
        <p:sp>
          <p:nvSpPr>
            <p:cNvPr id="1842" name="four:time-step-strips:time-strip-tᵦ-cell-58:1842">
              <a:extLst>
                <a:ext uri="{FF2B5EF4-FFF2-40B4-BE49-F238E27FC236}">
                  <ns2:creationId id="{14A7502E-B6B8-4C89-81B1-D51E97A84F9B}"/>
                </a:ext>
              </a:extLst>
            </p:cNvPr>
            <p:cNvSpPr>
              <a:spLocks noGrp="1"/>
            </p:cNvSpPr>
            <p:nvPr/>
          </p:nvSpPr>
          <p:spPr>
            <a:xfrm>
              <a:off x="22132727" y="2295525"/>
              <a:ext cx="15379" cy="276225"/>
            </a:xfrm>
            <a:prstGeom prst="rect">
              <a:avLst/>
            </a:prstGeom>
            <a:solidFill>
              <a:srgbClr val="D6E4E7"/>
            </a:solidFill>
            <a:ln w="0">
              <a:noFill/>
              <a:prstDash val="solid"/>
            </a:ln>
          </p:spPr>
        </p:sp>
        <p:sp>
          <p:nvSpPr>
            <p:cNvPr id="1843" name="four:time-step-strips:time-strip-tᵦ-cell-59:1843">
              <a:extLst>
                <a:ext uri="{FF2B5EF4-FFF2-40B4-BE49-F238E27FC236}">
                  <ns2:creationId id="{FDF16CD2-2EA0-4856-95C1-0DDDBC4543AB}"/>
                </a:ext>
              </a:extLst>
            </p:cNvPr>
            <p:cNvSpPr>
              <a:spLocks noGrp="1"/>
            </p:cNvSpPr>
            <p:nvPr/>
          </p:nvSpPr>
          <p:spPr>
            <a:xfrm>
              <a:off x="22148105" y="2295525"/>
              <a:ext cx="15379" cy="276225"/>
            </a:xfrm>
            <a:prstGeom prst="rect">
              <a:avLst/>
            </a:prstGeom>
            <a:solidFill>
              <a:srgbClr val="DBCEC0"/>
            </a:solidFill>
            <a:ln w="0">
              <a:noFill/>
              <a:prstDash val="solid"/>
            </a:ln>
          </p:spPr>
        </p:sp>
        <p:sp>
          <p:nvSpPr>
            <p:cNvPr id="1844" name="four:time-step-strips:time-strip-tᵦ-cell-60:1844">
              <a:extLst>
                <a:ext uri="{FF2B5EF4-FFF2-40B4-BE49-F238E27FC236}">
                  <ns2:creationId id="{6847D7B7-3FD6-4E67-9DFA-8C77A6561A7C}"/>
                </a:ext>
              </a:extLst>
            </p:cNvPr>
            <p:cNvSpPr>
              <a:spLocks noGrp="1"/>
            </p:cNvSpPr>
            <p:nvPr/>
          </p:nvSpPr>
          <p:spPr>
            <a:xfrm>
              <a:off x="22163484" y="2295525"/>
              <a:ext cx="15379" cy="276225"/>
            </a:xfrm>
            <a:prstGeom prst="rect">
              <a:avLst/>
            </a:prstGeom>
            <a:solidFill>
              <a:srgbClr val="D9B697"/>
            </a:solidFill>
            <a:ln w="0">
              <a:noFill/>
              <a:prstDash val="solid"/>
            </a:ln>
          </p:spPr>
        </p:sp>
        <p:sp>
          <p:nvSpPr>
            <p:cNvPr id="1845" name="four:time-step-strips:time-strip-tᵦ-cell-61:1845">
              <a:extLst>
                <a:ext uri="{FF2B5EF4-FFF2-40B4-BE49-F238E27FC236}">
                  <ns2:creationId id="{E1780D32-B7B3-4B4D-A38D-9E4827C41871}"/>
                </a:ext>
              </a:extLst>
            </p:cNvPr>
            <p:cNvSpPr>
              <a:spLocks noGrp="1"/>
            </p:cNvSpPr>
            <p:nvPr/>
          </p:nvSpPr>
          <p:spPr>
            <a:xfrm>
              <a:off x="22178863" y="2295525"/>
              <a:ext cx="15379" cy="276225"/>
            </a:xfrm>
            <a:prstGeom prst="rect">
              <a:avLst/>
            </a:prstGeom>
            <a:solidFill>
              <a:srgbClr val="D89B69"/>
            </a:solidFill>
            <a:ln w="0">
              <a:noFill/>
              <a:prstDash val="solid"/>
            </a:ln>
          </p:spPr>
        </p:sp>
        <p:sp>
          <p:nvSpPr>
            <p:cNvPr id="1846" name="four:time-step-strips:time-strip-tᵦ-cell-62:1846">
              <a:extLst>
                <a:ext uri="{FF2B5EF4-FFF2-40B4-BE49-F238E27FC236}">
                  <ns2:creationId id="{E36831EB-A3CB-47FE-BBF1-47EB97142089}"/>
                </a:ext>
              </a:extLst>
            </p:cNvPr>
            <p:cNvSpPr>
              <a:spLocks noGrp="1"/>
            </p:cNvSpPr>
            <p:nvPr/>
          </p:nvSpPr>
          <p:spPr>
            <a:xfrm>
              <a:off x="22194242" y="2295525"/>
              <a:ext cx="15379" cy="276225"/>
            </a:xfrm>
            <a:prstGeom prst="rect">
              <a:avLst/>
            </a:prstGeom>
            <a:solidFill>
              <a:srgbClr val="D7813C"/>
            </a:solidFill>
            <a:ln w="0">
              <a:noFill/>
              <a:prstDash val="solid"/>
            </a:ln>
          </p:spPr>
        </p:sp>
        <p:sp>
          <p:nvSpPr>
            <p:cNvPr id="1847" name="four:time-step-strips:time-strip-tᵦ-cell-63:1847">
              <a:extLst>
                <a:ext uri="{FF2B5EF4-FFF2-40B4-BE49-F238E27FC236}">
                  <ns2:creationId id="{C8004137-E019-41FC-9A05-F2A153D46E4B}"/>
                </a:ext>
              </a:extLst>
            </p:cNvPr>
            <p:cNvSpPr>
              <a:spLocks noGrp="1"/>
            </p:cNvSpPr>
            <p:nvPr/>
          </p:nvSpPr>
          <p:spPr>
            <a:xfrm>
              <a:off x="22209621" y="2295525"/>
              <a:ext cx="15379" cy="276225"/>
            </a:xfrm>
            <a:prstGeom prst="rect">
              <a:avLst/>
            </a:prstGeom>
            <a:solidFill>
              <a:srgbClr val="D66C18"/>
            </a:solidFill>
            <a:ln w="0">
              <a:noFill/>
              <a:prstDash val="solid"/>
            </a:ln>
          </p:spPr>
        </p:sp>
        <p:sp>
          <p:nvSpPr>
            <p:cNvPr id="1848" name="four:time-step-strips:time-strip-tᵦ-cell-64:1848">
              <a:extLst>
                <a:ext uri="{FF2B5EF4-FFF2-40B4-BE49-F238E27FC236}">
                  <ns2:creationId id="{66B9E9CE-5149-4FA9-9B02-9C006897D5BF}"/>
                </a:ext>
              </a:extLst>
            </p:cNvPr>
            <p:cNvSpPr>
              <a:spLocks noGrp="1"/>
            </p:cNvSpPr>
            <p:nvPr/>
          </p:nvSpPr>
          <p:spPr>
            <a:xfrm>
              <a:off x="22225000" y="2295525"/>
              <a:ext cx="15379" cy="276225"/>
            </a:xfrm>
            <a:prstGeom prst="rect">
              <a:avLst/>
            </a:prstGeom>
            <a:solidFill>
              <a:srgbClr val="D55F03"/>
            </a:solidFill>
            <a:ln w="0">
              <a:noFill/>
              <a:prstDash val="solid"/>
            </a:ln>
          </p:spPr>
        </p:sp>
        <p:sp>
          <p:nvSpPr>
            <p:cNvPr id="1849" name="four:time-step-strips:time-strip-tᵦ-cell-65:1849">
              <a:extLst>
                <a:ext uri="{FF2B5EF4-FFF2-40B4-BE49-F238E27FC236}">
                  <ns2:creationId id="{2951FB2B-9D32-44D0-B141-F67776D8757F}"/>
                </a:ext>
              </a:extLst>
            </p:cNvPr>
            <p:cNvSpPr>
              <a:spLocks noGrp="1"/>
            </p:cNvSpPr>
            <p:nvPr/>
          </p:nvSpPr>
          <p:spPr>
            <a:xfrm>
              <a:off x="22240379" y="2295525"/>
              <a:ext cx="15379" cy="276225"/>
            </a:xfrm>
            <a:prstGeom prst="rect">
              <a:avLst/>
            </a:prstGeom>
            <a:solidFill>
              <a:srgbClr val="D55E00"/>
            </a:solidFill>
            <a:ln w="0">
              <a:noFill/>
              <a:prstDash val="solid"/>
            </a:ln>
          </p:spPr>
        </p:sp>
        <p:sp>
          <p:nvSpPr>
            <p:cNvPr id="1850" name="four:time-step-strips:time-strip-tᵦ-cell-66:1850">
              <a:extLst>
                <a:ext uri="{FF2B5EF4-FFF2-40B4-BE49-F238E27FC236}">
                  <ns2:creationId id="{C72E85BF-56A3-4FEB-8C72-46E76559A50A}"/>
                </a:ext>
              </a:extLst>
            </p:cNvPr>
            <p:cNvSpPr>
              <a:spLocks noGrp="1"/>
            </p:cNvSpPr>
            <p:nvPr/>
          </p:nvSpPr>
          <p:spPr>
            <a:xfrm>
              <a:off x="22255758" y="2295525"/>
              <a:ext cx="15379" cy="276225"/>
            </a:xfrm>
            <a:prstGeom prst="rect">
              <a:avLst/>
            </a:prstGeom>
            <a:solidFill>
              <a:srgbClr val="D55E00"/>
            </a:solidFill>
            <a:ln w="0">
              <a:noFill/>
              <a:prstDash val="solid"/>
            </a:ln>
          </p:spPr>
        </p:sp>
        <p:sp>
          <p:nvSpPr>
            <p:cNvPr id="1851" name="four:time-step-strips:time-strip-tᵦ-cell-67:1851">
              <a:extLst>
                <a:ext uri="{FF2B5EF4-FFF2-40B4-BE49-F238E27FC236}">
                  <ns2:creationId id="{86381A2A-470A-459C-BC07-129B0A77BDD3}"/>
                </a:ext>
              </a:extLst>
            </p:cNvPr>
            <p:cNvSpPr>
              <a:spLocks noGrp="1"/>
            </p:cNvSpPr>
            <p:nvPr/>
          </p:nvSpPr>
          <p:spPr>
            <a:xfrm>
              <a:off x="22271137" y="2295525"/>
              <a:ext cx="15379" cy="276225"/>
            </a:xfrm>
            <a:prstGeom prst="rect">
              <a:avLst/>
            </a:prstGeom>
            <a:solidFill>
              <a:srgbClr val="D55E00"/>
            </a:solidFill>
            <a:ln w="0">
              <a:noFill/>
              <a:prstDash val="solid"/>
            </a:ln>
          </p:spPr>
        </p:sp>
        <p:sp>
          <p:nvSpPr>
            <p:cNvPr id="1852" name="four:time-step-strips:time-strip-tᵦ-cell-68:1852">
              <a:extLst>
                <a:ext uri="{FF2B5EF4-FFF2-40B4-BE49-F238E27FC236}">
                  <ns2:creationId id="{0AC93362-D874-486D-83E1-C99D3C41D162}"/>
                </a:ext>
              </a:extLst>
            </p:cNvPr>
            <p:cNvSpPr>
              <a:spLocks noGrp="1"/>
            </p:cNvSpPr>
            <p:nvPr/>
          </p:nvSpPr>
          <p:spPr>
            <a:xfrm>
              <a:off x="22286516" y="2295525"/>
              <a:ext cx="15379" cy="276225"/>
            </a:xfrm>
            <a:prstGeom prst="rect">
              <a:avLst/>
            </a:prstGeom>
            <a:solidFill>
              <a:srgbClr val="D55E00"/>
            </a:solidFill>
            <a:ln w="0">
              <a:noFill/>
              <a:prstDash val="solid"/>
            </a:ln>
          </p:spPr>
        </p:sp>
        <p:sp>
          <p:nvSpPr>
            <p:cNvPr id="1853" name="four:time-step-strips:time-strip-tᵦ-cell-69:1853">
              <a:extLst>
                <a:ext uri="{FF2B5EF4-FFF2-40B4-BE49-F238E27FC236}">
                  <ns2:creationId id="{F1F04AEC-CC18-48BC-A175-67A83CB12ACC}"/>
                </a:ext>
              </a:extLst>
            </p:cNvPr>
            <p:cNvSpPr>
              <a:spLocks noGrp="1"/>
            </p:cNvSpPr>
            <p:nvPr/>
          </p:nvSpPr>
          <p:spPr>
            <a:xfrm>
              <a:off x="22301895" y="2295525"/>
              <a:ext cx="15379" cy="276225"/>
            </a:xfrm>
            <a:prstGeom prst="rect">
              <a:avLst/>
            </a:prstGeom>
            <a:solidFill>
              <a:srgbClr val="D55E00"/>
            </a:solidFill>
            <a:ln w="0">
              <a:noFill/>
              <a:prstDash val="solid"/>
            </a:ln>
          </p:spPr>
        </p:sp>
        <p:sp>
          <p:nvSpPr>
            <p:cNvPr id="1854" name="four:time-step-strips:time-strip-tᵦ-cell-70:1854">
              <a:extLst>
                <a:ext uri="{FF2B5EF4-FFF2-40B4-BE49-F238E27FC236}">
                  <ns2:creationId id="{B95457A1-0674-41AB-B5A0-0D4EF9BEAC65}"/>
                </a:ext>
              </a:extLst>
            </p:cNvPr>
            <p:cNvSpPr>
              <a:spLocks noGrp="1"/>
            </p:cNvSpPr>
            <p:nvPr/>
          </p:nvSpPr>
          <p:spPr>
            <a:xfrm>
              <a:off x="22317273" y="2295525"/>
              <a:ext cx="15379" cy="276225"/>
            </a:xfrm>
            <a:prstGeom prst="rect">
              <a:avLst/>
            </a:prstGeom>
            <a:solidFill>
              <a:srgbClr val="D55E00"/>
            </a:solidFill>
            <a:ln w="0">
              <a:noFill/>
              <a:prstDash val="solid"/>
            </a:ln>
          </p:spPr>
        </p:sp>
        <p:sp>
          <p:nvSpPr>
            <p:cNvPr id="1855" name="four:time-step-strips:time-strip-tᵦ-cell-71:1855">
              <a:extLst>
                <a:ext uri="{FF2B5EF4-FFF2-40B4-BE49-F238E27FC236}">
                  <ns2:creationId id="{5FDAF2A9-9108-4DFA-A5C8-8BA4562D1511}"/>
                </a:ext>
              </a:extLst>
            </p:cNvPr>
            <p:cNvSpPr>
              <a:spLocks noGrp="1"/>
            </p:cNvSpPr>
            <p:nvPr/>
          </p:nvSpPr>
          <p:spPr>
            <a:xfrm>
              <a:off x="22332652" y="2295525"/>
              <a:ext cx="15379" cy="276225"/>
            </a:xfrm>
            <a:prstGeom prst="rect">
              <a:avLst/>
            </a:prstGeom>
            <a:solidFill>
              <a:srgbClr val="D55E00"/>
            </a:solidFill>
            <a:ln w="0">
              <a:noFill/>
              <a:prstDash val="solid"/>
            </a:ln>
          </p:spPr>
        </p:sp>
        <p:sp>
          <p:nvSpPr>
            <p:cNvPr id="1856" name="four:time-step-strips:time-strip-tᵦ-cell-72:1856">
              <a:extLst>
                <a:ext uri="{FF2B5EF4-FFF2-40B4-BE49-F238E27FC236}">
                  <ns2:creationId id="{871434CD-AAE1-4024-A157-8474971CD010}"/>
                </a:ext>
              </a:extLst>
            </p:cNvPr>
            <p:cNvSpPr>
              <a:spLocks noGrp="1"/>
            </p:cNvSpPr>
            <p:nvPr/>
          </p:nvSpPr>
          <p:spPr>
            <a:xfrm>
              <a:off x="22348031" y="2295525"/>
              <a:ext cx="15379" cy="276225"/>
            </a:xfrm>
            <a:prstGeom prst="rect">
              <a:avLst/>
            </a:prstGeom>
            <a:solidFill>
              <a:srgbClr val="D55E00"/>
            </a:solidFill>
            <a:ln w="0">
              <a:noFill/>
              <a:prstDash val="solid"/>
            </a:ln>
          </p:spPr>
        </p:sp>
        <p:sp>
          <p:nvSpPr>
            <p:cNvPr id="1857" name="four:time-step-strips:time-strip-tᵦ-cell-73:1857">
              <a:extLst>
                <a:ext uri="{FF2B5EF4-FFF2-40B4-BE49-F238E27FC236}">
                  <ns2:creationId id="{B1BC83A6-FEE9-43A0-A02B-95B0DC22D6B8}"/>
                </a:ext>
              </a:extLst>
            </p:cNvPr>
            <p:cNvSpPr>
              <a:spLocks noGrp="1"/>
            </p:cNvSpPr>
            <p:nvPr/>
          </p:nvSpPr>
          <p:spPr>
            <a:xfrm>
              <a:off x="22363410" y="2295525"/>
              <a:ext cx="15379" cy="276225"/>
            </a:xfrm>
            <a:prstGeom prst="rect">
              <a:avLst/>
            </a:prstGeom>
            <a:solidFill>
              <a:srgbClr val="D55E00"/>
            </a:solidFill>
            <a:ln w="0">
              <a:noFill/>
              <a:prstDash val="solid"/>
            </a:ln>
          </p:spPr>
        </p:sp>
        <p:sp>
          <p:nvSpPr>
            <p:cNvPr id="1858" name="four:time-step-strips:time-strip-tᵦ-cell-74:1858">
              <a:extLst>
                <a:ext uri="{FF2B5EF4-FFF2-40B4-BE49-F238E27FC236}">
                  <ns2:creationId id="{D92589B6-48EF-45D9-ACEE-C5825C5F7EF0}"/>
                </a:ext>
              </a:extLst>
            </p:cNvPr>
            <p:cNvSpPr>
              <a:spLocks noGrp="1"/>
            </p:cNvSpPr>
            <p:nvPr/>
          </p:nvSpPr>
          <p:spPr>
            <a:xfrm>
              <a:off x="22378789" y="2295525"/>
              <a:ext cx="15379" cy="276225"/>
            </a:xfrm>
            <a:prstGeom prst="rect">
              <a:avLst/>
            </a:prstGeom>
            <a:solidFill>
              <a:srgbClr val="D55E00"/>
            </a:solidFill>
            <a:ln w="0">
              <a:noFill/>
              <a:prstDash val="solid"/>
            </a:ln>
          </p:spPr>
        </p:sp>
        <p:sp>
          <p:nvSpPr>
            <p:cNvPr id="1859" name="four:time-step-strips:time-strip-tᵦ-cell-75:1859">
              <a:extLst>
                <a:ext uri="{FF2B5EF4-FFF2-40B4-BE49-F238E27FC236}">
                  <ns2:creationId id="{A2F9FCBA-66DF-4A92-A060-7806A49B17B6}"/>
                </a:ext>
              </a:extLst>
            </p:cNvPr>
            <p:cNvSpPr>
              <a:spLocks noGrp="1"/>
            </p:cNvSpPr>
            <p:nvPr/>
          </p:nvSpPr>
          <p:spPr>
            <a:xfrm>
              <a:off x="22394168" y="2295525"/>
              <a:ext cx="15379" cy="276225"/>
            </a:xfrm>
            <a:prstGeom prst="rect">
              <a:avLst/>
            </a:prstGeom>
            <a:solidFill>
              <a:srgbClr val="D55E00"/>
            </a:solidFill>
            <a:ln w="0">
              <a:noFill/>
              <a:prstDash val="solid"/>
            </a:ln>
          </p:spPr>
        </p:sp>
        <p:sp>
          <p:nvSpPr>
            <p:cNvPr id="1860" name="four:time-step-strips:time-strip-tᵦ-cell-76:1860">
              <a:extLst>
                <a:ext uri="{FF2B5EF4-FFF2-40B4-BE49-F238E27FC236}">
                  <ns2:creationId id="{73ABB029-0E5C-4693-BBB4-49D7A0E56909}"/>
                </a:ext>
              </a:extLst>
            </p:cNvPr>
            <p:cNvSpPr>
              <a:spLocks noGrp="1"/>
            </p:cNvSpPr>
            <p:nvPr/>
          </p:nvSpPr>
          <p:spPr>
            <a:xfrm>
              <a:off x="22409547" y="2295525"/>
              <a:ext cx="15379" cy="276225"/>
            </a:xfrm>
            <a:prstGeom prst="rect">
              <a:avLst/>
            </a:prstGeom>
            <a:solidFill>
              <a:srgbClr val="D55E00"/>
            </a:solidFill>
            <a:ln w="0">
              <a:noFill/>
              <a:prstDash val="solid"/>
            </a:ln>
          </p:spPr>
        </p:sp>
        <p:sp>
          <p:nvSpPr>
            <p:cNvPr id="1861" name="four:time-step-strips:time-strip-tᵦ-cell-77:1861">
              <a:extLst>
                <a:ext uri="{FF2B5EF4-FFF2-40B4-BE49-F238E27FC236}">
                  <ns2:creationId id="{060A131E-732A-41A3-A37C-FFCB9DF54391}"/>
                </a:ext>
              </a:extLst>
            </p:cNvPr>
            <p:cNvSpPr>
              <a:spLocks noGrp="1"/>
            </p:cNvSpPr>
            <p:nvPr/>
          </p:nvSpPr>
          <p:spPr>
            <a:xfrm>
              <a:off x="22424926" y="2295525"/>
              <a:ext cx="15379" cy="276225"/>
            </a:xfrm>
            <a:prstGeom prst="rect">
              <a:avLst/>
            </a:prstGeom>
            <a:solidFill>
              <a:srgbClr val="D55E00"/>
            </a:solidFill>
            <a:ln w="0">
              <a:noFill/>
              <a:prstDash val="solid"/>
            </a:ln>
          </p:spPr>
        </p:sp>
        <p:sp>
          <p:nvSpPr>
            <p:cNvPr id="1862" name="four:time-step-strips:time-strip-tᵦ-cell-78:1862">
              <a:extLst>
                <a:ext uri="{FF2B5EF4-FFF2-40B4-BE49-F238E27FC236}">
                  <ns2:creationId id="{9F8A5807-C304-4090-A67A-7A74EA76EFE1}"/>
                </a:ext>
              </a:extLst>
            </p:cNvPr>
            <p:cNvSpPr>
              <a:spLocks noGrp="1"/>
            </p:cNvSpPr>
            <p:nvPr/>
          </p:nvSpPr>
          <p:spPr>
            <a:xfrm>
              <a:off x="22440305" y="2295525"/>
              <a:ext cx="15379" cy="276225"/>
            </a:xfrm>
            <a:prstGeom prst="rect">
              <a:avLst/>
            </a:prstGeom>
            <a:solidFill>
              <a:srgbClr val="D55E00"/>
            </a:solidFill>
            <a:ln w="0">
              <a:noFill/>
              <a:prstDash val="solid"/>
            </a:ln>
          </p:spPr>
        </p:sp>
        <p:sp>
          <p:nvSpPr>
            <p:cNvPr id="1863" name="four:time-step-strips:time-strip-tᵦ-cell-79:1863">
              <a:extLst>
                <a:ext uri="{FF2B5EF4-FFF2-40B4-BE49-F238E27FC236}">
                  <ns2:creationId id="{BEA4E7D1-94CD-458A-9606-7D7C68BF26E1}"/>
                </a:ext>
              </a:extLst>
            </p:cNvPr>
            <p:cNvSpPr>
              <a:spLocks noGrp="1"/>
            </p:cNvSpPr>
            <p:nvPr/>
          </p:nvSpPr>
          <p:spPr>
            <a:xfrm>
              <a:off x="22455684" y="2295525"/>
              <a:ext cx="15379" cy="276225"/>
            </a:xfrm>
            <a:prstGeom prst="rect">
              <a:avLst/>
            </a:prstGeom>
            <a:solidFill>
              <a:srgbClr val="D55F02"/>
            </a:solidFill>
            <a:ln w="0">
              <a:noFill/>
              <a:prstDash val="solid"/>
            </a:ln>
          </p:spPr>
        </p:sp>
        <p:sp>
          <p:nvSpPr>
            <p:cNvPr id="1864" name="four:time-step-strips:time-strip-tᵦ-cell-80:1864">
              <a:extLst>
                <a:ext uri="{FF2B5EF4-FFF2-40B4-BE49-F238E27FC236}">
                  <ns2:creationId id="{7CEB2F57-75C2-4352-812B-E726E8099E72}"/>
                </a:ext>
              </a:extLst>
            </p:cNvPr>
            <p:cNvSpPr>
              <a:spLocks noGrp="1"/>
            </p:cNvSpPr>
            <p:nvPr/>
          </p:nvSpPr>
          <p:spPr>
            <a:xfrm>
              <a:off x="22471063" y="2295525"/>
              <a:ext cx="15379" cy="276225"/>
            </a:xfrm>
            <a:prstGeom prst="rect">
              <a:avLst/>
            </a:prstGeom>
            <a:solidFill>
              <a:srgbClr val="D66811"/>
            </a:solidFill>
            <a:ln w="0">
              <a:noFill/>
              <a:prstDash val="solid"/>
            </a:ln>
          </p:spPr>
        </p:sp>
        <p:sp>
          <p:nvSpPr>
            <p:cNvPr id="1865" name="four:time-step-strips:time-strip-tᵦ-cell-81:1865">
              <a:extLst>
                <a:ext uri="{FF2B5EF4-FFF2-40B4-BE49-F238E27FC236}">
                  <ns2:creationId id="{8F48515D-9295-44A8-983F-69146D7A2DD8}"/>
                </a:ext>
              </a:extLst>
            </p:cNvPr>
            <p:cNvSpPr>
              <a:spLocks noGrp="1"/>
            </p:cNvSpPr>
            <p:nvPr/>
          </p:nvSpPr>
          <p:spPr>
            <a:xfrm>
              <a:off x="22486441" y="2295525"/>
              <a:ext cx="15379" cy="276225"/>
            </a:xfrm>
            <a:prstGeom prst="rect">
              <a:avLst/>
            </a:prstGeom>
            <a:solidFill>
              <a:srgbClr val="D6772B"/>
            </a:solidFill>
            <a:ln w="0">
              <a:noFill/>
              <a:prstDash val="solid"/>
            </a:ln>
          </p:spPr>
        </p:sp>
        <p:sp>
          <p:nvSpPr>
            <p:cNvPr id="1866" name="four:time-step-strips:time-strip-tᵦ-cell-82:1866">
              <a:extLst>
                <a:ext uri="{FF2B5EF4-FFF2-40B4-BE49-F238E27FC236}">
                  <ns2:creationId id="{FADAE54F-DEAD-4B58-9F3F-AE6880EC8F1A}"/>
                </a:ext>
              </a:extLst>
            </p:cNvPr>
            <p:cNvSpPr>
              <a:spLocks noGrp="1"/>
            </p:cNvSpPr>
            <p:nvPr/>
          </p:nvSpPr>
          <p:spPr>
            <a:xfrm>
              <a:off x="22501820" y="2295525"/>
              <a:ext cx="15379" cy="276225"/>
            </a:xfrm>
            <a:prstGeom prst="rect">
              <a:avLst/>
            </a:prstGeom>
            <a:solidFill>
              <a:srgbClr val="98ADAC"/>
            </a:solidFill>
            <a:ln w="0">
              <a:noFill/>
              <a:prstDash val="solid"/>
            </a:ln>
          </p:spPr>
        </p:sp>
        <p:sp>
          <p:nvSpPr>
            <p:cNvPr id="1867" name="four:time-step-strips:time-strip-tᵦ-cell-83:1867">
              <a:extLst>
                <a:ext uri="{FF2B5EF4-FFF2-40B4-BE49-F238E27FC236}">
                  <ns2:creationId id="{D74DABC2-4AB2-4D1F-88CC-99BE17FC0FFF}"/>
                </a:ext>
              </a:extLst>
            </p:cNvPr>
            <p:cNvSpPr>
              <a:spLocks noGrp="1"/>
            </p:cNvSpPr>
            <p:nvPr/>
          </p:nvSpPr>
          <p:spPr>
            <a:xfrm>
              <a:off x="22517199" y="2295525"/>
              <a:ext cx="15379" cy="276225"/>
            </a:xfrm>
            <a:prstGeom prst="rect">
              <a:avLst/>
            </a:prstGeom>
            <a:solidFill>
              <a:srgbClr val="A8B1BB"/>
            </a:solidFill>
            <a:ln w="0">
              <a:noFill/>
              <a:prstDash val="solid"/>
            </a:ln>
          </p:spPr>
        </p:sp>
        <p:sp>
          <p:nvSpPr>
            <p:cNvPr id="1868" name="four:time-step-strips:time-strip-tᵦ-cell-84:1868">
              <a:extLst>
                <a:ext uri="{FF2B5EF4-FFF2-40B4-BE49-F238E27FC236}">
                  <ns2:creationId id="{A998CB31-5B3D-4152-B27D-FF473BAFCC1C}"/>
                </a:ext>
              </a:extLst>
            </p:cNvPr>
            <p:cNvSpPr>
              <a:spLocks noGrp="1"/>
            </p:cNvSpPr>
            <p:nvPr/>
          </p:nvSpPr>
          <p:spPr>
            <a:xfrm>
              <a:off x="22532578" y="2295525"/>
              <a:ext cx="15379" cy="276225"/>
            </a:xfrm>
            <a:prstGeom prst="rect">
              <a:avLst/>
            </a:prstGeom>
            <a:solidFill>
              <a:srgbClr val="65C0AB"/>
            </a:solidFill>
            <a:ln w="0">
              <a:noFill/>
              <a:prstDash val="solid"/>
            </a:ln>
          </p:spPr>
        </p:sp>
        <p:sp>
          <p:nvSpPr>
            <p:cNvPr id="1869" name="four:time-step-strips:time-strip-tᵦ-cell-85:1869">
              <a:extLst>
                <a:ext uri="{FF2B5EF4-FFF2-40B4-BE49-F238E27FC236}">
                  <ns2:creationId id="{FAABCB9C-82A3-4AE2-8DEE-AAC740BC2E8C}"/>
                </a:ext>
              </a:extLst>
            </p:cNvPr>
            <p:cNvSpPr>
              <a:spLocks noGrp="1"/>
            </p:cNvSpPr>
            <p:nvPr/>
          </p:nvSpPr>
          <p:spPr>
            <a:xfrm>
              <a:off x="22547957" y="2295525"/>
              <a:ext cx="15379" cy="276225"/>
            </a:xfrm>
            <a:prstGeom prst="rect">
              <a:avLst/>
            </a:prstGeom>
            <a:solidFill>
              <a:srgbClr val="78C6B6"/>
            </a:solidFill>
            <a:ln w="0">
              <a:noFill/>
              <a:prstDash val="solid"/>
            </a:ln>
          </p:spPr>
        </p:sp>
        <p:sp>
          <p:nvSpPr>
            <p:cNvPr id="1870" name="four:time-step-strips:time-strip-tᵦ-cell-86:1870">
              <a:extLst>
                <a:ext uri="{FF2B5EF4-FFF2-40B4-BE49-F238E27FC236}">
                  <ns2:creationId id="{D2727B80-257B-4A13-BB84-D9A94B10B613}"/>
                </a:ext>
              </a:extLst>
            </p:cNvPr>
            <p:cNvSpPr>
              <a:spLocks noGrp="1"/>
            </p:cNvSpPr>
            <p:nvPr/>
          </p:nvSpPr>
          <p:spPr>
            <a:xfrm>
              <a:off x="22563336" y="2295525"/>
              <a:ext cx="15379" cy="276225"/>
            </a:xfrm>
            <a:prstGeom prst="rect">
              <a:avLst/>
            </a:prstGeom>
            <a:solidFill>
              <a:srgbClr val="81C9BA"/>
            </a:solidFill>
            <a:ln w="0">
              <a:noFill/>
              <a:prstDash val="solid"/>
            </a:ln>
          </p:spPr>
        </p:sp>
        <p:sp>
          <p:nvSpPr>
            <p:cNvPr id="1871" name="four:time-step-strips:time-strip-tᵦ-cell-87:1871">
              <a:extLst>
                <a:ext uri="{FF2B5EF4-FFF2-40B4-BE49-F238E27FC236}">
                  <ns2:creationId id="{CBB77740-197F-4534-BBFD-91E6F56A3FF3}"/>
                </a:ext>
              </a:extLst>
            </p:cNvPr>
            <p:cNvSpPr>
              <a:spLocks noGrp="1"/>
            </p:cNvSpPr>
            <p:nvPr/>
          </p:nvSpPr>
          <p:spPr>
            <a:xfrm>
              <a:off x="22578715" y="2295525"/>
              <a:ext cx="15379" cy="276225"/>
            </a:xfrm>
            <a:prstGeom prst="rect">
              <a:avLst/>
            </a:prstGeom>
            <a:solidFill>
              <a:srgbClr val="81C9BA"/>
            </a:solidFill>
            <a:ln w="0">
              <a:noFill/>
              <a:prstDash val="solid"/>
            </a:ln>
          </p:spPr>
        </p:sp>
        <p:sp>
          <p:nvSpPr>
            <p:cNvPr id="1872" name="four:time-step-strips:time-strip-tᵦ-cell-88:1872">
              <a:extLst>
                <a:ext uri="{FF2B5EF4-FFF2-40B4-BE49-F238E27FC236}">
                  <ns2:creationId id="{7B5270D4-21A9-4723-A893-C5192F49C794}"/>
                </a:ext>
              </a:extLst>
            </p:cNvPr>
            <p:cNvSpPr>
              <a:spLocks noGrp="1"/>
            </p:cNvSpPr>
            <p:nvPr/>
          </p:nvSpPr>
          <p:spPr>
            <a:xfrm>
              <a:off x="22594094" y="2295525"/>
              <a:ext cx="15379" cy="276225"/>
            </a:xfrm>
            <a:prstGeom prst="rect">
              <a:avLst/>
            </a:prstGeom>
            <a:solidFill>
              <a:srgbClr val="81C9BA"/>
            </a:solidFill>
            <a:ln w="0">
              <a:noFill/>
              <a:prstDash val="solid"/>
            </a:ln>
          </p:spPr>
        </p:sp>
        <p:sp>
          <p:nvSpPr>
            <p:cNvPr id="1873" name="four:time-step-strips:time-strip-tᵦ-cell-89:1873">
              <a:extLst>
                <a:ext uri="{FF2B5EF4-FFF2-40B4-BE49-F238E27FC236}">
                  <ns2:creationId id="{C90C3DE1-D667-43BB-ACF3-2F3D0F62AFF5}"/>
                </a:ext>
              </a:extLst>
            </p:cNvPr>
            <p:cNvSpPr>
              <a:spLocks noGrp="1"/>
            </p:cNvSpPr>
            <p:nvPr/>
          </p:nvSpPr>
          <p:spPr>
            <a:xfrm>
              <a:off x="22609473" y="2295525"/>
              <a:ext cx="15379" cy="276225"/>
            </a:xfrm>
            <a:prstGeom prst="rect">
              <a:avLst/>
            </a:prstGeom>
            <a:solidFill>
              <a:srgbClr val="81C9BA"/>
            </a:solidFill>
            <a:ln w="0">
              <a:noFill/>
              <a:prstDash val="solid"/>
            </a:ln>
          </p:spPr>
        </p:sp>
        <p:sp>
          <p:nvSpPr>
            <p:cNvPr id="1874" name="four:time-step-strips:time-strip-tᵦ-cell-90:1874">
              <a:extLst>
                <a:ext uri="{FF2B5EF4-FFF2-40B4-BE49-F238E27FC236}">
                  <ns2:creationId id="{29EA5E73-E788-4A0B-B538-C1445151CCFA}"/>
                </a:ext>
              </a:extLst>
            </p:cNvPr>
            <p:cNvSpPr>
              <a:spLocks noGrp="1"/>
            </p:cNvSpPr>
            <p:nvPr/>
          </p:nvSpPr>
          <p:spPr>
            <a:xfrm>
              <a:off x="22624852" y="2295525"/>
              <a:ext cx="15379" cy="276225"/>
            </a:xfrm>
            <a:prstGeom prst="rect">
              <a:avLst/>
            </a:prstGeom>
            <a:solidFill>
              <a:srgbClr val="81C9BA"/>
            </a:solidFill>
            <a:ln w="0">
              <a:noFill/>
              <a:prstDash val="solid"/>
            </a:ln>
          </p:spPr>
        </p:sp>
        <p:sp>
          <p:nvSpPr>
            <p:cNvPr id="1875" name="four:time-step-strips:time-strip-tᵦ-cell-91:1875">
              <a:extLst>
                <a:ext uri="{FF2B5EF4-FFF2-40B4-BE49-F238E27FC236}">
                  <ns2:creationId id="{3F637F98-AD1D-46CB-93F3-23DD4FD58247}"/>
                </a:ext>
              </a:extLst>
            </p:cNvPr>
            <p:cNvSpPr>
              <a:spLocks noGrp="1"/>
            </p:cNvSpPr>
            <p:nvPr/>
          </p:nvSpPr>
          <p:spPr>
            <a:xfrm>
              <a:off x="22640230" y="2295525"/>
              <a:ext cx="15379" cy="276225"/>
            </a:xfrm>
            <a:prstGeom prst="rect">
              <a:avLst/>
            </a:prstGeom>
            <a:solidFill>
              <a:srgbClr val="81C9BA"/>
            </a:solidFill>
            <a:ln w="0">
              <a:noFill/>
              <a:prstDash val="solid"/>
            </a:ln>
          </p:spPr>
        </p:sp>
        <p:sp>
          <p:nvSpPr>
            <p:cNvPr id="1876" name="four:time-step-strips:time-strip-tᵦ-cell-92:1876">
              <a:extLst>
                <a:ext uri="{FF2B5EF4-FFF2-40B4-BE49-F238E27FC236}">
                  <ns2:creationId id="{19089EAB-8782-4752-BEFA-E96EBC389B38}"/>
                </a:ext>
              </a:extLst>
            </p:cNvPr>
            <p:cNvSpPr>
              <a:spLocks noGrp="1"/>
            </p:cNvSpPr>
            <p:nvPr/>
          </p:nvSpPr>
          <p:spPr>
            <a:xfrm>
              <a:off x="22655609" y="2295525"/>
              <a:ext cx="15379" cy="276225"/>
            </a:xfrm>
            <a:prstGeom prst="rect">
              <a:avLst/>
            </a:prstGeom>
            <a:solidFill>
              <a:srgbClr val="81C9BA"/>
            </a:solidFill>
            <a:ln w="0">
              <a:noFill/>
              <a:prstDash val="solid"/>
            </a:ln>
          </p:spPr>
        </p:sp>
        <p:sp>
          <p:nvSpPr>
            <p:cNvPr id="1877" name="four:time-step-strips:time-strip-tᵦ-cell-93:1877">
              <a:extLst>
                <a:ext uri="{FF2B5EF4-FFF2-40B4-BE49-F238E27FC236}">
                  <ns2:creationId id="{E31E3484-AFA1-4E11-B6AF-A3EAC492A0B9}"/>
                </a:ext>
              </a:extLst>
            </p:cNvPr>
            <p:cNvSpPr>
              <a:spLocks noGrp="1"/>
            </p:cNvSpPr>
            <p:nvPr/>
          </p:nvSpPr>
          <p:spPr>
            <a:xfrm>
              <a:off x="22670988" y="2295525"/>
              <a:ext cx="15379" cy="276225"/>
            </a:xfrm>
            <a:prstGeom prst="rect">
              <a:avLst/>
            </a:prstGeom>
            <a:solidFill>
              <a:srgbClr val="81C9BA"/>
            </a:solidFill>
            <a:ln w="0">
              <a:noFill/>
              <a:prstDash val="solid"/>
            </a:ln>
          </p:spPr>
        </p:sp>
        <p:sp>
          <p:nvSpPr>
            <p:cNvPr id="1878" name="four:time-step-strips:time-strip-tᵦ-cell-94:1878">
              <a:extLst>
                <a:ext uri="{FF2B5EF4-FFF2-40B4-BE49-F238E27FC236}">
                  <ns2:creationId id="{C921D054-2484-4AE4-91DF-DF4CF94F6784}"/>
                </a:ext>
              </a:extLst>
            </p:cNvPr>
            <p:cNvSpPr>
              <a:spLocks noGrp="1"/>
            </p:cNvSpPr>
            <p:nvPr/>
          </p:nvSpPr>
          <p:spPr>
            <a:xfrm>
              <a:off x="22686367" y="2295525"/>
              <a:ext cx="15379" cy="276225"/>
            </a:xfrm>
            <a:prstGeom prst="rect">
              <a:avLst/>
            </a:prstGeom>
            <a:solidFill>
              <a:srgbClr val="81C9BA"/>
            </a:solidFill>
            <a:ln w="0">
              <a:noFill/>
              <a:prstDash val="solid"/>
            </a:ln>
          </p:spPr>
        </p:sp>
        <p:sp>
          <p:nvSpPr>
            <p:cNvPr id="1879" name="four:time-step-strips:time-strip-tᵦ-cell-95:1879">
              <a:extLst>
                <a:ext uri="{FF2B5EF4-FFF2-40B4-BE49-F238E27FC236}">
                  <ns2:creationId id="{C0A160E9-6795-4CCD-A9FE-A30D2D1542F4}"/>
                </a:ext>
              </a:extLst>
            </p:cNvPr>
            <p:cNvSpPr>
              <a:spLocks noGrp="1"/>
            </p:cNvSpPr>
            <p:nvPr/>
          </p:nvSpPr>
          <p:spPr>
            <a:xfrm>
              <a:off x="22701746" y="2295525"/>
              <a:ext cx="15379" cy="276225"/>
            </a:xfrm>
            <a:prstGeom prst="rect">
              <a:avLst/>
            </a:prstGeom>
            <a:solidFill>
              <a:srgbClr val="81C9BA"/>
            </a:solidFill>
            <a:ln w="0">
              <a:noFill/>
              <a:prstDash val="solid"/>
            </a:ln>
          </p:spPr>
        </p:sp>
        <p:sp>
          <p:nvSpPr>
            <p:cNvPr id="1880" name="four:time-step-strips:time-strip-tᵦ-cell-96:1880">
              <a:extLst>
                <a:ext uri="{FF2B5EF4-FFF2-40B4-BE49-F238E27FC236}">
                  <ns2:creationId id="{2D657133-BE6E-4100-B75F-C143143F700D}"/>
                </a:ext>
              </a:extLst>
            </p:cNvPr>
            <p:cNvSpPr>
              <a:spLocks noGrp="1"/>
            </p:cNvSpPr>
            <p:nvPr/>
          </p:nvSpPr>
          <p:spPr>
            <a:xfrm>
              <a:off x="22717125" y="2295525"/>
              <a:ext cx="15379" cy="276225"/>
            </a:xfrm>
            <a:prstGeom prst="rect">
              <a:avLst/>
            </a:prstGeom>
            <a:solidFill>
              <a:srgbClr val="81C9BA"/>
            </a:solidFill>
            <a:ln w="0">
              <a:noFill/>
              <a:prstDash val="solid"/>
            </a:ln>
          </p:spPr>
        </p:sp>
        <p:sp>
          <p:nvSpPr>
            <p:cNvPr id="1881" name="four:time-step-strips:time-strip-tᵦ-cell-97:1881">
              <a:extLst>
                <a:ext uri="{FF2B5EF4-FFF2-40B4-BE49-F238E27FC236}">
                  <ns2:creationId id="{1AAEB171-992A-4D8D-8374-0E3309FAE663}"/>
                </a:ext>
              </a:extLst>
            </p:cNvPr>
            <p:cNvSpPr>
              <a:spLocks noGrp="1"/>
            </p:cNvSpPr>
            <p:nvPr/>
          </p:nvSpPr>
          <p:spPr>
            <a:xfrm>
              <a:off x="22732504" y="2295525"/>
              <a:ext cx="15379" cy="276225"/>
            </a:xfrm>
            <a:prstGeom prst="rect">
              <a:avLst/>
            </a:prstGeom>
            <a:solidFill>
              <a:srgbClr val="81C9BA"/>
            </a:solidFill>
            <a:ln w="0">
              <a:noFill/>
              <a:prstDash val="solid"/>
            </a:ln>
          </p:spPr>
        </p:sp>
        <p:sp>
          <p:nvSpPr>
            <p:cNvPr id="1882" name="four:time-step-strips:time-strip-tᵦ-cell-98:1882">
              <a:extLst>
                <a:ext uri="{FF2B5EF4-FFF2-40B4-BE49-F238E27FC236}">
                  <ns2:creationId id="{9BB921BE-4B86-4603-873E-11C4D20FCF5C}"/>
                </a:ext>
              </a:extLst>
            </p:cNvPr>
            <p:cNvSpPr>
              <a:spLocks noGrp="1"/>
            </p:cNvSpPr>
            <p:nvPr/>
          </p:nvSpPr>
          <p:spPr>
            <a:xfrm>
              <a:off x="22747883" y="2295525"/>
              <a:ext cx="15379" cy="276225"/>
            </a:xfrm>
            <a:prstGeom prst="rect">
              <a:avLst/>
            </a:prstGeom>
            <a:solidFill>
              <a:srgbClr val="81C9BA"/>
            </a:solidFill>
            <a:ln w="0">
              <a:noFill/>
              <a:prstDash val="solid"/>
            </a:ln>
          </p:spPr>
        </p:sp>
        <p:sp>
          <p:nvSpPr>
            <p:cNvPr id="1883" name="four:time-step-strips:time-strip-tᵦ-cell-99:1883">
              <a:extLst>
                <a:ext uri="{FF2B5EF4-FFF2-40B4-BE49-F238E27FC236}">
                  <ns2:creationId id="{0FFA7B26-B51F-4079-8AA1-D5213E878274}"/>
                </a:ext>
              </a:extLst>
            </p:cNvPr>
            <p:cNvSpPr>
              <a:spLocks noGrp="1"/>
            </p:cNvSpPr>
            <p:nvPr/>
          </p:nvSpPr>
          <p:spPr>
            <a:xfrm>
              <a:off x="22763262" y="2295525"/>
              <a:ext cx="15379" cy="276225"/>
            </a:xfrm>
            <a:prstGeom prst="rect">
              <a:avLst/>
            </a:prstGeom>
            <a:solidFill>
              <a:srgbClr val="81C9BA"/>
            </a:solidFill>
            <a:ln w="0">
              <a:noFill/>
              <a:prstDash val="solid"/>
            </a:ln>
          </p:spPr>
        </p:sp>
        <p:sp>
          <p:nvSpPr>
            <p:cNvPr id="1884" name="four:time-step-strips:time-strip-tᵦ-cell-100:1884">
              <a:extLst>
                <a:ext uri="{FF2B5EF4-FFF2-40B4-BE49-F238E27FC236}">
                  <ns2:creationId id="{F6AB5EF7-175E-4E45-A479-267AECF00D88}"/>
                </a:ext>
              </a:extLst>
            </p:cNvPr>
            <p:cNvSpPr>
              <a:spLocks noGrp="1"/>
            </p:cNvSpPr>
            <p:nvPr/>
          </p:nvSpPr>
          <p:spPr>
            <a:xfrm>
              <a:off x="22778641" y="2295525"/>
              <a:ext cx="15379" cy="276225"/>
            </a:xfrm>
            <a:prstGeom prst="rect">
              <a:avLst/>
            </a:prstGeom>
            <a:solidFill>
              <a:srgbClr val="81C9BA"/>
            </a:solidFill>
            <a:ln w="0">
              <a:noFill/>
              <a:prstDash val="solid"/>
            </a:ln>
          </p:spPr>
        </p:sp>
        <p:sp>
          <p:nvSpPr>
            <p:cNvPr id="1885" name="four:time-step-strips:time-strip-tᵦ-cell-101:1885">
              <a:extLst>
                <a:ext uri="{FF2B5EF4-FFF2-40B4-BE49-F238E27FC236}">
                  <ns2:creationId id="{55795953-158C-4926-825B-503E0AB6F5DD}"/>
                </a:ext>
              </a:extLst>
            </p:cNvPr>
            <p:cNvSpPr>
              <a:spLocks noGrp="1"/>
            </p:cNvSpPr>
            <p:nvPr/>
          </p:nvSpPr>
          <p:spPr>
            <a:xfrm>
              <a:off x="22794020" y="2295525"/>
              <a:ext cx="15379" cy="276225"/>
            </a:xfrm>
            <a:prstGeom prst="rect">
              <a:avLst/>
            </a:prstGeom>
            <a:solidFill>
              <a:srgbClr val="81C9BA"/>
            </a:solidFill>
            <a:ln w="0">
              <a:noFill/>
              <a:prstDash val="solid"/>
            </a:ln>
          </p:spPr>
        </p:sp>
        <p:sp>
          <p:nvSpPr>
            <p:cNvPr id="1886" name="four:time-step-strips:time-strip-tᵦ-cell-102:1886">
              <a:extLst>
                <a:ext uri="{FF2B5EF4-FFF2-40B4-BE49-F238E27FC236}">
                  <ns2:creationId id="{90CA0266-3118-4465-88AC-493AE4C8541B}"/>
                </a:ext>
              </a:extLst>
            </p:cNvPr>
            <p:cNvSpPr>
              <a:spLocks noGrp="1"/>
            </p:cNvSpPr>
            <p:nvPr/>
          </p:nvSpPr>
          <p:spPr>
            <a:xfrm>
              <a:off x="22809398" y="2295525"/>
              <a:ext cx="15379" cy="276225"/>
            </a:xfrm>
            <a:prstGeom prst="rect">
              <a:avLst/>
            </a:prstGeom>
            <a:solidFill>
              <a:srgbClr val="81C9BA"/>
            </a:solidFill>
            <a:ln w="0">
              <a:noFill/>
              <a:prstDash val="solid"/>
            </a:ln>
          </p:spPr>
        </p:sp>
        <p:sp>
          <p:nvSpPr>
            <p:cNvPr id="1887" name="four:time-step-strips:time-strip-tᵦ-cell-103:1887">
              <a:extLst>
                <a:ext uri="{FF2B5EF4-FFF2-40B4-BE49-F238E27FC236}">
                  <ns2:creationId id="{5A627599-A520-4573-8FDD-289C0A57E9A9}"/>
                </a:ext>
              </a:extLst>
            </p:cNvPr>
            <p:cNvSpPr>
              <a:spLocks noGrp="1"/>
            </p:cNvSpPr>
            <p:nvPr/>
          </p:nvSpPr>
          <p:spPr>
            <a:xfrm>
              <a:off x="22824777" y="2295525"/>
              <a:ext cx="15379" cy="276225"/>
            </a:xfrm>
            <a:prstGeom prst="rect">
              <a:avLst/>
            </a:prstGeom>
            <a:solidFill>
              <a:srgbClr val="81C9BA"/>
            </a:solidFill>
            <a:ln w="0">
              <a:noFill/>
              <a:prstDash val="solid"/>
            </a:ln>
          </p:spPr>
        </p:sp>
        <p:sp>
          <p:nvSpPr>
            <p:cNvPr id="1888" name="four:time-step-strips:time-strip-tᵦ-cell-104:1888">
              <a:extLst>
                <a:ext uri="{FF2B5EF4-FFF2-40B4-BE49-F238E27FC236}">
                  <ns2:creationId id="{6FB1785B-F7D9-4B7D-9172-D721CE6F49BA}"/>
                </a:ext>
              </a:extLst>
            </p:cNvPr>
            <p:cNvSpPr>
              <a:spLocks noGrp="1"/>
            </p:cNvSpPr>
            <p:nvPr/>
          </p:nvSpPr>
          <p:spPr>
            <a:xfrm>
              <a:off x="22840156" y="2295525"/>
              <a:ext cx="15379" cy="276225"/>
            </a:xfrm>
            <a:prstGeom prst="rect">
              <a:avLst/>
            </a:prstGeom>
            <a:solidFill>
              <a:srgbClr val="81C9BA"/>
            </a:solidFill>
            <a:ln w="0">
              <a:noFill/>
              <a:prstDash val="solid"/>
            </a:ln>
          </p:spPr>
        </p:sp>
        <p:sp>
          <p:nvSpPr>
            <p:cNvPr id="1889" name="four:time-step-strips:time-strip-tᵦ-cell-105:1889">
              <a:extLst>
                <a:ext uri="{FF2B5EF4-FFF2-40B4-BE49-F238E27FC236}">
                  <ns2:creationId id="{FDFF81A9-3F22-490F-A011-207F4472BA5C}"/>
                </a:ext>
              </a:extLst>
            </p:cNvPr>
            <p:cNvSpPr>
              <a:spLocks noGrp="1"/>
            </p:cNvSpPr>
            <p:nvPr/>
          </p:nvSpPr>
          <p:spPr>
            <a:xfrm>
              <a:off x="22855535" y="2295525"/>
              <a:ext cx="15379" cy="276225"/>
            </a:xfrm>
            <a:prstGeom prst="rect">
              <a:avLst/>
            </a:prstGeom>
            <a:solidFill>
              <a:srgbClr val="81C9BA"/>
            </a:solidFill>
            <a:ln w="0">
              <a:noFill/>
              <a:prstDash val="solid"/>
            </a:ln>
          </p:spPr>
        </p:sp>
        <p:sp>
          <p:nvSpPr>
            <p:cNvPr id="1890" name="four:time-step-strips:time-strip-tᵦ-cell-106:1890">
              <a:extLst>
                <a:ext uri="{FF2B5EF4-FFF2-40B4-BE49-F238E27FC236}">
                  <ns2:creationId id="{A3B97359-CF54-4879-9707-BBE6ADD1425B}"/>
                </a:ext>
              </a:extLst>
            </p:cNvPr>
            <p:cNvSpPr>
              <a:spLocks noGrp="1"/>
            </p:cNvSpPr>
            <p:nvPr/>
          </p:nvSpPr>
          <p:spPr>
            <a:xfrm>
              <a:off x="22870914" y="2295525"/>
              <a:ext cx="15379" cy="276225"/>
            </a:xfrm>
            <a:prstGeom prst="rect">
              <a:avLst/>
            </a:prstGeom>
            <a:solidFill>
              <a:srgbClr val="81C9BA"/>
            </a:solidFill>
            <a:ln w="0">
              <a:noFill/>
              <a:prstDash val="solid"/>
            </a:ln>
          </p:spPr>
        </p:sp>
        <p:sp>
          <p:nvSpPr>
            <p:cNvPr id="1891" name="four:time-step-strips:time-strip-tᵦ-cell-107:1891">
              <a:extLst>
                <a:ext uri="{FF2B5EF4-FFF2-40B4-BE49-F238E27FC236}">
                  <ns2:creationId id="{D2D3D02D-C6E5-4F03-A672-8659B3D0F6F0}"/>
                </a:ext>
              </a:extLst>
            </p:cNvPr>
            <p:cNvSpPr>
              <a:spLocks noGrp="1"/>
            </p:cNvSpPr>
            <p:nvPr/>
          </p:nvSpPr>
          <p:spPr>
            <a:xfrm>
              <a:off x="22886293" y="2295525"/>
              <a:ext cx="15379" cy="276225"/>
            </a:xfrm>
            <a:prstGeom prst="rect">
              <a:avLst/>
            </a:prstGeom>
            <a:solidFill>
              <a:srgbClr val="81C9BA"/>
            </a:solidFill>
            <a:ln w="0">
              <a:noFill/>
              <a:prstDash val="solid"/>
            </a:ln>
          </p:spPr>
        </p:sp>
        <p:sp>
          <p:nvSpPr>
            <p:cNvPr id="1892" name="four:time-step-strips:time-strip-tᵦ-cell-108:1892">
              <a:extLst>
                <a:ext uri="{FF2B5EF4-FFF2-40B4-BE49-F238E27FC236}">
                  <ns2:creationId id="{CBA2BF93-78C5-4561-B22D-15A65A667894}"/>
                </a:ext>
              </a:extLst>
            </p:cNvPr>
            <p:cNvSpPr>
              <a:spLocks noGrp="1"/>
            </p:cNvSpPr>
            <p:nvPr/>
          </p:nvSpPr>
          <p:spPr>
            <a:xfrm>
              <a:off x="22901672" y="2295525"/>
              <a:ext cx="15379" cy="276225"/>
            </a:xfrm>
            <a:prstGeom prst="rect">
              <a:avLst/>
            </a:prstGeom>
            <a:solidFill>
              <a:srgbClr val="81C9BA"/>
            </a:solidFill>
            <a:ln w="0">
              <a:noFill/>
              <a:prstDash val="solid"/>
            </a:ln>
          </p:spPr>
        </p:sp>
        <p:sp>
          <p:nvSpPr>
            <p:cNvPr id="1893" name="four:time-step-strips:time-strip-tᵦ-cell-109:1893">
              <a:extLst>
                <a:ext uri="{FF2B5EF4-FFF2-40B4-BE49-F238E27FC236}">
                  <ns2:creationId id="{601A4EBF-5E18-4FE7-ACA4-AE44DEA40445}"/>
                </a:ext>
              </a:extLst>
            </p:cNvPr>
            <p:cNvSpPr>
              <a:spLocks noGrp="1"/>
            </p:cNvSpPr>
            <p:nvPr/>
          </p:nvSpPr>
          <p:spPr>
            <a:xfrm>
              <a:off x="22917051" y="2295525"/>
              <a:ext cx="15379" cy="276225"/>
            </a:xfrm>
            <a:prstGeom prst="rect">
              <a:avLst/>
            </a:prstGeom>
            <a:solidFill>
              <a:srgbClr val="81C9BA"/>
            </a:solidFill>
            <a:ln w="0">
              <a:noFill/>
              <a:prstDash val="solid"/>
            </a:ln>
          </p:spPr>
        </p:sp>
        <p:sp>
          <p:nvSpPr>
            <p:cNvPr id="1894" name="four:time-step-strips:time-strip-tᵦ-cell-110:1894">
              <a:extLst>
                <a:ext uri="{FF2B5EF4-FFF2-40B4-BE49-F238E27FC236}">
                  <ns2:creationId id="{A6A54A53-29FA-4C1D-8594-725776670D91}"/>
                </a:ext>
              </a:extLst>
            </p:cNvPr>
            <p:cNvSpPr>
              <a:spLocks noGrp="1"/>
            </p:cNvSpPr>
            <p:nvPr/>
          </p:nvSpPr>
          <p:spPr>
            <a:xfrm>
              <a:off x="22932430" y="2295525"/>
              <a:ext cx="15379" cy="276225"/>
            </a:xfrm>
            <a:prstGeom prst="rect">
              <a:avLst/>
            </a:prstGeom>
            <a:solidFill>
              <a:srgbClr val="81C9BA"/>
            </a:solidFill>
            <a:ln w="0">
              <a:noFill/>
              <a:prstDash val="solid"/>
            </a:ln>
          </p:spPr>
        </p:sp>
        <p:sp>
          <p:nvSpPr>
            <p:cNvPr id="1895" name="four:time-step-strips:time-strip-tᵦ-cell-111:1895">
              <a:extLst>
                <a:ext uri="{FF2B5EF4-FFF2-40B4-BE49-F238E27FC236}">
                  <ns2:creationId id="{37B9FBC3-ED71-4353-BD7C-C3B0508CBF7C}"/>
                </a:ext>
              </a:extLst>
            </p:cNvPr>
            <p:cNvSpPr>
              <a:spLocks noGrp="1"/>
            </p:cNvSpPr>
            <p:nvPr/>
          </p:nvSpPr>
          <p:spPr>
            <a:xfrm>
              <a:off x="22947809" y="2295525"/>
              <a:ext cx="15379" cy="276225"/>
            </a:xfrm>
            <a:prstGeom prst="rect">
              <a:avLst/>
            </a:prstGeom>
            <a:solidFill>
              <a:srgbClr val="81C9BA"/>
            </a:solidFill>
            <a:ln w="0">
              <a:noFill/>
              <a:prstDash val="solid"/>
            </a:ln>
          </p:spPr>
        </p:sp>
        <p:sp>
          <p:nvSpPr>
            <p:cNvPr id="1896" name="four:time-step-strips:time-strip-tᵦ-cell-112:1896">
              <a:extLst>
                <a:ext uri="{FF2B5EF4-FFF2-40B4-BE49-F238E27FC236}">
                  <ns2:creationId id="{139ED911-56F2-4E5F-BCE0-F9FB529A8EA7}"/>
                </a:ext>
              </a:extLst>
            </p:cNvPr>
            <p:cNvSpPr>
              <a:spLocks noGrp="1"/>
            </p:cNvSpPr>
            <p:nvPr/>
          </p:nvSpPr>
          <p:spPr>
            <a:xfrm>
              <a:off x="22963188" y="2295525"/>
              <a:ext cx="15379" cy="276225"/>
            </a:xfrm>
            <a:prstGeom prst="rect">
              <a:avLst/>
            </a:prstGeom>
            <a:solidFill>
              <a:srgbClr val="81C9BA"/>
            </a:solidFill>
            <a:ln w="0">
              <a:noFill/>
              <a:prstDash val="solid"/>
            </a:ln>
          </p:spPr>
        </p:sp>
        <p:sp>
          <p:nvSpPr>
            <p:cNvPr id="1897" name="four:time-step-strips:time-strip-tᵦ-cell-113:1897">
              <a:extLst>
                <a:ext uri="{FF2B5EF4-FFF2-40B4-BE49-F238E27FC236}">
                  <ns2:creationId id="{F358E69D-1674-459C-92A4-75136A2278FB}"/>
                </a:ext>
              </a:extLst>
            </p:cNvPr>
            <p:cNvSpPr>
              <a:spLocks noGrp="1"/>
            </p:cNvSpPr>
            <p:nvPr/>
          </p:nvSpPr>
          <p:spPr>
            <a:xfrm>
              <a:off x="22978566" y="2295525"/>
              <a:ext cx="15379" cy="276225"/>
            </a:xfrm>
            <a:prstGeom prst="rect">
              <a:avLst/>
            </a:prstGeom>
            <a:solidFill>
              <a:srgbClr val="81C9BA"/>
            </a:solidFill>
            <a:ln w="0">
              <a:noFill/>
              <a:prstDash val="solid"/>
            </a:ln>
          </p:spPr>
        </p:sp>
        <p:sp>
          <p:nvSpPr>
            <p:cNvPr id="1898" name="four:time-step-strips:time-strip-tᵦ-cell-114:1898">
              <a:extLst>
                <a:ext uri="{FF2B5EF4-FFF2-40B4-BE49-F238E27FC236}">
                  <ns2:creationId id="{25CE50C2-EF34-49C1-9381-77E4443D3592}"/>
                </a:ext>
              </a:extLst>
            </p:cNvPr>
            <p:cNvSpPr>
              <a:spLocks noGrp="1"/>
            </p:cNvSpPr>
            <p:nvPr/>
          </p:nvSpPr>
          <p:spPr>
            <a:xfrm>
              <a:off x="22993945" y="2295525"/>
              <a:ext cx="15379" cy="276225"/>
            </a:xfrm>
            <a:prstGeom prst="rect">
              <a:avLst/>
            </a:prstGeom>
            <a:solidFill>
              <a:srgbClr val="81C9BA"/>
            </a:solidFill>
            <a:ln w="0">
              <a:noFill/>
              <a:prstDash val="solid"/>
            </a:ln>
          </p:spPr>
        </p:sp>
        <p:sp>
          <p:nvSpPr>
            <p:cNvPr id="1899" name="four:time-step-strips:time-strip-tᵦ-cell-115:1899">
              <a:extLst>
                <a:ext uri="{FF2B5EF4-FFF2-40B4-BE49-F238E27FC236}">
                  <ns2:creationId id="{CBCF3ED2-7F92-4165-8CDF-5440D40468B4}"/>
                </a:ext>
              </a:extLst>
            </p:cNvPr>
            <p:cNvSpPr>
              <a:spLocks noGrp="1"/>
            </p:cNvSpPr>
            <p:nvPr/>
          </p:nvSpPr>
          <p:spPr>
            <a:xfrm>
              <a:off x="23009324" y="2295525"/>
              <a:ext cx="15379" cy="276225"/>
            </a:xfrm>
            <a:prstGeom prst="rect">
              <a:avLst/>
            </a:prstGeom>
            <a:solidFill>
              <a:srgbClr val="7FC9B9"/>
            </a:solidFill>
            <a:ln w="0">
              <a:noFill/>
              <a:prstDash val="solid"/>
            </a:ln>
          </p:spPr>
        </p:sp>
        <p:sp>
          <p:nvSpPr>
            <p:cNvPr id="1900" name="four:time-step-strips:time-strip-tᵦ-cell-116:1900">
              <a:extLst>
                <a:ext uri="{FF2B5EF4-FFF2-40B4-BE49-F238E27FC236}">
                  <ns2:creationId id="{BB4E33E1-0CDE-48AD-8749-BE3ED533C88C}"/>
                </a:ext>
              </a:extLst>
            </p:cNvPr>
            <p:cNvSpPr>
              <a:spLocks noGrp="1"/>
            </p:cNvSpPr>
            <p:nvPr/>
          </p:nvSpPr>
          <p:spPr>
            <a:xfrm>
              <a:off x="23024703" y="2295525"/>
              <a:ext cx="15379" cy="276225"/>
            </a:xfrm>
            <a:prstGeom prst="rect">
              <a:avLst/>
            </a:prstGeom>
            <a:solidFill>
              <a:srgbClr val="73C5B3"/>
            </a:solidFill>
            <a:ln w="0">
              <a:noFill/>
              <a:prstDash val="solid"/>
            </a:ln>
          </p:spPr>
        </p:sp>
        <p:sp>
          <p:nvSpPr>
            <p:cNvPr id="1901" name="four:time-step-strips:time-strip-tᵦ-cell-117:1901">
              <a:extLst>
                <a:ext uri="{FF2B5EF4-FFF2-40B4-BE49-F238E27FC236}">
                  <ns2:creationId id="{A700ED14-E4E5-4671-9452-53D5669E5F2F}"/>
                </a:ext>
              </a:extLst>
            </p:cNvPr>
            <p:cNvSpPr>
              <a:spLocks noGrp="1"/>
            </p:cNvSpPr>
            <p:nvPr/>
          </p:nvSpPr>
          <p:spPr>
            <a:xfrm>
              <a:off x="23040082" y="2295525"/>
              <a:ext cx="15379" cy="276225"/>
            </a:xfrm>
            <a:prstGeom prst="rect">
              <a:avLst/>
            </a:prstGeom>
            <a:solidFill>
              <a:srgbClr val="60BEA8"/>
            </a:solidFill>
            <a:ln w="0">
              <a:noFill/>
              <a:prstDash val="solid"/>
            </a:ln>
          </p:spPr>
        </p:sp>
        <p:sp>
          <p:nvSpPr>
            <p:cNvPr id="1902" name="four:time-step-strips:time-strip-tᵦ-cell-118:1902">
              <a:extLst>
                <a:ext uri="{FF2B5EF4-FFF2-40B4-BE49-F238E27FC236}">
                  <ns2:creationId id="{D0CD6613-48A6-4089-A730-B699F36455FE}"/>
                </a:ext>
              </a:extLst>
            </p:cNvPr>
            <p:cNvSpPr>
              <a:spLocks noGrp="1"/>
            </p:cNvSpPr>
            <p:nvPr/>
          </p:nvSpPr>
          <p:spPr>
            <a:xfrm>
              <a:off x="23055461" y="2295525"/>
              <a:ext cx="15379" cy="276225"/>
            </a:xfrm>
            <a:prstGeom prst="rect">
              <a:avLst/>
            </a:prstGeom>
            <a:solidFill>
              <a:srgbClr val="48B69B"/>
            </a:solidFill>
            <a:ln w="0">
              <a:noFill/>
              <a:prstDash val="solid"/>
            </a:ln>
          </p:spPr>
        </p:sp>
        <p:sp>
          <p:nvSpPr>
            <p:cNvPr id="1903" name="four:time-step-strips:time-strip-tᵦ-cell-119:1903">
              <a:extLst>
                <a:ext uri="{FF2B5EF4-FFF2-40B4-BE49-F238E27FC236}">
                  <ns2:creationId id="{84F53162-B9BC-45F5-AFF2-CC449B251A5B}"/>
                </a:ext>
              </a:extLst>
            </p:cNvPr>
            <p:cNvSpPr>
              <a:spLocks noGrp="1"/>
            </p:cNvSpPr>
            <p:nvPr/>
          </p:nvSpPr>
          <p:spPr>
            <a:xfrm>
              <a:off x="23070840" y="2295525"/>
              <a:ext cx="15379" cy="276225"/>
            </a:xfrm>
            <a:prstGeom prst="rect">
              <a:avLst/>
            </a:prstGeom>
            <a:solidFill>
              <a:srgbClr val="2EAE8D"/>
            </a:solidFill>
            <a:ln w="0">
              <a:noFill/>
              <a:prstDash val="solid"/>
            </a:ln>
          </p:spPr>
        </p:sp>
        <p:sp>
          <p:nvSpPr>
            <p:cNvPr id="1904" name="four:time-step-strips:time-strip-tᵦ-cell-120:1904">
              <a:extLst>
                <a:ext uri="{FF2B5EF4-FFF2-40B4-BE49-F238E27FC236}">
                  <ns2:creationId id="{B829C7A5-CA0A-41B7-B204-C050ECC7DAB1}"/>
                </a:ext>
              </a:extLst>
            </p:cNvPr>
            <p:cNvSpPr>
              <a:spLocks noGrp="1"/>
            </p:cNvSpPr>
            <p:nvPr/>
          </p:nvSpPr>
          <p:spPr>
            <a:xfrm>
              <a:off x="23086219" y="2295525"/>
              <a:ext cx="15379" cy="276225"/>
            </a:xfrm>
            <a:prstGeom prst="rect">
              <a:avLst/>
            </a:prstGeom>
            <a:solidFill>
              <a:srgbClr val="1AA781"/>
            </a:solidFill>
            <a:ln w="0">
              <a:noFill/>
              <a:prstDash val="solid"/>
            </a:ln>
          </p:spPr>
        </p:sp>
        <p:sp>
          <p:nvSpPr>
            <p:cNvPr id="1905" name="four:time-step-strips:time-strip-tᵦ-cell-121:1905">
              <a:extLst>
                <a:ext uri="{FF2B5EF4-FFF2-40B4-BE49-F238E27FC236}">
                  <ns2:creationId id="{AB2647E1-97FA-4C44-AA2E-1C8B657C82B7}"/>
                </a:ext>
              </a:extLst>
            </p:cNvPr>
            <p:cNvSpPr>
              <a:spLocks noGrp="1"/>
            </p:cNvSpPr>
            <p:nvPr/>
          </p:nvSpPr>
          <p:spPr>
            <a:xfrm>
              <a:off x="23101598" y="2295525"/>
              <a:ext cx="15379" cy="276225"/>
            </a:xfrm>
            <a:prstGeom prst="rect">
              <a:avLst/>
            </a:prstGeom>
            <a:solidFill>
              <a:srgbClr val="07A177"/>
            </a:solidFill>
            <a:ln w="0">
              <a:noFill/>
              <a:prstDash val="solid"/>
            </a:ln>
          </p:spPr>
        </p:sp>
        <p:sp>
          <p:nvSpPr>
            <p:cNvPr id="1906" name="four:time-step-strips:time-strip-tᵦ-cell-122:1906">
              <a:extLst>
                <a:ext uri="{FF2B5EF4-FFF2-40B4-BE49-F238E27FC236}">
                  <ns2:creationId id="{493834B0-6FD2-4511-A807-E95C428E0B5D}"/>
                </a:ext>
              </a:extLst>
            </p:cNvPr>
            <p:cNvSpPr>
              <a:spLocks noGrp="1"/>
            </p:cNvSpPr>
            <p:nvPr/>
          </p:nvSpPr>
          <p:spPr>
            <a:xfrm>
              <a:off x="23116977" y="2295525"/>
              <a:ext cx="15379" cy="276225"/>
            </a:xfrm>
            <a:prstGeom prst="rect">
              <a:avLst/>
            </a:prstGeom>
            <a:solidFill>
              <a:srgbClr val="009E73"/>
            </a:solidFill>
            <a:ln w="0">
              <a:noFill/>
              <a:prstDash val="solid"/>
            </a:ln>
          </p:spPr>
        </p:sp>
        <p:sp>
          <p:nvSpPr>
            <p:cNvPr id="1907" name="four:time-step-strips:time-strip-tᵦ-cell-123:1907">
              <a:extLst>
                <a:ext uri="{FF2B5EF4-FFF2-40B4-BE49-F238E27FC236}">
                  <ns2:creationId id="{130BE74D-5AA5-4E4C-91DB-9A114FB5B658}"/>
                </a:ext>
              </a:extLst>
            </p:cNvPr>
            <p:cNvSpPr>
              <a:spLocks noGrp="1"/>
            </p:cNvSpPr>
            <p:nvPr/>
          </p:nvSpPr>
          <p:spPr>
            <a:xfrm>
              <a:off x="23132355" y="2295525"/>
              <a:ext cx="15379" cy="276225"/>
            </a:xfrm>
            <a:prstGeom prst="rect">
              <a:avLst/>
            </a:prstGeom>
            <a:solidFill>
              <a:srgbClr val="009E73"/>
            </a:solidFill>
            <a:ln w="0">
              <a:noFill/>
              <a:prstDash val="solid"/>
            </a:ln>
          </p:spPr>
        </p:sp>
        <p:sp>
          <p:nvSpPr>
            <p:cNvPr id="1908" name="four:time-step-strips:time-strip-tᵦ-cell-124:1908">
              <a:extLst>
                <a:ext uri="{FF2B5EF4-FFF2-40B4-BE49-F238E27FC236}">
                  <ns2:creationId id="{ECEA4EAC-74F8-45F6-9E34-7E82449AD402}"/>
                </a:ext>
              </a:extLst>
            </p:cNvPr>
            <p:cNvSpPr>
              <a:spLocks noGrp="1"/>
            </p:cNvSpPr>
            <p:nvPr/>
          </p:nvSpPr>
          <p:spPr>
            <a:xfrm>
              <a:off x="23147734" y="2295525"/>
              <a:ext cx="15379" cy="276225"/>
            </a:xfrm>
            <a:prstGeom prst="rect">
              <a:avLst/>
            </a:prstGeom>
            <a:solidFill>
              <a:srgbClr val="009E73"/>
            </a:solidFill>
            <a:ln w="0">
              <a:noFill/>
              <a:prstDash val="solid"/>
            </a:ln>
          </p:spPr>
        </p:sp>
        <p:sp>
          <p:nvSpPr>
            <p:cNvPr id="1909" name="four:time-step-strips:time-strip-tᵦ-cell-125:1909">
              <a:extLst>
                <a:ext uri="{FF2B5EF4-FFF2-40B4-BE49-F238E27FC236}">
                  <ns2:creationId id="{A677C6FB-EF6D-4CC3-8AF7-8C0A25467590}"/>
                </a:ext>
              </a:extLst>
            </p:cNvPr>
            <p:cNvSpPr>
              <a:spLocks noGrp="1"/>
            </p:cNvSpPr>
            <p:nvPr/>
          </p:nvSpPr>
          <p:spPr>
            <a:xfrm>
              <a:off x="23163113" y="2295525"/>
              <a:ext cx="15379" cy="276225"/>
            </a:xfrm>
            <a:prstGeom prst="rect">
              <a:avLst/>
            </a:prstGeom>
            <a:solidFill>
              <a:srgbClr val="009E73"/>
            </a:solidFill>
            <a:ln w="0">
              <a:noFill/>
              <a:prstDash val="solid"/>
            </a:ln>
          </p:spPr>
        </p:sp>
        <p:sp>
          <p:nvSpPr>
            <p:cNvPr id="1910" name="four:time-step-strips:time-strip-tᵦ-cell-126:1910">
              <a:extLst>
                <a:ext uri="{FF2B5EF4-FFF2-40B4-BE49-F238E27FC236}">
                  <ns2:creationId id="{0EE7C283-D678-4749-841A-8B592E340A73}"/>
                </a:ext>
              </a:extLst>
            </p:cNvPr>
            <p:cNvSpPr>
              <a:spLocks noGrp="1"/>
            </p:cNvSpPr>
            <p:nvPr/>
          </p:nvSpPr>
          <p:spPr>
            <a:xfrm>
              <a:off x="23178492" y="2295525"/>
              <a:ext cx="15379" cy="276225"/>
            </a:xfrm>
            <a:prstGeom prst="rect">
              <a:avLst/>
            </a:prstGeom>
            <a:solidFill>
              <a:srgbClr val="009E73"/>
            </a:solidFill>
            <a:ln w="0">
              <a:noFill/>
              <a:prstDash val="solid"/>
            </a:ln>
          </p:spPr>
        </p:sp>
        <p:sp>
          <p:nvSpPr>
            <p:cNvPr id="1911" name="four:time-step-strips:time-strip-tᵦ-cell-127:1911">
              <a:extLst>
                <a:ext uri="{FF2B5EF4-FFF2-40B4-BE49-F238E27FC236}">
                  <ns2:creationId id="{887E4ABE-1DE6-413A-9792-6F6111324C19}"/>
                </a:ext>
              </a:extLst>
            </p:cNvPr>
            <p:cNvSpPr>
              <a:spLocks noGrp="1"/>
            </p:cNvSpPr>
            <p:nvPr/>
          </p:nvSpPr>
          <p:spPr>
            <a:xfrm>
              <a:off x="23193871" y="2295525"/>
              <a:ext cx="15379" cy="276225"/>
            </a:xfrm>
            <a:prstGeom prst="rect">
              <a:avLst/>
            </a:prstGeom>
            <a:solidFill>
              <a:srgbClr val="009E73"/>
            </a:solidFill>
            <a:ln w="0">
              <a:noFill/>
              <a:prstDash val="solid"/>
            </a:ln>
          </p:spPr>
        </p:sp>
        <p:sp>
          <p:nvSpPr>
            <p:cNvPr id="1912" name="four:time-step-strips:time-strip-tᵦ-cell-128:1912">
              <a:extLst>
                <a:ext uri="{FF2B5EF4-FFF2-40B4-BE49-F238E27FC236}">
                  <ns2:creationId id="{30DBA507-F4E0-4FC4-94CB-C59B366B923D}"/>
                </a:ext>
              </a:extLst>
            </p:cNvPr>
            <p:cNvSpPr>
              <a:spLocks noGrp="1"/>
            </p:cNvSpPr>
            <p:nvPr/>
          </p:nvSpPr>
          <p:spPr>
            <a:xfrm>
              <a:off x="23209250" y="2295525"/>
              <a:ext cx="15379" cy="276225"/>
            </a:xfrm>
            <a:prstGeom prst="rect">
              <a:avLst/>
            </a:prstGeom>
            <a:solidFill>
              <a:srgbClr val="009E73"/>
            </a:solidFill>
            <a:ln w="0">
              <a:noFill/>
              <a:prstDash val="solid"/>
            </a:ln>
          </p:spPr>
        </p:sp>
        <p:sp>
          <p:nvSpPr>
            <p:cNvPr id="1913" name="four:time-step-strips:time-strip-tᵦ-cell-129:1913">
              <a:extLst>
                <a:ext uri="{FF2B5EF4-FFF2-40B4-BE49-F238E27FC236}">
                  <ns2:creationId id="{7DD2C6D2-56E6-4C92-B630-A7F75A74BA7C}"/>
                </a:ext>
              </a:extLst>
            </p:cNvPr>
            <p:cNvSpPr>
              <a:spLocks noGrp="1"/>
            </p:cNvSpPr>
            <p:nvPr/>
          </p:nvSpPr>
          <p:spPr>
            <a:xfrm>
              <a:off x="23224629" y="2295525"/>
              <a:ext cx="15379" cy="276225"/>
            </a:xfrm>
            <a:prstGeom prst="rect">
              <a:avLst/>
            </a:prstGeom>
            <a:solidFill>
              <a:srgbClr val="009E73"/>
            </a:solidFill>
            <a:ln w="0">
              <a:noFill/>
              <a:prstDash val="solid"/>
            </a:ln>
          </p:spPr>
        </p:sp>
        <p:sp>
          <p:nvSpPr>
            <p:cNvPr id="1914" name="four:time-step-strips:time-strip-tᵦ-cell-130:1914">
              <a:extLst>
                <a:ext uri="{FF2B5EF4-FFF2-40B4-BE49-F238E27FC236}">
                  <ns2:creationId id="{D8393440-7090-404E-ABDE-B3C809F3144C}"/>
                </a:ext>
              </a:extLst>
            </p:cNvPr>
            <p:cNvSpPr>
              <a:spLocks noGrp="1"/>
            </p:cNvSpPr>
            <p:nvPr/>
          </p:nvSpPr>
          <p:spPr>
            <a:xfrm>
              <a:off x="23240008" y="2295525"/>
              <a:ext cx="15379" cy="276225"/>
            </a:xfrm>
            <a:prstGeom prst="rect">
              <a:avLst/>
            </a:prstGeom>
            <a:solidFill>
              <a:srgbClr val="009E73"/>
            </a:solidFill>
            <a:ln w="0">
              <a:noFill/>
              <a:prstDash val="solid"/>
            </a:ln>
          </p:spPr>
        </p:sp>
        <p:sp>
          <p:nvSpPr>
            <p:cNvPr id="1915" name="four:time-step-strips:time-strip-tᵦ-cell-131:1915">
              <a:extLst>
                <a:ext uri="{FF2B5EF4-FFF2-40B4-BE49-F238E27FC236}">
                  <ns2:creationId id="{C31E4D0D-291E-43B0-89C1-05EE73730F5B}"/>
                </a:ext>
              </a:extLst>
            </p:cNvPr>
            <p:cNvSpPr>
              <a:spLocks noGrp="1"/>
            </p:cNvSpPr>
            <p:nvPr/>
          </p:nvSpPr>
          <p:spPr>
            <a:xfrm>
              <a:off x="23255387" y="2295525"/>
              <a:ext cx="15379" cy="276225"/>
            </a:xfrm>
            <a:prstGeom prst="rect">
              <a:avLst/>
            </a:prstGeom>
            <a:solidFill>
              <a:srgbClr val="009E73"/>
            </a:solidFill>
            <a:ln w="0">
              <a:noFill/>
              <a:prstDash val="solid"/>
            </a:ln>
          </p:spPr>
        </p:sp>
        <p:sp>
          <p:nvSpPr>
            <p:cNvPr id="1916" name="four:time-step-strips:time-strip-tᵦ-cell-132:1916">
              <a:extLst>
                <a:ext uri="{FF2B5EF4-FFF2-40B4-BE49-F238E27FC236}">
                  <ns2:creationId id="{1DBAA69D-A9F2-4C0B-83D3-A733069766DF}"/>
                </a:ext>
              </a:extLst>
            </p:cNvPr>
            <p:cNvSpPr>
              <a:spLocks noGrp="1"/>
            </p:cNvSpPr>
            <p:nvPr/>
          </p:nvSpPr>
          <p:spPr>
            <a:xfrm>
              <a:off x="23270766" y="2295525"/>
              <a:ext cx="15379" cy="276225"/>
            </a:xfrm>
            <a:prstGeom prst="rect">
              <a:avLst/>
            </a:prstGeom>
            <a:solidFill>
              <a:srgbClr val="06A076"/>
            </a:solidFill>
            <a:ln w="0">
              <a:noFill/>
              <a:prstDash val="solid"/>
            </a:ln>
          </p:spPr>
        </p:sp>
        <p:sp>
          <p:nvSpPr>
            <p:cNvPr id="1917" name="four:time-step-strips:time-strip-tᵦ-cell-133:1917">
              <a:extLst>
                <a:ext uri="{FF2B5EF4-FFF2-40B4-BE49-F238E27FC236}">
                  <ns2:creationId id="{38CD8558-E3D4-4CBC-99BE-8B7079ECFC39}"/>
                </a:ext>
              </a:extLst>
            </p:cNvPr>
            <p:cNvSpPr>
              <a:spLocks noGrp="1"/>
            </p:cNvSpPr>
            <p:nvPr/>
          </p:nvSpPr>
          <p:spPr>
            <a:xfrm>
              <a:off x="23286145" y="2295525"/>
              <a:ext cx="15379" cy="276225"/>
            </a:xfrm>
            <a:prstGeom prst="rect">
              <a:avLst/>
            </a:prstGeom>
            <a:solidFill>
              <a:srgbClr val="1DA883"/>
            </a:solidFill>
            <a:ln w="0">
              <a:noFill/>
              <a:prstDash val="solid"/>
            </a:ln>
          </p:spPr>
        </p:sp>
        <p:sp>
          <p:nvSpPr>
            <p:cNvPr id="1918" name="four:time-step-strips:time-strip-tᵦ-cell-134:1918">
              <a:extLst>
                <a:ext uri="{FF2B5EF4-FFF2-40B4-BE49-F238E27FC236}">
                  <ns2:creationId id="{2D52F353-9909-4595-9EED-4717BD53613F}"/>
                </a:ext>
              </a:extLst>
            </p:cNvPr>
            <p:cNvSpPr>
              <a:spLocks noGrp="1"/>
            </p:cNvSpPr>
            <p:nvPr/>
          </p:nvSpPr>
          <p:spPr>
            <a:xfrm>
              <a:off x="23301523" y="2295525"/>
              <a:ext cx="15379" cy="276225"/>
            </a:xfrm>
            <a:prstGeom prst="rect">
              <a:avLst/>
            </a:prstGeom>
            <a:solidFill>
              <a:srgbClr val="40B396"/>
            </a:solidFill>
            <a:ln w="0">
              <a:noFill/>
              <a:prstDash val="solid"/>
            </a:ln>
          </p:spPr>
        </p:sp>
        <p:sp>
          <p:nvSpPr>
            <p:cNvPr id="1919" name="four:time-step-strips:time-strip-tᵦ-cell-135:1919">
              <a:extLst>
                <a:ext uri="{FF2B5EF4-FFF2-40B4-BE49-F238E27FC236}">
                  <ns2:creationId id="{1AEDAD33-3875-4F28-9E18-0AD59BA00827}"/>
                </a:ext>
              </a:extLst>
            </p:cNvPr>
            <p:cNvSpPr>
              <a:spLocks noGrp="1"/>
            </p:cNvSpPr>
            <p:nvPr/>
          </p:nvSpPr>
          <p:spPr>
            <a:xfrm>
              <a:off x="23316902" y="2295525"/>
              <a:ext cx="15379" cy="276225"/>
            </a:xfrm>
            <a:prstGeom prst="rect">
              <a:avLst/>
            </a:prstGeom>
            <a:solidFill>
              <a:srgbClr val="6AC2AE"/>
            </a:solidFill>
            <a:ln w="0">
              <a:noFill/>
              <a:prstDash val="solid"/>
            </a:ln>
          </p:spPr>
        </p:sp>
        <p:sp>
          <p:nvSpPr>
            <p:cNvPr id="1920" name="four:time-step-strips:time-strip-tᵦ-cell-136:1920">
              <a:extLst>
                <a:ext uri="{FF2B5EF4-FFF2-40B4-BE49-F238E27FC236}">
                  <ns2:creationId id="{76679366-23FE-4832-9149-76F10F69AFB8}"/>
                </a:ext>
              </a:extLst>
            </p:cNvPr>
            <p:cNvSpPr>
              <a:spLocks noGrp="1"/>
            </p:cNvSpPr>
            <p:nvPr/>
          </p:nvSpPr>
          <p:spPr>
            <a:xfrm>
              <a:off x="23332281" y="2295525"/>
              <a:ext cx="15379" cy="276225"/>
            </a:xfrm>
            <a:prstGeom prst="rect">
              <a:avLst/>
            </a:prstGeom>
            <a:solidFill>
              <a:srgbClr val="93D0C5"/>
            </a:solidFill>
            <a:ln w="0">
              <a:noFill/>
              <a:prstDash val="solid"/>
            </a:ln>
          </p:spPr>
        </p:sp>
        <p:sp>
          <p:nvSpPr>
            <p:cNvPr id="1921" name="four:time-step-strips:time-strip-tᵦ-cell-137:1921">
              <a:extLst>
                <a:ext uri="{FF2B5EF4-FFF2-40B4-BE49-F238E27FC236}">
                  <ns2:creationId id="{F7B8CB35-DBDC-4939-AFD6-F867013E9D70}"/>
                </a:ext>
              </a:extLst>
            </p:cNvPr>
            <p:cNvSpPr>
              <a:spLocks noGrp="1"/>
            </p:cNvSpPr>
            <p:nvPr/>
          </p:nvSpPr>
          <p:spPr>
            <a:xfrm>
              <a:off x="23347660" y="2295525"/>
              <a:ext cx="15379" cy="276225"/>
            </a:xfrm>
            <a:prstGeom prst="rect">
              <a:avLst/>
            </a:prstGeom>
            <a:solidFill>
              <a:srgbClr val="B8DCD9"/>
            </a:solidFill>
            <a:ln w="0">
              <a:noFill/>
              <a:prstDash val="solid"/>
            </a:ln>
          </p:spPr>
        </p:sp>
        <p:sp>
          <p:nvSpPr>
            <p:cNvPr id="1922" name="four:time-step-strips:time-strip-tᵦ-cell-138:1922">
              <a:extLst>
                <a:ext uri="{FF2B5EF4-FFF2-40B4-BE49-F238E27FC236}">
                  <ns2:creationId id="{0235F7DF-7725-4D3F-A2C2-966903D09A9B}"/>
                </a:ext>
              </a:extLst>
            </p:cNvPr>
            <p:cNvSpPr>
              <a:spLocks noGrp="1"/>
            </p:cNvSpPr>
            <p:nvPr/>
          </p:nvSpPr>
          <p:spPr>
            <a:xfrm>
              <a:off x="23363039" y="2295525"/>
              <a:ext cx="15379" cy="276225"/>
            </a:xfrm>
            <a:prstGeom prst="rect">
              <a:avLst/>
            </a:prstGeom>
            <a:solidFill>
              <a:srgbClr val="D9E4EB"/>
            </a:solidFill>
            <a:ln w="0">
              <a:noFill/>
              <a:prstDash val="solid"/>
            </a:ln>
          </p:spPr>
        </p:sp>
        <p:sp>
          <p:nvSpPr>
            <p:cNvPr id="1923" name="four:time-step-strips:time-strip-tᵦ-cell-139:1923">
              <a:extLst>
                <a:ext uri="{FF2B5EF4-FFF2-40B4-BE49-F238E27FC236}">
                  <ns2:creationId id="{F3A5BE05-51D3-48FE-BDAD-1B46A0809C0A}"/>
                </a:ext>
              </a:extLst>
            </p:cNvPr>
            <p:cNvSpPr>
              <a:spLocks noGrp="1"/>
            </p:cNvSpPr>
            <p:nvPr/>
          </p:nvSpPr>
          <p:spPr>
            <a:xfrm>
              <a:off x="23378418" y="2295525"/>
              <a:ext cx="15379" cy="276225"/>
            </a:xfrm>
            <a:prstGeom prst="rect">
              <a:avLst/>
            </a:prstGeom>
            <a:solidFill>
              <a:srgbClr val="DCE8ED"/>
            </a:solidFill>
            <a:ln w="0">
              <a:noFill/>
              <a:prstDash val="solid"/>
            </a:ln>
          </p:spPr>
        </p:sp>
        <p:sp>
          <p:nvSpPr>
            <p:cNvPr id="1924" name="four:time-step-strips:time-strip-tᵦ-cell-140:1924">
              <a:extLst>
                <a:ext uri="{FF2B5EF4-FFF2-40B4-BE49-F238E27FC236}">
                  <ns2:creationId id="{419BE0BC-151D-4531-8AD5-1B342EA0EAFA}"/>
                </a:ext>
              </a:extLst>
            </p:cNvPr>
            <p:cNvSpPr>
              <a:spLocks noGrp="1"/>
            </p:cNvSpPr>
            <p:nvPr/>
          </p:nvSpPr>
          <p:spPr>
            <a:xfrm>
              <a:off x="23393797" y="2295525"/>
              <a:ext cx="15379" cy="276225"/>
            </a:xfrm>
            <a:prstGeom prst="rect">
              <a:avLst/>
            </a:prstGeom>
            <a:solidFill>
              <a:srgbClr val="DCE8ED"/>
            </a:solidFill>
            <a:ln w="0">
              <a:noFill/>
              <a:prstDash val="solid"/>
            </a:ln>
          </p:spPr>
        </p:sp>
        <p:sp>
          <p:nvSpPr>
            <p:cNvPr id="1925" name="four:time-step-strips:time-strip-tᵦ-cell-141:1925">
              <a:extLst>
                <a:ext uri="{FF2B5EF4-FFF2-40B4-BE49-F238E27FC236}">
                  <ns2:creationId id="{5F20FF70-4129-4A51-9191-8020913B426B}"/>
                </a:ext>
              </a:extLst>
            </p:cNvPr>
            <p:cNvSpPr>
              <a:spLocks noGrp="1"/>
            </p:cNvSpPr>
            <p:nvPr/>
          </p:nvSpPr>
          <p:spPr>
            <a:xfrm>
              <a:off x="23409176" y="2295525"/>
              <a:ext cx="15379" cy="276225"/>
            </a:xfrm>
            <a:prstGeom prst="rect">
              <a:avLst/>
            </a:prstGeom>
            <a:solidFill>
              <a:srgbClr val="DCE8ED"/>
            </a:solidFill>
            <a:ln w="0">
              <a:noFill/>
              <a:prstDash val="solid"/>
            </a:ln>
          </p:spPr>
        </p:sp>
        <p:sp>
          <p:nvSpPr>
            <p:cNvPr id="1926" name="four:time-step-strips:time-strip-tᵦ-cell-142:1926">
              <a:extLst>
                <a:ext uri="{FF2B5EF4-FFF2-40B4-BE49-F238E27FC236}">
                  <ns2:creationId id="{1A0989F9-E0C6-4B49-AB18-8F1D7BF1181A}"/>
                </a:ext>
              </a:extLst>
            </p:cNvPr>
            <p:cNvSpPr>
              <a:spLocks noGrp="1"/>
            </p:cNvSpPr>
            <p:nvPr/>
          </p:nvSpPr>
          <p:spPr>
            <a:xfrm>
              <a:off x="23424555" y="2295525"/>
              <a:ext cx="15379" cy="276225"/>
            </a:xfrm>
            <a:prstGeom prst="rect">
              <a:avLst/>
            </a:prstGeom>
            <a:solidFill>
              <a:srgbClr val="DCE8ED"/>
            </a:solidFill>
            <a:ln w="0">
              <a:noFill/>
              <a:prstDash val="solid"/>
            </a:ln>
          </p:spPr>
        </p:sp>
        <p:sp>
          <p:nvSpPr>
            <p:cNvPr id="1927" name="four:time-step-strips:time-strip-tᵦ-cell-143:1927">
              <a:extLst>
                <a:ext uri="{FF2B5EF4-FFF2-40B4-BE49-F238E27FC236}">
                  <ns2:creationId id="{5D7DAE3D-11E2-4C07-A1F4-6BE6908F3C7E}"/>
                </a:ext>
              </a:extLst>
            </p:cNvPr>
            <p:cNvSpPr>
              <a:spLocks noGrp="1"/>
            </p:cNvSpPr>
            <p:nvPr/>
          </p:nvSpPr>
          <p:spPr>
            <a:xfrm>
              <a:off x="23439934" y="2295525"/>
              <a:ext cx="15379" cy="276225"/>
            </a:xfrm>
            <a:prstGeom prst="rect">
              <a:avLst/>
            </a:prstGeom>
            <a:solidFill>
              <a:srgbClr val="DCE8ED"/>
            </a:solidFill>
            <a:ln w="0">
              <a:noFill/>
              <a:prstDash val="solid"/>
            </a:ln>
          </p:spPr>
        </p:sp>
        <p:sp>
          <p:nvSpPr>
            <p:cNvPr id="1928" name="four:time-step-strips:time-strip-tᵦ-cell-144:1928">
              <a:extLst>
                <a:ext uri="{FF2B5EF4-FFF2-40B4-BE49-F238E27FC236}">
                  <ns2:creationId id="{B0FB32EA-E288-4267-9E05-0090056CEC54}"/>
                </a:ext>
              </a:extLst>
            </p:cNvPr>
            <p:cNvSpPr>
              <a:spLocks noGrp="1"/>
            </p:cNvSpPr>
            <p:nvPr/>
          </p:nvSpPr>
          <p:spPr>
            <a:xfrm>
              <a:off x="23455313" y="2295525"/>
              <a:ext cx="15379" cy="276225"/>
            </a:xfrm>
            <a:prstGeom prst="rect">
              <a:avLst/>
            </a:prstGeom>
            <a:solidFill>
              <a:srgbClr val="DCE8ED"/>
            </a:solidFill>
            <a:ln w="0">
              <a:noFill/>
              <a:prstDash val="solid"/>
            </a:ln>
          </p:spPr>
        </p:sp>
        <p:sp>
          <p:nvSpPr>
            <p:cNvPr id="1929" name="four:time-step-strips:time-strip-tᵦ-cell-145:1929">
              <a:extLst>
                <a:ext uri="{FF2B5EF4-FFF2-40B4-BE49-F238E27FC236}">
                  <ns2:creationId id="{910FABE9-36EF-404E-AC4F-61E9211665C8}"/>
                </a:ext>
              </a:extLst>
            </p:cNvPr>
            <p:cNvSpPr>
              <a:spLocks noGrp="1"/>
            </p:cNvSpPr>
            <p:nvPr/>
          </p:nvSpPr>
          <p:spPr>
            <a:xfrm>
              <a:off x="23470691" y="2295525"/>
              <a:ext cx="15379" cy="276225"/>
            </a:xfrm>
            <a:prstGeom prst="rect">
              <a:avLst/>
            </a:prstGeom>
            <a:solidFill>
              <a:srgbClr val="DCE8ED"/>
            </a:solidFill>
            <a:ln w="0">
              <a:noFill/>
              <a:prstDash val="solid"/>
            </a:ln>
          </p:spPr>
        </p:sp>
        <p:sp>
          <p:nvSpPr>
            <p:cNvPr id="1930" name="four:time-step-strips:time-strip-tᵦ-cell-146:1930">
              <a:extLst>
                <a:ext uri="{FF2B5EF4-FFF2-40B4-BE49-F238E27FC236}">
                  <ns2:creationId id="{7C9A4943-E5CF-4FFD-B817-909A763F290C}"/>
                </a:ext>
              </a:extLst>
            </p:cNvPr>
            <p:cNvSpPr>
              <a:spLocks noGrp="1"/>
            </p:cNvSpPr>
            <p:nvPr/>
          </p:nvSpPr>
          <p:spPr>
            <a:xfrm>
              <a:off x="23486070" y="2295525"/>
              <a:ext cx="15379" cy="276225"/>
            </a:xfrm>
            <a:prstGeom prst="rect">
              <a:avLst/>
            </a:prstGeom>
            <a:solidFill>
              <a:srgbClr val="DCE8ED"/>
            </a:solidFill>
            <a:ln w="0">
              <a:noFill/>
              <a:prstDash val="solid"/>
            </a:ln>
          </p:spPr>
        </p:sp>
        <p:sp>
          <p:nvSpPr>
            <p:cNvPr id="1931" name="four:time-step-strips:time-strip-tᵦ-cell-147:1931">
              <a:extLst>
                <a:ext uri="{FF2B5EF4-FFF2-40B4-BE49-F238E27FC236}">
                  <ns2:creationId id="{322ACFDC-69B8-41D0-9447-A02B36559F29}"/>
                </a:ext>
              </a:extLst>
            </p:cNvPr>
            <p:cNvSpPr>
              <a:spLocks noGrp="1"/>
            </p:cNvSpPr>
            <p:nvPr/>
          </p:nvSpPr>
          <p:spPr>
            <a:xfrm>
              <a:off x="23501449" y="2295525"/>
              <a:ext cx="15379" cy="276225"/>
            </a:xfrm>
            <a:prstGeom prst="rect">
              <a:avLst/>
            </a:prstGeom>
            <a:solidFill>
              <a:srgbClr val="DCE8ED"/>
            </a:solidFill>
            <a:ln w="0">
              <a:noFill/>
              <a:prstDash val="solid"/>
            </a:ln>
          </p:spPr>
        </p:sp>
        <p:sp>
          <p:nvSpPr>
            <p:cNvPr id="1932" name="four:time-step-strips:time-strip-tᵦ-cell-148:1932">
              <a:extLst>
                <a:ext uri="{FF2B5EF4-FFF2-40B4-BE49-F238E27FC236}">
                  <ns2:creationId id="{AC0A7A72-DEFC-44C6-B3F9-4445C8BFC4F6}"/>
                </a:ext>
              </a:extLst>
            </p:cNvPr>
            <p:cNvSpPr>
              <a:spLocks noGrp="1"/>
            </p:cNvSpPr>
            <p:nvPr/>
          </p:nvSpPr>
          <p:spPr>
            <a:xfrm>
              <a:off x="23516828" y="2295525"/>
              <a:ext cx="15379" cy="276225"/>
            </a:xfrm>
            <a:prstGeom prst="rect">
              <a:avLst/>
            </a:prstGeom>
            <a:solidFill>
              <a:srgbClr val="DCE8ED"/>
            </a:solidFill>
            <a:ln w="0">
              <a:noFill/>
              <a:prstDash val="solid"/>
            </a:ln>
          </p:spPr>
        </p:sp>
        <p:sp>
          <p:nvSpPr>
            <p:cNvPr id="1933" name="four:time-step-strips:time-strip-tᵦ-cell-149:1933">
              <a:extLst>
                <a:ext uri="{FF2B5EF4-FFF2-40B4-BE49-F238E27FC236}">
                  <ns2:creationId id="{97FAB4D4-2EDF-4939-83B8-366A0A58C250}"/>
                </a:ext>
              </a:extLst>
            </p:cNvPr>
            <p:cNvSpPr>
              <a:spLocks noGrp="1"/>
            </p:cNvSpPr>
            <p:nvPr/>
          </p:nvSpPr>
          <p:spPr>
            <a:xfrm>
              <a:off x="23532207" y="2295525"/>
              <a:ext cx="15379" cy="276225"/>
            </a:xfrm>
            <a:prstGeom prst="rect">
              <a:avLst/>
            </a:prstGeom>
            <a:solidFill>
              <a:srgbClr val="DCE8ED"/>
            </a:solidFill>
            <a:ln w="0">
              <a:noFill/>
              <a:prstDash val="solid"/>
            </a:ln>
          </p:spPr>
        </p:sp>
        <p:sp>
          <p:nvSpPr>
            <p:cNvPr id="1934" name="four:time-step-strips:time-strip-tᵦ-cell-150:1934">
              <a:extLst>
                <a:ext uri="{FF2B5EF4-FFF2-40B4-BE49-F238E27FC236}">
                  <ns2:creationId id="{055DDCCE-4D76-4908-9485-66F3651D763F}"/>
                </a:ext>
              </a:extLst>
            </p:cNvPr>
            <p:cNvSpPr>
              <a:spLocks noGrp="1"/>
            </p:cNvSpPr>
            <p:nvPr/>
          </p:nvSpPr>
          <p:spPr>
            <a:xfrm>
              <a:off x="23547586" y="2295525"/>
              <a:ext cx="15379" cy="276225"/>
            </a:xfrm>
            <a:prstGeom prst="rect">
              <a:avLst/>
            </a:prstGeom>
            <a:solidFill>
              <a:srgbClr val="DCE8ED"/>
            </a:solidFill>
            <a:ln w="0">
              <a:noFill/>
              <a:prstDash val="solid"/>
            </a:ln>
          </p:spPr>
        </p:sp>
        <p:sp>
          <p:nvSpPr>
            <p:cNvPr id="1935" name="four:time-step-strips:time-strip-tᵦ-cell-151:1935">
              <a:extLst>
                <a:ext uri="{FF2B5EF4-FFF2-40B4-BE49-F238E27FC236}">
                  <ns2:creationId id="{C26A5F3D-2F43-4DBB-81D8-7A40F70B1064}"/>
                </a:ext>
              </a:extLst>
            </p:cNvPr>
            <p:cNvSpPr>
              <a:spLocks noGrp="1"/>
            </p:cNvSpPr>
            <p:nvPr/>
          </p:nvSpPr>
          <p:spPr>
            <a:xfrm>
              <a:off x="23562965" y="2295525"/>
              <a:ext cx="15379" cy="276225"/>
            </a:xfrm>
            <a:prstGeom prst="rect">
              <a:avLst/>
            </a:prstGeom>
            <a:solidFill>
              <a:srgbClr val="DCE8ED"/>
            </a:solidFill>
            <a:ln w="0">
              <a:noFill/>
              <a:prstDash val="solid"/>
            </a:ln>
          </p:spPr>
        </p:sp>
        <p:sp>
          <p:nvSpPr>
            <p:cNvPr id="1936" name="four:time-step-strips:time-strip-tᵦ-cell-152:1936">
              <a:extLst>
                <a:ext uri="{FF2B5EF4-FFF2-40B4-BE49-F238E27FC236}">
                  <ns2:creationId id="{2B6AC17E-0F37-415E-B88A-37944B97A560}"/>
                </a:ext>
              </a:extLst>
            </p:cNvPr>
            <p:cNvSpPr>
              <a:spLocks noGrp="1"/>
            </p:cNvSpPr>
            <p:nvPr/>
          </p:nvSpPr>
          <p:spPr>
            <a:xfrm>
              <a:off x="23578344" y="2295525"/>
              <a:ext cx="15379" cy="276225"/>
            </a:xfrm>
            <a:prstGeom prst="rect">
              <a:avLst/>
            </a:prstGeom>
            <a:solidFill>
              <a:srgbClr val="DCE8ED"/>
            </a:solidFill>
            <a:ln w="0">
              <a:noFill/>
              <a:prstDash val="solid"/>
            </a:ln>
          </p:spPr>
        </p:sp>
        <p:sp>
          <p:nvSpPr>
            <p:cNvPr id="1937" name="four:time-step-strips:time-strip-tᵦ-cell-153:1937">
              <a:extLst>
                <a:ext uri="{FF2B5EF4-FFF2-40B4-BE49-F238E27FC236}">
                  <ns2:creationId id="{A468D377-A791-4AFD-9484-101AC3D2ACCD}"/>
                </a:ext>
              </a:extLst>
            </p:cNvPr>
            <p:cNvSpPr>
              <a:spLocks noGrp="1"/>
            </p:cNvSpPr>
            <p:nvPr/>
          </p:nvSpPr>
          <p:spPr>
            <a:xfrm>
              <a:off x="23593723" y="2295525"/>
              <a:ext cx="15379" cy="276225"/>
            </a:xfrm>
            <a:prstGeom prst="rect">
              <a:avLst/>
            </a:prstGeom>
            <a:solidFill>
              <a:srgbClr val="DCE8ED"/>
            </a:solidFill>
            <a:ln w="0">
              <a:noFill/>
              <a:prstDash val="solid"/>
            </a:ln>
          </p:spPr>
        </p:sp>
        <p:sp>
          <p:nvSpPr>
            <p:cNvPr id="1938" name="four:time-step-strips:time-strip-tᵦ-cell-154:1938">
              <a:extLst>
                <a:ext uri="{FF2B5EF4-FFF2-40B4-BE49-F238E27FC236}">
                  <ns2:creationId id="{0A93DEA9-CB91-4E30-AD65-AC3E8079765B}"/>
                </a:ext>
              </a:extLst>
            </p:cNvPr>
            <p:cNvSpPr>
              <a:spLocks noGrp="1"/>
            </p:cNvSpPr>
            <p:nvPr/>
          </p:nvSpPr>
          <p:spPr>
            <a:xfrm>
              <a:off x="23609102" y="2295525"/>
              <a:ext cx="15379" cy="276225"/>
            </a:xfrm>
            <a:prstGeom prst="rect">
              <a:avLst/>
            </a:prstGeom>
            <a:solidFill>
              <a:srgbClr val="DCE8ED"/>
            </a:solidFill>
            <a:ln w="0">
              <a:noFill/>
              <a:prstDash val="solid"/>
            </a:ln>
          </p:spPr>
        </p:sp>
        <p:sp>
          <p:nvSpPr>
            <p:cNvPr id="1939" name="four:time-step-strips:time-strip-tᵦ-cell-155:1939">
              <a:extLst>
                <a:ext uri="{FF2B5EF4-FFF2-40B4-BE49-F238E27FC236}">
                  <ns2:creationId id="{EF6BBC8F-3DFA-492E-A33B-F7B43A7F9070}"/>
                </a:ext>
              </a:extLst>
            </p:cNvPr>
            <p:cNvSpPr>
              <a:spLocks noGrp="1"/>
            </p:cNvSpPr>
            <p:nvPr/>
          </p:nvSpPr>
          <p:spPr>
            <a:xfrm>
              <a:off x="23624480" y="2295525"/>
              <a:ext cx="15379" cy="276225"/>
            </a:xfrm>
            <a:prstGeom prst="rect">
              <a:avLst/>
            </a:prstGeom>
            <a:solidFill>
              <a:srgbClr val="DCE8ED"/>
            </a:solidFill>
            <a:ln w="0">
              <a:noFill/>
              <a:prstDash val="solid"/>
            </a:ln>
          </p:spPr>
        </p:sp>
        <p:sp>
          <p:nvSpPr>
            <p:cNvPr id="1940" name="four:time-step-strips:time-strip-tᵦ-cell-156:1940">
              <a:extLst>
                <a:ext uri="{FF2B5EF4-FFF2-40B4-BE49-F238E27FC236}">
                  <ns2:creationId id="{AE5C99EB-1462-461D-B246-C1FDE4B4B382}"/>
                </a:ext>
              </a:extLst>
            </p:cNvPr>
            <p:cNvSpPr>
              <a:spLocks noGrp="1"/>
            </p:cNvSpPr>
            <p:nvPr/>
          </p:nvSpPr>
          <p:spPr>
            <a:xfrm>
              <a:off x="23639859" y="2295525"/>
              <a:ext cx="15379" cy="276225"/>
            </a:xfrm>
            <a:prstGeom prst="rect">
              <a:avLst/>
            </a:prstGeom>
            <a:solidFill>
              <a:srgbClr val="DCE8ED"/>
            </a:solidFill>
            <a:ln w="0">
              <a:noFill/>
              <a:prstDash val="solid"/>
            </a:ln>
          </p:spPr>
        </p:sp>
        <p:sp>
          <p:nvSpPr>
            <p:cNvPr id="1941" name="four:time-step-strips:time-strip-tᵦ-cell-157:1941">
              <a:extLst>
                <a:ext uri="{FF2B5EF4-FFF2-40B4-BE49-F238E27FC236}">
                  <ns2:creationId id="{6F73A4D5-B161-4E87-9D94-9BAEFE6395A5}"/>
                </a:ext>
              </a:extLst>
            </p:cNvPr>
            <p:cNvSpPr>
              <a:spLocks noGrp="1"/>
            </p:cNvSpPr>
            <p:nvPr/>
          </p:nvSpPr>
          <p:spPr>
            <a:xfrm>
              <a:off x="23655238" y="2295525"/>
              <a:ext cx="15379" cy="276225"/>
            </a:xfrm>
            <a:prstGeom prst="rect">
              <a:avLst/>
            </a:prstGeom>
            <a:solidFill>
              <a:srgbClr val="DCE8ED"/>
            </a:solidFill>
            <a:ln w="0">
              <a:noFill/>
              <a:prstDash val="solid"/>
            </a:ln>
          </p:spPr>
        </p:sp>
        <p:sp>
          <p:nvSpPr>
            <p:cNvPr id="1942" name="four:time-step-strips:time-strip-tᵦ-cell-158:1942">
              <a:extLst>
                <a:ext uri="{FF2B5EF4-FFF2-40B4-BE49-F238E27FC236}">
                  <ns2:creationId id="{5BAA2CE4-04D7-4649-9083-8038AF4A0AAB}"/>
                </a:ext>
              </a:extLst>
            </p:cNvPr>
            <p:cNvSpPr>
              <a:spLocks noGrp="1"/>
            </p:cNvSpPr>
            <p:nvPr/>
          </p:nvSpPr>
          <p:spPr>
            <a:xfrm>
              <a:off x="23670617" y="2295525"/>
              <a:ext cx="15379" cy="276225"/>
            </a:xfrm>
            <a:prstGeom prst="rect">
              <a:avLst/>
            </a:prstGeom>
            <a:solidFill>
              <a:srgbClr val="DCE8ED"/>
            </a:solidFill>
            <a:ln w="0">
              <a:noFill/>
              <a:prstDash val="solid"/>
            </a:ln>
          </p:spPr>
        </p:sp>
        <p:sp>
          <p:nvSpPr>
            <p:cNvPr id="1943" name="four:time-step-strips:time-strip-tᵦ-cell-159:1943">
              <a:extLst>
                <a:ext uri="{FF2B5EF4-FFF2-40B4-BE49-F238E27FC236}">
                  <ns2:creationId id="{AB9A11D8-669E-466C-AC82-CCE6E19F20A7}"/>
                </a:ext>
              </a:extLst>
            </p:cNvPr>
            <p:cNvSpPr>
              <a:spLocks noGrp="1"/>
            </p:cNvSpPr>
            <p:nvPr/>
          </p:nvSpPr>
          <p:spPr>
            <a:xfrm>
              <a:off x="23685996" y="2295525"/>
              <a:ext cx="15379" cy="276225"/>
            </a:xfrm>
            <a:prstGeom prst="rect">
              <a:avLst/>
            </a:prstGeom>
            <a:solidFill>
              <a:srgbClr val="DCE8ED"/>
            </a:solidFill>
            <a:ln w="0">
              <a:noFill/>
              <a:prstDash val="solid"/>
            </a:ln>
          </p:spPr>
        </p:sp>
        <p:sp>
          <p:nvSpPr>
            <p:cNvPr id="1944" name="four:time-step-strips:time-strip-tᵦ-cell-160:1944">
              <a:extLst>
                <a:ext uri="{FF2B5EF4-FFF2-40B4-BE49-F238E27FC236}">
                  <ns2:creationId id="{021CAC82-A4AA-40DB-947E-D673FA374FFB}"/>
                </a:ext>
              </a:extLst>
            </p:cNvPr>
            <p:cNvSpPr>
              <a:spLocks noGrp="1"/>
            </p:cNvSpPr>
            <p:nvPr/>
          </p:nvSpPr>
          <p:spPr>
            <a:xfrm>
              <a:off x="23701375" y="2295525"/>
              <a:ext cx="15379" cy="276225"/>
            </a:xfrm>
            <a:prstGeom prst="rect">
              <a:avLst/>
            </a:prstGeom>
            <a:solidFill>
              <a:srgbClr val="DCE8ED"/>
            </a:solidFill>
            <a:ln w="0">
              <a:noFill/>
              <a:prstDash val="solid"/>
            </a:ln>
          </p:spPr>
        </p:sp>
        <p:sp>
          <p:nvSpPr>
            <p:cNvPr id="1945" name="four:time-step-strips:time-strip-tᵦ-cell-161:1945">
              <a:extLst>
                <a:ext uri="{FF2B5EF4-FFF2-40B4-BE49-F238E27FC236}">
                  <ns2:creationId id="{D8E0671F-5C4B-436E-AD82-9FBB9A80D5E7}"/>
                </a:ext>
              </a:extLst>
            </p:cNvPr>
            <p:cNvSpPr>
              <a:spLocks noGrp="1"/>
            </p:cNvSpPr>
            <p:nvPr/>
          </p:nvSpPr>
          <p:spPr>
            <a:xfrm>
              <a:off x="23716754" y="2295525"/>
              <a:ext cx="15379" cy="276225"/>
            </a:xfrm>
            <a:prstGeom prst="rect">
              <a:avLst/>
            </a:prstGeom>
            <a:solidFill>
              <a:srgbClr val="DCE8ED"/>
            </a:solidFill>
            <a:ln w="0">
              <a:noFill/>
              <a:prstDash val="solid"/>
            </a:ln>
          </p:spPr>
        </p:sp>
        <p:sp>
          <p:nvSpPr>
            <p:cNvPr id="1946" name="four:time-step-strips:time-strip-tᵦ-cell-162:1946">
              <a:extLst>
                <a:ext uri="{FF2B5EF4-FFF2-40B4-BE49-F238E27FC236}">
                  <ns2:creationId id="{7D343626-F644-4A56-B35B-CD2CAE386755}"/>
                </a:ext>
              </a:extLst>
            </p:cNvPr>
            <p:cNvSpPr>
              <a:spLocks noGrp="1"/>
            </p:cNvSpPr>
            <p:nvPr/>
          </p:nvSpPr>
          <p:spPr>
            <a:xfrm>
              <a:off x="23732133" y="2295525"/>
              <a:ext cx="15379" cy="276225"/>
            </a:xfrm>
            <a:prstGeom prst="rect">
              <a:avLst/>
            </a:prstGeom>
            <a:solidFill>
              <a:srgbClr val="DCE8ED"/>
            </a:solidFill>
            <a:ln w="0">
              <a:noFill/>
              <a:prstDash val="solid"/>
            </a:ln>
          </p:spPr>
        </p:sp>
        <p:sp>
          <p:nvSpPr>
            <p:cNvPr id="1947" name="four:time-step-strips:time-strip-tᵦ-cell-163:1947">
              <a:extLst>
                <a:ext uri="{FF2B5EF4-FFF2-40B4-BE49-F238E27FC236}">
                  <ns2:creationId id="{FEE11B3D-7CEE-475B-B5E1-3E6DD316F483}"/>
                </a:ext>
              </a:extLst>
            </p:cNvPr>
            <p:cNvSpPr>
              <a:spLocks noGrp="1"/>
            </p:cNvSpPr>
            <p:nvPr/>
          </p:nvSpPr>
          <p:spPr>
            <a:xfrm>
              <a:off x="23747512" y="2295525"/>
              <a:ext cx="15379" cy="276225"/>
            </a:xfrm>
            <a:prstGeom prst="rect">
              <a:avLst/>
            </a:prstGeom>
            <a:solidFill>
              <a:srgbClr val="DCE8ED"/>
            </a:solidFill>
            <a:ln w="0">
              <a:noFill/>
              <a:prstDash val="solid"/>
            </a:ln>
          </p:spPr>
        </p:sp>
        <p:sp>
          <p:nvSpPr>
            <p:cNvPr id="1948" name="four:time-step-strips:time-strip-tᵦ-cell-164:1948">
              <a:extLst>
                <a:ext uri="{FF2B5EF4-FFF2-40B4-BE49-F238E27FC236}">
                  <ns2:creationId id="{78B65CCE-333D-41CA-BEB0-C58136B6B7C0}"/>
                </a:ext>
              </a:extLst>
            </p:cNvPr>
            <p:cNvSpPr>
              <a:spLocks noGrp="1"/>
            </p:cNvSpPr>
            <p:nvPr/>
          </p:nvSpPr>
          <p:spPr>
            <a:xfrm>
              <a:off x="23762891" y="2295525"/>
              <a:ext cx="15379" cy="276225"/>
            </a:xfrm>
            <a:prstGeom prst="rect">
              <a:avLst/>
            </a:prstGeom>
            <a:solidFill>
              <a:srgbClr val="DCE8ED"/>
            </a:solidFill>
            <a:ln w="0">
              <a:noFill/>
              <a:prstDash val="solid"/>
            </a:ln>
          </p:spPr>
        </p:sp>
        <p:sp>
          <p:nvSpPr>
            <p:cNvPr id="1949" name="four:time-step-strips:time-strip-tᵦ-cell-165:1949">
              <a:extLst>
                <a:ext uri="{FF2B5EF4-FFF2-40B4-BE49-F238E27FC236}">
                  <ns2:creationId id="{1EC942A1-BAAE-42DD-B7B8-F6D00121ECC3}"/>
                </a:ext>
              </a:extLst>
            </p:cNvPr>
            <p:cNvSpPr>
              <a:spLocks noGrp="1"/>
            </p:cNvSpPr>
            <p:nvPr/>
          </p:nvSpPr>
          <p:spPr>
            <a:xfrm>
              <a:off x="23778270" y="2295525"/>
              <a:ext cx="15379" cy="276225"/>
            </a:xfrm>
            <a:prstGeom prst="rect">
              <a:avLst/>
            </a:prstGeom>
            <a:solidFill>
              <a:srgbClr val="DCE8ED"/>
            </a:solidFill>
            <a:ln w="0">
              <a:noFill/>
              <a:prstDash val="solid"/>
            </a:ln>
          </p:spPr>
        </p:sp>
        <p:sp>
          <p:nvSpPr>
            <p:cNvPr id="1950" name="four:time-step-strips:time-strip-tᵦ-cell-166:1950">
              <a:extLst>
                <a:ext uri="{FF2B5EF4-FFF2-40B4-BE49-F238E27FC236}">
                  <ns2:creationId id="{4D79C953-5B3D-4C8C-A0A1-9D70B2C3E204}"/>
                </a:ext>
              </a:extLst>
            </p:cNvPr>
            <p:cNvSpPr>
              <a:spLocks noGrp="1"/>
            </p:cNvSpPr>
            <p:nvPr/>
          </p:nvSpPr>
          <p:spPr>
            <a:xfrm>
              <a:off x="23793648" y="2295525"/>
              <a:ext cx="15379" cy="276225"/>
            </a:xfrm>
            <a:prstGeom prst="rect">
              <a:avLst/>
            </a:prstGeom>
            <a:solidFill>
              <a:srgbClr val="DBE2E5"/>
            </a:solidFill>
            <a:ln w="0">
              <a:noFill/>
              <a:prstDash val="solid"/>
            </a:ln>
          </p:spPr>
        </p:sp>
        <p:sp>
          <p:nvSpPr>
            <p:cNvPr id="1951" name="four:time-step-strips:time-strip-tᵦ-cell-167:1951">
              <a:extLst>
                <a:ext uri="{FF2B5EF4-FFF2-40B4-BE49-F238E27FC236}">
                  <ns2:creationId id="{5EEDD4AD-D2FC-44EC-8A86-A4728F48483C}"/>
                </a:ext>
              </a:extLst>
            </p:cNvPr>
            <p:cNvSpPr>
              <a:spLocks noGrp="1"/>
            </p:cNvSpPr>
            <p:nvPr/>
          </p:nvSpPr>
          <p:spPr>
            <a:xfrm>
              <a:off x="23809027" y="2295525"/>
              <a:ext cx="15379" cy="276225"/>
            </a:xfrm>
            <a:prstGeom prst="rect">
              <a:avLst/>
            </a:prstGeom>
            <a:solidFill>
              <a:srgbClr val="D9D3E0"/>
            </a:solidFill>
            <a:ln w="0">
              <a:noFill/>
              <a:prstDash val="solid"/>
            </a:ln>
          </p:spPr>
        </p:sp>
        <p:sp>
          <p:nvSpPr>
            <p:cNvPr id="1952" name="four:time-step-strips:time-strip-tᵦ-cell-168:1952">
              <a:extLst>
                <a:ext uri="{FF2B5EF4-FFF2-40B4-BE49-F238E27FC236}">
                  <ns2:creationId id="{77D19D0A-8745-4FB6-9880-4C7A3589285B}"/>
                </a:ext>
              </a:extLst>
            </p:cNvPr>
            <p:cNvSpPr>
              <a:spLocks noGrp="1"/>
            </p:cNvSpPr>
            <p:nvPr/>
          </p:nvSpPr>
          <p:spPr>
            <a:xfrm>
              <a:off x="23824406" y="2295525"/>
              <a:ext cx="15379" cy="276225"/>
            </a:xfrm>
            <a:prstGeom prst="rect">
              <a:avLst/>
            </a:prstGeom>
            <a:solidFill>
              <a:srgbClr val="D6C0D4"/>
            </a:solidFill>
            <a:ln w="0">
              <a:noFill/>
              <a:prstDash val="solid"/>
            </a:ln>
          </p:spPr>
        </p:sp>
        <p:sp>
          <p:nvSpPr>
            <p:cNvPr id="1953" name="four:time-step-strips:time-strip-tᵦ-cell-169:1953">
              <a:extLst>
                <a:ext uri="{FF2B5EF4-FFF2-40B4-BE49-F238E27FC236}">
                  <ns2:creationId id="{7C78BE1B-CFD8-4915-BC9B-12168B42E4C8}"/>
                </a:ext>
              </a:extLst>
            </p:cNvPr>
            <p:cNvSpPr>
              <a:spLocks noGrp="1"/>
            </p:cNvSpPr>
            <p:nvPr/>
          </p:nvSpPr>
          <p:spPr>
            <a:xfrm>
              <a:off x="23839785" y="2295525"/>
              <a:ext cx="15379" cy="276225"/>
            </a:xfrm>
            <a:prstGeom prst="rect">
              <a:avLst/>
            </a:prstGeom>
            <a:solidFill>
              <a:srgbClr val="D3AAC6"/>
            </a:solidFill>
            <a:ln w="0">
              <a:noFill/>
              <a:prstDash val="solid"/>
            </a:ln>
          </p:spPr>
        </p:sp>
        <p:sp>
          <p:nvSpPr>
            <p:cNvPr id="1954" name="four:time-step-strips:time-strip-tᵦ-cell-170:1954">
              <a:extLst>
                <a:ext uri="{FF2B5EF4-FFF2-40B4-BE49-F238E27FC236}">
                  <ns2:creationId id="{B1115676-34B2-4964-BB33-B6D80AE2721A}"/>
                </a:ext>
              </a:extLst>
            </p:cNvPr>
            <p:cNvSpPr>
              <a:spLocks noGrp="1"/>
            </p:cNvSpPr>
            <p:nvPr/>
          </p:nvSpPr>
          <p:spPr>
            <a:xfrm>
              <a:off x="23855164" y="2295525"/>
              <a:ext cx="15379" cy="276225"/>
            </a:xfrm>
            <a:prstGeom prst="rect">
              <a:avLst/>
            </a:prstGeom>
            <a:solidFill>
              <a:srgbClr val="D095B9"/>
            </a:solidFill>
            <a:ln w="0">
              <a:noFill/>
              <a:prstDash val="solid"/>
            </a:ln>
          </p:spPr>
        </p:sp>
        <p:sp>
          <p:nvSpPr>
            <p:cNvPr id="1955" name="four:time-step-strips:time-strip-tᵦ-cell-171:1955">
              <a:extLst>
                <a:ext uri="{FF2B5EF4-FFF2-40B4-BE49-F238E27FC236}">
                  <ns2:creationId id="{78D81021-96BE-40BC-BA9F-538F33BAE2E0}"/>
                </a:ext>
              </a:extLst>
            </p:cNvPr>
            <p:cNvSpPr>
              <a:spLocks noGrp="1"/>
            </p:cNvSpPr>
            <p:nvPr/>
          </p:nvSpPr>
          <p:spPr>
            <a:xfrm>
              <a:off x="23870543" y="2295525"/>
              <a:ext cx="15379" cy="276225"/>
            </a:xfrm>
            <a:prstGeom prst="rect">
              <a:avLst/>
            </a:prstGeom>
            <a:solidFill>
              <a:srgbClr val="CE85AE"/>
            </a:solidFill>
            <a:ln w="0">
              <a:noFill/>
              <a:prstDash val="solid"/>
            </a:ln>
          </p:spPr>
        </p:sp>
        <p:sp>
          <p:nvSpPr>
            <p:cNvPr id="1956" name="four:time-step-strips:time-strip-tᵦ-cell-172:1956">
              <a:extLst>
                <a:ext uri="{FF2B5EF4-FFF2-40B4-BE49-F238E27FC236}">
                  <ns2:creationId id="{8DA2190B-8D61-4FE7-9281-D98008973F3D}"/>
                </a:ext>
              </a:extLst>
            </p:cNvPr>
            <p:cNvSpPr>
              <a:spLocks noGrp="1"/>
            </p:cNvSpPr>
            <p:nvPr/>
          </p:nvSpPr>
          <p:spPr>
            <a:xfrm>
              <a:off x="23885922" y="2295525"/>
              <a:ext cx="15379" cy="276225"/>
            </a:xfrm>
            <a:prstGeom prst="rect">
              <a:avLst/>
            </a:prstGeom>
            <a:solidFill>
              <a:srgbClr val="CC7AA8"/>
            </a:solidFill>
            <a:ln w="0">
              <a:noFill/>
              <a:prstDash val="solid"/>
            </a:ln>
          </p:spPr>
        </p:sp>
        <p:sp>
          <p:nvSpPr>
            <p:cNvPr id="1957" name="four:time-step-strips:time-strip-tᵦ-cell-173:1957">
              <a:extLst>
                <a:ext uri="{FF2B5EF4-FFF2-40B4-BE49-F238E27FC236}">
                  <ns2:creationId id="{550B6815-C417-4978-A436-4144DE08E061}"/>
                </a:ext>
              </a:extLst>
            </p:cNvPr>
            <p:cNvSpPr>
              <a:spLocks noGrp="1"/>
            </p:cNvSpPr>
            <p:nvPr/>
          </p:nvSpPr>
          <p:spPr>
            <a:xfrm>
              <a:off x="23901301" y="2295525"/>
              <a:ext cx="15379" cy="276225"/>
            </a:xfrm>
            <a:prstGeom prst="rect">
              <a:avLst/>
            </a:prstGeom>
            <a:solidFill>
              <a:srgbClr val="CC79A7"/>
            </a:solidFill>
            <a:ln w="0">
              <a:noFill/>
              <a:prstDash val="solid"/>
            </a:ln>
          </p:spPr>
        </p:sp>
        <p:sp>
          <p:nvSpPr>
            <p:cNvPr id="1958" name="four:time-step-strips:time-strip-tᵦ-cell-174:1958">
              <a:extLst>
                <a:ext uri="{FF2B5EF4-FFF2-40B4-BE49-F238E27FC236}">
                  <ns2:creationId id="{A0B6B9DD-0DB7-4006-A776-9A8CF79E86BB}"/>
                </a:ext>
              </a:extLst>
            </p:cNvPr>
            <p:cNvSpPr>
              <a:spLocks noGrp="1"/>
            </p:cNvSpPr>
            <p:nvPr/>
          </p:nvSpPr>
          <p:spPr>
            <a:xfrm>
              <a:off x="23916680" y="2295525"/>
              <a:ext cx="15379" cy="276225"/>
            </a:xfrm>
            <a:prstGeom prst="rect">
              <a:avLst/>
            </a:prstGeom>
            <a:solidFill>
              <a:srgbClr val="CC79A7"/>
            </a:solidFill>
            <a:ln w="0">
              <a:noFill/>
              <a:prstDash val="solid"/>
            </a:ln>
          </p:spPr>
        </p:sp>
        <p:sp>
          <p:nvSpPr>
            <p:cNvPr id="1959" name="four:time-step-strips:time-strip-tᵦ-cell-175:1959">
              <a:extLst>
                <a:ext uri="{FF2B5EF4-FFF2-40B4-BE49-F238E27FC236}">
                  <ns2:creationId id="{6AC9197D-53DE-4550-9D09-E7D8C9D64BAA}"/>
                </a:ext>
              </a:extLst>
            </p:cNvPr>
            <p:cNvSpPr>
              <a:spLocks noGrp="1"/>
            </p:cNvSpPr>
            <p:nvPr/>
          </p:nvSpPr>
          <p:spPr>
            <a:xfrm>
              <a:off x="23932059" y="2295525"/>
              <a:ext cx="15379" cy="276225"/>
            </a:xfrm>
            <a:prstGeom prst="rect">
              <a:avLst/>
            </a:prstGeom>
            <a:solidFill>
              <a:srgbClr val="CC79A7"/>
            </a:solidFill>
            <a:ln w="0">
              <a:noFill/>
              <a:prstDash val="solid"/>
            </a:ln>
          </p:spPr>
        </p:sp>
        <p:sp>
          <p:nvSpPr>
            <p:cNvPr id="1960" name="four:time-step-strips:time-strip-tᵦ-cell-176:1960">
              <a:extLst>
                <a:ext uri="{FF2B5EF4-FFF2-40B4-BE49-F238E27FC236}">
                  <ns2:creationId id="{2B26BC96-064E-43B2-A178-4C1E15DFC886}"/>
                </a:ext>
              </a:extLst>
            </p:cNvPr>
            <p:cNvSpPr>
              <a:spLocks noGrp="1"/>
            </p:cNvSpPr>
            <p:nvPr/>
          </p:nvSpPr>
          <p:spPr>
            <a:xfrm>
              <a:off x="23947438" y="2295525"/>
              <a:ext cx="15379" cy="276225"/>
            </a:xfrm>
            <a:prstGeom prst="rect">
              <a:avLst/>
            </a:prstGeom>
            <a:solidFill>
              <a:srgbClr val="CC79A7"/>
            </a:solidFill>
            <a:ln w="0">
              <a:noFill/>
              <a:prstDash val="solid"/>
            </a:ln>
          </p:spPr>
        </p:sp>
        <p:sp>
          <p:nvSpPr>
            <p:cNvPr id="1961" name="four:time-step-strips:time-strip-tᵦ-cell-177:1961">
              <a:extLst>
                <a:ext uri="{FF2B5EF4-FFF2-40B4-BE49-F238E27FC236}">
                  <ns2:creationId id="{B7B52B03-0AE6-4BB9-B685-BFBD9D17304E}"/>
                </a:ext>
              </a:extLst>
            </p:cNvPr>
            <p:cNvSpPr>
              <a:spLocks noGrp="1"/>
            </p:cNvSpPr>
            <p:nvPr/>
          </p:nvSpPr>
          <p:spPr>
            <a:xfrm>
              <a:off x="23962816" y="2295525"/>
              <a:ext cx="15379" cy="276225"/>
            </a:xfrm>
            <a:prstGeom prst="rect">
              <a:avLst/>
            </a:prstGeom>
            <a:solidFill>
              <a:srgbClr val="CC79A7"/>
            </a:solidFill>
            <a:ln w="0">
              <a:noFill/>
              <a:prstDash val="solid"/>
            </a:ln>
          </p:spPr>
        </p:sp>
        <p:sp>
          <p:nvSpPr>
            <p:cNvPr id="1962" name="four:time-step-strips:time-strip-tᵦ-cell-178:1962">
              <a:extLst>
                <a:ext uri="{FF2B5EF4-FFF2-40B4-BE49-F238E27FC236}">
                  <ns2:creationId id="{F23F1083-4123-405E-8E45-E28DADF71B20}"/>
                </a:ext>
              </a:extLst>
            </p:cNvPr>
            <p:cNvSpPr>
              <a:spLocks noGrp="1"/>
            </p:cNvSpPr>
            <p:nvPr/>
          </p:nvSpPr>
          <p:spPr>
            <a:xfrm>
              <a:off x="23978195" y="2295525"/>
              <a:ext cx="15379" cy="276225"/>
            </a:xfrm>
            <a:prstGeom prst="rect">
              <a:avLst/>
            </a:prstGeom>
            <a:solidFill>
              <a:srgbClr val="CC79A7"/>
            </a:solidFill>
            <a:ln w="0">
              <a:noFill/>
              <a:prstDash val="solid"/>
            </a:ln>
          </p:spPr>
        </p:sp>
        <p:sp>
          <p:nvSpPr>
            <p:cNvPr id="1963" name="four:time-step-strips:time-strip-tᵦ-cell-179:1963">
              <a:extLst>
                <a:ext uri="{FF2B5EF4-FFF2-40B4-BE49-F238E27FC236}">
                  <ns2:creationId id="{CBEB8DD9-C296-4505-A16F-EA50559E62CF}"/>
                </a:ext>
              </a:extLst>
            </p:cNvPr>
            <p:cNvSpPr>
              <a:spLocks noGrp="1"/>
            </p:cNvSpPr>
            <p:nvPr/>
          </p:nvSpPr>
          <p:spPr>
            <a:xfrm>
              <a:off x="23993574" y="2295525"/>
              <a:ext cx="15379" cy="276225"/>
            </a:xfrm>
            <a:prstGeom prst="rect">
              <a:avLst/>
            </a:prstGeom>
            <a:solidFill>
              <a:srgbClr val="CC79A7"/>
            </a:solidFill>
            <a:ln w="0">
              <a:noFill/>
              <a:prstDash val="solid"/>
            </a:ln>
          </p:spPr>
        </p:sp>
        <p:sp>
          <p:nvSpPr>
            <p:cNvPr id="1964" name="four:time-step-strips:time-strip-tᵦ-cell-180:1964">
              <a:extLst>
                <a:ext uri="{FF2B5EF4-FFF2-40B4-BE49-F238E27FC236}">
                  <ns2:creationId id="{97F48788-FABB-4AAF-ADCF-380F5BAD366A}"/>
                </a:ext>
              </a:extLst>
            </p:cNvPr>
            <p:cNvSpPr>
              <a:spLocks noGrp="1"/>
            </p:cNvSpPr>
            <p:nvPr/>
          </p:nvSpPr>
          <p:spPr>
            <a:xfrm>
              <a:off x="24008953" y="2295525"/>
              <a:ext cx="15379" cy="276225"/>
            </a:xfrm>
            <a:prstGeom prst="rect">
              <a:avLst/>
            </a:prstGeom>
            <a:solidFill>
              <a:srgbClr val="CC79A7"/>
            </a:solidFill>
            <a:ln w="0">
              <a:noFill/>
              <a:prstDash val="solid"/>
            </a:ln>
          </p:spPr>
        </p:sp>
        <p:sp>
          <p:nvSpPr>
            <p:cNvPr id="1965" name="four:time-step-strips:time-strip-tᵦ-cell-181:1965">
              <a:extLst>
                <a:ext uri="{FF2B5EF4-FFF2-40B4-BE49-F238E27FC236}">
                  <ns2:creationId id="{93751779-1B17-426C-9131-827E21BDC5EC}"/>
                </a:ext>
              </a:extLst>
            </p:cNvPr>
            <p:cNvSpPr>
              <a:spLocks noGrp="1"/>
            </p:cNvSpPr>
            <p:nvPr/>
          </p:nvSpPr>
          <p:spPr>
            <a:xfrm>
              <a:off x="24024332" y="2295525"/>
              <a:ext cx="15379" cy="276225"/>
            </a:xfrm>
            <a:prstGeom prst="rect">
              <a:avLst/>
            </a:prstGeom>
            <a:solidFill>
              <a:srgbClr val="CD7EAA"/>
            </a:solidFill>
            <a:ln w="0">
              <a:noFill/>
              <a:prstDash val="solid"/>
            </a:ln>
          </p:spPr>
        </p:sp>
        <p:sp>
          <p:nvSpPr>
            <p:cNvPr id="1966" name="four:time-step-strips:time-strip-tᵦ-cell-182:1966">
              <a:extLst>
                <a:ext uri="{FF2B5EF4-FFF2-40B4-BE49-F238E27FC236}">
                  <ns2:creationId id="{2D63425A-B025-4604-AD6E-C63A9E1587DB}"/>
                </a:ext>
              </a:extLst>
            </p:cNvPr>
            <p:cNvSpPr>
              <a:spLocks noGrp="1"/>
            </p:cNvSpPr>
            <p:nvPr/>
          </p:nvSpPr>
          <p:spPr>
            <a:xfrm>
              <a:off x="24039711" y="2295525"/>
              <a:ext cx="15379" cy="276225"/>
            </a:xfrm>
            <a:prstGeom prst="rect">
              <a:avLst/>
            </a:prstGeom>
            <a:solidFill>
              <a:srgbClr val="D091B6"/>
            </a:solidFill>
            <a:ln w="0">
              <a:noFill/>
              <a:prstDash val="solid"/>
            </a:ln>
          </p:spPr>
        </p:sp>
        <p:sp>
          <p:nvSpPr>
            <p:cNvPr id="1967" name="four:time-step-strips:time-strip-tᵦ-cell-183:1967">
              <a:extLst>
                <a:ext uri="{FF2B5EF4-FFF2-40B4-BE49-F238E27FC236}">
                  <ns2:creationId id="{BF781752-ECF6-420C-BC99-281EF2583928}"/>
                </a:ext>
              </a:extLst>
            </p:cNvPr>
            <p:cNvSpPr>
              <a:spLocks noGrp="1"/>
            </p:cNvSpPr>
            <p:nvPr/>
          </p:nvSpPr>
          <p:spPr>
            <a:xfrm>
              <a:off x="24055090" y="2295525"/>
              <a:ext cx="15379" cy="276225"/>
            </a:xfrm>
            <a:prstGeom prst="rect">
              <a:avLst/>
            </a:prstGeom>
            <a:solidFill>
              <a:srgbClr val="D4AEC8"/>
            </a:solidFill>
            <a:ln w="0">
              <a:noFill/>
              <a:prstDash val="solid"/>
            </a:ln>
          </p:spPr>
        </p:sp>
        <p:sp>
          <p:nvSpPr>
            <p:cNvPr id="1968" name="four:time-step-strips:time-strip-tᵦ-cell-184:1968">
              <a:extLst>
                <a:ext uri="{FF2B5EF4-FFF2-40B4-BE49-F238E27FC236}">
                  <ns2:creationId id="{D8980D60-51E5-4952-ABC6-7E5277450463}"/>
                </a:ext>
              </a:extLst>
            </p:cNvPr>
            <p:cNvSpPr>
              <a:spLocks noGrp="1"/>
            </p:cNvSpPr>
            <p:nvPr/>
          </p:nvSpPr>
          <p:spPr>
            <a:xfrm>
              <a:off x="24070469" y="2295525"/>
              <a:ext cx="15379" cy="276225"/>
            </a:xfrm>
            <a:prstGeom prst="rect">
              <a:avLst/>
            </a:prstGeom>
            <a:solidFill>
              <a:srgbClr val="D8CADA"/>
            </a:solidFill>
            <a:ln w="0">
              <a:noFill/>
              <a:prstDash val="solid"/>
            </a:ln>
          </p:spPr>
        </p:sp>
        <p:sp>
          <p:nvSpPr>
            <p:cNvPr id="1969" name="four:time-step-strips:time-strip-tᵦ-cell-185:1969">
              <a:extLst>
                <a:ext uri="{FF2B5EF4-FFF2-40B4-BE49-F238E27FC236}">
                  <ns2:creationId id="{386C5272-D46A-4696-8D28-ADFE5D202DD0}"/>
                </a:ext>
              </a:extLst>
            </p:cNvPr>
            <p:cNvSpPr>
              <a:spLocks noGrp="1"/>
            </p:cNvSpPr>
            <p:nvPr/>
          </p:nvSpPr>
          <p:spPr>
            <a:xfrm>
              <a:off x="24085848" y="2295525"/>
              <a:ext cx="15379" cy="276225"/>
            </a:xfrm>
            <a:prstGeom prst="rect">
              <a:avLst/>
            </a:prstGeom>
            <a:solidFill>
              <a:srgbClr val="DBE1E3"/>
            </a:solidFill>
            <a:ln w="0">
              <a:noFill/>
              <a:prstDash val="solid"/>
            </a:ln>
          </p:spPr>
        </p:sp>
        <p:sp>
          <p:nvSpPr>
            <p:cNvPr id="1970" name="four:time-step-strips:time-strip-tᵦ-cell-186:1970">
              <a:extLst>
                <a:ext uri="{FF2B5EF4-FFF2-40B4-BE49-F238E27FC236}">
                  <ns2:creationId id="{C6BCE0AB-7304-4807-A1DF-0D4B977D2FA6}"/>
                </a:ext>
              </a:extLst>
            </p:cNvPr>
            <p:cNvSpPr>
              <a:spLocks noGrp="1"/>
            </p:cNvSpPr>
            <p:nvPr/>
          </p:nvSpPr>
          <p:spPr>
            <a:xfrm>
              <a:off x="24101227" y="2295525"/>
              <a:ext cx="15379" cy="276225"/>
            </a:xfrm>
            <a:prstGeom prst="rect">
              <a:avLst/>
            </a:prstGeom>
            <a:solidFill>
              <a:srgbClr val="DCE8ED"/>
            </a:solidFill>
            <a:ln w="0">
              <a:noFill/>
              <a:prstDash val="solid"/>
            </a:ln>
          </p:spPr>
        </p:sp>
        <p:sp>
          <p:nvSpPr>
            <p:cNvPr id="1971" name="four:time-step-strips:time-strip-tᵦ-cell-187:1971">
              <a:extLst>
                <a:ext uri="{FF2B5EF4-FFF2-40B4-BE49-F238E27FC236}">
                  <ns2:creationId id="{F878F404-0466-49A3-B751-220EA8FD20D3}"/>
                </a:ext>
              </a:extLst>
            </p:cNvPr>
            <p:cNvSpPr>
              <a:spLocks noGrp="1"/>
            </p:cNvSpPr>
            <p:nvPr/>
          </p:nvSpPr>
          <p:spPr>
            <a:xfrm>
              <a:off x="24116605" y="2295525"/>
              <a:ext cx="15379" cy="276225"/>
            </a:xfrm>
            <a:prstGeom prst="rect">
              <a:avLst/>
            </a:prstGeom>
            <a:solidFill>
              <a:srgbClr val="DCE8ED"/>
            </a:solidFill>
            <a:ln w="0">
              <a:noFill/>
              <a:prstDash val="solid"/>
            </a:ln>
          </p:spPr>
        </p:sp>
        <p:sp>
          <p:nvSpPr>
            <p:cNvPr id="1972" name="four:time-step-strips:time-strip-tᵦ-cell-188:1972">
              <a:extLst>
                <a:ext uri="{FF2B5EF4-FFF2-40B4-BE49-F238E27FC236}">
                  <ns2:creationId id="{6C45ECCB-11CD-4E8F-83AD-1815EA6C68BF}"/>
                </a:ext>
              </a:extLst>
            </p:cNvPr>
            <p:cNvSpPr>
              <a:spLocks noGrp="1"/>
            </p:cNvSpPr>
            <p:nvPr/>
          </p:nvSpPr>
          <p:spPr>
            <a:xfrm>
              <a:off x="24131984" y="2295525"/>
              <a:ext cx="15379" cy="276225"/>
            </a:xfrm>
            <a:prstGeom prst="rect">
              <a:avLst/>
            </a:prstGeom>
            <a:solidFill>
              <a:srgbClr val="DCE8ED"/>
            </a:solidFill>
            <a:ln w="0">
              <a:noFill/>
              <a:prstDash val="solid"/>
            </a:ln>
          </p:spPr>
        </p:sp>
        <p:sp>
          <p:nvSpPr>
            <p:cNvPr id="1973" name="four:time-step-strips:time-strip-tᵦ-cell-189:1973">
              <a:extLst>
                <a:ext uri="{FF2B5EF4-FFF2-40B4-BE49-F238E27FC236}">
                  <ns2:creationId id="{5498B0DB-A2CC-4144-BC86-CC1DEB2D9BE8}"/>
                </a:ext>
              </a:extLst>
            </p:cNvPr>
            <p:cNvSpPr>
              <a:spLocks noGrp="1"/>
            </p:cNvSpPr>
            <p:nvPr/>
          </p:nvSpPr>
          <p:spPr>
            <a:xfrm>
              <a:off x="24147363" y="2295525"/>
              <a:ext cx="15379" cy="276225"/>
            </a:xfrm>
            <a:prstGeom prst="rect">
              <a:avLst/>
            </a:prstGeom>
            <a:solidFill>
              <a:srgbClr val="DCE8ED"/>
            </a:solidFill>
            <a:ln w="0">
              <a:noFill/>
              <a:prstDash val="solid"/>
            </a:ln>
          </p:spPr>
        </p:sp>
        <p:sp>
          <p:nvSpPr>
            <p:cNvPr id="1974" name="four:time-step-strips:time-strip-tᵦ-cell-190:1974">
              <a:extLst>
                <a:ext uri="{FF2B5EF4-FFF2-40B4-BE49-F238E27FC236}">
                  <ns2:creationId id="{418A349B-6CE7-46EF-9B23-D8CAAE826B7A}"/>
                </a:ext>
              </a:extLst>
            </p:cNvPr>
            <p:cNvSpPr>
              <a:spLocks noGrp="1"/>
            </p:cNvSpPr>
            <p:nvPr/>
          </p:nvSpPr>
          <p:spPr>
            <a:xfrm>
              <a:off x="24162742" y="2295525"/>
              <a:ext cx="15379" cy="276225"/>
            </a:xfrm>
            <a:prstGeom prst="rect">
              <a:avLst/>
            </a:prstGeom>
            <a:solidFill>
              <a:srgbClr val="DCE8ED"/>
            </a:solidFill>
            <a:ln w="0">
              <a:noFill/>
              <a:prstDash val="solid"/>
            </a:ln>
          </p:spPr>
        </p:sp>
        <p:sp>
          <p:nvSpPr>
            <p:cNvPr id="1975" name="four:time-step-strips:time-strip-tᵦ-cell-191:1975">
              <a:extLst>
                <a:ext uri="{FF2B5EF4-FFF2-40B4-BE49-F238E27FC236}">
                  <ns2:creationId id="{B9CF1B54-8D8A-4FB3-8977-41F2714381BF}"/>
                </a:ext>
              </a:extLst>
            </p:cNvPr>
            <p:cNvSpPr>
              <a:spLocks noGrp="1"/>
            </p:cNvSpPr>
            <p:nvPr/>
          </p:nvSpPr>
          <p:spPr>
            <a:xfrm>
              <a:off x="24178121" y="2295525"/>
              <a:ext cx="15379" cy="276225"/>
            </a:xfrm>
            <a:prstGeom prst="rect">
              <a:avLst/>
            </a:prstGeom>
            <a:solidFill>
              <a:srgbClr val="DCE8ED"/>
            </a:solidFill>
            <a:ln w="0">
              <a:noFill/>
              <a:prstDash val="solid"/>
            </a:ln>
          </p:spPr>
        </p:sp>
        <p:sp>
          <p:nvSpPr>
            <p:cNvPr id="1976" name="four:time-step-strips:time-strip-tᵦ-border:1976">
              <a:extLst>
                <a:ext uri="{FF2B5EF4-FFF2-40B4-BE49-F238E27FC236}">
                  <ns2:creationId id="{E85012F2-84CC-4322-A7C4-69E77FAE01DE}"/>
                </a:ext>
              </a:extLst>
            </p:cNvPr>
            <p:cNvSpPr>
              <a:spLocks noGrp="1"/>
            </p:cNvSpPr>
            <p:nvPr/>
          </p:nvSpPr>
          <p:spPr>
            <a:xfrm>
              <a:off x="21240750" y="2295525"/>
              <a:ext cx="2952750" cy="276225"/>
            </a:xfrm>
            <a:prstGeom prst="rect">
              <a:avLst/>
            </a:prstGeom>
            <a:noFill/>
            <a:ln w="7620">
              <a:solidFill>
                <a:srgbClr val="263238"/>
              </a:solidFill>
              <a:prstDash val="solid"/>
            </a:ln>
          </p:spPr>
        </p:sp>
        <p:sp>
          <p:nvSpPr>
            <p:cNvPr id="1977" name="four:time-step-strips:textbox:1977">
              <a:extLst>
                <a:ext uri="{FF2B5EF4-FFF2-40B4-BE49-F238E27FC236}">
                  <ns2:creationId id="{DF1EFA1B-C641-4423-876C-183A8958649F}"/>
                </a:ext>
              </a:extLst>
            </p:cNvPr>
            <p:cNvSpPr>
              <a:spLocks noGrp="1"/>
            </p:cNvSpPr>
            <p:nvPr/>
          </p:nvSpPr>
          <p:spPr>
            <a:xfrm>
              <a:off x="20831175" y="2981325"/>
              <a:ext cx="323850" cy="342900"/>
            </a:xfrm>
            <a:prstGeom prst="rect">
              <a:avLst/>
            </a:prstGeom>
            <a:noFill/>
            <a:ln w="0">
              <a:noFill/>
              <a:prstDash val="solid"/>
            </a:ln>
          </p:spPr>
          <p:txBody>
            <a:bodyPr wrap="none" lIns="0" tIns="0" rIns="0" bIns="0" anchor="ctr">
              <a:normAutofit fontScale="100000"/>
            </a:bodyPr>
            <a:lstStyle>
              <a:defPPr algn="ctr">
                <a:defRPr sz="2025" b="0">
                  <a:solidFill>
                    <a:srgbClr val="263238"/>
                  </a:solidFill>
                  <a:latin typeface="Arial"/>
                  <a:ea typeface="Arial"/>
                  <a:cs typeface="Arial"/>
                </a:defRPr>
              </a:defPPr>
            </a:lstStyle>
            <a:p>
              <a:pPr algn="ctr">
                <a:defRPr sz="2025" b="0">
                  <a:solidFill>
                    <a:srgbClr val="263238"/>
                  </a:solidFill>
                  <a:latin typeface="Arial"/>
                  <a:ea typeface="Arial"/>
                  <a:cs typeface="Arial"/>
                </a:defRPr>
              </a:pPr>
              <a:r>
                <a:rPr sz="2025" b="0">
                  <a:solidFill>
                    <a:srgbClr val="263238"/>
                  </a:solidFill>
                  <a:latin typeface="Arial"/>
                  <a:ea typeface="Arial"/>
                  <a:cs typeface="Arial"/>
                </a:rPr>
                <a:t>tᵢ</a:t>
              </a:r>
            </a:p>
          </p:txBody>
        </p:sp>
        <p:sp>
          <p:nvSpPr>
            <p:cNvPr id="1978" name="four:time-step-strips:time-strip-tᵢ-cell-0:1978">
              <a:extLst>
                <a:ext uri="{FF2B5EF4-FFF2-40B4-BE49-F238E27FC236}">
                  <ns2:creationId id="{825D311B-830B-44E1-8BA2-BFD27D59A206}"/>
                </a:ext>
              </a:extLst>
            </p:cNvPr>
            <p:cNvSpPr>
              <a:spLocks noGrp="1"/>
            </p:cNvSpPr>
            <p:nvPr/>
          </p:nvSpPr>
          <p:spPr>
            <a:xfrm>
              <a:off x="21240750" y="3009900"/>
              <a:ext cx="15379" cy="276225"/>
            </a:xfrm>
            <a:prstGeom prst="rect">
              <a:avLst/>
            </a:prstGeom>
            <a:solidFill>
              <a:srgbClr val="DCE8ED"/>
            </a:solidFill>
            <a:ln w="0">
              <a:noFill/>
              <a:prstDash val="solid"/>
            </a:ln>
          </p:spPr>
        </p:sp>
        <p:sp>
          <p:nvSpPr>
            <p:cNvPr id="1979" name="four:time-step-strips:time-strip-tᵢ-cell-1:1979">
              <a:extLst>
                <a:ext uri="{FF2B5EF4-FFF2-40B4-BE49-F238E27FC236}">
                  <ns2:creationId id="{65B7873F-56AF-46D7-A6FC-F51619A0BF08}"/>
                </a:ext>
              </a:extLst>
            </p:cNvPr>
            <p:cNvSpPr>
              <a:spLocks noGrp="1"/>
            </p:cNvSpPr>
            <p:nvPr/>
          </p:nvSpPr>
          <p:spPr>
            <a:xfrm>
              <a:off x="21256129" y="3009900"/>
              <a:ext cx="15379" cy="276225"/>
            </a:xfrm>
            <a:prstGeom prst="rect">
              <a:avLst/>
            </a:prstGeom>
            <a:solidFill>
              <a:srgbClr val="DCE8ED"/>
            </a:solidFill>
            <a:ln w="0">
              <a:noFill/>
              <a:prstDash val="solid"/>
            </a:ln>
          </p:spPr>
        </p:sp>
        <p:sp>
          <p:nvSpPr>
            <p:cNvPr id="1980" name="four:time-step-strips:time-strip-tᵢ-cell-2:1980">
              <a:extLst>
                <a:ext uri="{FF2B5EF4-FFF2-40B4-BE49-F238E27FC236}">
                  <ns2:creationId id="{021CA1FC-0C75-4038-8BAE-E7862CA253B9}"/>
                </a:ext>
              </a:extLst>
            </p:cNvPr>
            <p:cNvSpPr>
              <a:spLocks noGrp="1"/>
            </p:cNvSpPr>
            <p:nvPr/>
          </p:nvSpPr>
          <p:spPr>
            <a:xfrm>
              <a:off x="21271508" y="3009900"/>
              <a:ext cx="15379" cy="276225"/>
            </a:xfrm>
            <a:prstGeom prst="rect">
              <a:avLst/>
            </a:prstGeom>
            <a:solidFill>
              <a:srgbClr val="DCE8ED"/>
            </a:solidFill>
            <a:ln w="0">
              <a:noFill/>
              <a:prstDash val="solid"/>
            </a:ln>
          </p:spPr>
        </p:sp>
        <p:sp>
          <p:nvSpPr>
            <p:cNvPr id="1981" name="four:time-step-strips:time-strip-tᵢ-cell-3:1981">
              <a:extLst>
                <a:ext uri="{FF2B5EF4-FFF2-40B4-BE49-F238E27FC236}">
                  <ns2:creationId id="{B4061B4D-CF77-4E70-98D3-C47A5068A099}"/>
                </a:ext>
              </a:extLst>
            </p:cNvPr>
            <p:cNvSpPr>
              <a:spLocks noGrp="1"/>
            </p:cNvSpPr>
            <p:nvPr/>
          </p:nvSpPr>
          <p:spPr>
            <a:xfrm>
              <a:off x="21286887" y="3009900"/>
              <a:ext cx="15379" cy="276225"/>
            </a:xfrm>
            <a:prstGeom prst="rect">
              <a:avLst/>
            </a:prstGeom>
            <a:solidFill>
              <a:srgbClr val="DCE8ED"/>
            </a:solidFill>
            <a:ln w="0">
              <a:noFill/>
              <a:prstDash val="solid"/>
            </a:ln>
          </p:spPr>
        </p:sp>
        <p:sp>
          <p:nvSpPr>
            <p:cNvPr id="1982" name="four:time-step-strips:time-strip-tᵢ-cell-4:1982">
              <a:extLst>
                <a:ext uri="{FF2B5EF4-FFF2-40B4-BE49-F238E27FC236}">
                  <ns2:creationId id="{981CC452-8DE0-4D6D-A6A7-9B39EDF473E3}"/>
                </a:ext>
              </a:extLst>
            </p:cNvPr>
            <p:cNvSpPr>
              <a:spLocks noGrp="1"/>
            </p:cNvSpPr>
            <p:nvPr/>
          </p:nvSpPr>
          <p:spPr>
            <a:xfrm>
              <a:off x="21302266" y="3009900"/>
              <a:ext cx="15379" cy="276225"/>
            </a:xfrm>
            <a:prstGeom prst="rect">
              <a:avLst/>
            </a:prstGeom>
            <a:solidFill>
              <a:srgbClr val="DCE8ED"/>
            </a:solidFill>
            <a:ln w="0">
              <a:noFill/>
              <a:prstDash val="solid"/>
            </a:ln>
          </p:spPr>
        </p:sp>
        <p:sp>
          <p:nvSpPr>
            <p:cNvPr id="1983" name="four:time-step-strips:time-strip-tᵢ-cell-5:1983">
              <a:extLst>
                <a:ext uri="{FF2B5EF4-FFF2-40B4-BE49-F238E27FC236}">
                  <ns2:creationId id="{FA96C334-5958-462B-90EB-0125715C5224}"/>
                </a:ext>
              </a:extLst>
            </p:cNvPr>
            <p:cNvSpPr>
              <a:spLocks noGrp="1"/>
            </p:cNvSpPr>
            <p:nvPr/>
          </p:nvSpPr>
          <p:spPr>
            <a:xfrm>
              <a:off x="21317645" y="3009900"/>
              <a:ext cx="15379" cy="276225"/>
            </a:xfrm>
            <a:prstGeom prst="rect">
              <a:avLst/>
            </a:prstGeom>
            <a:solidFill>
              <a:srgbClr val="DCE8ED"/>
            </a:solidFill>
            <a:ln w="0">
              <a:noFill/>
              <a:prstDash val="solid"/>
            </a:ln>
          </p:spPr>
        </p:sp>
        <p:sp>
          <p:nvSpPr>
            <p:cNvPr id="1984" name="four:time-step-strips:time-strip-tᵢ-cell-6:1984">
              <a:extLst>
                <a:ext uri="{FF2B5EF4-FFF2-40B4-BE49-F238E27FC236}">
                  <ns2:creationId id="{16AF985D-8FD3-48AF-8B75-10F89DBD2C3D}"/>
                </a:ext>
              </a:extLst>
            </p:cNvPr>
            <p:cNvSpPr>
              <a:spLocks noGrp="1"/>
            </p:cNvSpPr>
            <p:nvPr/>
          </p:nvSpPr>
          <p:spPr>
            <a:xfrm>
              <a:off x="21333023" y="3009900"/>
              <a:ext cx="15379" cy="276225"/>
            </a:xfrm>
            <a:prstGeom prst="rect">
              <a:avLst/>
            </a:prstGeom>
            <a:solidFill>
              <a:srgbClr val="D2E1E8"/>
            </a:solidFill>
            <a:ln w="0">
              <a:noFill/>
              <a:prstDash val="solid"/>
            </a:ln>
          </p:spPr>
        </p:sp>
        <p:sp>
          <p:nvSpPr>
            <p:cNvPr id="1985" name="four:time-step-strips:time-strip-tᵢ-cell-7:1985">
              <a:extLst>
                <a:ext uri="{FF2B5EF4-FFF2-40B4-BE49-F238E27FC236}">
                  <ns2:creationId id="{38AA467C-ED45-4D84-B51A-1A8EED20C316}"/>
                </a:ext>
              </a:extLst>
            </p:cNvPr>
            <p:cNvSpPr>
              <a:spLocks noGrp="1"/>
            </p:cNvSpPr>
            <p:nvPr/>
          </p:nvSpPr>
          <p:spPr>
            <a:xfrm>
              <a:off x="21348402" y="3009900"/>
              <a:ext cx="15379" cy="276225"/>
            </a:xfrm>
            <a:prstGeom prst="rect">
              <a:avLst/>
            </a:prstGeom>
            <a:solidFill>
              <a:srgbClr val="A2C9DD"/>
            </a:solidFill>
            <a:ln w="0">
              <a:noFill/>
              <a:prstDash val="solid"/>
            </a:ln>
          </p:spPr>
        </p:sp>
        <p:sp>
          <p:nvSpPr>
            <p:cNvPr id="1986" name="four:time-step-strips:time-strip-tᵢ-cell-8:1986">
              <a:extLst>
                <a:ext uri="{FF2B5EF4-FFF2-40B4-BE49-F238E27FC236}">
                  <ns2:creationId id="{26334750-04C8-4EAC-9A64-73A23259CFED}"/>
                </a:ext>
              </a:extLst>
            </p:cNvPr>
            <p:cNvSpPr>
              <a:spLocks noGrp="1"/>
            </p:cNvSpPr>
            <p:nvPr/>
          </p:nvSpPr>
          <p:spPr>
            <a:xfrm>
              <a:off x="21363781" y="3009900"/>
              <a:ext cx="15379" cy="276225"/>
            </a:xfrm>
            <a:prstGeom prst="rect">
              <a:avLst/>
            </a:prstGeom>
            <a:solidFill>
              <a:srgbClr val="68AACE"/>
            </a:solidFill>
            <a:ln w="0">
              <a:noFill/>
              <a:prstDash val="solid"/>
            </a:ln>
          </p:spPr>
        </p:sp>
        <p:sp>
          <p:nvSpPr>
            <p:cNvPr id="1987" name="four:time-step-strips:time-strip-tᵢ-cell-9:1987">
              <a:extLst>
                <a:ext uri="{FF2B5EF4-FFF2-40B4-BE49-F238E27FC236}">
                  <ns2:creationId id="{04B5002F-82CA-4B1F-9774-A3AE18B6A828}"/>
                </a:ext>
              </a:extLst>
            </p:cNvPr>
            <p:cNvSpPr>
              <a:spLocks noGrp="1"/>
            </p:cNvSpPr>
            <p:nvPr/>
          </p:nvSpPr>
          <p:spPr>
            <a:xfrm>
              <a:off x="21379160" y="3009900"/>
              <a:ext cx="15379" cy="276225"/>
            </a:xfrm>
            <a:prstGeom prst="rect">
              <a:avLst/>
            </a:prstGeom>
            <a:solidFill>
              <a:srgbClr val="318CBF"/>
            </a:solidFill>
            <a:ln w="0">
              <a:noFill/>
              <a:prstDash val="solid"/>
            </a:ln>
          </p:spPr>
        </p:sp>
        <p:sp>
          <p:nvSpPr>
            <p:cNvPr id="1988" name="four:time-step-strips:time-strip-tᵢ-cell-10:1988">
              <a:extLst>
                <a:ext uri="{FF2B5EF4-FFF2-40B4-BE49-F238E27FC236}">
                  <ns2:creationId id="{6D152975-7609-4A0E-81BF-4A14D63985AD}"/>
                </a:ext>
              </a:extLst>
            </p:cNvPr>
            <p:cNvSpPr>
              <a:spLocks noGrp="1"/>
            </p:cNvSpPr>
            <p:nvPr/>
          </p:nvSpPr>
          <p:spPr>
            <a:xfrm>
              <a:off x="21394539" y="3009900"/>
              <a:ext cx="15379" cy="276225"/>
            </a:xfrm>
            <a:prstGeom prst="rect">
              <a:avLst/>
            </a:prstGeom>
            <a:solidFill>
              <a:srgbClr val="0977B4"/>
            </a:solidFill>
            <a:ln w="0">
              <a:noFill/>
              <a:prstDash val="solid"/>
            </a:ln>
          </p:spPr>
        </p:sp>
        <p:sp>
          <p:nvSpPr>
            <p:cNvPr id="1989" name="four:time-step-strips:time-strip-tᵢ-cell-11:1989">
              <a:extLst>
                <a:ext uri="{FF2B5EF4-FFF2-40B4-BE49-F238E27FC236}">
                  <ns2:creationId id="{D5DB168F-8B65-4B47-9070-E2A2F561ED42}"/>
                </a:ext>
              </a:extLst>
            </p:cNvPr>
            <p:cNvSpPr>
              <a:spLocks noGrp="1"/>
            </p:cNvSpPr>
            <p:nvPr/>
          </p:nvSpPr>
          <p:spPr>
            <a:xfrm>
              <a:off x="21409918" y="3009900"/>
              <a:ext cx="15379" cy="276225"/>
            </a:xfrm>
            <a:prstGeom prst="rect">
              <a:avLst/>
            </a:prstGeom>
            <a:solidFill>
              <a:srgbClr val="0072B2"/>
            </a:solidFill>
            <a:ln w="0">
              <a:noFill/>
              <a:prstDash val="solid"/>
            </a:ln>
          </p:spPr>
        </p:sp>
        <p:sp>
          <p:nvSpPr>
            <p:cNvPr id="1990" name="four:time-step-strips:time-strip-tᵢ-cell-12:1990">
              <a:extLst>
                <a:ext uri="{FF2B5EF4-FFF2-40B4-BE49-F238E27FC236}">
                  <ns2:creationId id="{66D4A933-C0DF-4CE1-8F59-8E23B108214A}"/>
                </a:ext>
              </a:extLst>
            </p:cNvPr>
            <p:cNvSpPr>
              <a:spLocks noGrp="1"/>
            </p:cNvSpPr>
            <p:nvPr/>
          </p:nvSpPr>
          <p:spPr>
            <a:xfrm>
              <a:off x="21425297" y="3009900"/>
              <a:ext cx="15379" cy="276225"/>
            </a:xfrm>
            <a:prstGeom prst="rect">
              <a:avLst/>
            </a:prstGeom>
            <a:solidFill>
              <a:srgbClr val="0072B2"/>
            </a:solidFill>
            <a:ln w="0">
              <a:noFill/>
              <a:prstDash val="solid"/>
            </a:ln>
          </p:spPr>
        </p:sp>
        <p:sp>
          <p:nvSpPr>
            <p:cNvPr id="1991" name="four:time-step-strips:time-strip-tᵢ-cell-13:1991">
              <a:extLst>
                <a:ext uri="{FF2B5EF4-FFF2-40B4-BE49-F238E27FC236}">
                  <ns2:creationId id="{16C0A967-846B-4B83-940E-C8DE8AF4C55E}"/>
                </a:ext>
              </a:extLst>
            </p:cNvPr>
            <p:cNvSpPr>
              <a:spLocks noGrp="1"/>
            </p:cNvSpPr>
            <p:nvPr/>
          </p:nvSpPr>
          <p:spPr>
            <a:xfrm>
              <a:off x="21440676" y="3009900"/>
              <a:ext cx="15379" cy="276225"/>
            </a:xfrm>
            <a:prstGeom prst="rect">
              <a:avLst/>
            </a:prstGeom>
            <a:solidFill>
              <a:srgbClr val="0072B2"/>
            </a:solidFill>
            <a:ln w="0">
              <a:noFill/>
              <a:prstDash val="solid"/>
            </a:ln>
          </p:spPr>
        </p:sp>
        <p:sp>
          <p:nvSpPr>
            <p:cNvPr id="1992" name="four:time-step-strips:time-strip-tᵢ-cell-14:1992">
              <a:extLst>
                <a:ext uri="{FF2B5EF4-FFF2-40B4-BE49-F238E27FC236}">
                  <ns2:creationId id="{24D19921-57A4-4FB1-844E-60A2252D161A}"/>
                </a:ext>
              </a:extLst>
            </p:cNvPr>
            <p:cNvSpPr>
              <a:spLocks noGrp="1"/>
            </p:cNvSpPr>
            <p:nvPr/>
          </p:nvSpPr>
          <p:spPr>
            <a:xfrm>
              <a:off x="21456055" y="3009900"/>
              <a:ext cx="15379" cy="276225"/>
            </a:xfrm>
            <a:prstGeom prst="rect">
              <a:avLst/>
            </a:prstGeom>
            <a:solidFill>
              <a:srgbClr val="0072B2"/>
            </a:solidFill>
            <a:ln w="0">
              <a:noFill/>
              <a:prstDash val="solid"/>
            </a:ln>
          </p:spPr>
        </p:sp>
        <p:sp>
          <p:nvSpPr>
            <p:cNvPr id="1993" name="four:time-step-strips:time-strip-tᵢ-cell-15:1993">
              <a:extLst>
                <a:ext uri="{FF2B5EF4-FFF2-40B4-BE49-F238E27FC236}">
                  <ns2:creationId id="{F23A827E-B693-44B0-900F-17A5CB2A9960}"/>
                </a:ext>
              </a:extLst>
            </p:cNvPr>
            <p:cNvSpPr>
              <a:spLocks noGrp="1"/>
            </p:cNvSpPr>
            <p:nvPr/>
          </p:nvSpPr>
          <p:spPr>
            <a:xfrm>
              <a:off x="21471434" y="3009900"/>
              <a:ext cx="15379" cy="276225"/>
            </a:xfrm>
            <a:prstGeom prst="rect">
              <a:avLst/>
            </a:prstGeom>
            <a:solidFill>
              <a:srgbClr val="0072B2"/>
            </a:solidFill>
            <a:ln w="0">
              <a:noFill/>
              <a:prstDash val="solid"/>
            </a:ln>
          </p:spPr>
        </p:sp>
        <p:sp>
          <p:nvSpPr>
            <p:cNvPr id="1994" name="four:time-step-strips:time-strip-tᵢ-cell-16:1994">
              <a:extLst>
                <a:ext uri="{FF2B5EF4-FFF2-40B4-BE49-F238E27FC236}">
                  <ns2:creationId id="{5CC4D444-B14A-4EF8-8C36-BC0712BB3FD2}"/>
                </a:ext>
              </a:extLst>
            </p:cNvPr>
            <p:cNvSpPr>
              <a:spLocks noGrp="1"/>
            </p:cNvSpPr>
            <p:nvPr/>
          </p:nvSpPr>
          <p:spPr>
            <a:xfrm>
              <a:off x="21486812" y="3009900"/>
              <a:ext cx="15379" cy="276225"/>
            </a:xfrm>
            <a:prstGeom prst="rect">
              <a:avLst/>
            </a:prstGeom>
            <a:solidFill>
              <a:srgbClr val="0072B2"/>
            </a:solidFill>
            <a:ln w="0">
              <a:noFill/>
              <a:prstDash val="solid"/>
            </a:ln>
          </p:spPr>
        </p:sp>
        <p:sp>
          <p:nvSpPr>
            <p:cNvPr id="1995" name="four:time-step-strips:time-strip-tᵢ-cell-17:1995">
              <a:extLst>
                <a:ext uri="{FF2B5EF4-FFF2-40B4-BE49-F238E27FC236}">
                  <ns2:creationId id="{EB7E7AC7-56A4-47B8-8086-5AA74A751B95}"/>
                </a:ext>
              </a:extLst>
            </p:cNvPr>
            <p:cNvSpPr>
              <a:spLocks noGrp="1"/>
            </p:cNvSpPr>
            <p:nvPr/>
          </p:nvSpPr>
          <p:spPr>
            <a:xfrm>
              <a:off x="21502191" y="3009900"/>
              <a:ext cx="15379" cy="276225"/>
            </a:xfrm>
            <a:prstGeom prst="rect">
              <a:avLst/>
            </a:prstGeom>
            <a:solidFill>
              <a:srgbClr val="0072B2"/>
            </a:solidFill>
            <a:ln w="0">
              <a:noFill/>
              <a:prstDash val="solid"/>
            </a:ln>
          </p:spPr>
        </p:sp>
        <p:sp>
          <p:nvSpPr>
            <p:cNvPr id="1996" name="four:time-step-strips:time-strip-tᵢ-cell-18:1996">
              <a:extLst>
                <a:ext uri="{FF2B5EF4-FFF2-40B4-BE49-F238E27FC236}">
                  <ns2:creationId id="{CEB0A1C7-7ECA-4EAF-8467-AD077B107661}"/>
                </a:ext>
              </a:extLst>
            </p:cNvPr>
            <p:cNvSpPr>
              <a:spLocks noGrp="1"/>
            </p:cNvSpPr>
            <p:nvPr/>
          </p:nvSpPr>
          <p:spPr>
            <a:xfrm>
              <a:off x="21517570" y="3009900"/>
              <a:ext cx="15379" cy="276225"/>
            </a:xfrm>
            <a:prstGeom prst="rect">
              <a:avLst/>
            </a:prstGeom>
            <a:solidFill>
              <a:srgbClr val="0072B2"/>
            </a:solidFill>
            <a:ln w="0">
              <a:noFill/>
              <a:prstDash val="solid"/>
            </a:ln>
          </p:spPr>
        </p:sp>
        <p:sp>
          <p:nvSpPr>
            <p:cNvPr id="1997" name="four:time-step-strips:time-strip-tᵢ-cell-19:1997">
              <a:extLst>
                <a:ext uri="{FF2B5EF4-FFF2-40B4-BE49-F238E27FC236}">
                  <ns2:creationId id="{BA1AEC15-E27B-4762-B973-30286FB78809}"/>
                </a:ext>
              </a:extLst>
            </p:cNvPr>
            <p:cNvSpPr>
              <a:spLocks noGrp="1"/>
            </p:cNvSpPr>
            <p:nvPr/>
          </p:nvSpPr>
          <p:spPr>
            <a:xfrm>
              <a:off x="21532949" y="3009900"/>
              <a:ext cx="15379" cy="276225"/>
            </a:xfrm>
            <a:prstGeom prst="rect">
              <a:avLst/>
            </a:prstGeom>
            <a:solidFill>
              <a:srgbClr val="0072B2"/>
            </a:solidFill>
            <a:ln w="0">
              <a:noFill/>
              <a:prstDash val="solid"/>
            </a:ln>
          </p:spPr>
        </p:sp>
        <p:sp>
          <p:nvSpPr>
            <p:cNvPr id="1998" name="four:time-step-strips:time-strip-tᵢ-cell-20:1998">
              <a:extLst>
                <a:ext uri="{FF2B5EF4-FFF2-40B4-BE49-F238E27FC236}">
                  <ns2:creationId id="{1A58D797-BC9F-40A2-9046-3FE4F2ED5B67}"/>
                </a:ext>
              </a:extLst>
            </p:cNvPr>
            <p:cNvSpPr>
              <a:spLocks noGrp="1"/>
            </p:cNvSpPr>
            <p:nvPr/>
          </p:nvSpPr>
          <p:spPr>
            <a:xfrm>
              <a:off x="21548328" y="3009900"/>
              <a:ext cx="15379" cy="276225"/>
            </a:xfrm>
            <a:prstGeom prst="rect">
              <a:avLst/>
            </a:prstGeom>
            <a:solidFill>
              <a:srgbClr val="0072B2"/>
            </a:solidFill>
            <a:ln w="0">
              <a:noFill/>
              <a:prstDash val="solid"/>
            </a:ln>
          </p:spPr>
        </p:sp>
        <p:sp>
          <p:nvSpPr>
            <p:cNvPr id="1999" name="four:time-step-strips:time-strip-tᵢ-cell-21:1999">
              <a:extLst>
                <a:ext uri="{FF2B5EF4-FFF2-40B4-BE49-F238E27FC236}">
                  <ns2:creationId id="{DB2A2AC7-25F7-4435-824C-D10446E45044}"/>
                </a:ext>
              </a:extLst>
            </p:cNvPr>
            <p:cNvSpPr>
              <a:spLocks noGrp="1"/>
            </p:cNvSpPr>
            <p:nvPr/>
          </p:nvSpPr>
          <p:spPr>
            <a:xfrm>
              <a:off x="21563707" y="3009900"/>
              <a:ext cx="15379" cy="276225"/>
            </a:xfrm>
            <a:prstGeom prst="rect">
              <a:avLst/>
            </a:prstGeom>
            <a:solidFill>
              <a:srgbClr val="0072B2"/>
            </a:solidFill>
            <a:ln w="0">
              <a:noFill/>
              <a:prstDash val="solid"/>
            </a:ln>
          </p:spPr>
        </p:sp>
        <p:sp>
          <p:nvSpPr>
            <p:cNvPr id="2000" name="four:time-step-strips:time-strip-tᵢ-cell-22:2000">
              <a:extLst>
                <a:ext uri="{FF2B5EF4-FFF2-40B4-BE49-F238E27FC236}">
                  <ns2:creationId id="{C50CCE63-A011-4E07-A700-878B2766AD71}"/>
                </a:ext>
              </a:extLst>
            </p:cNvPr>
            <p:cNvSpPr>
              <a:spLocks noGrp="1"/>
            </p:cNvSpPr>
            <p:nvPr/>
          </p:nvSpPr>
          <p:spPr>
            <a:xfrm>
              <a:off x="21579086" y="3009900"/>
              <a:ext cx="15379" cy="276225"/>
            </a:xfrm>
            <a:prstGeom prst="rect">
              <a:avLst/>
            </a:prstGeom>
            <a:solidFill>
              <a:srgbClr val="0D79B6"/>
            </a:solidFill>
            <a:ln w="0">
              <a:noFill/>
              <a:prstDash val="solid"/>
            </a:ln>
          </p:spPr>
        </p:sp>
        <p:sp>
          <p:nvSpPr>
            <p:cNvPr id="2001" name="four:time-step-strips:time-strip-tᵢ-cell-23:2001">
              <a:extLst>
                <a:ext uri="{FF2B5EF4-FFF2-40B4-BE49-F238E27FC236}">
                  <ns2:creationId id="{1A49D100-C3E8-46CB-B379-BBCFC4813E5C}"/>
                </a:ext>
              </a:extLst>
            </p:cNvPr>
            <p:cNvSpPr>
              <a:spLocks noGrp="1"/>
            </p:cNvSpPr>
            <p:nvPr/>
          </p:nvSpPr>
          <p:spPr>
            <a:xfrm>
              <a:off x="21594465" y="3009900"/>
              <a:ext cx="15379" cy="276225"/>
            </a:xfrm>
            <a:prstGeom prst="rect">
              <a:avLst/>
            </a:prstGeom>
            <a:solidFill>
              <a:srgbClr val="2A88BD"/>
            </a:solidFill>
            <a:ln w="0">
              <a:noFill/>
              <a:prstDash val="solid"/>
            </a:ln>
          </p:spPr>
        </p:sp>
        <p:sp>
          <p:nvSpPr>
            <p:cNvPr id="2002" name="four:time-step-strips:time-strip-tᵢ-cell-24:2002">
              <a:extLst>
                <a:ext uri="{FF2B5EF4-FFF2-40B4-BE49-F238E27FC236}">
                  <ns2:creationId id="{6D8424E6-0EAB-4CEA-94B4-308E341DF832}"/>
                </a:ext>
              </a:extLst>
            </p:cNvPr>
            <p:cNvSpPr>
              <a:spLocks noGrp="1"/>
            </p:cNvSpPr>
            <p:nvPr/>
          </p:nvSpPr>
          <p:spPr>
            <a:xfrm>
              <a:off x="21609844" y="3009900"/>
              <a:ext cx="15379" cy="276225"/>
            </a:xfrm>
            <a:prstGeom prst="rect">
              <a:avLst/>
            </a:prstGeom>
            <a:solidFill>
              <a:srgbClr val="519DC8"/>
            </a:solidFill>
            <a:ln w="0">
              <a:noFill/>
              <a:prstDash val="solid"/>
            </a:ln>
          </p:spPr>
        </p:sp>
        <p:sp>
          <p:nvSpPr>
            <p:cNvPr id="2003" name="four:time-step-strips:time-strip-tᵢ-cell-25:2003">
              <a:extLst>
                <a:ext uri="{FF2B5EF4-FFF2-40B4-BE49-F238E27FC236}">
                  <ns2:creationId id="{95665B30-139A-44A6-A22F-A5A44CEF356B}"/>
                </a:ext>
              </a:extLst>
            </p:cNvPr>
            <p:cNvSpPr>
              <a:spLocks noGrp="1"/>
            </p:cNvSpPr>
            <p:nvPr/>
          </p:nvSpPr>
          <p:spPr>
            <a:xfrm>
              <a:off x="21625223" y="3009900"/>
              <a:ext cx="15379" cy="276225"/>
            </a:xfrm>
            <a:prstGeom prst="rect">
              <a:avLst/>
            </a:prstGeom>
            <a:solidFill>
              <a:srgbClr val="7BB4D3"/>
            </a:solidFill>
            <a:ln w="0">
              <a:noFill/>
              <a:prstDash val="solid"/>
            </a:ln>
          </p:spPr>
        </p:sp>
        <p:sp>
          <p:nvSpPr>
            <p:cNvPr id="2004" name="four:time-step-strips:time-strip-tᵢ-cell-26:2004">
              <a:extLst>
                <a:ext uri="{FF2B5EF4-FFF2-40B4-BE49-F238E27FC236}">
                  <ns2:creationId id="{32BF2FF2-356E-4B7E-80B6-B760833E7F34}"/>
                </a:ext>
              </a:extLst>
            </p:cNvPr>
            <p:cNvSpPr>
              <a:spLocks noGrp="1"/>
            </p:cNvSpPr>
            <p:nvPr/>
          </p:nvSpPr>
          <p:spPr>
            <a:xfrm>
              <a:off x="21640602" y="3009900"/>
              <a:ext cx="15379" cy="276225"/>
            </a:xfrm>
            <a:prstGeom prst="rect">
              <a:avLst/>
            </a:prstGeom>
            <a:solidFill>
              <a:srgbClr val="A4CADE"/>
            </a:solidFill>
            <a:ln w="0">
              <a:noFill/>
              <a:prstDash val="solid"/>
            </a:ln>
          </p:spPr>
        </p:sp>
        <p:sp>
          <p:nvSpPr>
            <p:cNvPr id="2005" name="four:time-step-strips:time-strip-tᵢ-cell-27:2005">
              <a:extLst>
                <a:ext uri="{FF2B5EF4-FFF2-40B4-BE49-F238E27FC236}">
                  <ns2:creationId id="{A6AB8162-7B53-41AE-B598-96285C7F91CF}"/>
                </a:ext>
              </a:extLst>
            </p:cNvPr>
            <p:cNvSpPr>
              <a:spLocks noGrp="1"/>
            </p:cNvSpPr>
            <p:nvPr/>
          </p:nvSpPr>
          <p:spPr>
            <a:xfrm>
              <a:off x="21655980" y="3009900"/>
              <a:ext cx="15379" cy="276225"/>
            </a:xfrm>
            <a:prstGeom prst="rect">
              <a:avLst/>
            </a:prstGeom>
            <a:solidFill>
              <a:srgbClr val="CDDEE5"/>
            </a:solidFill>
            <a:ln w="0">
              <a:noFill/>
              <a:prstDash val="solid"/>
            </a:ln>
          </p:spPr>
        </p:sp>
        <p:sp>
          <p:nvSpPr>
            <p:cNvPr id="2006" name="four:time-step-strips:time-strip-tᵢ-cell-28:2006">
              <a:extLst>
                <a:ext uri="{FF2B5EF4-FFF2-40B4-BE49-F238E27FC236}">
                  <ns2:creationId id="{0BC2F3D4-2C4A-47C8-8F5D-F8FB2238690F}"/>
                </a:ext>
              </a:extLst>
            </p:cNvPr>
            <p:cNvSpPr>
              <a:spLocks noGrp="1"/>
            </p:cNvSpPr>
            <p:nvPr/>
          </p:nvSpPr>
          <p:spPr>
            <a:xfrm>
              <a:off x="21671359" y="3009900"/>
              <a:ext cx="15379" cy="276225"/>
            </a:xfrm>
            <a:prstGeom prst="rect">
              <a:avLst/>
            </a:prstGeom>
            <a:solidFill>
              <a:srgbClr val="DAE7EC"/>
            </a:solidFill>
            <a:ln w="0">
              <a:noFill/>
              <a:prstDash val="solid"/>
            </a:ln>
          </p:spPr>
        </p:sp>
        <p:sp>
          <p:nvSpPr>
            <p:cNvPr id="2007" name="four:time-step-strips:time-strip-tᵢ-cell-29:2007">
              <a:extLst>
                <a:ext uri="{FF2B5EF4-FFF2-40B4-BE49-F238E27FC236}">
                  <ns2:creationId id="{FFFECE0C-99DD-4C16-BF73-ACFDF8EE6039}"/>
                </a:ext>
              </a:extLst>
            </p:cNvPr>
            <p:cNvSpPr>
              <a:spLocks noGrp="1"/>
            </p:cNvSpPr>
            <p:nvPr/>
          </p:nvSpPr>
          <p:spPr>
            <a:xfrm>
              <a:off x="21686738" y="3009900"/>
              <a:ext cx="15379" cy="276225"/>
            </a:xfrm>
            <a:prstGeom prst="rect">
              <a:avLst/>
            </a:prstGeom>
            <a:solidFill>
              <a:srgbClr val="DCE8ED"/>
            </a:solidFill>
            <a:ln w="0">
              <a:noFill/>
              <a:prstDash val="solid"/>
            </a:ln>
          </p:spPr>
        </p:sp>
        <p:sp>
          <p:nvSpPr>
            <p:cNvPr id="2008" name="four:time-step-strips:time-strip-tᵢ-cell-30:2008">
              <a:extLst>
                <a:ext uri="{FF2B5EF4-FFF2-40B4-BE49-F238E27FC236}">
                  <ns2:creationId id="{F6752C18-3E26-4FBD-917D-0B1349556FB9}"/>
                </a:ext>
              </a:extLst>
            </p:cNvPr>
            <p:cNvSpPr>
              <a:spLocks noGrp="1"/>
            </p:cNvSpPr>
            <p:nvPr/>
          </p:nvSpPr>
          <p:spPr>
            <a:xfrm>
              <a:off x="21702117" y="3009900"/>
              <a:ext cx="15379" cy="276225"/>
            </a:xfrm>
            <a:prstGeom prst="rect">
              <a:avLst/>
            </a:prstGeom>
            <a:solidFill>
              <a:srgbClr val="DCE8ED"/>
            </a:solidFill>
            <a:ln w="0">
              <a:noFill/>
              <a:prstDash val="solid"/>
            </a:ln>
          </p:spPr>
        </p:sp>
        <p:sp>
          <p:nvSpPr>
            <p:cNvPr id="2009" name="four:time-step-strips:time-strip-tᵢ-cell-31:2009">
              <a:extLst>
                <a:ext uri="{FF2B5EF4-FFF2-40B4-BE49-F238E27FC236}">
                  <ns2:creationId id="{87110DEE-D9FC-43BB-B5B1-1DAF7BB996C9}"/>
                </a:ext>
              </a:extLst>
            </p:cNvPr>
            <p:cNvSpPr>
              <a:spLocks noGrp="1"/>
            </p:cNvSpPr>
            <p:nvPr/>
          </p:nvSpPr>
          <p:spPr>
            <a:xfrm>
              <a:off x="21717496" y="3009900"/>
              <a:ext cx="15379" cy="276225"/>
            </a:xfrm>
            <a:prstGeom prst="rect">
              <a:avLst/>
            </a:prstGeom>
            <a:solidFill>
              <a:srgbClr val="DCE8ED"/>
            </a:solidFill>
            <a:ln w="0">
              <a:noFill/>
              <a:prstDash val="solid"/>
            </a:ln>
          </p:spPr>
        </p:sp>
        <p:sp>
          <p:nvSpPr>
            <p:cNvPr id="2010" name="four:time-step-strips:time-strip-tᵢ-cell-32:2010">
              <a:extLst>
                <a:ext uri="{FF2B5EF4-FFF2-40B4-BE49-F238E27FC236}">
                  <ns2:creationId id="{D895BDAC-15B4-45FA-A59B-968E82927ED5}"/>
                </a:ext>
              </a:extLst>
            </p:cNvPr>
            <p:cNvSpPr>
              <a:spLocks noGrp="1"/>
            </p:cNvSpPr>
            <p:nvPr/>
          </p:nvSpPr>
          <p:spPr>
            <a:xfrm>
              <a:off x="21732875" y="3009900"/>
              <a:ext cx="15379" cy="276225"/>
            </a:xfrm>
            <a:prstGeom prst="rect">
              <a:avLst/>
            </a:prstGeom>
            <a:solidFill>
              <a:srgbClr val="DCE8ED"/>
            </a:solidFill>
            <a:ln w="0">
              <a:noFill/>
              <a:prstDash val="solid"/>
            </a:ln>
          </p:spPr>
        </p:sp>
        <p:sp>
          <p:nvSpPr>
            <p:cNvPr id="2011" name="four:time-step-strips:time-strip-tᵢ-cell-33:2011">
              <a:extLst>
                <a:ext uri="{FF2B5EF4-FFF2-40B4-BE49-F238E27FC236}">
                  <ns2:creationId id="{9CAD9838-581E-42E7-83C3-833A8BF8BEAA}"/>
                </a:ext>
              </a:extLst>
            </p:cNvPr>
            <p:cNvSpPr>
              <a:spLocks noGrp="1"/>
            </p:cNvSpPr>
            <p:nvPr/>
          </p:nvSpPr>
          <p:spPr>
            <a:xfrm>
              <a:off x="21748254" y="3009900"/>
              <a:ext cx="15379" cy="276225"/>
            </a:xfrm>
            <a:prstGeom prst="rect">
              <a:avLst/>
            </a:prstGeom>
            <a:solidFill>
              <a:srgbClr val="DCE8ED"/>
            </a:solidFill>
            <a:ln w="0">
              <a:noFill/>
              <a:prstDash val="solid"/>
            </a:ln>
          </p:spPr>
        </p:sp>
        <p:sp>
          <p:nvSpPr>
            <p:cNvPr id="2012" name="four:time-step-strips:time-strip-tᵢ-cell-34:2012">
              <a:extLst>
                <a:ext uri="{FF2B5EF4-FFF2-40B4-BE49-F238E27FC236}">
                  <ns2:creationId id="{A378447D-F6D0-4B0B-B1D3-EF8552DDFB32}"/>
                </a:ext>
              </a:extLst>
            </p:cNvPr>
            <p:cNvSpPr>
              <a:spLocks noGrp="1"/>
            </p:cNvSpPr>
            <p:nvPr/>
          </p:nvSpPr>
          <p:spPr>
            <a:xfrm>
              <a:off x="21763633" y="3009900"/>
              <a:ext cx="15379" cy="276225"/>
            </a:xfrm>
            <a:prstGeom prst="rect">
              <a:avLst/>
            </a:prstGeom>
            <a:solidFill>
              <a:srgbClr val="DCE8ED"/>
            </a:solidFill>
            <a:ln w="0">
              <a:noFill/>
              <a:prstDash val="solid"/>
            </a:ln>
          </p:spPr>
        </p:sp>
        <p:sp>
          <p:nvSpPr>
            <p:cNvPr id="2013" name="four:time-step-strips:time-strip-tᵢ-cell-35:2013">
              <a:extLst>
                <a:ext uri="{FF2B5EF4-FFF2-40B4-BE49-F238E27FC236}">
                  <ns2:creationId id="{51D57662-E799-4873-8FFE-AAFD048FF996}"/>
                </a:ext>
              </a:extLst>
            </p:cNvPr>
            <p:cNvSpPr>
              <a:spLocks noGrp="1"/>
            </p:cNvSpPr>
            <p:nvPr/>
          </p:nvSpPr>
          <p:spPr>
            <a:xfrm>
              <a:off x="21779012" y="3009900"/>
              <a:ext cx="15379" cy="276225"/>
            </a:xfrm>
            <a:prstGeom prst="rect">
              <a:avLst/>
            </a:prstGeom>
            <a:solidFill>
              <a:srgbClr val="DCE8ED"/>
            </a:solidFill>
            <a:ln w="0">
              <a:noFill/>
              <a:prstDash val="solid"/>
            </a:ln>
          </p:spPr>
        </p:sp>
        <p:sp>
          <p:nvSpPr>
            <p:cNvPr id="2014" name="four:time-step-strips:time-strip-tᵢ-cell-36:2014">
              <a:extLst>
                <a:ext uri="{FF2B5EF4-FFF2-40B4-BE49-F238E27FC236}">
                  <ns2:creationId id="{9B6518A2-ED67-4FD9-A7A3-432C1687FEC9}"/>
                </a:ext>
              </a:extLst>
            </p:cNvPr>
            <p:cNvSpPr>
              <a:spLocks noGrp="1"/>
            </p:cNvSpPr>
            <p:nvPr/>
          </p:nvSpPr>
          <p:spPr>
            <a:xfrm>
              <a:off x="21794391" y="3009900"/>
              <a:ext cx="15379" cy="276225"/>
            </a:xfrm>
            <a:prstGeom prst="rect">
              <a:avLst/>
            </a:prstGeom>
            <a:solidFill>
              <a:srgbClr val="DCE8ED"/>
            </a:solidFill>
            <a:ln w="0">
              <a:noFill/>
              <a:prstDash val="solid"/>
            </a:ln>
          </p:spPr>
        </p:sp>
        <p:sp>
          <p:nvSpPr>
            <p:cNvPr id="2015" name="four:time-step-strips:time-strip-tᵢ-cell-37:2015">
              <a:extLst>
                <a:ext uri="{FF2B5EF4-FFF2-40B4-BE49-F238E27FC236}">
                  <ns2:creationId id="{DA185D3F-1C1F-4C96-8205-55BC24910E25}"/>
                </a:ext>
              </a:extLst>
            </p:cNvPr>
            <p:cNvSpPr>
              <a:spLocks noGrp="1"/>
            </p:cNvSpPr>
            <p:nvPr/>
          </p:nvSpPr>
          <p:spPr>
            <a:xfrm>
              <a:off x="21809770" y="3009900"/>
              <a:ext cx="15379" cy="276225"/>
            </a:xfrm>
            <a:prstGeom prst="rect">
              <a:avLst/>
            </a:prstGeom>
            <a:solidFill>
              <a:srgbClr val="DCE8ED"/>
            </a:solidFill>
            <a:ln w="0">
              <a:noFill/>
              <a:prstDash val="solid"/>
            </a:ln>
          </p:spPr>
        </p:sp>
        <p:sp>
          <p:nvSpPr>
            <p:cNvPr id="2016" name="four:time-step-strips:time-strip-tᵢ-cell-38:2016">
              <a:extLst>
                <a:ext uri="{FF2B5EF4-FFF2-40B4-BE49-F238E27FC236}">
                  <ns2:creationId id="{58EB7393-BE53-4F51-8920-F995E10EED8C}"/>
                </a:ext>
              </a:extLst>
            </p:cNvPr>
            <p:cNvSpPr>
              <a:spLocks noGrp="1"/>
            </p:cNvSpPr>
            <p:nvPr/>
          </p:nvSpPr>
          <p:spPr>
            <a:xfrm>
              <a:off x="21825148" y="3009900"/>
              <a:ext cx="15379" cy="276225"/>
            </a:xfrm>
            <a:prstGeom prst="rect">
              <a:avLst/>
            </a:prstGeom>
            <a:solidFill>
              <a:srgbClr val="DCE8ED"/>
            </a:solidFill>
            <a:ln w="0">
              <a:noFill/>
              <a:prstDash val="solid"/>
            </a:ln>
          </p:spPr>
        </p:sp>
        <p:sp>
          <p:nvSpPr>
            <p:cNvPr id="2017" name="four:time-step-strips:time-strip-tᵢ-cell-39:2017">
              <a:extLst>
                <a:ext uri="{FF2B5EF4-FFF2-40B4-BE49-F238E27FC236}">
                  <ns2:creationId id="{EFA6D931-6AA4-4463-96F0-4211D311AE4E}"/>
                </a:ext>
              </a:extLst>
            </p:cNvPr>
            <p:cNvSpPr>
              <a:spLocks noGrp="1"/>
            </p:cNvSpPr>
            <p:nvPr/>
          </p:nvSpPr>
          <p:spPr>
            <a:xfrm>
              <a:off x="21840527" y="3009900"/>
              <a:ext cx="15379" cy="276225"/>
            </a:xfrm>
            <a:prstGeom prst="rect">
              <a:avLst/>
            </a:prstGeom>
            <a:solidFill>
              <a:srgbClr val="DCE8ED"/>
            </a:solidFill>
            <a:ln w="0">
              <a:noFill/>
              <a:prstDash val="solid"/>
            </a:ln>
          </p:spPr>
        </p:sp>
        <p:sp>
          <p:nvSpPr>
            <p:cNvPr id="2018" name="four:time-step-strips:time-strip-tᵢ-cell-40:2018">
              <a:extLst>
                <a:ext uri="{FF2B5EF4-FFF2-40B4-BE49-F238E27FC236}">
                  <ns2:creationId id="{5B55A407-6541-4A72-A298-347979C194BA}"/>
                </a:ext>
              </a:extLst>
            </p:cNvPr>
            <p:cNvSpPr>
              <a:spLocks noGrp="1"/>
            </p:cNvSpPr>
            <p:nvPr/>
          </p:nvSpPr>
          <p:spPr>
            <a:xfrm>
              <a:off x="21855906" y="3009900"/>
              <a:ext cx="15379" cy="276225"/>
            </a:xfrm>
            <a:prstGeom prst="rect">
              <a:avLst/>
            </a:prstGeom>
            <a:solidFill>
              <a:srgbClr val="DCE8ED"/>
            </a:solidFill>
            <a:ln w="0">
              <a:noFill/>
              <a:prstDash val="solid"/>
            </a:ln>
          </p:spPr>
        </p:sp>
        <p:sp>
          <p:nvSpPr>
            <p:cNvPr id="2019" name="four:time-step-strips:time-strip-tᵢ-cell-41:2019">
              <a:extLst>
                <a:ext uri="{FF2B5EF4-FFF2-40B4-BE49-F238E27FC236}">
                  <ns2:creationId id="{65463867-C190-4FB1-83EB-51B4E0BBFCF3}"/>
                </a:ext>
              </a:extLst>
            </p:cNvPr>
            <p:cNvSpPr>
              <a:spLocks noGrp="1"/>
            </p:cNvSpPr>
            <p:nvPr/>
          </p:nvSpPr>
          <p:spPr>
            <a:xfrm>
              <a:off x="21871285" y="3009900"/>
              <a:ext cx="15379" cy="276225"/>
            </a:xfrm>
            <a:prstGeom prst="rect">
              <a:avLst/>
            </a:prstGeom>
            <a:solidFill>
              <a:srgbClr val="DCE8ED"/>
            </a:solidFill>
            <a:ln w="0">
              <a:noFill/>
              <a:prstDash val="solid"/>
            </a:ln>
          </p:spPr>
        </p:sp>
        <p:sp>
          <p:nvSpPr>
            <p:cNvPr id="2020" name="four:time-step-strips:time-strip-tᵢ-cell-42:2020">
              <a:extLst>
                <a:ext uri="{FF2B5EF4-FFF2-40B4-BE49-F238E27FC236}">
                  <ns2:creationId id="{79DC39FD-1C32-4B22-B955-6C03F0C31447}"/>
                </a:ext>
              </a:extLst>
            </p:cNvPr>
            <p:cNvSpPr>
              <a:spLocks noGrp="1"/>
            </p:cNvSpPr>
            <p:nvPr/>
          </p:nvSpPr>
          <p:spPr>
            <a:xfrm>
              <a:off x="21886664" y="3009900"/>
              <a:ext cx="15379" cy="276225"/>
            </a:xfrm>
            <a:prstGeom prst="rect">
              <a:avLst/>
            </a:prstGeom>
            <a:solidFill>
              <a:srgbClr val="DCE8ED"/>
            </a:solidFill>
            <a:ln w="0">
              <a:noFill/>
              <a:prstDash val="solid"/>
            </a:ln>
          </p:spPr>
        </p:sp>
        <p:sp>
          <p:nvSpPr>
            <p:cNvPr id="2021" name="four:time-step-strips:time-strip-tᵢ-cell-43:2021">
              <a:extLst>
                <a:ext uri="{FF2B5EF4-FFF2-40B4-BE49-F238E27FC236}">
                  <ns2:creationId id="{CDC48DF0-71E3-4CF9-B4F3-470DAEB41DFF}"/>
                </a:ext>
              </a:extLst>
            </p:cNvPr>
            <p:cNvSpPr>
              <a:spLocks noGrp="1"/>
            </p:cNvSpPr>
            <p:nvPr/>
          </p:nvSpPr>
          <p:spPr>
            <a:xfrm>
              <a:off x="21902043" y="3009900"/>
              <a:ext cx="15379" cy="276225"/>
            </a:xfrm>
            <a:prstGeom prst="rect">
              <a:avLst/>
            </a:prstGeom>
            <a:solidFill>
              <a:srgbClr val="DCE8ED"/>
            </a:solidFill>
            <a:ln w="0">
              <a:noFill/>
              <a:prstDash val="solid"/>
            </a:ln>
          </p:spPr>
        </p:sp>
        <p:sp>
          <p:nvSpPr>
            <p:cNvPr id="2022" name="four:time-step-strips:time-strip-tᵢ-cell-44:2022">
              <a:extLst>
                <a:ext uri="{FF2B5EF4-FFF2-40B4-BE49-F238E27FC236}">
                  <ns2:creationId id="{DE04177E-F015-4FD8-A389-7DEEA6666B3F}"/>
                </a:ext>
              </a:extLst>
            </p:cNvPr>
            <p:cNvSpPr>
              <a:spLocks noGrp="1"/>
            </p:cNvSpPr>
            <p:nvPr/>
          </p:nvSpPr>
          <p:spPr>
            <a:xfrm>
              <a:off x="21917422" y="3009900"/>
              <a:ext cx="15379" cy="276225"/>
            </a:xfrm>
            <a:prstGeom prst="rect">
              <a:avLst/>
            </a:prstGeom>
            <a:solidFill>
              <a:srgbClr val="DCE8ED"/>
            </a:solidFill>
            <a:ln w="0">
              <a:noFill/>
              <a:prstDash val="solid"/>
            </a:ln>
          </p:spPr>
        </p:sp>
        <p:sp>
          <p:nvSpPr>
            <p:cNvPr id="2023" name="four:time-step-strips:time-strip-tᵢ-cell-45:2023">
              <a:extLst>
                <a:ext uri="{FF2B5EF4-FFF2-40B4-BE49-F238E27FC236}">
                  <ns2:creationId id="{70B64F11-6D69-4F6D-B070-509574807E83}"/>
                </a:ext>
              </a:extLst>
            </p:cNvPr>
            <p:cNvSpPr>
              <a:spLocks noGrp="1"/>
            </p:cNvSpPr>
            <p:nvPr/>
          </p:nvSpPr>
          <p:spPr>
            <a:xfrm>
              <a:off x="21932801" y="3009900"/>
              <a:ext cx="15379" cy="276225"/>
            </a:xfrm>
            <a:prstGeom prst="rect">
              <a:avLst/>
            </a:prstGeom>
            <a:solidFill>
              <a:srgbClr val="DCE8ED"/>
            </a:solidFill>
            <a:ln w="0">
              <a:noFill/>
              <a:prstDash val="solid"/>
            </a:ln>
          </p:spPr>
        </p:sp>
        <p:sp>
          <p:nvSpPr>
            <p:cNvPr id="2024" name="four:time-step-strips:time-strip-tᵢ-cell-46:2024">
              <a:extLst>
                <a:ext uri="{FF2B5EF4-FFF2-40B4-BE49-F238E27FC236}">
                  <ns2:creationId id="{0DB3F650-8EEA-43BF-A80A-021E1B3EBE5A}"/>
                </a:ext>
              </a:extLst>
            </p:cNvPr>
            <p:cNvSpPr>
              <a:spLocks noGrp="1"/>
            </p:cNvSpPr>
            <p:nvPr/>
          </p:nvSpPr>
          <p:spPr>
            <a:xfrm>
              <a:off x="21948180" y="3009900"/>
              <a:ext cx="15379" cy="276225"/>
            </a:xfrm>
            <a:prstGeom prst="rect">
              <a:avLst/>
            </a:prstGeom>
            <a:solidFill>
              <a:srgbClr val="DCE8ED"/>
            </a:solidFill>
            <a:ln w="0">
              <a:noFill/>
              <a:prstDash val="solid"/>
            </a:ln>
          </p:spPr>
        </p:sp>
        <p:sp>
          <p:nvSpPr>
            <p:cNvPr id="2025" name="four:time-step-strips:time-strip-tᵢ-cell-47:2025">
              <a:extLst>
                <a:ext uri="{FF2B5EF4-FFF2-40B4-BE49-F238E27FC236}">
                  <ns2:creationId id="{CE2B8547-122E-47B4-8C1D-04B63E27EBAA}"/>
                </a:ext>
              </a:extLst>
            </p:cNvPr>
            <p:cNvSpPr>
              <a:spLocks noGrp="1"/>
            </p:cNvSpPr>
            <p:nvPr/>
          </p:nvSpPr>
          <p:spPr>
            <a:xfrm>
              <a:off x="21963559" y="3009900"/>
              <a:ext cx="15379" cy="276225"/>
            </a:xfrm>
            <a:prstGeom prst="rect">
              <a:avLst/>
            </a:prstGeom>
            <a:solidFill>
              <a:srgbClr val="DCE8ED"/>
            </a:solidFill>
            <a:ln w="0">
              <a:noFill/>
              <a:prstDash val="solid"/>
            </a:ln>
          </p:spPr>
        </p:sp>
        <p:sp>
          <p:nvSpPr>
            <p:cNvPr id="2026" name="four:time-step-strips:time-strip-tᵢ-cell-48:2026">
              <a:extLst>
                <a:ext uri="{FF2B5EF4-FFF2-40B4-BE49-F238E27FC236}">
                  <ns2:creationId id="{7123B786-224A-4ADC-B562-FA0D9CB04A3E}"/>
                </a:ext>
              </a:extLst>
            </p:cNvPr>
            <p:cNvSpPr>
              <a:spLocks noGrp="1"/>
            </p:cNvSpPr>
            <p:nvPr/>
          </p:nvSpPr>
          <p:spPr>
            <a:xfrm>
              <a:off x="21978938" y="3009900"/>
              <a:ext cx="15379" cy="276225"/>
            </a:xfrm>
            <a:prstGeom prst="rect">
              <a:avLst/>
            </a:prstGeom>
            <a:solidFill>
              <a:srgbClr val="DCE8ED"/>
            </a:solidFill>
            <a:ln w="0">
              <a:noFill/>
              <a:prstDash val="solid"/>
            </a:ln>
          </p:spPr>
        </p:sp>
        <p:sp>
          <p:nvSpPr>
            <p:cNvPr id="2027" name="four:time-step-strips:time-strip-tᵢ-cell-49:2027">
              <a:extLst>
                <a:ext uri="{FF2B5EF4-FFF2-40B4-BE49-F238E27FC236}">
                  <ns2:creationId id="{867E9E20-558C-431B-8406-425444D73CAE}"/>
                </a:ext>
              </a:extLst>
            </p:cNvPr>
            <p:cNvSpPr>
              <a:spLocks noGrp="1"/>
            </p:cNvSpPr>
            <p:nvPr/>
          </p:nvSpPr>
          <p:spPr>
            <a:xfrm>
              <a:off x="21994316" y="3009900"/>
              <a:ext cx="15379" cy="276225"/>
            </a:xfrm>
            <a:prstGeom prst="rect">
              <a:avLst/>
            </a:prstGeom>
            <a:solidFill>
              <a:srgbClr val="DCE8ED"/>
            </a:solidFill>
            <a:ln w="0">
              <a:noFill/>
              <a:prstDash val="solid"/>
            </a:ln>
          </p:spPr>
        </p:sp>
        <p:sp>
          <p:nvSpPr>
            <p:cNvPr id="2028" name="four:time-step-strips:time-strip-tᵢ-cell-50:2028">
              <a:extLst>
                <a:ext uri="{FF2B5EF4-FFF2-40B4-BE49-F238E27FC236}">
                  <ns2:creationId id="{46DBF6A2-5A82-4747-AD70-897E8E76658D}"/>
                </a:ext>
              </a:extLst>
            </p:cNvPr>
            <p:cNvSpPr>
              <a:spLocks noGrp="1"/>
            </p:cNvSpPr>
            <p:nvPr/>
          </p:nvSpPr>
          <p:spPr>
            <a:xfrm>
              <a:off x="22009695" y="3009900"/>
              <a:ext cx="15379" cy="276225"/>
            </a:xfrm>
            <a:prstGeom prst="rect">
              <a:avLst/>
            </a:prstGeom>
            <a:solidFill>
              <a:srgbClr val="DCE8ED"/>
            </a:solidFill>
            <a:ln w="0">
              <a:noFill/>
              <a:prstDash val="solid"/>
            </a:ln>
          </p:spPr>
        </p:sp>
        <p:sp>
          <p:nvSpPr>
            <p:cNvPr id="2029" name="four:time-step-strips:time-strip-tᵢ-cell-51:2029">
              <a:extLst>
                <a:ext uri="{FF2B5EF4-FFF2-40B4-BE49-F238E27FC236}">
                  <ns2:creationId id="{CB1B9E9D-6C80-4CA9-A7BA-C5F824814ECE}"/>
                </a:ext>
              </a:extLst>
            </p:cNvPr>
            <p:cNvSpPr>
              <a:spLocks noGrp="1"/>
            </p:cNvSpPr>
            <p:nvPr/>
          </p:nvSpPr>
          <p:spPr>
            <a:xfrm>
              <a:off x="22025074" y="3009900"/>
              <a:ext cx="15379" cy="276225"/>
            </a:xfrm>
            <a:prstGeom prst="rect">
              <a:avLst/>
            </a:prstGeom>
            <a:solidFill>
              <a:srgbClr val="DCE8ED"/>
            </a:solidFill>
            <a:ln w="0">
              <a:noFill/>
              <a:prstDash val="solid"/>
            </a:ln>
          </p:spPr>
        </p:sp>
        <p:sp>
          <p:nvSpPr>
            <p:cNvPr id="2030" name="four:time-step-strips:time-strip-tᵢ-cell-52:2030">
              <a:extLst>
                <a:ext uri="{FF2B5EF4-FFF2-40B4-BE49-F238E27FC236}">
                  <ns2:creationId id="{4517D3B2-F67A-4D24-9816-545BB18BFF2F}"/>
                </a:ext>
              </a:extLst>
            </p:cNvPr>
            <p:cNvSpPr>
              <a:spLocks noGrp="1"/>
            </p:cNvSpPr>
            <p:nvPr/>
          </p:nvSpPr>
          <p:spPr>
            <a:xfrm>
              <a:off x="22040453" y="3009900"/>
              <a:ext cx="15379" cy="276225"/>
            </a:xfrm>
            <a:prstGeom prst="rect">
              <a:avLst/>
            </a:prstGeom>
            <a:solidFill>
              <a:srgbClr val="DCE8ED"/>
            </a:solidFill>
            <a:ln w="0">
              <a:noFill/>
              <a:prstDash val="solid"/>
            </a:ln>
          </p:spPr>
        </p:sp>
        <p:sp>
          <p:nvSpPr>
            <p:cNvPr id="2031" name="four:time-step-strips:time-strip-tᵢ-cell-53:2031">
              <a:extLst>
                <a:ext uri="{FF2B5EF4-FFF2-40B4-BE49-F238E27FC236}">
                  <ns2:creationId id="{2C61E78A-FD53-4379-A46E-E9EE30108C04}"/>
                </a:ext>
              </a:extLst>
            </p:cNvPr>
            <p:cNvSpPr>
              <a:spLocks noGrp="1"/>
            </p:cNvSpPr>
            <p:nvPr/>
          </p:nvSpPr>
          <p:spPr>
            <a:xfrm>
              <a:off x="22055832" y="3009900"/>
              <a:ext cx="15379" cy="276225"/>
            </a:xfrm>
            <a:prstGeom prst="rect">
              <a:avLst/>
            </a:prstGeom>
            <a:solidFill>
              <a:srgbClr val="DCE8ED"/>
            </a:solidFill>
            <a:ln w="0">
              <a:noFill/>
              <a:prstDash val="solid"/>
            </a:ln>
          </p:spPr>
        </p:sp>
        <p:sp>
          <p:nvSpPr>
            <p:cNvPr id="2032" name="four:time-step-strips:time-strip-tᵢ-cell-54:2032">
              <a:extLst>
                <a:ext uri="{FF2B5EF4-FFF2-40B4-BE49-F238E27FC236}">
                  <ns2:creationId id="{A5624143-DDBC-4236-BD7F-9C45A56BCA65}"/>
                </a:ext>
              </a:extLst>
            </p:cNvPr>
            <p:cNvSpPr>
              <a:spLocks noGrp="1"/>
            </p:cNvSpPr>
            <p:nvPr/>
          </p:nvSpPr>
          <p:spPr>
            <a:xfrm>
              <a:off x="22071211" y="3009900"/>
              <a:ext cx="15379" cy="276225"/>
            </a:xfrm>
            <a:prstGeom prst="rect">
              <a:avLst/>
            </a:prstGeom>
            <a:solidFill>
              <a:srgbClr val="DCE8ED"/>
            </a:solidFill>
            <a:ln w="0">
              <a:noFill/>
              <a:prstDash val="solid"/>
            </a:ln>
          </p:spPr>
        </p:sp>
        <p:sp>
          <p:nvSpPr>
            <p:cNvPr id="2033" name="four:time-step-strips:time-strip-tᵢ-cell-55:2033">
              <a:extLst>
                <a:ext uri="{FF2B5EF4-FFF2-40B4-BE49-F238E27FC236}">
                  <ns2:creationId id="{1545A562-85D1-466D-BA56-C75F36577597}"/>
                </a:ext>
              </a:extLst>
            </p:cNvPr>
            <p:cNvSpPr>
              <a:spLocks noGrp="1"/>
            </p:cNvSpPr>
            <p:nvPr/>
          </p:nvSpPr>
          <p:spPr>
            <a:xfrm>
              <a:off x="22086590" y="3009900"/>
              <a:ext cx="15379" cy="276225"/>
            </a:xfrm>
            <a:prstGeom prst="rect">
              <a:avLst/>
            </a:prstGeom>
            <a:solidFill>
              <a:srgbClr val="DBE7EC"/>
            </a:solidFill>
            <a:ln w="0">
              <a:noFill/>
              <a:prstDash val="solid"/>
            </a:ln>
          </p:spPr>
        </p:sp>
        <p:sp>
          <p:nvSpPr>
            <p:cNvPr id="2034" name="four:time-step-strips:time-strip-tᵢ-cell-56:2034">
              <a:extLst>
                <a:ext uri="{FF2B5EF4-FFF2-40B4-BE49-F238E27FC236}">
                  <ns2:creationId id="{D91D919B-F46A-475D-B5CD-F8E8E3DCAFA1}"/>
                </a:ext>
              </a:extLst>
            </p:cNvPr>
            <p:cNvSpPr>
              <a:spLocks noGrp="1"/>
            </p:cNvSpPr>
            <p:nvPr/>
          </p:nvSpPr>
          <p:spPr>
            <a:xfrm>
              <a:off x="22101969" y="3009900"/>
              <a:ext cx="15379" cy="276225"/>
            </a:xfrm>
            <a:prstGeom prst="rect">
              <a:avLst/>
            </a:prstGeom>
            <a:solidFill>
              <a:srgbClr val="D5DDE7"/>
            </a:solidFill>
            <a:ln w="0">
              <a:noFill/>
              <a:prstDash val="solid"/>
            </a:ln>
          </p:spPr>
        </p:sp>
        <p:sp>
          <p:nvSpPr>
            <p:cNvPr id="2035" name="four:time-step-strips:time-strip-tᵢ-cell-57:2035">
              <a:extLst>
                <a:ext uri="{FF2B5EF4-FFF2-40B4-BE49-F238E27FC236}">
                  <ns2:creationId id="{EF344EC9-AC3A-4629-83C6-03BD16DBE70C}"/>
                </a:ext>
              </a:extLst>
            </p:cNvPr>
            <p:cNvSpPr>
              <a:spLocks noGrp="1"/>
            </p:cNvSpPr>
            <p:nvPr/>
          </p:nvSpPr>
          <p:spPr>
            <a:xfrm>
              <a:off x="22117348" y="3009900"/>
              <a:ext cx="15379" cy="276225"/>
            </a:xfrm>
            <a:prstGeom prst="rect">
              <a:avLst/>
            </a:prstGeom>
            <a:solidFill>
              <a:srgbClr val="A3D5CD"/>
            </a:solidFill>
            <a:ln w="0">
              <a:noFill/>
              <a:prstDash val="solid"/>
            </a:ln>
          </p:spPr>
        </p:sp>
        <p:sp>
          <p:nvSpPr>
            <p:cNvPr id="2036" name="four:time-step-strips:time-strip-tᵢ-cell-58:2036">
              <a:extLst>
                <a:ext uri="{FF2B5EF4-FFF2-40B4-BE49-F238E27FC236}">
                  <ns2:creationId id="{003CF683-6C78-475A-A5A2-B28D0C4DE61A}"/>
                </a:ext>
              </a:extLst>
            </p:cNvPr>
            <p:cNvSpPr>
              <a:spLocks noGrp="1"/>
            </p:cNvSpPr>
            <p:nvPr/>
          </p:nvSpPr>
          <p:spPr>
            <a:xfrm>
              <a:off x="22132727" y="3009900"/>
              <a:ext cx="15379" cy="276225"/>
            </a:xfrm>
            <a:prstGeom prst="rect">
              <a:avLst/>
            </a:prstGeom>
            <a:solidFill>
              <a:srgbClr val="7BC7B7"/>
            </a:solidFill>
            <a:ln w="0">
              <a:noFill/>
              <a:prstDash val="solid"/>
            </a:ln>
          </p:spPr>
        </p:sp>
        <p:sp>
          <p:nvSpPr>
            <p:cNvPr id="2037" name="four:time-step-strips:time-strip-tᵢ-cell-59:2037">
              <a:extLst>
                <a:ext uri="{FF2B5EF4-FFF2-40B4-BE49-F238E27FC236}">
                  <ns2:creationId id="{469948D3-C658-4B95-825F-48BE5A0DC08C}"/>
                </a:ext>
              </a:extLst>
            </p:cNvPr>
            <p:cNvSpPr>
              <a:spLocks noGrp="1"/>
            </p:cNvSpPr>
            <p:nvPr/>
          </p:nvSpPr>
          <p:spPr>
            <a:xfrm>
              <a:off x="22148105" y="3009900"/>
              <a:ext cx="15379" cy="276225"/>
            </a:xfrm>
            <a:prstGeom prst="rect">
              <a:avLst/>
            </a:prstGeom>
            <a:solidFill>
              <a:srgbClr val="50B9A0"/>
            </a:solidFill>
            <a:ln w="0">
              <a:noFill/>
              <a:prstDash val="solid"/>
            </a:ln>
          </p:spPr>
        </p:sp>
        <p:sp>
          <p:nvSpPr>
            <p:cNvPr id="2038" name="four:time-step-strips:time-strip-tᵢ-cell-60:2038">
              <a:extLst>
                <a:ext uri="{FF2B5EF4-FFF2-40B4-BE49-F238E27FC236}">
                  <ns2:creationId id="{92A3E43D-A907-4FFE-BE0E-EB6A1D286969}"/>
                </a:ext>
              </a:extLst>
            </p:cNvPr>
            <p:cNvSpPr>
              <a:spLocks noGrp="1"/>
            </p:cNvSpPr>
            <p:nvPr/>
          </p:nvSpPr>
          <p:spPr>
            <a:xfrm>
              <a:off x="22163484" y="3009900"/>
              <a:ext cx="15379" cy="276225"/>
            </a:xfrm>
            <a:prstGeom prst="rect">
              <a:avLst/>
            </a:prstGeom>
            <a:solidFill>
              <a:srgbClr val="2BAC8B"/>
            </a:solidFill>
            <a:ln w="0">
              <a:noFill/>
              <a:prstDash val="solid"/>
            </a:ln>
          </p:spPr>
        </p:sp>
        <p:sp>
          <p:nvSpPr>
            <p:cNvPr id="2039" name="four:time-step-strips:time-strip-tᵢ-cell-61:2039">
              <a:extLst>
                <a:ext uri="{FF2B5EF4-FFF2-40B4-BE49-F238E27FC236}">
                  <ns2:creationId id="{F1950C3D-B2DF-4A90-8749-4C9937F77175}"/>
                </a:ext>
              </a:extLst>
            </p:cNvPr>
            <p:cNvSpPr>
              <a:spLocks noGrp="1"/>
            </p:cNvSpPr>
            <p:nvPr/>
          </p:nvSpPr>
          <p:spPr>
            <a:xfrm>
              <a:off x="22178863" y="3009900"/>
              <a:ext cx="15379" cy="276225"/>
            </a:xfrm>
            <a:prstGeom prst="rect">
              <a:avLst/>
            </a:prstGeom>
            <a:solidFill>
              <a:srgbClr val="0DA27A"/>
            </a:solidFill>
            <a:ln w="0">
              <a:noFill/>
              <a:prstDash val="solid"/>
            </a:ln>
          </p:spPr>
        </p:sp>
        <p:sp>
          <p:nvSpPr>
            <p:cNvPr id="2040" name="four:time-step-strips:time-strip-tᵢ-cell-62:2040">
              <a:extLst>
                <a:ext uri="{FF2B5EF4-FFF2-40B4-BE49-F238E27FC236}">
                  <ns2:creationId id="{FE59FAF5-48C0-416E-8355-95C94421F50D}"/>
                </a:ext>
              </a:extLst>
            </p:cNvPr>
            <p:cNvSpPr>
              <a:spLocks noGrp="1"/>
            </p:cNvSpPr>
            <p:nvPr/>
          </p:nvSpPr>
          <p:spPr>
            <a:xfrm>
              <a:off x="22194242" y="3009900"/>
              <a:ext cx="15379" cy="276225"/>
            </a:xfrm>
            <a:prstGeom prst="rect">
              <a:avLst/>
            </a:prstGeom>
            <a:solidFill>
              <a:srgbClr val="009E73"/>
            </a:solidFill>
            <a:ln w="0">
              <a:noFill/>
              <a:prstDash val="solid"/>
            </a:ln>
          </p:spPr>
        </p:sp>
        <p:sp>
          <p:nvSpPr>
            <p:cNvPr id="2041" name="four:time-step-strips:time-strip-tᵢ-cell-63:2041">
              <a:extLst>
                <a:ext uri="{FF2B5EF4-FFF2-40B4-BE49-F238E27FC236}">
                  <ns2:creationId id="{9F6980A4-AAD5-4C5E-9D8E-083A5CACB0A2}"/>
                </a:ext>
              </a:extLst>
            </p:cNvPr>
            <p:cNvSpPr>
              <a:spLocks noGrp="1"/>
            </p:cNvSpPr>
            <p:nvPr/>
          </p:nvSpPr>
          <p:spPr>
            <a:xfrm>
              <a:off x="22209621" y="3009900"/>
              <a:ext cx="15379" cy="276225"/>
            </a:xfrm>
            <a:prstGeom prst="rect">
              <a:avLst/>
            </a:prstGeom>
            <a:solidFill>
              <a:srgbClr val="009E73"/>
            </a:solidFill>
            <a:ln w="0">
              <a:noFill/>
              <a:prstDash val="solid"/>
            </a:ln>
          </p:spPr>
        </p:sp>
        <p:sp>
          <p:nvSpPr>
            <p:cNvPr id="2042" name="four:time-step-strips:time-strip-tᵢ-cell-64:2042">
              <a:extLst>
                <a:ext uri="{FF2B5EF4-FFF2-40B4-BE49-F238E27FC236}">
                  <ns2:creationId id="{48B5A3EC-8B20-49A2-9BC6-BFCC7CAE84BE}"/>
                </a:ext>
              </a:extLst>
            </p:cNvPr>
            <p:cNvSpPr>
              <a:spLocks noGrp="1"/>
            </p:cNvSpPr>
            <p:nvPr/>
          </p:nvSpPr>
          <p:spPr>
            <a:xfrm>
              <a:off x="22225000" y="3009900"/>
              <a:ext cx="15379" cy="276225"/>
            </a:xfrm>
            <a:prstGeom prst="rect">
              <a:avLst/>
            </a:prstGeom>
            <a:solidFill>
              <a:srgbClr val="009E73"/>
            </a:solidFill>
            <a:ln w="0">
              <a:noFill/>
              <a:prstDash val="solid"/>
            </a:ln>
          </p:spPr>
        </p:sp>
        <p:sp>
          <p:nvSpPr>
            <p:cNvPr id="2043" name="four:time-step-strips:time-strip-tᵢ-cell-65:2043">
              <a:extLst>
                <a:ext uri="{FF2B5EF4-FFF2-40B4-BE49-F238E27FC236}">
                  <ns2:creationId id="{5A7A239F-2757-4C37-B308-0304CF5F8ADA}"/>
                </a:ext>
              </a:extLst>
            </p:cNvPr>
            <p:cNvSpPr>
              <a:spLocks noGrp="1"/>
            </p:cNvSpPr>
            <p:nvPr/>
          </p:nvSpPr>
          <p:spPr>
            <a:xfrm>
              <a:off x="22240379" y="3009900"/>
              <a:ext cx="15379" cy="276225"/>
            </a:xfrm>
            <a:prstGeom prst="rect">
              <a:avLst/>
            </a:prstGeom>
            <a:solidFill>
              <a:srgbClr val="009E73"/>
            </a:solidFill>
            <a:ln w="0">
              <a:noFill/>
              <a:prstDash val="solid"/>
            </a:ln>
          </p:spPr>
        </p:sp>
        <p:sp>
          <p:nvSpPr>
            <p:cNvPr id="2044" name="four:time-step-strips:time-strip-tᵢ-cell-66:2044">
              <a:extLst>
                <a:ext uri="{FF2B5EF4-FFF2-40B4-BE49-F238E27FC236}">
                  <ns2:creationId id="{72AF087C-9911-4908-9D83-5B21FC178D4B}"/>
                </a:ext>
              </a:extLst>
            </p:cNvPr>
            <p:cNvSpPr>
              <a:spLocks noGrp="1"/>
            </p:cNvSpPr>
            <p:nvPr/>
          </p:nvSpPr>
          <p:spPr>
            <a:xfrm>
              <a:off x="22255758" y="3009900"/>
              <a:ext cx="15379" cy="276225"/>
            </a:xfrm>
            <a:prstGeom prst="rect">
              <a:avLst/>
            </a:prstGeom>
            <a:solidFill>
              <a:srgbClr val="009E73"/>
            </a:solidFill>
            <a:ln w="0">
              <a:noFill/>
              <a:prstDash val="solid"/>
            </a:ln>
          </p:spPr>
        </p:sp>
        <p:sp>
          <p:nvSpPr>
            <p:cNvPr id="2045" name="four:time-step-strips:time-strip-tᵢ-cell-67:2045">
              <a:extLst>
                <a:ext uri="{FF2B5EF4-FFF2-40B4-BE49-F238E27FC236}">
                  <ns2:creationId id="{7D2C42EF-B60E-46DB-9D02-F49B71A844B0}"/>
                </a:ext>
              </a:extLst>
            </p:cNvPr>
            <p:cNvSpPr>
              <a:spLocks noGrp="1"/>
            </p:cNvSpPr>
            <p:nvPr/>
          </p:nvSpPr>
          <p:spPr>
            <a:xfrm>
              <a:off x="22271137" y="3009900"/>
              <a:ext cx="15379" cy="276225"/>
            </a:xfrm>
            <a:prstGeom prst="rect">
              <a:avLst/>
            </a:prstGeom>
            <a:solidFill>
              <a:srgbClr val="009E73"/>
            </a:solidFill>
            <a:ln w="0">
              <a:noFill/>
              <a:prstDash val="solid"/>
            </a:ln>
          </p:spPr>
        </p:sp>
        <p:sp>
          <p:nvSpPr>
            <p:cNvPr id="2046" name="four:time-step-strips:time-strip-tᵢ-cell-68:2046">
              <a:extLst>
                <a:ext uri="{FF2B5EF4-FFF2-40B4-BE49-F238E27FC236}">
                  <ns2:creationId id="{4BEBBC39-7AE5-41F4-AEE4-12388000FC85}"/>
                </a:ext>
              </a:extLst>
            </p:cNvPr>
            <p:cNvSpPr>
              <a:spLocks noGrp="1"/>
            </p:cNvSpPr>
            <p:nvPr/>
          </p:nvSpPr>
          <p:spPr>
            <a:xfrm>
              <a:off x="22286516" y="3009900"/>
              <a:ext cx="15379" cy="276225"/>
            </a:xfrm>
            <a:prstGeom prst="rect">
              <a:avLst/>
            </a:prstGeom>
            <a:solidFill>
              <a:srgbClr val="009E73"/>
            </a:solidFill>
            <a:ln w="0">
              <a:noFill/>
              <a:prstDash val="solid"/>
            </a:ln>
          </p:spPr>
        </p:sp>
        <p:sp>
          <p:nvSpPr>
            <p:cNvPr id="2047" name="four:time-step-strips:time-strip-tᵢ-cell-69:2047">
              <a:extLst>
                <a:ext uri="{FF2B5EF4-FFF2-40B4-BE49-F238E27FC236}">
                  <ns2:creationId id="{821FC1E8-E92E-43B9-9711-D951474C1B32}"/>
                </a:ext>
              </a:extLst>
            </p:cNvPr>
            <p:cNvSpPr>
              <a:spLocks noGrp="1"/>
            </p:cNvSpPr>
            <p:nvPr/>
          </p:nvSpPr>
          <p:spPr>
            <a:xfrm>
              <a:off x="22301895" y="3009900"/>
              <a:ext cx="15379" cy="276225"/>
            </a:xfrm>
            <a:prstGeom prst="rect">
              <a:avLst/>
            </a:prstGeom>
            <a:solidFill>
              <a:srgbClr val="009E73"/>
            </a:solidFill>
            <a:ln w="0">
              <a:noFill/>
              <a:prstDash val="solid"/>
            </a:ln>
          </p:spPr>
        </p:sp>
        <p:sp>
          <p:nvSpPr>
            <p:cNvPr id="2048" name="four:time-step-strips:time-strip-tᵢ-cell-70:2048">
              <a:extLst>
                <a:ext uri="{FF2B5EF4-FFF2-40B4-BE49-F238E27FC236}">
                  <ns2:creationId id="{88DD0C8D-71D8-49C0-8E7E-7F51C08E715D}"/>
                </a:ext>
              </a:extLst>
            </p:cNvPr>
            <p:cNvSpPr>
              <a:spLocks noGrp="1"/>
            </p:cNvSpPr>
            <p:nvPr/>
          </p:nvSpPr>
          <p:spPr>
            <a:xfrm>
              <a:off x="22317273" y="3009900"/>
              <a:ext cx="15379" cy="276225"/>
            </a:xfrm>
            <a:prstGeom prst="rect">
              <a:avLst/>
            </a:prstGeom>
            <a:solidFill>
              <a:srgbClr val="009E73"/>
            </a:solidFill>
            <a:ln w="0">
              <a:noFill/>
              <a:prstDash val="solid"/>
            </a:ln>
          </p:spPr>
        </p:sp>
        <p:sp>
          <p:nvSpPr>
            <p:cNvPr id="2049" name="four:time-step-strips:time-strip-tᵢ-cell-71:2049">
              <a:extLst>
                <a:ext uri="{FF2B5EF4-FFF2-40B4-BE49-F238E27FC236}">
                  <ns2:creationId id="{43BDACFA-B575-416F-A073-A4E4D097DDB8}"/>
                </a:ext>
              </a:extLst>
            </p:cNvPr>
            <p:cNvSpPr>
              <a:spLocks noGrp="1"/>
            </p:cNvSpPr>
            <p:nvPr/>
          </p:nvSpPr>
          <p:spPr>
            <a:xfrm>
              <a:off x="22332652" y="3009900"/>
              <a:ext cx="15379" cy="276225"/>
            </a:xfrm>
            <a:prstGeom prst="rect">
              <a:avLst/>
            </a:prstGeom>
            <a:solidFill>
              <a:srgbClr val="009E73"/>
            </a:solidFill>
            <a:ln w="0">
              <a:noFill/>
              <a:prstDash val="solid"/>
            </a:ln>
          </p:spPr>
        </p:sp>
        <p:sp>
          <p:nvSpPr>
            <p:cNvPr id="2050" name="four:time-step-strips:time-strip-tᵢ-cell-72:2050">
              <a:extLst>
                <a:ext uri="{FF2B5EF4-FFF2-40B4-BE49-F238E27FC236}">
                  <ns2:creationId id="{B1A7AB40-FC01-4E1D-9D5B-EFAE918002D4}"/>
                </a:ext>
              </a:extLst>
            </p:cNvPr>
            <p:cNvSpPr>
              <a:spLocks noGrp="1"/>
            </p:cNvSpPr>
            <p:nvPr/>
          </p:nvSpPr>
          <p:spPr>
            <a:xfrm>
              <a:off x="22348031" y="3009900"/>
              <a:ext cx="15379" cy="276225"/>
            </a:xfrm>
            <a:prstGeom prst="rect">
              <a:avLst/>
            </a:prstGeom>
            <a:solidFill>
              <a:srgbClr val="009E73"/>
            </a:solidFill>
            <a:ln w="0">
              <a:noFill/>
              <a:prstDash val="solid"/>
            </a:ln>
          </p:spPr>
        </p:sp>
        <p:sp>
          <p:nvSpPr>
            <p:cNvPr id="2051" name="four:time-step-strips:time-strip-tᵢ-cell-73:2051">
              <a:extLst>
                <a:ext uri="{FF2B5EF4-FFF2-40B4-BE49-F238E27FC236}">
                  <ns2:creationId id="{686A2D0C-5A9A-45A1-AE5E-8EC9029FC4B0}"/>
                </a:ext>
              </a:extLst>
            </p:cNvPr>
            <p:cNvSpPr>
              <a:spLocks noGrp="1"/>
            </p:cNvSpPr>
            <p:nvPr/>
          </p:nvSpPr>
          <p:spPr>
            <a:xfrm>
              <a:off x="22363410" y="3009900"/>
              <a:ext cx="15379" cy="276225"/>
            </a:xfrm>
            <a:prstGeom prst="rect">
              <a:avLst/>
            </a:prstGeom>
            <a:solidFill>
              <a:srgbClr val="009E73"/>
            </a:solidFill>
            <a:ln w="0">
              <a:noFill/>
              <a:prstDash val="solid"/>
            </a:ln>
          </p:spPr>
        </p:sp>
        <p:sp>
          <p:nvSpPr>
            <p:cNvPr id="2052" name="four:time-step-strips:time-strip-tᵢ-cell-74:2052">
              <a:extLst>
                <a:ext uri="{FF2B5EF4-FFF2-40B4-BE49-F238E27FC236}">
                  <ns2:creationId id="{CB896DAA-63A1-42E3-9453-8DF6D967460B}"/>
                </a:ext>
              </a:extLst>
            </p:cNvPr>
            <p:cNvSpPr>
              <a:spLocks noGrp="1"/>
            </p:cNvSpPr>
            <p:nvPr/>
          </p:nvSpPr>
          <p:spPr>
            <a:xfrm>
              <a:off x="22378789" y="3009900"/>
              <a:ext cx="15379" cy="276225"/>
            </a:xfrm>
            <a:prstGeom prst="rect">
              <a:avLst/>
            </a:prstGeom>
            <a:solidFill>
              <a:srgbClr val="009E73"/>
            </a:solidFill>
            <a:ln w="0">
              <a:noFill/>
              <a:prstDash val="solid"/>
            </a:ln>
          </p:spPr>
        </p:sp>
        <p:sp>
          <p:nvSpPr>
            <p:cNvPr id="2053" name="four:time-step-strips:time-strip-tᵢ-cell-75:2053">
              <a:extLst>
                <a:ext uri="{FF2B5EF4-FFF2-40B4-BE49-F238E27FC236}">
                  <ns2:creationId id="{111CC723-403A-4E7D-AF17-5FE205579BE7}"/>
                </a:ext>
              </a:extLst>
            </p:cNvPr>
            <p:cNvSpPr>
              <a:spLocks noGrp="1"/>
            </p:cNvSpPr>
            <p:nvPr/>
          </p:nvSpPr>
          <p:spPr>
            <a:xfrm>
              <a:off x="22394168" y="3009900"/>
              <a:ext cx="15379" cy="276225"/>
            </a:xfrm>
            <a:prstGeom prst="rect">
              <a:avLst/>
            </a:prstGeom>
            <a:solidFill>
              <a:srgbClr val="009E73"/>
            </a:solidFill>
            <a:ln w="0">
              <a:noFill/>
              <a:prstDash val="solid"/>
            </a:ln>
          </p:spPr>
        </p:sp>
        <p:sp>
          <p:nvSpPr>
            <p:cNvPr id="2054" name="four:time-step-strips:time-strip-tᵢ-cell-76:2054">
              <a:extLst>
                <a:ext uri="{FF2B5EF4-FFF2-40B4-BE49-F238E27FC236}">
                  <ns2:creationId id="{63ECF58C-489E-44BC-96A7-9E06B15F2A0B}"/>
                </a:ext>
              </a:extLst>
            </p:cNvPr>
            <p:cNvSpPr>
              <a:spLocks noGrp="1"/>
            </p:cNvSpPr>
            <p:nvPr/>
          </p:nvSpPr>
          <p:spPr>
            <a:xfrm>
              <a:off x="22409547" y="3009900"/>
              <a:ext cx="15379" cy="276225"/>
            </a:xfrm>
            <a:prstGeom prst="rect">
              <a:avLst/>
            </a:prstGeom>
            <a:solidFill>
              <a:srgbClr val="009E73"/>
            </a:solidFill>
            <a:ln w="0">
              <a:noFill/>
              <a:prstDash val="solid"/>
            </a:ln>
          </p:spPr>
        </p:sp>
        <p:sp>
          <p:nvSpPr>
            <p:cNvPr id="2055" name="four:time-step-strips:time-strip-tᵢ-cell-77:2055">
              <a:extLst>
                <a:ext uri="{FF2B5EF4-FFF2-40B4-BE49-F238E27FC236}">
                  <ns2:creationId id="{9F09DEF3-974B-4980-85EC-2B91490E3CAD}"/>
                </a:ext>
              </a:extLst>
            </p:cNvPr>
            <p:cNvSpPr>
              <a:spLocks noGrp="1"/>
            </p:cNvSpPr>
            <p:nvPr/>
          </p:nvSpPr>
          <p:spPr>
            <a:xfrm>
              <a:off x="22424926" y="3009900"/>
              <a:ext cx="15379" cy="276225"/>
            </a:xfrm>
            <a:prstGeom prst="rect">
              <a:avLst/>
            </a:prstGeom>
            <a:solidFill>
              <a:srgbClr val="009E73"/>
            </a:solidFill>
            <a:ln w="0">
              <a:noFill/>
              <a:prstDash val="solid"/>
            </a:ln>
          </p:spPr>
        </p:sp>
        <p:sp>
          <p:nvSpPr>
            <p:cNvPr id="2056" name="four:time-step-strips:time-strip-tᵢ-cell-78:2056">
              <a:extLst>
                <a:ext uri="{FF2B5EF4-FFF2-40B4-BE49-F238E27FC236}">
                  <ns2:creationId id="{765BDAA2-F07E-4A2F-89FF-866FBCF6888F}"/>
                </a:ext>
              </a:extLst>
            </p:cNvPr>
            <p:cNvSpPr>
              <a:spLocks noGrp="1"/>
            </p:cNvSpPr>
            <p:nvPr/>
          </p:nvSpPr>
          <p:spPr>
            <a:xfrm>
              <a:off x="22440305" y="3009900"/>
              <a:ext cx="15379" cy="276225"/>
            </a:xfrm>
            <a:prstGeom prst="rect">
              <a:avLst/>
            </a:prstGeom>
            <a:solidFill>
              <a:srgbClr val="009E73"/>
            </a:solidFill>
            <a:ln w="0">
              <a:noFill/>
              <a:prstDash val="solid"/>
            </a:ln>
          </p:spPr>
        </p:sp>
        <p:sp>
          <p:nvSpPr>
            <p:cNvPr id="2057" name="four:time-step-strips:time-strip-tᵢ-cell-79:2057">
              <a:extLst>
                <a:ext uri="{FF2B5EF4-FFF2-40B4-BE49-F238E27FC236}">
                  <ns2:creationId id="{75D08233-6EF7-4379-B29A-EEFFDBAF8FE2}"/>
                </a:ext>
              </a:extLst>
            </p:cNvPr>
            <p:cNvSpPr>
              <a:spLocks noGrp="1"/>
            </p:cNvSpPr>
            <p:nvPr/>
          </p:nvSpPr>
          <p:spPr>
            <a:xfrm>
              <a:off x="22455684" y="3009900"/>
              <a:ext cx="15379" cy="276225"/>
            </a:xfrm>
            <a:prstGeom prst="rect">
              <a:avLst/>
            </a:prstGeom>
            <a:solidFill>
              <a:srgbClr val="029F74"/>
            </a:solidFill>
            <a:ln w="0">
              <a:noFill/>
              <a:prstDash val="solid"/>
            </a:ln>
          </p:spPr>
        </p:sp>
        <p:sp>
          <p:nvSpPr>
            <p:cNvPr id="2058" name="four:time-step-strips:time-strip-tᵢ-cell-80:2058">
              <a:extLst>
                <a:ext uri="{FF2B5EF4-FFF2-40B4-BE49-F238E27FC236}">
                  <ns2:creationId id="{49E6A318-4096-440C-94EA-A2AF09BA6234}"/>
                </a:ext>
              </a:extLst>
            </p:cNvPr>
            <p:cNvSpPr>
              <a:spLocks noGrp="1"/>
            </p:cNvSpPr>
            <p:nvPr/>
          </p:nvSpPr>
          <p:spPr>
            <a:xfrm>
              <a:off x="22471063" y="3009900"/>
              <a:ext cx="15379" cy="276225"/>
            </a:xfrm>
            <a:prstGeom prst="rect">
              <a:avLst/>
            </a:prstGeom>
            <a:solidFill>
              <a:srgbClr val="0EA37B"/>
            </a:solidFill>
            <a:ln w="0">
              <a:noFill/>
              <a:prstDash val="solid"/>
            </a:ln>
          </p:spPr>
        </p:sp>
        <p:sp>
          <p:nvSpPr>
            <p:cNvPr id="2059" name="four:time-step-strips:time-strip-tᵢ-cell-81:2059">
              <a:extLst>
                <a:ext uri="{FF2B5EF4-FFF2-40B4-BE49-F238E27FC236}">
                  <ns2:creationId id="{B9935048-F6A0-41C0-9AF6-7B96F65C9C3A}"/>
                </a:ext>
              </a:extLst>
            </p:cNvPr>
            <p:cNvSpPr>
              <a:spLocks noGrp="1"/>
            </p:cNvSpPr>
            <p:nvPr/>
          </p:nvSpPr>
          <p:spPr>
            <a:xfrm>
              <a:off x="22486441" y="3009900"/>
              <a:ext cx="15379" cy="276225"/>
            </a:xfrm>
            <a:prstGeom prst="rect">
              <a:avLst/>
            </a:prstGeom>
            <a:solidFill>
              <a:srgbClr val="21A985"/>
            </a:solidFill>
            <a:ln w="0">
              <a:noFill/>
              <a:prstDash val="solid"/>
            </a:ln>
          </p:spPr>
        </p:sp>
        <p:sp>
          <p:nvSpPr>
            <p:cNvPr id="2060" name="four:time-step-strips:time-strip-tᵢ-cell-82:2060">
              <a:extLst>
                <a:ext uri="{FF2B5EF4-FFF2-40B4-BE49-F238E27FC236}">
                  <ns2:creationId id="{0C7A9E9E-7DBF-49E8-882F-054E6396B53D}"/>
                </a:ext>
              </a:extLst>
            </p:cNvPr>
            <p:cNvSpPr>
              <a:spLocks noGrp="1"/>
            </p:cNvSpPr>
            <p:nvPr/>
          </p:nvSpPr>
          <p:spPr>
            <a:xfrm>
              <a:off x="22501820" y="3009900"/>
              <a:ext cx="15379" cy="276225"/>
            </a:xfrm>
            <a:prstGeom prst="rect">
              <a:avLst/>
            </a:prstGeom>
            <a:solidFill>
              <a:srgbClr val="39B193"/>
            </a:solidFill>
            <a:ln w="0">
              <a:noFill/>
              <a:prstDash val="solid"/>
            </a:ln>
          </p:spPr>
        </p:sp>
        <p:sp>
          <p:nvSpPr>
            <p:cNvPr id="2061" name="four:time-step-strips:time-strip-tᵢ-cell-83:2061">
              <a:extLst>
                <a:ext uri="{FF2B5EF4-FFF2-40B4-BE49-F238E27FC236}">
                  <ns2:creationId id="{DC1A405E-A0FF-4140-AF52-1F2D6A789953}"/>
                </a:ext>
              </a:extLst>
            </p:cNvPr>
            <p:cNvSpPr>
              <a:spLocks noGrp="1"/>
            </p:cNvSpPr>
            <p:nvPr/>
          </p:nvSpPr>
          <p:spPr>
            <a:xfrm>
              <a:off x="22517199" y="3009900"/>
              <a:ext cx="15379" cy="276225"/>
            </a:xfrm>
            <a:prstGeom prst="rect">
              <a:avLst/>
            </a:prstGeom>
            <a:solidFill>
              <a:srgbClr val="53BAA1"/>
            </a:solidFill>
            <a:ln w="0">
              <a:noFill/>
              <a:prstDash val="solid"/>
            </a:ln>
          </p:spPr>
        </p:sp>
        <p:sp>
          <p:nvSpPr>
            <p:cNvPr id="2062" name="four:time-step-strips:time-strip-tᵢ-cell-84:2062">
              <a:extLst>
                <a:ext uri="{FF2B5EF4-FFF2-40B4-BE49-F238E27FC236}">
                  <ns2:creationId id="{3B8E9CBA-89F7-4F40-BA5F-2779485C5A55}"/>
                </a:ext>
              </a:extLst>
            </p:cNvPr>
            <p:cNvSpPr>
              <a:spLocks noGrp="1"/>
            </p:cNvSpPr>
            <p:nvPr/>
          </p:nvSpPr>
          <p:spPr>
            <a:xfrm>
              <a:off x="22532578" y="3009900"/>
              <a:ext cx="15379" cy="276225"/>
            </a:xfrm>
            <a:prstGeom prst="rect">
              <a:avLst/>
            </a:prstGeom>
            <a:solidFill>
              <a:srgbClr val="67C1AC"/>
            </a:solidFill>
            <a:ln w="0">
              <a:noFill/>
              <a:prstDash val="solid"/>
            </a:ln>
          </p:spPr>
        </p:sp>
        <p:sp>
          <p:nvSpPr>
            <p:cNvPr id="2063" name="four:time-step-strips:time-strip-tᵢ-cell-85:2063">
              <a:extLst>
                <a:ext uri="{FF2B5EF4-FFF2-40B4-BE49-F238E27FC236}">
                  <ns2:creationId id="{0B12E6BE-BA59-4F5C-AD5F-DE600B0D8014}"/>
                </a:ext>
              </a:extLst>
            </p:cNvPr>
            <p:cNvSpPr>
              <a:spLocks noGrp="1"/>
            </p:cNvSpPr>
            <p:nvPr/>
          </p:nvSpPr>
          <p:spPr>
            <a:xfrm>
              <a:off x="22547957" y="3009900"/>
              <a:ext cx="15379" cy="276225"/>
            </a:xfrm>
            <a:prstGeom prst="rect">
              <a:avLst/>
            </a:prstGeom>
            <a:solidFill>
              <a:srgbClr val="79C7B6"/>
            </a:solidFill>
            <a:ln w="0">
              <a:noFill/>
              <a:prstDash val="solid"/>
            </a:ln>
          </p:spPr>
        </p:sp>
        <p:sp>
          <p:nvSpPr>
            <p:cNvPr id="2064" name="four:time-step-strips:time-strip-tᵢ-cell-86:2064">
              <a:extLst>
                <a:ext uri="{FF2B5EF4-FFF2-40B4-BE49-F238E27FC236}">
                  <ns2:creationId id="{B17AC5B8-4834-4E34-BF90-FB379B3688DD}"/>
                </a:ext>
              </a:extLst>
            </p:cNvPr>
            <p:cNvSpPr>
              <a:spLocks noGrp="1"/>
            </p:cNvSpPr>
            <p:nvPr/>
          </p:nvSpPr>
          <p:spPr>
            <a:xfrm>
              <a:off x="22563336" y="3009900"/>
              <a:ext cx="15379" cy="276225"/>
            </a:xfrm>
            <a:prstGeom prst="rect">
              <a:avLst/>
            </a:prstGeom>
            <a:solidFill>
              <a:srgbClr val="81C9BA"/>
            </a:solidFill>
            <a:ln w="0">
              <a:noFill/>
              <a:prstDash val="solid"/>
            </a:ln>
          </p:spPr>
        </p:sp>
        <p:sp>
          <p:nvSpPr>
            <p:cNvPr id="2065" name="four:time-step-strips:time-strip-tᵢ-cell-87:2065">
              <a:extLst>
                <a:ext uri="{FF2B5EF4-FFF2-40B4-BE49-F238E27FC236}">
                  <ns2:creationId id="{401A6A37-0E39-4D60-8853-717147B52DE3}"/>
                </a:ext>
              </a:extLst>
            </p:cNvPr>
            <p:cNvSpPr>
              <a:spLocks noGrp="1"/>
            </p:cNvSpPr>
            <p:nvPr/>
          </p:nvSpPr>
          <p:spPr>
            <a:xfrm>
              <a:off x="22578715" y="3009900"/>
              <a:ext cx="15379" cy="276225"/>
            </a:xfrm>
            <a:prstGeom prst="rect">
              <a:avLst/>
            </a:prstGeom>
            <a:solidFill>
              <a:srgbClr val="81C9BA"/>
            </a:solidFill>
            <a:ln w="0">
              <a:noFill/>
              <a:prstDash val="solid"/>
            </a:ln>
          </p:spPr>
        </p:sp>
        <p:sp>
          <p:nvSpPr>
            <p:cNvPr id="2066" name="four:time-step-strips:time-strip-tᵢ-cell-88:2066">
              <a:extLst>
                <a:ext uri="{FF2B5EF4-FFF2-40B4-BE49-F238E27FC236}">
                  <ns2:creationId id="{6A6A5171-6C0A-424C-B3F3-78DA55F32A43}"/>
                </a:ext>
              </a:extLst>
            </p:cNvPr>
            <p:cNvSpPr>
              <a:spLocks noGrp="1"/>
            </p:cNvSpPr>
            <p:nvPr/>
          </p:nvSpPr>
          <p:spPr>
            <a:xfrm>
              <a:off x="22594094" y="3009900"/>
              <a:ext cx="15379" cy="276225"/>
            </a:xfrm>
            <a:prstGeom prst="rect">
              <a:avLst/>
            </a:prstGeom>
            <a:solidFill>
              <a:srgbClr val="81C9BA"/>
            </a:solidFill>
            <a:ln w="0">
              <a:noFill/>
              <a:prstDash val="solid"/>
            </a:ln>
          </p:spPr>
        </p:sp>
        <p:sp>
          <p:nvSpPr>
            <p:cNvPr id="2067" name="four:time-step-strips:time-strip-tᵢ-cell-89:2067">
              <a:extLst>
                <a:ext uri="{FF2B5EF4-FFF2-40B4-BE49-F238E27FC236}">
                  <ns2:creationId id="{AC24581E-D199-4D7D-818E-409462AF0E2F}"/>
                </a:ext>
              </a:extLst>
            </p:cNvPr>
            <p:cNvSpPr>
              <a:spLocks noGrp="1"/>
            </p:cNvSpPr>
            <p:nvPr/>
          </p:nvSpPr>
          <p:spPr>
            <a:xfrm>
              <a:off x="22609473" y="3009900"/>
              <a:ext cx="15379" cy="276225"/>
            </a:xfrm>
            <a:prstGeom prst="rect">
              <a:avLst/>
            </a:prstGeom>
            <a:solidFill>
              <a:srgbClr val="81C9BA"/>
            </a:solidFill>
            <a:ln w="0">
              <a:noFill/>
              <a:prstDash val="solid"/>
            </a:ln>
          </p:spPr>
        </p:sp>
        <p:sp>
          <p:nvSpPr>
            <p:cNvPr id="2068" name="four:time-step-strips:time-strip-tᵢ-cell-90:2068">
              <a:extLst>
                <a:ext uri="{FF2B5EF4-FFF2-40B4-BE49-F238E27FC236}">
                  <ns2:creationId id="{AA9F42BB-E6D7-46A7-933E-227FB3B088A0}"/>
                </a:ext>
              </a:extLst>
            </p:cNvPr>
            <p:cNvSpPr>
              <a:spLocks noGrp="1"/>
            </p:cNvSpPr>
            <p:nvPr/>
          </p:nvSpPr>
          <p:spPr>
            <a:xfrm>
              <a:off x="22624852" y="3009900"/>
              <a:ext cx="15379" cy="276225"/>
            </a:xfrm>
            <a:prstGeom prst="rect">
              <a:avLst/>
            </a:prstGeom>
            <a:solidFill>
              <a:srgbClr val="81C9BA"/>
            </a:solidFill>
            <a:ln w="0">
              <a:noFill/>
              <a:prstDash val="solid"/>
            </a:ln>
          </p:spPr>
        </p:sp>
        <p:sp>
          <p:nvSpPr>
            <p:cNvPr id="2069" name="four:time-step-strips:time-strip-tᵢ-cell-91:2069">
              <a:extLst>
                <a:ext uri="{FF2B5EF4-FFF2-40B4-BE49-F238E27FC236}">
                  <ns2:creationId id="{4981B53B-990B-4433-8C9C-77D849CBD502}"/>
                </a:ext>
              </a:extLst>
            </p:cNvPr>
            <p:cNvSpPr>
              <a:spLocks noGrp="1"/>
            </p:cNvSpPr>
            <p:nvPr/>
          </p:nvSpPr>
          <p:spPr>
            <a:xfrm>
              <a:off x="22640230" y="3009900"/>
              <a:ext cx="15379" cy="276225"/>
            </a:xfrm>
            <a:prstGeom prst="rect">
              <a:avLst/>
            </a:prstGeom>
            <a:solidFill>
              <a:srgbClr val="81C9BA"/>
            </a:solidFill>
            <a:ln w="0">
              <a:noFill/>
              <a:prstDash val="solid"/>
            </a:ln>
          </p:spPr>
        </p:sp>
        <p:sp>
          <p:nvSpPr>
            <p:cNvPr id="2070" name="four:time-step-strips:time-strip-tᵢ-cell-92:2070">
              <a:extLst>
                <a:ext uri="{FF2B5EF4-FFF2-40B4-BE49-F238E27FC236}">
                  <ns2:creationId id="{A5E43B85-961F-437C-A310-F2179A9B69F4}"/>
                </a:ext>
              </a:extLst>
            </p:cNvPr>
            <p:cNvSpPr>
              <a:spLocks noGrp="1"/>
            </p:cNvSpPr>
            <p:nvPr/>
          </p:nvSpPr>
          <p:spPr>
            <a:xfrm>
              <a:off x="22655609" y="3009900"/>
              <a:ext cx="15379" cy="276225"/>
            </a:xfrm>
            <a:prstGeom prst="rect">
              <a:avLst/>
            </a:prstGeom>
            <a:solidFill>
              <a:srgbClr val="81C9BA"/>
            </a:solidFill>
            <a:ln w="0">
              <a:noFill/>
              <a:prstDash val="solid"/>
            </a:ln>
          </p:spPr>
        </p:sp>
        <p:sp>
          <p:nvSpPr>
            <p:cNvPr id="2071" name="four:time-step-strips:time-strip-tᵢ-cell-93:2071">
              <a:extLst>
                <a:ext uri="{FF2B5EF4-FFF2-40B4-BE49-F238E27FC236}">
                  <ns2:creationId id="{A13CBE26-9D30-48A4-AF29-49B472D263BF}"/>
                </a:ext>
              </a:extLst>
            </p:cNvPr>
            <p:cNvSpPr>
              <a:spLocks noGrp="1"/>
            </p:cNvSpPr>
            <p:nvPr/>
          </p:nvSpPr>
          <p:spPr>
            <a:xfrm>
              <a:off x="22670988" y="3009900"/>
              <a:ext cx="15379" cy="276225"/>
            </a:xfrm>
            <a:prstGeom prst="rect">
              <a:avLst/>
            </a:prstGeom>
            <a:solidFill>
              <a:srgbClr val="81C9BA"/>
            </a:solidFill>
            <a:ln w="0">
              <a:noFill/>
              <a:prstDash val="solid"/>
            </a:ln>
          </p:spPr>
        </p:sp>
        <p:sp>
          <p:nvSpPr>
            <p:cNvPr id="2072" name="four:time-step-strips:time-strip-tᵢ-cell-94:2072">
              <a:extLst>
                <a:ext uri="{FF2B5EF4-FFF2-40B4-BE49-F238E27FC236}">
                  <ns2:creationId id="{FE8803D2-DB34-47E2-A0E3-80D4D88C3E6D}"/>
                </a:ext>
              </a:extLst>
            </p:cNvPr>
            <p:cNvSpPr>
              <a:spLocks noGrp="1"/>
            </p:cNvSpPr>
            <p:nvPr/>
          </p:nvSpPr>
          <p:spPr>
            <a:xfrm>
              <a:off x="22686367" y="3009900"/>
              <a:ext cx="15379" cy="276225"/>
            </a:xfrm>
            <a:prstGeom prst="rect">
              <a:avLst/>
            </a:prstGeom>
            <a:solidFill>
              <a:srgbClr val="81C9BA"/>
            </a:solidFill>
            <a:ln w="0">
              <a:noFill/>
              <a:prstDash val="solid"/>
            </a:ln>
          </p:spPr>
        </p:sp>
        <p:sp>
          <p:nvSpPr>
            <p:cNvPr id="2073" name="four:time-step-strips:time-strip-tᵢ-cell-95:2073">
              <a:extLst>
                <a:ext uri="{FF2B5EF4-FFF2-40B4-BE49-F238E27FC236}">
                  <ns2:creationId id="{CBD4157E-AC30-409C-9315-41119B583EC8}"/>
                </a:ext>
              </a:extLst>
            </p:cNvPr>
            <p:cNvSpPr>
              <a:spLocks noGrp="1"/>
            </p:cNvSpPr>
            <p:nvPr/>
          </p:nvSpPr>
          <p:spPr>
            <a:xfrm>
              <a:off x="22701746" y="3009900"/>
              <a:ext cx="15379" cy="276225"/>
            </a:xfrm>
            <a:prstGeom prst="rect">
              <a:avLst/>
            </a:prstGeom>
            <a:solidFill>
              <a:srgbClr val="81C9BA"/>
            </a:solidFill>
            <a:ln w="0">
              <a:noFill/>
              <a:prstDash val="solid"/>
            </a:ln>
          </p:spPr>
        </p:sp>
        <p:sp>
          <p:nvSpPr>
            <p:cNvPr id="2074" name="four:time-step-strips:time-strip-tᵢ-cell-96:2074">
              <a:extLst>
                <a:ext uri="{FF2B5EF4-FFF2-40B4-BE49-F238E27FC236}">
                  <ns2:creationId id="{099E5731-C19A-4CF4-8FD6-53C333620840}"/>
                </a:ext>
              </a:extLst>
            </p:cNvPr>
            <p:cNvSpPr>
              <a:spLocks noGrp="1"/>
            </p:cNvSpPr>
            <p:nvPr/>
          </p:nvSpPr>
          <p:spPr>
            <a:xfrm>
              <a:off x="22717125" y="3009900"/>
              <a:ext cx="15379" cy="276225"/>
            </a:xfrm>
            <a:prstGeom prst="rect">
              <a:avLst/>
            </a:prstGeom>
            <a:solidFill>
              <a:srgbClr val="81C9BA"/>
            </a:solidFill>
            <a:ln w="0">
              <a:noFill/>
              <a:prstDash val="solid"/>
            </a:ln>
          </p:spPr>
        </p:sp>
        <p:sp>
          <p:nvSpPr>
            <p:cNvPr id="2075" name="four:time-step-strips:time-strip-tᵢ-cell-97:2075">
              <a:extLst>
                <a:ext uri="{FF2B5EF4-FFF2-40B4-BE49-F238E27FC236}">
                  <ns2:creationId id="{8585480F-2649-428C-B85F-075E9F37949E}"/>
                </a:ext>
              </a:extLst>
            </p:cNvPr>
            <p:cNvSpPr>
              <a:spLocks noGrp="1"/>
            </p:cNvSpPr>
            <p:nvPr/>
          </p:nvSpPr>
          <p:spPr>
            <a:xfrm>
              <a:off x="22732504" y="3009900"/>
              <a:ext cx="15379" cy="276225"/>
            </a:xfrm>
            <a:prstGeom prst="rect">
              <a:avLst/>
            </a:prstGeom>
            <a:solidFill>
              <a:srgbClr val="81C9BA"/>
            </a:solidFill>
            <a:ln w="0">
              <a:noFill/>
              <a:prstDash val="solid"/>
            </a:ln>
          </p:spPr>
        </p:sp>
        <p:sp>
          <p:nvSpPr>
            <p:cNvPr id="2076" name="four:time-step-strips:time-strip-tᵢ-cell-98:2076">
              <a:extLst>
                <a:ext uri="{FF2B5EF4-FFF2-40B4-BE49-F238E27FC236}">
                  <ns2:creationId id="{5E729B65-F092-443D-831B-57F0D5978608}"/>
                </a:ext>
              </a:extLst>
            </p:cNvPr>
            <p:cNvSpPr>
              <a:spLocks noGrp="1"/>
            </p:cNvSpPr>
            <p:nvPr/>
          </p:nvSpPr>
          <p:spPr>
            <a:xfrm>
              <a:off x="22747883" y="3009900"/>
              <a:ext cx="15379" cy="276225"/>
            </a:xfrm>
            <a:prstGeom prst="rect">
              <a:avLst/>
            </a:prstGeom>
            <a:solidFill>
              <a:srgbClr val="81C9BA"/>
            </a:solidFill>
            <a:ln w="0">
              <a:noFill/>
              <a:prstDash val="solid"/>
            </a:ln>
          </p:spPr>
        </p:sp>
        <p:sp>
          <p:nvSpPr>
            <p:cNvPr id="2077" name="four:time-step-strips:time-strip-tᵢ-cell-99:2077">
              <a:extLst>
                <a:ext uri="{FF2B5EF4-FFF2-40B4-BE49-F238E27FC236}">
                  <ns2:creationId id="{C8E6444D-6624-4865-878A-053ADA29073F}"/>
                </a:ext>
              </a:extLst>
            </p:cNvPr>
            <p:cNvSpPr>
              <a:spLocks noGrp="1"/>
            </p:cNvSpPr>
            <p:nvPr/>
          </p:nvSpPr>
          <p:spPr>
            <a:xfrm>
              <a:off x="22763262" y="3009900"/>
              <a:ext cx="15379" cy="276225"/>
            </a:xfrm>
            <a:prstGeom prst="rect">
              <a:avLst/>
            </a:prstGeom>
            <a:solidFill>
              <a:srgbClr val="81C9BA"/>
            </a:solidFill>
            <a:ln w="0">
              <a:noFill/>
              <a:prstDash val="solid"/>
            </a:ln>
          </p:spPr>
        </p:sp>
        <p:sp>
          <p:nvSpPr>
            <p:cNvPr id="2078" name="four:time-step-strips:time-strip-tᵢ-cell-100:2078">
              <a:extLst>
                <a:ext uri="{FF2B5EF4-FFF2-40B4-BE49-F238E27FC236}">
                  <ns2:creationId id="{C29A1E5C-580F-4D6C-915E-8B9F2567334E}"/>
                </a:ext>
              </a:extLst>
            </p:cNvPr>
            <p:cNvSpPr>
              <a:spLocks noGrp="1"/>
            </p:cNvSpPr>
            <p:nvPr/>
          </p:nvSpPr>
          <p:spPr>
            <a:xfrm>
              <a:off x="22778641" y="3009900"/>
              <a:ext cx="15379" cy="276225"/>
            </a:xfrm>
            <a:prstGeom prst="rect">
              <a:avLst/>
            </a:prstGeom>
            <a:solidFill>
              <a:srgbClr val="81C9BA"/>
            </a:solidFill>
            <a:ln w="0">
              <a:noFill/>
              <a:prstDash val="solid"/>
            </a:ln>
          </p:spPr>
        </p:sp>
        <p:sp>
          <p:nvSpPr>
            <p:cNvPr id="2079" name="four:time-step-strips:time-strip-tᵢ-cell-101:2079">
              <a:extLst>
                <a:ext uri="{FF2B5EF4-FFF2-40B4-BE49-F238E27FC236}">
                  <ns2:creationId id="{D009B196-1072-4A26-A28F-EDE3E933933A}"/>
                </a:ext>
              </a:extLst>
            </p:cNvPr>
            <p:cNvSpPr>
              <a:spLocks noGrp="1"/>
            </p:cNvSpPr>
            <p:nvPr/>
          </p:nvSpPr>
          <p:spPr>
            <a:xfrm>
              <a:off x="22794020" y="3009900"/>
              <a:ext cx="15379" cy="276225"/>
            </a:xfrm>
            <a:prstGeom prst="rect">
              <a:avLst/>
            </a:prstGeom>
            <a:solidFill>
              <a:srgbClr val="81C9BA"/>
            </a:solidFill>
            <a:ln w="0">
              <a:noFill/>
              <a:prstDash val="solid"/>
            </a:ln>
          </p:spPr>
        </p:sp>
        <p:sp>
          <p:nvSpPr>
            <p:cNvPr id="2080" name="four:time-step-strips:time-strip-tᵢ-cell-102:2080">
              <a:extLst>
                <a:ext uri="{FF2B5EF4-FFF2-40B4-BE49-F238E27FC236}">
                  <ns2:creationId id="{D9CB8007-E89F-4EC0-915D-0D20BE8D8E38}"/>
                </a:ext>
              </a:extLst>
            </p:cNvPr>
            <p:cNvSpPr>
              <a:spLocks noGrp="1"/>
            </p:cNvSpPr>
            <p:nvPr/>
          </p:nvSpPr>
          <p:spPr>
            <a:xfrm>
              <a:off x="22809398" y="3009900"/>
              <a:ext cx="15379" cy="276225"/>
            </a:xfrm>
            <a:prstGeom prst="rect">
              <a:avLst/>
            </a:prstGeom>
            <a:solidFill>
              <a:srgbClr val="81C9BA"/>
            </a:solidFill>
            <a:ln w="0">
              <a:noFill/>
              <a:prstDash val="solid"/>
            </a:ln>
          </p:spPr>
        </p:sp>
        <p:sp>
          <p:nvSpPr>
            <p:cNvPr id="2081" name="four:time-step-strips:time-strip-tᵢ-cell-103:2081">
              <a:extLst>
                <a:ext uri="{FF2B5EF4-FFF2-40B4-BE49-F238E27FC236}">
                  <ns2:creationId id="{91AC6AFE-4F30-438C-9D13-9D166557B709}"/>
                </a:ext>
              </a:extLst>
            </p:cNvPr>
            <p:cNvSpPr>
              <a:spLocks noGrp="1"/>
            </p:cNvSpPr>
            <p:nvPr/>
          </p:nvSpPr>
          <p:spPr>
            <a:xfrm>
              <a:off x="22824777" y="3009900"/>
              <a:ext cx="15379" cy="276225"/>
            </a:xfrm>
            <a:prstGeom prst="rect">
              <a:avLst/>
            </a:prstGeom>
            <a:solidFill>
              <a:srgbClr val="81C9BA"/>
            </a:solidFill>
            <a:ln w="0">
              <a:noFill/>
              <a:prstDash val="solid"/>
            </a:ln>
          </p:spPr>
        </p:sp>
        <p:sp>
          <p:nvSpPr>
            <p:cNvPr id="2082" name="four:time-step-strips:time-strip-tᵢ-cell-104:2082">
              <a:extLst>
                <a:ext uri="{FF2B5EF4-FFF2-40B4-BE49-F238E27FC236}">
                  <ns2:creationId id="{2D6E2DE4-84FF-4389-B251-439C351D2975}"/>
                </a:ext>
              </a:extLst>
            </p:cNvPr>
            <p:cNvSpPr>
              <a:spLocks noGrp="1"/>
            </p:cNvSpPr>
            <p:nvPr/>
          </p:nvSpPr>
          <p:spPr>
            <a:xfrm>
              <a:off x="22840156" y="3009900"/>
              <a:ext cx="15379" cy="276225"/>
            </a:xfrm>
            <a:prstGeom prst="rect">
              <a:avLst/>
            </a:prstGeom>
            <a:solidFill>
              <a:srgbClr val="81C9BA"/>
            </a:solidFill>
            <a:ln w="0">
              <a:noFill/>
              <a:prstDash val="solid"/>
            </a:ln>
          </p:spPr>
        </p:sp>
        <p:sp>
          <p:nvSpPr>
            <p:cNvPr id="2083" name="four:time-step-strips:time-strip-tᵢ-cell-105:2083">
              <a:extLst>
                <a:ext uri="{FF2B5EF4-FFF2-40B4-BE49-F238E27FC236}">
                  <ns2:creationId id="{16A91703-5D02-4F97-A58B-F44297895F72}"/>
                </a:ext>
              </a:extLst>
            </p:cNvPr>
            <p:cNvSpPr>
              <a:spLocks noGrp="1"/>
            </p:cNvSpPr>
            <p:nvPr/>
          </p:nvSpPr>
          <p:spPr>
            <a:xfrm>
              <a:off x="22855535" y="3009900"/>
              <a:ext cx="15379" cy="276225"/>
            </a:xfrm>
            <a:prstGeom prst="rect">
              <a:avLst/>
            </a:prstGeom>
            <a:solidFill>
              <a:srgbClr val="81C9BA"/>
            </a:solidFill>
            <a:ln w="0">
              <a:noFill/>
              <a:prstDash val="solid"/>
            </a:ln>
          </p:spPr>
        </p:sp>
        <p:sp>
          <p:nvSpPr>
            <p:cNvPr id="2084" name="four:time-step-strips:time-strip-tᵢ-cell-106:2084">
              <a:extLst>
                <a:ext uri="{FF2B5EF4-FFF2-40B4-BE49-F238E27FC236}">
                  <ns2:creationId id="{044B1539-4ECE-4C9A-8D94-D146AFCF9EF0}"/>
                </a:ext>
              </a:extLst>
            </p:cNvPr>
            <p:cNvSpPr>
              <a:spLocks noGrp="1"/>
            </p:cNvSpPr>
            <p:nvPr/>
          </p:nvSpPr>
          <p:spPr>
            <a:xfrm>
              <a:off x="22870914" y="3009900"/>
              <a:ext cx="15379" cy="276225"/>
            </a:xfrm>
            <a:prstGeom prst="rect">
              <a:avLst/>
            </a:prstGeom>
            <a:solidFill>
              <a:srgbClr val="81C9BA"/>
            </a:solidFill>
            <a:ln w="0">
              <a:noFill/>
              <a:prstDash val="solid"/>
            </a:ln>
          </p:spPr>
        </p:sp>
        <p:sp>
          <p:nvSpPr>
            <p:cNvPr id="2085" name="four:time-step-strips:time-strip-tᵢ-cell-107:2085">
              <a:extLst>
                <a:ext uri="{FF2B5EF4-FFF2-40B4-BE49-F238E27FC236}">
                  <ns2:creationId id="{E3A8BB19-0F3A-4FCF-8CCB-50DED206412F}"/>
                </a:ext>
              </a:extLst>
            </p:cNvPr>
            <p:cNvSpPr>
              <a:spLocks noGrp="1"/>
            </p:cNvSpPr>
            <p:nvPr/>
          </p:nvSpPr>
          <p:spPr>
            <a:xfrm>
              <a:off x="22886293" y="3009900"/>
              <a:ext cx="15379" cy="276225"/>
            </a:xfrm>
            <a:prstGeom prst="rect">
              <a:avLst/>
            </a:prstGeom>
            <a:solidFill>
              <a:srgbClr val="81C9BA"/>
            </a:solidFill>
            <a:ln w="0">
              <a:noFill/>
              <a:prstDash val="solid"/>
            </a:ln>
          </p:spPr>
        </p:sp>
        <p:sp>
          <p:nvSpPr>
            <p:cNvPr id="2086" name="four:time-step-strips:time-strip-tᵢ-cell-108:2086">
              <a:extLst>
                <a:ext uri="{FF2B5EF4-FFF2-40B4-BE49-F238E27FC236}">
                  <ns2:creationId id="{368B6984-B6C4-4157-9A59-6360061DF1B3}"/>
                </a:ext>
              </a:extLst>
            </p:cNvPr>
            <p:cNvSpPr>
              <a:spLocks noGrp="1"/>
            </p:cNvSpPr>
            <p:nvPr/>
          </p:nvSpPr>
          <p:spPr>
            <a:xfrm>
              <a:off x="22901672" y="3009900"/>
              <a:ext cx="15379" cy="276225"/>
            </a:xfrm>
            <a:prstGeom prst="rect">
              <a:avLst/>
            </a:prstGeom>
            <a:solidFill>
              <a:srgbClr val="81C9BA"/>
            </a:solidFill>
            <a:ln w="0">
              <a:noFill/>
              <a:prstDash val="solid"/>
            </a:ln>
          </p:spPr>
        </p:sp>
        <p:sp>
          <p:nvSpPr>
            <p:cNvPr id="2087" name="four:time-step-strips:time-strip-tᵢ-cell-109:2087">
              <a:extLst>
                <a:ext uri="{FF2B5EF4-FFF2-40B4-BE49-F238E27FC236}">
                  <ns2:creationId id="{24DE0DEA-BBD0-4359-B952-8F103E488299}"/>
                </a:ext>
              </a:extLst>
            </p:cNvPr>
            <p:cNvSpPr>
              <a:spLocks noGrp="1"/>
            </p:cNvSpPr>
            <p:nvPr/>
          </p:nvSpPr>
          <p:spPr>
            <a:xfrm>
              <a:off x="22917051" y="3009900"/>
              <a:ext cx="15379" cy="276225"/>
            </a:xfrm>
            <a:prstGeom prst="rect">
              <a:avLst/>
            </a:prstGeom>
            <a:solidFill>
              <a:srgbClr val="81C9BA"/>
            </a:solidFill>
            <a:ln w="0">
              <a:noFill/>
              <a:prstDash val="solid"/>
            </a:ln>
          </p:spPr>
        </p:sp>
        <p:sp>
          <p:nvSpPr>
            <p:cNvPr id="2088" name="four:time-step-strips:time-strip-tᵢ-cell-110:2088">
              <a:extLst>
                <a:ext uri="{FF2B5EF4-FFF2-40B4-BE49-F238E27FC236}">
                  <ns2:creationId id="{38F2A03D-5F9D-4DB6-A4BC-9757C88354A5}"/>
                </a:ext>
              </a:extLst>
            </p:cNvPr>
            <p:cNvSpPr>
              <a:spLocks noGrp="1"/>
            </p:cNvSpPr>
            <p:nvPr/>
          </p:nvSpPr>
          <p:spPr>
            <a:xfrm>
              <a:off x="22932430" y="3009900"/>
              <a:ext cx="15379" cy="276225"/>
            </a:xfrm>
            <a:prstGeom prst="rect">
              <a:avLst/>
            </a:prstGeom>
            <a:solidFill>
              <a:srgbClr val="81C9BA"/>
            </a:solidFill>
            <a:ln w="0">
              <a:noFill/>
              <a:prstDash val="solid"/>
            </a:ln>
          </p:spPr>
        </p:sp>
        <p:sp>
          <p:nvSpPr>
            <p:cNvPr id="2089" name="four:time-step-strips:time-strip-tᵢ-cell-111:2089">
              <a:extLst>
                <a:ext uri="{FF2B5EF4-FFF2-40B4-BE49-F238E27FC236}">
                  <ns2:creationId id="{E066E0AB-8E04-4B16-99D3-8873C56D9DDF}"/>
                </a:ext>
              </a:extLst>
            </p:cNvPr>
            <p:cNvSpPr>
              <a:spLocks noGrp="1"/>
            </p:cNvSpPr>
            <p:nvPr/>
          </p:nvSpPr>
          <p:spPr>
            <a:xfrm>
              <a:off x="22947809" y="3009900"/>
              <a:ext cx="15379" cy="276225"/>
            </a:xfrm>
            <a:prstGeom prst="rect">
              <a:avLst/>
            </a:prstGeom>
            <a:solidFill>
              <a:srgbClr val="81C9BA"/>
            </a:solidFill>
            <a:ln w="0">
              <a:noFill/>
              <a:prstDash val="solid"/>
            </a:ln>
          </p:spPr>
        </p:sp>
        <p:sp>
          <p:nvSpPr>
            <p:cNvPr id="2090" name="four:time-step-strips:time-strip-tᵢ-cell-112:2090">
              <a:extLst>
                <a:ext uri="{FF2B5EF4-FFF2-40B4-BE49-F238E27FC236}">
                  <ns2:creationId id="{254AC070-3FBA-4C7D-8EE0-8D954AEB4B13}"/>
                </a:ext>
              </a:extLst>
            </p:cNvPr>
            <p:cNvSpPr>
              <a:spLocks noGrp="1"/>
            </p:cNvSpPr>
            <p:nvPr/>
          </p:nvSpPr>
          <p:spPr>
            <a:xfrm>
              <a:off x="22963188" y="3009900"/>
              <a:ext cx="15379" cy="276225"/>
            </a:xfrm>
            <a:prstGeom prst="rect">
              <a:avLst/>
            </a:prstGeom>
            <a:solidFill>
              <a:srgbClr val="81C9BA"/>
            </a:solidFill>
            <a:ln w="0">
              <a:noFill/>
              <a:prstDash val="solid"/>
            </a:ln>
          </p:spPr>
        </p:sp>
        <p:sp>
          <p:nvSpPr>
            <p:cNvPr id="2091" name="four:time-step-strips:time-strip-tᵢ-cell-113:2091">
              <a:extLst>
                <a:ext uri="{FF2B5EF4-FFF2-40B4-BE49-F238E27FC236}">
                  <ns2:creationId id="{0BF3B367-F62E-48BF-B02E-052D23E66B3B}"/>
                </a:ext>
              </a:extLst>
            </p:cNvPr>
            <p:cNvSpPr>
              <a:spLocks noGrp="1"/>
            </p:cNvSpPr>
            <p:nvPr/>
          </p:nvSpPr>
          <p:spPr>
            <a:xfrm>
              <a:off x="22978566" y="3009900"/>
              <a:ext cx="15379" cy="276225"/>
            </a:xfrm>
            <a:prstGeom prst="rect">
              <a:avLst/>
            </a:prstGeom>
            <a:solidFill>
              <a:srgbClr val="81C9BA"/>
            </a:solidFill>
            <a:ln w="0">
              <a:noFill/>
              <a:prstDash val="solid"/>
            </a:ln>
          </p:spPr>
        </p:sp>
        <p:sp>
          <p:nvSpPr>
            <p:cNvPr id="2092" name="four:time-step-strips:time-strip-tᵢ-cell-114:2092">
              <a:extLst>
                <a:ext uri="{FF2B5EF4-FFF2-40B4-BE49-F238E27FC236}">
                  <ns2:creationId id="{A6134E58-4854-4313-A21B-802508A9F6B4}"/>
                </a:ext>
              </a:extLst>
            </p:cNvPr>
            <p:cNvSpPr>
              <a:spLocks noGrp="1"/>
            </p:cNvSpPr>
            <p:nvPr/>
          </p:nvSpPr>
          <p:spPr>
            <a:xfrm>
              <a:off x="22993945" y="3009900"/>
              <a:ext cx="15379" cy="276225"/>
            </a:xfrm>
            <a:prstGeom prst="rect">
              <a:avLst/>
            </a:prstGeom>
            <a:solidFill>
              <a:srgbClr val="7EC8B9"/>
            </a:solidFill>
            <a:ln w="0">
              <a:noFill/>
              <a:prstDash val="solid"/>
            </a:ln>
          </p:spPr>
        </p:sp>
        <p:sp>
          <p:nvSpPr>
            <p:cNvPr id="2093" name="four:time-step-strips:time-strip-tᵢ-cell-115:2093">
              <a:extLst>
                <a:ext uri="{FF2B5EF4-FFF2-40B4-BE49-F238E27FC236}">
                  <ns2:creationId id="{B2805A4A-80CC-4D83-B4B3-EF49D9063F04}"/>
                </a:ext>
              </a:extLst>
            </p:cNvPr>
            <p:cNvSpPr>
              <a:spLocks noGrp="1"/>
            </p:cNvSpPr>
            <p:nvPr/>
          </p:nvSpPr>
          <p:spPr>
            <a:xfrm>
              <a:off x="23009324" y="3009900"/>
              <a:ext cx="15379" cy="276225"/>
            </a:xfrm>
            <a:prstGeom prst="rect">
              <a:avLst/>
            </a:prstGeom>
            <a:solidFill>
              <a:srgbClr val="6FC3B0"/>
            </a:solidFill>
            <a:ln w="0">
              <a:noFill/>
              <a:prstDash val="solid"/>
            </a:ln>
          </p:spPr>
        </p:sp>
        <p:sp>
          <p:nvSpPr>
            <p:cNvPr id="2094" name="four:time-step-strips:time-strip-tᵢ-cell-116:2094">
              <a:extLst>
                <a:ext uri="{FF2B5EF4-FFF2-40B4-BE49-F238E27FC236}">
                  <ns2:creationId id="{AF0A1E38-F20D-40F2-9472-5AE2F946360D}"/>
                </a:ext>
              </a:extLst>
            </p:cNvPr>
            <p:cNvSpPr>
              <a:spLocks noGrp="1"/>
            </p:cNvSpPr>
            <p:nvPr/>
          </p:nvSpPr>
          <p:spPr>
            <a:xfrm>
              <a:off x="23024703" y="3009900"/>
              <a:ext cx="15379" cy="276225"/>
            </a:xfrm>
            <a:prstGeom prst="rect">
              <a:avLst/>
            </a:prstGeom>
            <a:solidFill>
              <a:srgbClr val="AEB2C1"/>
            </a:solidFill>
            <a:ln w="0">
              <a:noFill/>
              <a:prstDash val="solid"/>
            </a:ln>
          </p:spPr>
        </p:sp>
        <p:sp>
          <p:nvSpPr>
            <p:cNvPr id="2095" name="four:time-step-strips:time-strip-tᵢ-cell-117:2095">
              <a:extLst>
                <a:ext uri="{FF2B5EF4-FFF2-40B4-BE49-F238E27FC236}">
                  <ns2:creationId id="{005A8623-0F74-480C-8879-2404D5C1157B}"/>
                </a:ext>
              </a:extLst>
            </p:cNvPr>
            <p:cNvSpPr>
              <a:spLocks noGrp="1"/>
            </p:cNvSpPr>
            <p:nvPr/>
          </p:nvSpPr>
          <p:spPr>
            <a:xfrm>
              <a:off x="23040082" y="3009900"/>
              <a:ext cx="15379" cy="276225"/>
            </a:xfrm>
            <a:prstGeom prst="rect">
              <a:avLst/>
            </a:prstGeom>
            <a:solidFill>
              <a:srgbClr val="9EAFB2"/>
            </a:solidFill>
            <a:ln w="0">
              <a:noFill/>
              <a:prstDash val="solid"/>
            </a:ln>
          </p:spPr>
        </p:sp>
        <p:sp>
          <p:nvSpPr>
            <p:cNvPr id="2096" name="four:time-step-strips:time-strip-tᵢ-cell-118:2096">
              <a:extLst>
                <a:ext uri="{FF2B5EF4-FFF2-40B4-BE49-F238E27FC236}">
                  <ns2:creationId id="{50212B74-595F-4112-8E77-DC833FEB2027}"/>
                </a:ext>
              </a:extLst>
            </p:cNvPr>
            <p:cNvSpPr>
              <a:spLocks noGrp="1"/>
            </p:cNvSpPr>
            <p:nvPr/>
          </p:nvSpPr>
          <p:spPr>
            <a:xfrm>
              <a:off x="23055461" y="3009900"/>
              <a:ext cx="15379" cy="276225"/>
            </a:xfrm>
            <a:prstGeom prst="rect">
              <a:avLst/>
            </a:prstGeom>
            <a:solidFill>
              <a:srgbClr val="D77E36"/>
            </a:solidFill>
            <a:ln w="0">
              <a:noFill/>
              <a:prstDash val="solid"/>
            </a:ln>
          </p:spPr>
        </p:sp>
        <p:sp>
          <p:nvSpPr>
            <p:cNvPr id="2097" name="four:time-step-strips:time-strip-tᵢ-cell-119:2097">
              <a:extLst>
                <a:ext uri="{FF2B5EF4-FFF2-40B4-BE49-F238E27FC236}">
                  <ns2:creationId id="{268D445D-2BDB-4145-B84D-0A01D803AACD}"/>
                </a:ext>
              </a:extLst>
            </p:cNvPr>
            <p:cNvSpPr>
              <a:spLocks noGrp="1"/>
            </p:cNvSpPr>
            <p:nvPr/>
          </p:nvSpPr>
          <p:spPr>
            <a:xfrm>
              <a:off x="23070840" y="3009900"/>
              <a:ext cx="15379" cy="276225"/>
            </a:xfrm>
            <a:prstGeom prst="rect">
              <a:avLst/>
            </a:prstGeom>
            <a:solidFill>
              <a:srgbClr val="D66E1B"/>
            </a:solidFill>
            <a:ln w="0">
              <a:noFill/>
              <a:prstDash val="solid"/>
            </a:ln>
          </p:spPr>
        </p:sp>
        <p:sp>
          <p:nvSpPr>
            <p:cNvPr id="2098" name="four:time-step-strips:time-strip-tᵢ-cell-120:2098">
              <a:extLst>
                <a:ext uri="{FF2B5EF4-FFF2-40B4-BE49-F238E27FC236}">
                  <ns2:creationId id="{06C76A95-E8FA-4F8E-840C-CD8754DD7471}"/>
                </a:ext>
              </a:extLst>
            </p:cNvPr>
            <p:cNvSpPr>
              <a:spLocks noGrp="1"/>
            </p:cNvSpPr>
            <p:nvPr/>
          </p:nvSpPr>
          <p:spPr>
            <a:xfrm>
              <a:off x="23086219" y="3009900"/>
              <a:ext cx="15379" cy="276225"/>
            </a:xfrm>
            <a:prstGeom prst="rect">
              <a:avLst/>
            </a:prstGeom>
            <a:solidFill>
              <a:srgbClr val="D56207"/>
            </a:solidFill>
            <a:ln w="0">
              <a:noFill/>
              <a:prstDash val="solid"/>
            </a:ln>
          </p:spPr>
        </p:sp>
        <p:sp>
          <p:nvSpPr>
            <p:cNvPr id="2099" name="four:time-step-strips:time-strip-tᵢ-cell-121:2099">
              <a:extLst>
                <a:ext uri="{FF2B5EF4-FFF2-40B4-BE49-F238E27FC236}">
                  <ns2:creationId id="{2CCA77A1-6D3E-4B58-9F98-818ED8C62834}"/>
                </a:ext>
              </a:extLst>
            </p:cNvPr>
            <p:cNvSpPr>
              <a:spLocks noGrp="1"/>
            </p:cNvSpPr>
            <p:nvPr/>
          </p:nvSpPr>
          <p:spPr>
            <a:xfrm>
              <a:off x="23101598" y="3009900"/>
              <a:ext cx="15379" cy="276225"/>
            </a:xfrm>
            <a:prstGeom prst="rect">
              <a:avLst/>
            </a:prstGeom>
            <a:solidFill>
              <a:srgbClr val="D55E00"/>
            </a:solidFill>
            <a:ln w="0">
              <a:noFill/>
              <a:prstDash val="solid"/>
            </a:ln>
          </p:spPr>
        </p:sp>
        <p:sp>
          <p:nvSpPr>
            <p:cNvPr id="2100" name="four:time-step-strips:time-strip-tᵢ-cell-122:2100">
              <a:extLst>
                <a:ext uri="{FF2B5EF4-FFF2-40B4-BE49-F238E27FC236}">
                  <ns2:creationId id="{6061DFF8-8FCA-4F06-9A49-FB331EAAF615}"/>
                </a:ext>
              </a:extLst>
            </p:cNvPr>
            <p:cNvSpPr>
              <a:spLocks noGrp="1"/>
            </p:cNvSpPr>
            <p:nvPr/>
          </p:nvSpPr>
          <p:spPr>
            <a:xfrm>
              <a:off x="23116977" y="3009900"/>
              <a:ext cx="15379" cy="276225"/>
            </a:xfrm>
            <a:prstGeom prst="rect">
              <a:avLst/>
            </a:prstGeom>
            <a:solidFill>
              <a:srgbClr val="D55E00"/>
            </a:solidFill>
            <a:ln w="0">
              <a:noFill/>
              <a:prstDash val="solid"/>
            </a:ln>
          </p:spPr>
        </p:sp>
        <p:sp>
          <p:nvSpPr>
            <p:cNvPr id="2101" name="four:time-step-strips:time-strip-tᵢ-cell-123:2101">
              <a:extLst>
                <a:ext uri="{FF2B5EF4-FFF2-40B4-BE49-F238E27FC236}">
                  <ns2:creationId id="{5E6791E2-703B-4027-9952-1E01320CB559}"/>
                </a:ext>
              </a:extLst>
            </p:cNvPr>
            <p:cNvSpPr>
              <a:spLocks noGrp="1"/>
            </p:cNvSpPr>
            <p:nvPr/>
          </p:nvSpPr>
          <p:spPr>
            <a:xfrm>
              <a:off x="23132355" y="3009900"/>
              <a:ext cx="15379" cy="276225"/>
            </a:xfrm>
            <a:prstGeom prst="rect">
              <a:avLst/>
            </a:prstGeom>
            <a:solidFill>
              <a:srgbClr val="D55E00"/>
            </a:solidFill>
            <a:ln w="0">
              <a:noFill/>
              <a:prstDash val="solid"/>
            </a:ln>
          </p:spPr>
        </p:sp>
        <p:sp>
          <p:nvSpPr>
            <p:cNvPr id="2102" name="four:time-step-strips:time-strip-tᵢ-cell-124:2102">
              <a:extLst>
                <a:ext uri="{FF2B5EF4-FFF2-40B4-BE49-F238E27FC236}">
                  <ns2:creationId id="{154A2FAE-F70D-48E5-A1CA-3B24ED90879B}"/>
                </a:ext>
              </a:extLst>
            </p:cNvPr>
            <p:cNvSpPr>
              <a:spLocks noGrp="1"/>
            </p:cNvSpPr>
            <p:nvPr/>
          </p:nvSpPr>
          <p:spPr>
            <a:xfrm>
              <a:off x="23147734" y="3009900"/>
              <a:ext cx="15379" cy="276225"/>
            </a:xfrm>
            <a:prstGeom prst="rect">
              <a:avLst/>
            </a:prstGeom>
            <a:solidFill>
              <a:srgbClr val="D55E00"/>
            </a:solidFill>
            <a:ln w="0">
              <a:noFill/>
              <a:prstDash val="solid"/>
            </a:ln>
          </p:spPr>
        </p:sp>
        <p:sp>
          <p:nvSpPr>
            <p:cNvPr id="2103" name="four:time-step-strips:time-strip-tᵢ-cell-125:2103">
              <a:extLst>
                <a:ext uri="{FF2B5EF4-FFF2-40B4-BE49-F238E27FC236}">
                  <ns2:creationId id="{265538E1-7C23-4CCE-B507-BA4167DB0359}"/>
                </a:ext>
              </a:extLst>
            </p:cNvPr>
            <p:cNvSpPr>
              <a:spLocks noGrp="1"/>
            </p:cNvSpPr>
            <p:nvPr/>
          </p:nvSpPr>
          <p:spPr>
            <a:xfrm>
              <a:off x="23163113" y="3009900"/>
              <a:ext cx="15379" cy="276225"/>
            </a:xfrm>
            <a:prstGeom prst="rect">
              <a:avLst/>
            </a:prstGeom>
            <a:solidFill>
              <a:srgbClr val="D55E00"/>
            </a:solidFill>
            <a:ln w="0">
              <a:noFill/>
              <a:prstDash val="solid"/>
            </a:ln>
          </p:spPr>
        </p:sp>
        <p:sp>
          <p:nvSpPr>
            <p:cNvPr id="2104" name="four:time-step-strips:time-strip-tᵢ-cell-126:2104">
              <a:extLst>
                <a:ext uri="{FF2B5EF4-FFF2-40B4-BE49-F238E27FC236}">
                  <ns2:creationId id="{EF24EA44-0448-40CC-B0DA-6A4A944F8266}"/>
                </a:ext>
              </a:extLst>
            </p:cNvPr>
            <p:cNvSpPr>
              <a:spLocks noGrp="1"/>
            </p:cNvSpPr>
            <p:nvPr/>
          </p:nvSpPr>
          <p:spPr>
            <a:xfrm>
              <a:off x="23178492" y="3009900"/>
              <a:ext cx="15379" cy="276225"/>
            </a:xfrm>
            <a:prstGeom prst="rect">
              <a:avLst/>
            </a:prstGeom>
            <a:solidFill>
              <a:srgbClr val="D55E00"/>
            </a:solidFill>
            <a:ln w="0">
              <a:noFill/>
              <a:prstDash val="solid"/>
            </a:ln>
          </p:spPr>
        </p:sp>
        <p:sp>
          <p:nvSpPr>
            <p:cNvPr id="2105" name="four:time-step-strips:time-strip-tᵢ-cell-127:2105">
              <a:extLst>
                <a:ext uri="{FF2B5EF4-FFF2-40B4-BE49-F238E27FC236}">
                  <ns2:creationId id="{8C27CC07-99B4-4774-B677-0450558F378E}"/>
                </a:ext>
              </a:extLst>
            </p:cNvPr>
            <p:cNvSpPr>
              <a:spLocks noGrp="1"/>
            </p:cNvSpPr>
            <p:nvPr/>
          </p:nvSpPr>
          <p:spPr>
            <a:xfrm>
              <a:off x="23193871" y="3009900"/>
              <a:ext cx="15379" cy="276225"/>
            </a:xfrm>
            <a:prstGeom prst="rect">
              <a:avLst/>
            </a:prstGeom>
            <a:solidFill>
              <a:srgbClr val="D55E00"/>
            </a:solidFill>
            <a:ln w="0">
              <a:noFill/>
              <a:prstDash val="solid"/>
            </a:ln>
          </p:spPr>
        </p:sp>
        <p:sp>
          <p:nvSpPr>
            <p:cNvPr id="2106" name="four:time-step-strips:time-strip-tᵢ-cell-128:2106">
              <a:extLst>
                <a:ext uri="{FF2B5EF4-FFF2-40B4-BE49-F238E27FC236}">
                  <ns2:creationId id="{A991550A-F30C-41F5-B365-3FA856E3B115}"/>
                </a:ext>
              </a:extLst>
            </p:cNvPr>
            <p:cNvSpPr>
              <a:spLocks noGrp="1"/>
            </p:cNvSpPr>
            <p:nvPr/>
          </p:nvSpPr>
          <p:spPr>
            <a:xfrm>
              <a:off x="23209250" y="3009900"/>
              <a:ext cx="15379" cy="276225"/>
            </a:xfrm>
            <a:prstGeom prst="rect">
              <a:avLst/>
            </a:prstGeom>
            <a:solidFill>
              <a:srgbClr val="D55E00"/>
            </a:solidFill>
            <a:ln w="0">
              <a:noFill/>
              <a:prstDash val="solid"/>
            </a:ln>
          </p:spPr>
        </p:sp>
        <p:sp>
          <p:nvSpPr>
            <p:cNvPr id="2107" name="four:time-step-strips:time-strip-tᵢ-cell-129:2107">
              <a:extLst>
                <a:ext uri="{FF2B5EF4-FFF2-40B4-BE49-F238E27FC236}">
                  <ns2:creationId id="{578F4434-C9AC-42EB-82A3-57191106354D}"/>
                </a:ext>
              </a:extLst>
            </p:cNvPr>
            <p:cNvSpPr>
              <a:spLocks noGrp="1"/>
            </p:cNvSpPr>
            <p:nvPr/>
          </p:nvSpPr>
          <p:spPr>
            <a:xfrm>
              <a:off x="23224629" y="3009900"/>
              <a:ext cx="15379" cy="276225"/>
            </a:xfrm>
            <a:prstGeom prst="rect">
              <a:avLst/>
            </a:prstGeom>
            <a:solidFill>
              <a:srgbClr val="D55E00"/>
            </a:solidFill>
            <a:ln w="0">
              <a:noFill/>
              <a:prstDash val="solid"/>
            </a:ln>
          </p:spPr>
        </p:sp>
        <p:sp>
          <p:nvSpPr>
            <p:cNvPr id="2108" name="four:time-step-strips:time-strip-tᵢ-cell-130:2108">
              <a:extLst>
                <a:ext uri="{FF2B5EF4-FFF2-40B4-BE49-F238E27FC236}">
                  <ns2:creationId id="{074D65B8-F66E-4AF6-AA88-015451C67ECC}"/>
                </a:ext>
              </a:extLst>
            </p:cNvPr>
            <p:cNvSpPr>
              <a:spLocks noGrp="1"/>
            </p:cNvSpPr>
            <p:nvPr/>
          </p:nvSpPr>
          <p:spPr>
            <a:xfrm>
              <a:off x="23240008" y="3009900"/>
              <a:ext cx="15379" cy="276225"/>
            </a:xfrm>
            <a:prstGeom prst="rect">
              <a:avLst/>
            </a:prstGeom>
            <a:solidFill>
              <a:srgbClr val="D55E00"/>
            </a:solidFill>
            <a:ln w="0">
              <a:noFill/>
              <a:prstDash val="solid"/>
            </a:ln>
          </p:spPr>
        </p:sp>
        <p:sp>
          <p:nvSpPr>
            <p:cNvPr id="2109" name="four:time-step-strips:time-strip-tᵢ-cell-131:2109">
              <a:extLst>
                <a:ext uri="{FF2B5EF4-FFF2-40B4-BE49-F238E27FC236}">
                  <ns2:creationId id="{8AE26F3F-F909-470F-A962-B43383D13E9A}"/>
                </a:ext>
              </a:extLst>
            </p:cNvPr>
            <p:cNvSpPr>
              <a:spLocks noGrp="1"/>
            </p:cNvSpPr>
            <p:nvPr/>
          </p:nvSpPr>
          <p:spPr>
            <a:xfrm>
              <a:off x="23255387" y="3009900"/>
              <a:ext cx="15379" cy="276225"/>
            </a:xfrm>
            <a:prstGeom prst="rect">
              <a:avLst/>
            </a:prstGeom>
            <a:solidFill>
              <a:srgbClr val="D55E00"/>
            </a:solidFill>
            <a:ln w="0">
              <a:noFill/>
              <a:prstDash val="solid"/>
            </a:ln>
          </p:spPr>
        </p:sp>
        <p:sp>
          <p:nvSpPr>
            <p:cNvPr id="2110" name="four:time-step-strips:time-strip-tᵢ-cell-132:2110">
              <a:extLst>
                <a:ext uri="{FF2B5EF4-FFF2-40B4-BE49-F238E27FC236}">
                  <ns2:creationId id="{22FA528C-A40E-4AC5-8677-B78707AB4D39}"/>
                </a:ext>
              </a:extLst>
            </p:cNvPr>
            <p:cNvSpPr>
              <a:spLocks noGrp="1"/>
            </p:cNvSpPr>
            <p:nvPr/>
          </p:nvSpPr>
          <p:spPr>
            <a:xfrm>
              <a:off x="23270766" y="3009900"/>
              <a:ext cx="15379" cy="276225"/>
            </a:xfrm>
            <a:prstGeom prst="rect">
              <a:avLst/>
            </a:prstGeom>
            <a:solidFill>
              <a:srgbClr val="D55E00"/>
            </a:solidFill>
            <a:ln w="0">
              <a:noFill/>
              <a:prstDash val="solid"/>
            </a:ln>
          </p:spPr>
        </p:sp>
        <p:sp>
          <p:nvSpPr>
            <p:cNvPr id="2111" name="four:time-step-strips:time-strip-tᵢ-cell-133:2111">
              <a:extLst>
                <a:ext uri="{FF2B5EF4-FFF2-40B4-BE49-F238E27FC236}">
                  <ns2:creationId id="{3EF66870-17DF-4EA8-B31E-899B9F8BAA5C}"/>
                </a:ext>
              </a:extLst>
            </p:cNvPr>
            <p:cNvSpPr>
              <a:spLocks noGrp="1"/>
            </p:cNvSpPr>
            <p:nvPr/>
          </p:nvSpPr>
          <p:spPr>
            <a:xfrm>
              <a:off x="23286145" y="3009900"/>
              <a:ext cx="15379" cy="276225"/>
            </a:xfrm>
            <a:prstGeom prst="rect">
              <a:avLst/>
            </a:prstGeom>
            <a:solidFill>
              <a:srgbClr val="D55E00"/>
            </a:solidFill>
            <a:ln w="0">
              <a:noFill/>
              <a:prstDash val="solid"/>
            </a:ln>
          </p:spPr>
        </p:sp>
        <p:sp>
          <p:nvSpPr>
            <p:cNvPr id="2112" name="four:time-step-strips:time-strip-tᵢ-cell-134:2112">
              <a:extLst>
                <a:ext uri="{FF2B5EF4-FFF2-40B4-BE49-F238E27FC236}">
                  <ns2:creationId id="{6B6C5E1D-E28A-4437-9E5C-C6FE264448E2}"/>
                </a:ext>
              </a:extLst>
            </p:cNvPr>
            <p:cNvSpPr>
              <a:spLocks noGrp="1"/>
            </p:cNvSpPr>
            <p:nvPr/>
          </p:nvSpPr>
          <p:spPr>
            <a:xfrm>
              <a:off x="23301523" y="3009900"/>
              <a:ext cx="15379" cy="276225"/>
            </a:xfrm>
            <a:prstGeom prst="rect">
              <a:avLst/>
            </a:prstGeom>
            <a:solidFill>
              <a:srgbClr val="D55E00"/>
            </a:solidFill>
            <a:ln w="0">
              <a:noFill/>
              <a:prstDash val="solid"/>
            </a:ln>
          </p:spPr>
        </p:sp>
        <p:sp>
          <p:nvSpPr>
            <p:cNvPr id="2113" name="four:time-step-strips:time-strip-tᵢ-cell-135:2113">
              <a:extLst>
                <a:ext uri="{FF2B5EF4-FFF2-40B4-BE49-F238E27FC236}">
                  <ns2:creationId id="{181FE6F1-7B70-400F-87CA-89F455E58796}"/>
                </a:ext>
              </a:extLst>
            </p:cNvPr>
            <p:cNvSpPr>
              <a:spLocks noGrp="1"/>
            </p:cNvSpPr>
            <p:nvPr/>
          </p:nvSpPr>
          <p:spPr>
            <a:xfrm>
              <a:off x="23316902" y="3009900"/>
              <a:ext cx="15379" cy="276225"/>
            </a:xfrm>
            <a:prstGeom prst="rect">
              <a:avLst/>
            </a:prstGeom>
            <a:solidFill>
              <a:srgbClr val="D55E00"/>
            </a:solidFill>
            <a:ln w="0">
              <a:noFill/>
              <a:prstDash val="solid"/>
            </a:ln>
          </p:spPr>
        </p:sp>
        <p:sp>
          <p:nvSpPr>
            <p:cNvPr id="2114" name="four:time-step-strips:time-strip-tᵢ-cell-136:2114">
              <a:extLst>
                <a:ext uri="{FF2B5EF4-FFF2-40B4-BE49-F238E27FC236}">
                  <ns2:creationId id="{91269E92-7DCE-49A3-AE72-24B448F4C7AE}"/>
                </a:ext>
              </a:extLst>
            </p:cNvPr>
            <p:cNvSpPr>
              <a:spLocks noGrp="1"/>
            </p:cNvSpPr>
            <p:nvPr/>
          </p:nvSpPr>
          <p:spPr>
            <a:xfrm>
              <a:off x="23332281" y="3009900"/>
              <a:ext cx="15379" cy="276225"/>
            </a:xfrm>
            <a:prstGeom prst="rect">
              <a:avLst/>
            </a:prstGeom>
            <a:solidFill>
              <a:srgbClr val="D5660E"/>
            </a:solidFill>
            <a:ln w="0">
              <a:noFill/>
              <a:prstDash val="solid"/>
            </a:ln>
          </p:spPr>
        </p:sp>
        <p:sp>
          <p:nvSpPr>
            <p:cNvPr id="2115" name="four:time-step-strips:time-strip-tᵢ-cell-137:2115">
              <a:extLst>
                <a:ext uri="{FF2B5EF4-FFF2-40B4-BE49-F238E27FC236}">
                  <ns2:creationId id="{3F049A19-16EF-411E-B835-3FD521C425C1}"/>
                </a:ext>
              </a:extLst>
            </p:cNvPr>
            <p:cNvSpPr>
              <a:spLocks noGrp="1"/>
            </p:cNvSpPr>
            <p:nvPr/>
          </p:nvSpPr>
          <p:spPr>
            <a:xfrm>
              <a:off x="23347660" y="3009900"/>
              <a:ext cx="15379" cy="276225"/>
            </a:xfrm>
            <a:prstGeom prst="rect">
              <a:avLst/>
            </a:prstGeom>
            <a:solidFill>
              <a:srgbClr val="D6782D"/>
            </a:solidFill>
            <a:ln w="0">
              <a:noFill/>
              <a:prstDash val="solid"/>
            </a:ln>
          </p:spPr>
        </p:sp>
        <p:sp>
          <p:nvSpPr>
            <p:cNvPr id="2116" name="four:time-step-strips:time-strip-tᵢ-cell-138:2116">
              <a:extLst>
                <a:ext uri="{FF2B5EF4-FFF2-40B4-BE49-F238E27FC236}">
                  <ns2:creationId id="{B180CA20-41FF-4FF3-A233-0E03ADB3C07B}"/>
                </a:ext>
              </a:extLst>
            </p:cNvPr>
            <p:cNvSpPr>
              <a:spLocks noGrp="1"/>
            </p:cNvSpPr>
            <p:nvPr/>
          </p:nvSpPr>
          <p:spPr>
            <a:xfrm>
              <a:off x="23363039" y="3009900"/>
              <a:ext cx="15379" cy="276225"/>
            </a:xfrm>
            <a:prstGeom prst="rect">
              <a:avLst/>
            </a:prstGeom>
            <a:solidFill>
              <a:srgbClr val="D89056"/>
            </a:solidFill>
            <a:ln w="0">
              <a:noFill/>
              <a:prstDash val="solid"/>
            </a:ln>
          </p:spPr>
        </p:sp>
        <p:sp>
          <p:nvSpPr>
            <p:cNvPr id="2117" name="four:time-step-strips:time-strip-tᵢ-cell-139:2117">
              <a:extLst>
                <a:ext uri="{FF2B5EF4-FFF2-40B4-BE49-F238E27FC236}">
                  <ns2:creationId id="{DFAE4790-2ADF-404E-A4E5-1B9F2675D199}"/>
                </a:ext>
              </a:extLst>
            </p:cNvPr>
            <p:cNvSpPr>
              <a:spLocks noGrp="1"/>
            </p:cNvSpPr>
            <p:nvPr/>
          </p:nvSpPr>
          <p:spPr>
            <a:xfrm>
              <a:off x="23378418" y="3009900"/>
              <a:ext cx="15379" cy="276225"/>
            </a:xfrm>
            <a:prstGeom prst="rect">
              <a:avLst/>
            </a:prstGeom>
            <a:solidFill>
              <a:srgbClr val="D9AB84"/>
            </a:solidFill>
            <a:ln w="0">
              <a:noFill/>
              <a:prstDash val="solid"/>
            </a:ln>
          </p:spPr>
        </p:sp>
        <p:sp>
          <p:nvSpPr>
            <p:cNvPr id="2118" name="four:time-step-strips:time-strip-tᵢ-cell-140:2118">
              <a:extLst>
                <a:ext uri="{FF2B5EF4-FFF2-40B4-BE49-F238E27FC236}">
                  <ns2:creationId id="{60FF8356-7937-43DF-B2FC-0480F501DDC5}"/>
                </a:ext>
              </a:extLst>
            </p:cNvPr>
            <p:cNvSpPr>
              <a:spLocks noGrp="1"/>
            </p:cNvSpPr>
            <p:nvPr/>
          </p:nvSpPr>
          <p:spPr>
            <a:xfrm>
              <a:off x="23393797" y="3009900"/>
              <a:ext cx="15379" cy="276225"/>
            </a:xfrm>
            <a:prstGeom prst="rect">
              <a:avLst/>
            </a:prstGeom>
            <a:solidFill>
              <a:srgbClr val="DAC5B1"/>
            </a:solidFill>
            <a:ln w="0">
              <a:noFill/>
              <a:prstDash val="solid"/>
            </a:ln>
          </p:spPr>
        </p:sp>
        <p:sp>
          <p:nvSpPr>
            <p:cNvPr id="2119" name="four:time-step-strips:time-strip-tᵢ-cell-141:2119">
              <a:extLst>
                <a:ext uri="{FF2B5EF4-FFF2-40B4-BE49-F238E27FC236}">
                  <ns2:creationId id="{E20847DE-D451-4B58-8A48-70C7C27B90FF}"/>
                </a:ext>
              </a:extLst>
            </p:cNvPr>
            <p:cNvSpPr>
              <a:spLocks noGrp="1"/>
            </p:cNvSpPr>
            <p:nvPr/>
          </p:nvSpPr>
          <p:spPr>
            <a:xfrm>
              <a:off x="23409176" y="3009900"/>
              <a:ext cx="15379" cy="276225"/>
            </a:xfrm>
            <a:prstGeom prst="rect">
              <a:avLst/>
            </a:prstGeom>
            <a:solidFill>
              <a:srgbClr val="D1E1E3"/>
            </a:solidFill>
            <a:ln w="0">
              <a:noFill/>
              <a:prstDash val="solid"/>
            </a:ln>
          </p:spPr>
        </p:sp>
        <p:sp>
          <p:nvSpPr>
            <p:cNvPr id="2120" name="four:time-step-strips:time-strip-tᵢ-cell-142:2120">
              <a:extLst>
                <a:ext uri="{FF2B5EF4-FFF2-40B4-BE49-F238E27FC236}">
                  <ns2:creationId id="{D4473F81-F9A5-4117-8432-B9A4A4244E99}"/>
                </a:ext>
              </a:extLst>
            </p:cNvPr>
            <p:cNvSpPr>
              <a:spLocks noGrp="1"/>
            </p:cNvSpPr>
            <p:nvPr/>
          </p:nvSpPr>
          <p:spPr>
            <a:xfrm>
              <a:off x="23424555" y="3009900"/>
              <a:ext cx="15379" cy="276225"/>
            </a:xfrm>
            <a:prstGeom prst="rect">
              <a:avLst/>
            </a:prstGeom>
            <a:solidFill>
              <a:srgbClr val="DBE7EC"/>
            </a:solidFill>
            <a:ln w="0">
              <a:noFill/>
              <a:prstDash val="solid"/>
            </a:ln>
          </p:spPr>
        </p:sp>
        <p:sp>
          <p:nvSpPr>
            <p:cNvPr id="2121" name="four:time-step-strips:time-strip-tᵢ-cell-143:2121">
              <a:extLst>
                <a:ext uri="{FF2B5EF4-FFF2-40B4-BE49-F238E27FC236}">
                  <ns2:creationId id="{A5C66E2E-3867-4F95-B28E-AD55B3AAC8F5}"/>
                </a:ext>
              </a:extLst>
            </p:cNvPr>
            <p:cNvSpPr>
              <a:spLocks noGrp="1"/>
            </p:cNvSpPr>
            <p:nvPr/>
          </p:nvSpPr>
          <p:spPr>
            <a:xfrm>
              <a:off x="23439934" y="3009900"/>
              <a:ext cx="15379" cy="276225"/>
            </a:xfrm>
            <a:prstGeom prst="rect">
              <a:avLst/>
            </a:prstGeom>
            <a:solidFill>
              <a:srgbClr val="DCE8ED"/>
            </a:solidFill>
            <a:ln w="0">
              <a:noFill/>
              <a:prstDash val="solid"/>
            </a:ln>
          </p:spPr>
        </p:sp>
        <p:sp>
          <p:nvSpPr>
            <p:cNvPr id="2122" name="four:time-step-strips:time-strip-tᵢ-cell-144:2122">
              <a:extLst>
                <a:ext uri="{FF2B5EF4-FFF2-40B4-BE49-F238E27FC236}">
                  <ns2:creationId id="{C73569C4-01A2-47CA-A8AB-A16F48898203}"/>
                </a:ext>
              </a:extLst>
            </p:cNvPr>
            <p:cNvSpPr>
              <a:spLocks noGrp="1"/>
            </p:cNvSpPr>
            <p:nvPr/>
          </p:nvSpPr>
          <p:spPr>
            <a:xfrm>
              <a:off x="23455313" y="3009900"/>
              <a:ext cx="15379" cy="276225"/>
            </a:xfrm>
            <a:prstGeom prst="rect">
              <a:avLst/>
            </a:prstGeom>
            <a:solidFill>
              <a:srgbClr val="DCE8ED"/>
            </a:solidFill>
            <a:ln w="0">
              <a:noFill/>
              <a:prstDash val="solid"/>
            </a:ln>
          </p:spPr>
        </p:sp>
        <p:sp>
          <p:nvSpPr>
            <p:cNvPr id="2123" name="four:time-step-strips:time-strip-tᵢ-cell-145:2123">
              <a:extLst>
                <a:ext uri="{FF2B5EF4-FFF2-40B4-BE49-F238E27FC236}">
                  <ns2:creationId id="{F4A55F46-AAB3-463D-A59F-C999EEBBFA46}"/>
                </a:ext>
              </a:extLst>
            </p:cNvPr>
            <p:cNvSpPr>
              <a:spLocks noGrp="1"/>
            </p:cNvSpPr>
            <p:nvPr/>
          </p:nvSpPr>
          <p:spPr>
            <a:xfrm>
              <a:off x="23470691" y="3009900"/>
              <a:ext cx="15379" cy="276225"/>
            </a:xfrm>
            <a:prstGeom prst="rect">
              <a:avLst/>
            </a:prstGeom>
            <a:solidFill>
              <a:srgbClr val="DCE8ED"/>
            </a:solidFill>
            <a:ln w="0">
              <a:noFill/>
              <a:prstDash val="solid"/>
            </a:ln>
          </p:spPr>
        </p:sp>
        <p:sp>
          <p:nvSpPr>
            <p:cNvPr id="2124" name="four:time-step-strips:time-strip-tᵢ-cell-146:2124">
              <a:extLst>
                <a:ext uri="{FF2B5EF4-FFF2-40B4-BE49-F238E27FC236}">
                  <ns2:creationId id="{39BC837F-D3FB-4A05-8DA8-3025FFDFB3BB}"/>
                </a:ext>
              </a:extLst>
            </p:cNvPr>
            <p:cNvSpPr>
              <a:spLocks noGrp="1"/>
            </p:cNvSpPr>
            <p:nvPr/>
          </p:nvSpPr>
          <p:spPr>
            <a:xfrm>
              <a:off x="23486070" y="3009900"/>
              <a:ext cx="15379" cy="276225"/>
            </a:xfrm>
            <a:prstGeom prst="rect">
              <a:avLst/>
            </a:prstGeom>
            <a:solidFill>
              <a:srgbClr val="DCE8ED"/>
            </a:solidFill>
            <a:ln w="0">
              <a:noFill/>
              <a:prstDash val="solid"/>
            </a:ln>
          </p:spPr>
        </p:sp>
        <p:sp>
          <p:nvSpPr>
            <p:cNvPr id="2125" name="four:time-step-strips:time-strip-tᵢ-cell-147:2125">
              <a:extLst>
                <a:ext uri="{FF2B5EF4-FFF2-40B4-BE49-F238E27FC236}">
                  <ns2:creationId id="{87136DAA-E1A4-4875-8C2A-3AB114DE7183}"/>
                </a:ext>
              </a:extLst>
            </p:cNvPr>
            <p:cNvSpPr>
              <a:spLocks noGrp="1"/>
            </p:cNvSpPr>
            <p:nvPr/>
          </p:nvSpPr>
          <p:spPr>
            <a:xfrm>
              <a:off x="23501449" y="3009900"/>
              <a:ext cx="15379" cy="276225"/>
            </a:xfrm>
            <a:prstGeom prst="rect">
              <a:avLst/>
            </a:prstGeom>
            <a:solidFill>
              <a:srgbClr val="DCE8ED"/>
            </a:solidFill>
            <a:ln w="0">
              <a:noFill/>
              <a:prstDash val="solid"/>
            </a:ln>
          </p:spPr>
        </p:sp>
        <p:sp>
          <p:nvSpPr>
            <p:cNvPr id="2126" name="four:time-step-strips:time-strip-tᵢ-cell-148:2126">
              <a:extLst>
                <a:ext uri="{FF2B5EF4-FFF2-40B4-BE49-F238E27FC236}">
                  <ns2:creationId id="{AE4E7889-4DD7-421B-968F-5C30C1C32450}"/>
                </a:ext>
              </a:extLst>
            </p:cNvPr>
            <p:cNvSpPr>
              <a:spLocks noGrp="1"/>
            </p:cNvSpPr>
            <p:nvPr/>
          </p:nvSpPr>
          <p:spPr>
            <a:xfrm>
              <a:off x="23516828" y="3009900"/>
              <a:ext cx="15379" cy="276225"/>
            </a:xfrm>
            <a:prstGeom prst="rect">
              <a:avLst/>
            </a:prstGeom>
            <a:solidFill>
              <a:srgbClr val="DCE8ED"/>
            </a:solidFill>
            <a:ln w="0">
              <a:noFill/>
              <a:prstDash val="solid"/>
            </a:ln>
          </p:spPr>
        </p:sp>
        <p:sp>
          <p:nvSpPr>
            <p:cNvPr id="2127" name="four:time-step-strips:time-strip-tᵢ-cell-149:2127">
              <a:extLst>
                <a:ext uri="{FF2B5EF4-FFF2-40B4-BE49-F238E27FC236}">
                  <ns2:creationId id="{09F8BDBA-CF10-440B-A805-5F80684F6685}"/>
                </a:ext>
              </a:extLst>
            </p:cNvPr>
            <p:cNvSpPr>
              <a:spLocks noGrp="1"/>
            </p:cNvSpPr>
            <p:nvPr/>
          </p:nvSpPr>
          <p:spPr>
            <a:xfrm>
              <a:off x="23532207" y="3009900"/>
              <a:ext cx="15379" cy="276225"/>
            </a:xfrm>
            <a:prstGeom prst="rect">
              <a:avLst/>
            </a:prstGeom>
            <a:solidFill>
              <a:srgbClr val="DCE8ED"/>
            </a:solidFill>
            <a:ln w="0">
              <a:noFill/>
              <a:prstDash val="solid"/>
            </a:ln>
          </p:spPr>
        </p:sp>
        <p:sp>
          <p:nvSpPr>
            <p:cNvPr id="2128" name="four:time-step-strips:time-strip-tᵢ-cell-150:2128">
              <a:extLst>
                <a:ext uri="{FF2B5EF4-FFF2-40B4-BE49-F238E27FC236}">
                  <ns2:creationId id="{1A6FACE8-8177-47D0-90B0-5E91BF9B2916}"/>
                </a:ext>
              </a:extLst>
            </p:cNvPr>
            <p:cNvSpPr>
              <a:spLocks noGrp="1"/>
            </p:cNvSpPr>
            <p:nvPr/>
          </p:nvSpPr>
          <p:spPr>
            <a:xfrm>
              <a:off x="23547586" y="3009900"/>
              <a:ext cx="15379" cy="276225"/>
            </a:xfrm>
            <a:prstGeom prst="rect">
              <a:avLst/>
            </a:prstGeom>
            <a:solidFill>
              <a:srgbClr val="DCE8ED"/>
            </a:solidFill>
            <a:ln w="0">
              <a:noFill/>
              <a:prstDash val="solid"/>
            </a:ln>
          </p:spPr>
        </p:sp>
        <p:sp>
          <p:nvSpPr>
            <p:cNvPr id="2129" name="four:time-step-strips:time-strip-tᵢ-cell-151:2129">
              <a:extLst>
                <a:ext uri="{FF2B5EF4-FFF2-40B4-BE49-F238E27FC236}">
                  <ns2:creationId id="{CC9904FA-BB47-485F-8258-7B77D0AF4024}"/>
                </a:ext>
              </a:extLst>
            </p:cNvPr>
            <p:cNvSpPr>
              <a:spLocks noGrp="1"/>
            </p:cNvSpPr>
            <p:nvPr/>
          </p:nvSpPr>
          <p:spPr>
            <a:xfrm>
              <a:off x="23562965" y="3009900"/>
              <a:ext cx="15379" cy="276225"/>
            </a:xfrm>
            <a:prstGeom prst="rect">
              <a:avLst/>
            </a:prstGeom>
            <a:solidFill>
              <a:srgbClr val="DCE8ED"/>
            </a:solidFill>
            <a:ln w="0">
              <a:noFill/>
              <a:prstDash val="solid"/>
            </a:ln>
          </p:spPr>
        </p:sp>
        <p:sp>
          <p:nvSpPr>
            <p:cNvPr id="2130" name="four:time-step-strips:time-strip-tᵢ-cell-152:2130">
              <a:extLst>
                <a:ext uri="{FF2B5EF4-FFF2-40B4-BE49-F238E27FC236}">
                  <ns2:creationId id="{D8693538-E0C6-4AB7-9182-CF83E9C75C9D}"/>
                </a:ext>
              </a:extLst>
            </p:cNvPr>
            <p:cNvSpPr>
              <a:spLocks noGrp="1"/>
            </p:cNvSpPr>
            <p:nvPr/>
          </p:nvSpPr>
          <p:spPr>
            <a:xfrm>
              <a:off x="23578344" y="3009900"/>
              <a:ext cx="15379" cy="276225"/>
            </a:xfrm>
            <a:prstGeom prst="rect">
              <a:avLst/>
            </a:prstGeom>
            <a:solidFill>
              <a:srgbClr val="DCE8ED"/>
            </a:solidFill>
            <a:ln w="0">
              <a:noFill/>
              <a:prstDash val="solid"/>
            </a:ln>
          </p:spPr>
        </p:sp>
        <p:sp>
          <p:nvSpPr>
            <p:cNvPr id="2131" name="four:time-step-strips:time-strip-tᵢ-cell-153:2131">
              <a:extLst>
                <a:ext uri="{FF2B5EF4-FFF2-40B4-BE49-F238E27FC236}">
                  <ns2:creationId id="{C49C840A-E1BA-4046-BD3C-900FD742EE62}"/>
                </a:ext>
              </a:extLst>
            </p:cNvPr>
            <p:cNvSpPr>
              <a:spLocks noGrp="1"/>
            </p:cNvSpPr>
            <p:nvPr/>
          </p:nvSpPr>
          <p:spPr>
            <a:xfrm>
              <a:off x="23593723" y="3009900"/>
              <a:ext cx="15379" cy="276225"/>
            </a:xfrm>
            <a:prstGeom prst="rect">
              <a:avLst/>
            </a:prstGeom>
            <a:solidFill>
              <a:srgbClr val="DCE8ED"/>
            </a:solidFill>
            <a:ln w="0">
              <a:noFill/>
              <a:prstDash val="solid"/>
            </a:ln>
          </p:spPr>
        </p:sp>
        <p:sp>
          <p:nvSpPr>
            <p:cNvPr id="2132" name="four:time-step-strips:time-strip-tᵢ-cell-154:2132">
              <a:extLst>
                <a:ext uri="{FF2B5EF4-FFF2-40B4-BE49-F238E27FC236}">
                  <ns2:creationId id="{A934686C-1055-4591-9597-69AD0F21E27A}"/>
                </a:ext>
              </a:extLst>
            </p:cNvPr>
            <p:cNvSpPr>
              <a:spLocks noGrp="1"/>
            </p:cNvSpPr>
            <p:nvPr/>
          </p:nvSpPr>
          <p:spPr>
            <a:xfrm>
              <a:off x="23609102" y="3009900"/>
              <a:ext cx="15379" cy="276225"/>
            </a:xfrm>
            <a:prstGeom prst="rect">
              <a:avLst/>
            </a:prstGeom>
            <a:solidFill>
              <a:srgbClr val="DCE8ED"/>
            </a:solidFill>
            <a:ln w="0">
              <a:noFill/>
              <a:prstDash val="solid"/>
            </a:ln>
          </p:spPr>
        </p:sp>
        <p:sp>
          <p:nvSpPr>
            <p:cNvPr id="2133" name="four:time-step-strips:time-strip-tᵢ-cell-155:2133">
              <a:extLst>
                <a:ext uri="{FF2B5EF4-FFF2-40B4-BE49-F238E27FC236}">
                  <ns2:creationId id="{89A326BF-8AFD-4D74-809D-0A2799D6A255}"/>
                </a:ext>
              </a:extLst>
            </p:cNvPr>
            <p:cNvSpPr>
              <a:spLocks noGrp="1"/>
            </p:cNvSpPr>
            <p:nvPr/>
          </p:nvSpPr>
          <p:spPr>
            <a:xfrm>
              <a:off x="23624480" y="3009900"/>
              <a:ext cx="15379" cy="276225"/>
            </a:xfrm>
            <a:prstGeom prst="rect">
              <a:avLst/>
            </a:prstGeom>
            <a:solidFill>
              <a:srgbClr val="DCE8ED"/>
            </a:solidFill>
            <a:ln w="0">
              <a:noFill/>
              <a:prstDash val="solid"/>
            </a:ln>
          </p:spPr>
        </p:sp>
        <p:sp>
          <p:nvSpPr>
            <p:cNvPr id="2134" name="four:time-step-strips:time-strip-tᵢ-cell-156:2134">
              <a:extLst>
                <a:ext uri="{FF2B5EF4-FFF2-40B4-BE49-F238E27FC236}">
                  <ns2:creationId id="{9D69620E-E9BF-479B-B25C-0CC6004B2EE0}"/>
                </a:ext>
              </a:extLst>
            </p:cNvPr>
            <p:cNvSpPr>
              <a:spLocks noGrp="1"/>
            </p:cNvSpPr>
            <p:nvPr/>
          </p:nvSpPr>
          <p:spPr>
            <a:xfrm>
              <a:off x="23639859" y="3009900"/>
              <a:ext cx="15379" cy="276225"/>
            </a:xfrm>
            <a:prstGeom prst="rect">
              <a:avLst/>
            </a:prstGeom>
            <a:solidFill>
              <a:srgbClr val="DCE8ED"/>
            </a:solidFill>
            <a:ln w="0">
              <a:noFill/>
              <a:prstDash val="solid"/>
            </a:ln>
          </p:spPr>
        </p:sp>
        <p:sp>
          <p:nvSpPr>
            <p:cNvPr id="2135" name="four:time-step-strips:time-strip-tᵢ-cell-157:2135">
              <a:extLst>
                <a:ext uri="{FF2B5EF4-FFF2-40B4-BE49-F238E27FC236}">
                  <ns2:creationId id="{9CCA92F5-6D7D-466A-B677-086DADBB55AC}"/>
                </a:ext>
              </a:extLst>
            </p:cNvPr>
            <p:cNvSpPr>
              <a:spLocks noGrp="1"/>
            </p:cNvSpPr>
            <p:nvPr/>
          </p:nvSpPr>
          <p:spPr>
            <a:xfrm>
              <a:off x="23655238" y="3009900"/>
              <a:ext cx="15379" cy="276225"/>
            </a:xfrm>
            <a:prstGeom prst="rect">
              <a:avLst/>
            </a:prstGeom>
            <a:solidFill>
              <a:srgbClr val="DCE8ED"/>
            </a:solidFill>
            <a:ln w="0">
              <a:noFill/>
              <a:prstDash val="solid"/>
            </a:ln>
          </p:spPr>
        </p:sp>
        <p:sp>
          <p:nvSpPr>
            <p:cNvPr id="2136" name="four:time-step-strips:time-strip-tᵢ-cell-158:2136">
              <a:extLst>
                <a:ext uri="{FF2B5EF4-FFF2-40B4-BE49-F238E27FC236}">
                  <ns2:creationId id="{052C6893-4BEB-4817-BA42-E0776E89829D}"/>
                </a:ext>
              </a:extLst>
            </p:cNvPr>
            <p:cNvSpPr>
              <a:spLocks noGrp="1"/>
            </p:cNvSpPr>
            <p:nvPr/>
          </p:nvSpPr>
          <p:spPr>
            <a:xfrm>
              <a:off x="23670617" y="3009900"/>
              <a:ext cx="15379" cy="276225"/>
            </a:xfrm>
            <a:prstGeom prst="rect">
              <a:avLst/>
            </a:prstGeom>
            <a:solidFill>
              <a:srgbClr val="DCE8ED"/>
            </a:solidFill>
            <a:ln w="0">
              <a:noFill/>
              <a:prstDash val="solid"/>
            </a:ln>
          </p:spPr>
        </p:sp>
        <p:sp>
          <p:nvSpPr>
            <p:cNvPr id="2137" name="four:time-step-strips:time-strip-tᵢ-cell-159:2137">
              <a:extLst>
                <a:ext uri="{FF2B5EF4-FFF2-40B4-BE49-F238E27FC236}">
                  <ns2:creationId id="{8913DB97-DAD0-4E03-A727-E2B16D49BC5C}"/>
                </a:ext>
              </a:extLst>
            </p:cNvPr>
            <p:cNvSpPr>
              <a:spLocks noGrp="1"/>
            </p:cNvSpPr>
            <p:nvPr/>
          </p:nvSpPr>
          <p:spPr>
            <a:xfrm>
              <a:off x="23685996" y="3009900"/>
              <a:ext cx="15379" cy="276225"/>
            </a:xfrm>
            <a:prstGeom prst="rect">
              <a:avLst/>
            </a:prstGeom>
            <a:solidFill>
              <a:srgbClr val="DCE8ED"/>
            </a:solidFill>
            <a:ln w="0">
              <a:noFill/>
              <a:prstDash val="solid"/>
            </a:ln>
          </p:spPr>
        </p:sp>
        <p:sp>
          <p:nvSpPr>
            <p:cNvPr id="2138" name="four:time-step-strips:time-strip-tᵢ-cell-160:2138">
              <a:extLst>
                <a:ext uri="{FF2B5EF4-FFF2-40B4-BE49-F238E27FC236}">
                  <ns2:creationId id="{680C48E2-9716-4193-8484-92B9A5013490}"/>
                </a:ext>
              </a:extLst>
            </p:cNvPr>
            <p:cNvSpPr>
              <a:spLocks noGrp="1"/>
            </p:cNvSpPr>
            <p:nvPr/>
          </p:nvSpPr>
          <p:spPr>
            <a:xfrm>
              <a:off x="23701375" y="3009900"/>
              <a:ext cx="15379" cy="276225"/>
            </a:xfrm>
            <a:prstGeom prst="rect">
              <a:avLst/>
            </a:prstGeom>
            <a:solidFill>
              <a:srgbClr val="DCE8ED"/>
            </a:solidFill>
            <a:ln w="0">
              <a:noFill/>
              <a:prstDash val="solid"/>
            </a:ln>
          </p:spPr>
        </p:sp>
        <p:sp>
          <p:nvSpPr>
            <p:cNvPr id="2139" name="four:time-step-strips:time-strip-tᵢ-cell-161:2139">
              <a:extLst>
                <a:ext uri="{FF2B5EF4-FFF2-40B4-BE49-F238E27FC236}">
                  <ns2:creationId id="{12FF55A0-7E3B-4227-9BB1-9FA29EE22822}"/>
                </a:ext>
              </a:extLst>
            </p:cNvPr>
            <p:cNvSpPr>
              <a:spLocks noGrp="1"/>
            </p:cNvSpPr>
            <p:nvPr/>
          </p:nvSpPr>
          <p:spPr>
            <a:xfrm>
              <a:off x="23716754" y="3009900"/>
              <a:ext cx="15379" cy="276225"/>
            </a:xfrm>
            <a:prstGeom prst="rect">
              <a:avLst/>
            </a:prstGeom>
            <a:solidFill>
              <a:srgbClr val="DCE8ED"/>
            </a:solidFill>
            <a:ln w="0">
              <a:noFill/>
              <a:prstDash val="solid"/>
            </a:ln>
          </p:spPr>
        </p:sp>
        <p:sp>
          <p:nvSpPr>
            <p:cNvPr id="2140" name="four:time-step-strips:time-strip-tᵢ-cell-162:2140">
              <a:extLst>
                <a:ext uri="{FF2B5EF4-FFF2-40B4-BE49-F238E27FC236}">
                  <ns2:creationId id="{A5866E9F-3843-4C32-9597-54FFABCB21A1}"/>
                </a:ext>
              </a:extLst>
            </p:cNvPr>
            <p:cNvSpPr>
              <a:spLocks noGrp="1"/>
            </p:cNvSpPr>
            <p:nvPr/>
          </p:nvSpPr>
          <p:spPr>
            <a:xfrm>
              <a:off x="23732133" y="3009900"/>
              <a:ext cx="15379" cy="276225"/>
            </a:xfrm>
            <a:prstGeom prst="rect">
              <a:avLst/>
            </a:prstGeom>
            <a:solidFill>
              <a:srgbClr val="DCE8ED"/>
            </a:solidFill>
            <a:ln w="0">
              <a:noFill/>
              <a:prstDash val="solid"/>
            </a:ln>
          </p:spPr>
        </p:sp>
        <p:sp>
          <p:nvSpPr>
            <p:cNvPr id="2141" name="four:time-step-strips:time-strip-tᵢ-cell-163:2141">
              <a:extLst>
                <a:ext uri="{FF2B5EF4-FFF2-40B4-BE49-F238E27FC236}">
                  <ns2:creationId id="{0CB49557-4424-46A8-B433-69732D69001D}"/>
                </a:ext>
              </a:extLst>
            </p:cNvPr>
            <p:cNvSpPr>
              <a:spLocks noGrp="1"/>
            </p:cNvSpPr>
            <p:nvPr/>
          </p:nvSpPr>
          <p:spPr>
            <a:xfrm>
              <a:off x="23747512" y="3009900"/>
              <a:ext cx="15379" cy="276225"/>
            </a:xfrm>
            <a:prstGeom prst="rect">
              <a:avLst/>
            </a:prstGeom>
            <a:solidFill>
              <a:srgbClr val="DCE8ED"/>
            </a:solidFill>
            <a:ln w="0">
              <a:noFill/>
              <a:prstDash val="solid"/>
            </a:ln>
          </p:spPr>
        </p:sp>
        <p:sp>
          <p:nvSpPr>
            <p:cNvPr id="2142" name="four:time-step-strips:time-strip-tᵢ-cell-164:2142">
              <a:extLst>
                <a:ext uri="{FF2B5EF4-FFF2-40B4-BE49-F238E27FC236}">
                  <ns2:creationId id="{1739CDDF-C58F-4F84-998D-69EBAABF2BBB}"/>
                </a:ext>
              </a:extLst>
            </p:cNvPr>
            <p:cNvSpPr>
              <a:spLocks noGrp="1"/>
            </p:cNvSpPr>
            <p:nvPr/>
          </p:nvSpPr>
          <p:spPr>
            <a:xfrm>
              <a:off x="23762891" y="3009900"/>
              <a:ext cx="15379" cy="276225"/>
            </a:xfrm>
            <a:prstGeom prst="rect">
              <a:avLst/>
            </a:prstGeom>
            <a:solidFill>
              <a:srgbClr val="DCE8ED"/>
            </a:solidFill>
            <a:ln w="0">
              <a:noFill/>
              <a:prstDash val="solid"/>
            </a:ln>
          </p:spPr>
        </p:sp>
        <p:sp>
          <p:nvSpPr>
            <p:cNvPr id="2143" name="four:time-step-strips:time-strip-tᵢ-cell-165:2143">
              <a:extLst>
                <a:ext uri="{FF2B5EF4-FFF2-40B4-BE49-F238E27FC236}">
                  <ns2:creationId id="{66AA24FC-620E-4BD6-A8CF-0583FEB27996}"/>
                </a:ext>
              </a:extLst>
            </p:cNvPr>
            <p:cNvSpPr>
              <a:spLocks noGrp="1"/>
            </p:cNvSpPr>
            <p:nvPr/>
          </p:nvSpPr>
          <p:spPr>
            <a:xfrm>
              <a:off x="23778270" y="3009900"/>
              <a:ext cx="15379" cy="276225"/>
            </a:xfrm>
            <a:prstGeom prst="rect">
              <a:avLst/>
            </a:prstGeom>
            <a:solidFill>
              <a:srgbClr val="DCE8ED"/>
            </a:solidFill>
            <a:ln w="0">
              <a:noFill/>
              <a:prstDash val="solid"/>
            </a:ln>
          </p:spPr>
        </p:sp>
        <p:sp>
          <p:nvSpPr>
            <p:cNvPr id="2144" name="four:time-step-strips:time-strip-tᵢ-cell-166:2144">
              <a:extLst>
                <a:ext uri="{FF2B5EF4-FFF2-40B4-BE49-F238E27FC236}">
                  <ns2:creationId id="{7D8042C5-DAA5-4D1D-807B-5798449914D2}"/>
                </a:ext>
              </a:extLst>
            </p:cNvPr>
            <p:cNvSpPr>
              <a:spLocks noGrp="1"/>
            </p:cNvSpPr>
            <p:nvPr/>
          </p:nvSpPr>
          <p:spPr>
            <a:xfrm>
              <a:off x="23793648" y="3009900"/>
              <a:ext cx="15379" cy="276225"/>
            </a:xfrm>
            <a:prstGeom prst="rect">
              <a:avLst/>
            </a:prstGeom>
            <a:solidFill>
              <a:srgbClr val="DCE8ED"/>
            </a:solidFill>
            <a:ln w="0">
              <a:noFill/>
              <a:prstDash val="solid"/>
            </a:ln>
          </p:spPr>
        </p:sp>
        <p:sp>
          <p:nvSpPr>
            <p:cNvPr id="2145" name="four:time-step-strips:time-strip-tᵢ-cell-167:2145">
              <a:extLst>
                <a:ext uri="{FF2B5EF4-FFF2-40B4-BE49-F238E27FC236}">
                  <ns2:creationId id="{3DBDCC81-914D-4908-A9E0-B49FF91056CC}"/>
                </a:ext>
              </a:extLst>
            </p:cNvPr>
            <p:cNvSpPr>
              <a:spLocks noGrp="1"/>
            </p:cNvSpPr>
            <p:nvPr/>
          </p:nvSpPr>
          <p:spPr>
            <a:xfrm>
              <a:off x="23809027" y="3009900"/>
              <a:ext cx="15379" cy="276225"/>
            </a:xfrm>
            <a:prstGeom prst="rect">
              <a:avLst/>
            </a:prstGeom>
            <a:solidFill>
              <a:srgbClr val="DCE8ED"/>
            </a:solidFill>
            <a:ln w="0">
              <a:noFill/>
              <a:prstDash val="solid"/>
            </a:ln>
          </p:spPr>
        </p:sp>
        <p:sp>
          <p:nvSpPr>
            <p:cNvPr id="2146" name="four:time-step-strips:time-strip-tᵢ-cell-168:2146">
              <a:extLst>
                <a:ext uri="{FF2B5EF4-FFF2-40B4-BE49-F238E27FC236}">
                  <ns2:creationId id="{E64C7870-BA47-4352-BDEF-4E224338C016}"/>
                </a:ext>
              </a:extLst>
            </p:cNvPr>
            <p:cNvSpPr>
              <a:spLocks noGrp="1"/>
            </p:cNvSpPr>
            <p:nvPr/>
          </p:nvSpPr>
          <p:spPr>
            <a:xfrm>
              <a:off x="23824406" y="3009900"/>
              <a:ext cx="15379" cy="276225"/>
            </a:xfrm>
            <a:prstGeom prst="rect">
              <a:avLst/>
            </a:prstGeom>
            <a:solidFill>
              <a:srgbClr val="DCE8ED"/>
            </a:solidFill>
            <a:ln w="0">
              <a:noFill/>
              <a:prstDash val="solid"/>
            </a:ln>
          </p:spPr>
        </p:sp>
        <p:sp>
          <p:nvSpPr>
            <p:cNvPr id="2147" name="four:time-step-strips:time-strip-tᵢ-cell-169:2147">
              <a:extLst>
                <a:ext uri="{FF2B5EF4-FFF2-40B4-BE49-F238E27FC236}">
                  <ns2:creationId id="{B8F12332-3BED-41A9-9B3C-A0DBE09081AD}"/>
                </a:ext>
              </a:extLst>
            </p:cNvPr>
            <p:cNvSpPr>
              <a:spLocks noGrp="1"/>
            </p:cNvSpPr>
            <p:nvPr/>
          </p:nvSpPr>
          <p:spPr>
            <a:xfrm>
              <a:off x="23839785" y="3009900"/>
              <a:ext cx="15379" cy="276225"/>
            </a:xfrm>
            <a:prstGeom prst="rect">
              <a:avLst/>
            </a:prstGeom>
            <a:solidFill>
              <a:srgbClr val="DCE8ED"/>
            </a:solidFill>
            <a:ln w="0">
              <a:noFill/>
              <a:prstDash val="solid"/>
            </a:ln>
          </p:spPr>
        </p:sp>
        <p:sp>
          <p:nvSpPr>
            <p:cNvPr id="2148" name="four:time-step-strips:time-strip-tᵢ-cell-170:2148">
              <a:extLst>
                <a:ext uri="{FF2B5EF4-FFF2-40B4-BE49-F238E27FC236}">
                  <ns2:creationId id="{3254A1A5-7198-4356-90E4-20A3F0EEEEC0}"/>
                </a:ext>
              </a:extLst>
            </p:cNvPr>
            <p:cNvSpPr>
              <a:spLocks noGrp="1"/>
            </p:cNvSpPr>
            <p:nvPr/>
          </p:nvSpPr>
          <p:spPr>
            <a:xfrm>
              <a:off x="23855164" y="3009900"/>
              <a:ext cx="15379" cy="276225"/>
            </a:xfrm>
            <a:prstGeom prst="rect">
              <a:avLst/>
            </a:prstGeom>
            <a:solidFill>
              <a:srgbClr val="DCE7EC"/>
            </a:solidFill>
            <a:ln w="0">
              <a:noFill/>
              <a:prstDash val="solid"/>
            </a:ln>
          </p:spPr>
        </p:sp>
        <p:sp>
          <p:nvSpPr>
            <p:cNvPr id="2149" name="four:time-step-strips:time-strip-tᵢ-cell-171:2149">
              <a:extLst>
                <a:ext uri="{FF2B5EF4-FFF2-40B4-BE49-F238E27FC236}">
                  <ns2:creationId id="{CECCE565-A083-4333-A09B-86A81C780EE3}"/>
                </a:ext>
              </a:extLst>
            </p:cNvPr>
            <p:cNvSpPr>
              <a:spLocks noGrp="1"/>
            </p:cNvSpPr>
            <p:nvPr/>
          </p:nvSpPr>
          <p:spPr>
            <a:xfrm>
              <a:off x="23870543" y="3009900"/>
              <a:ext cx="15379" cy="276225"/>
            </a:xfrm>
            <a:prstGeom prst="rect">
              <a:avLst/>
            </a:prstGeom>
            <a:solidFill>
              <a:srgbClr val="DBE0E2"/>
            </a:solidFill>
            <a:ln w="0">
              <a:noFill/>
              <a:prstDash val="solid"/>
            </a:ln>
          </p:spPr>
        </p:sp>
        <p:sp>
          <p:nvSpPr>
            <p:cNvPr id="2150" name="four:time-step-strips:time-strip-tᵢ-cell-172:2150">
              <a:extLst>
                <a:ext uri="{FF2B5EF4-FFF2-40B4-BE49-F238E27FC236}">
                  <ns2:creationId id="{6FEA8985-9CC0-40B1-AF13-E2A2937E9DCD}"/>
                </a:ext>
              </a:extLst>
            </p:cNvPr>
            <p:cNvSpPr>
              <a:spLocks noGrp="1"/>
            </p:cNvSpPr>
            <p:nvPr/>
          </p:nvSpPr>
          <p:spPr>
            <a:xfrm>
              <a:off x="23885922" y="3009900"/>
              <a:ext cx="15379" cy="276225"/>
            </a:xfrm>
            <a:prstGeom prst="rect">
              <a:avLst/>
            </a:prstGeom>
            <a:solidFill>
              <a:srgbClr val="D8D0DE"/>
            </a:solidFill>
            <a:ln w="0">
              <a:noFill/>
              <a:prstDash val="solid"/>
            </a:ln>
          </p:spPr>
        </p:sp>
        <p:sp>
          <p:nvSpPr>
            <p:cNvPr id="2151" name="four:time-step-strips:time-strip-tᵢ-cell-173:2151">
              <a:extLst>
                <a:ext uri="{FF2B5EF4-FFF2-40B4-BE49-F238E27FC236}">
                  <ns2:creationId id="{D42263D8-465E-444F-AFDF-F8326171CEC7}"/>
                </a:ext>
              </a:extLst>
            </p:cNvPr>
            <p:cNvSpPr>
              <a:spLocks noGrp="1"/>
            </p:cNvSpPr>
            <p:nvPr/>
          </p:nvSpPr>
          <p:spPr>
            <a:xfrm>
              <a:off x="23901301" y="3009900"/>
              <a:ext cx="15379" cy="276225"/>
            </a:xfrm>
            <a:prstGeom prst="rect">
              <a:avLst/>
            </a:prstGeom>
            <a:solidFill>
              <a:srgbClr val="D6BBD1"/>
            </a:solidFill>
            <a:ln w="0">
              <a:noFill/>
              <a:prstDash val="solid"/>
            </a:ln>
          </p:spPr>
        </p:sp>
        <p:sp>
          <p:nvSpPr>
            <p:cNvPr id="2152" name="four:time-step-strips:time-strip-tᵢ-cell-174:2152">
              <a:extLst>
                <a:ext uri="{FF2B5EF4-FFF2-40B4-BE49-F238E27FC236}">
                  <ns2:creationId id="{5F6C0A4B-2673-4B2E-B455-4339AC2DA346}"/>
                </a:ext>
              </a:extLst>
            </p:cNvPr>
            <p:cNvSpPr>
              <a:spLocks noGrp="1"/>
            </p:cNvSpPr>
            <p:nvPr/>
          </p:nvSpPr>
          <p:spPr>
            <a:xfrm>
              <a:off x="23916680" y="3009900"/>
              <a:ext cx="15379" cy="276225"/>
            </a:xfrm>
            <a:prstGeom prst="rect">
              <a:avLst/>
            </a:prstGeom>
            <a:solidFill>
              <a:srgbClr val="D2A6C3"/>
            </a:solidFill>
            <a:ln w="0">
              <a:noFill/>
              <a:prstDash val="solid"/>
            </a:ln>
          </p:spPr>
        </p:sp>
        <p:sp>
          <p:nvSpPr>
            <p:cNvPr id="2153" name="four:time-step-strips:time-strip-tᵢ-cell-175:2153">
              <a:extLst>
                <a:ext uri="{FF2B5EF4-FFF2-40B4-BE49-F238E27FC236}">
                  <ns2:creationId id="{D7E43013-0C93-4B7E-B745-ED55F9858303}"/>
                </a:ext>
              </a:extLst>
            </p:cNvPr>
            <p:cNvSpPr>
              <a:spLocks noGrp="1"/>
            </p:cNvSpPr>
            <p:nvPr/>
          </p:nvSpPr>
          <p:spPr>
            <a:xfrm>
              <a:off x="23932059" y="3009900"/>
              <a:ext cx="15379" cy="276225"/>
            </a:xfrm>
            <a:prstGeom prst="rect">
              <a:avLst/>
            </a:prstGeom>
            <a:solidFill>
              <a:srgbClr val="D091B6"/>
            </a:solidFill>
            <a:ln w="0">
              <a:noFill/>
              <a:prstDash val="solid"/>
            </a:ln>
          </p:spPr>
        </p:sp>
        <p:sp>
          <p:nvSpPr>
            <p:cNvPr id="2154" name="four:time-step-strips:time-strip-tᵢ-cell-176:2154">
              <a:extLst>
                <a:ext uri="{FF2B5EF4-FFF2-40B4-BE49-F238E27FC236}">
                  <ns2:creationId id="{9754A056-36F0-4327-83D2-46A9ADB5E5B3}"/>
                </a:ext>
              </a:extLst>
            </p:cNvPr>
            <p:cNvSpPr>
              <a:spLocks noGrp="1"/>
            </p:cNvSpPr>
            <p:nvPr/>
          </p:nvSpPr>
          <p:spPr>
            <a:xfrm>
              <a:off x="23947438" y="3009900"/>
              <a:ext cx="15379" cy="276225"/>
            </a:xfrm>
            <a:prstGeom prst="rect">
              <a:avLst/>
            </a:prstGeom>
            <a:solidFill>
              <a:srgbClr val="CD82AD"/>
            </a:solidFill>
            <a:ln w="0">
              <a:noFill/>
              <a:prstDash val="solid"/>
            </a:ln>
          </p:spPr>
        </p:sp>
        <p:sp>
          <p:nvSpPr>
            <p:cNvPr id="2155" name="four:time-step-strips:time-strip-tᵢ-cell-177:2155">
              <a:extLst>
                <a:ext uri="{FF2B5EF4-FFF2-40B4-BE49-F238E27FC236}">
                  <ns2:creationId id="{8DF8499D-A454-41DE-966E-118D461EB74D}"/>
                </a:ext>
              </a:extLst>
            </p:cNvPr>
            <p:cNvSpPr>
              <a:spLocks noGrp="1"/>
            </p:cNvSpPr>
            <p:nvPr/>
          </p:nvSpPr>
          <p:spPr>
            <a:xfrm>
              <a:off x="23962816" y="3009900"/>
              <a:ext cx="15379" cy="276225"/>
            </a:xfrm>
            <a:prstGeom prst="rect">
              <a:avLst/>
            </a:prstGeom>
            <a:solidFill>
              <a:srgbClr val="CC7AA8"/>
            </a:solidFill>
            <a:ln w="0">
              <a:noFill/>
              <a:prstDash val="solid"/>
            </a:ln>
          </p:spPr>
        </p:sp>
        <p:sp>
          <p:nvSpPr>
            <p:cNvPr id="2156" name="four:time-step-strips:time-strip-tᵢ-cell-178:2156">
              <a:extLst>
                <a:ext uri="{FF2B5EF4-FFF2-40B4-BE49-F238E27FC236}">
                  <ns2:creationId id="{A7109644-8BC0-4F5A-B277-D1402BBF923A}"/>
                </a:ext>
              </a:extLst>
            </p:cNvPr>
            <p:cNvSpPr>
              <a:spLocks noGrp="1"/>
            </p:cNvSpPr>
            <p:nvPr/>
          </p:nvSpPr>
          <p:spPr>
            <a:xfrm>
              <a:off x="23978195" y="3009900"/>
              <a:ext cx="15379" cy="276225"/>
            </a:xfrm>
            <a:prstGeom prst="rect">
              <a:avLst/>
            </a:prstGeom>
            <a:solidFill>
              <a:srgbClr val="CC79A7"/>
            </a:solidFill>
            <a:ln w="0">
              <a:noFill/>
              <a:prstDash val="solid"/>
            </a:ln>
          </p:spPr>
        </p:sp>
        <p:sp>
          <p:nvSpPr>
            <p:cNvPr id="2157" name="four:time-step-strips:time-strip-tᵢ-cell-179:2157">
              <a:extLst>
                <a:ext uri="{FF2B5EF4-FFF2-40B4-BE49-F238E27FC236}">
                  <ns2:creationId id="{10E18E04-D193-498B-B38F-DF20D2BC44F8}"/>
                </a:ext>
              </a:extLst>
            </p:cNvPr>
            <p:cNvSpPr>
              <a:spLocks noGrp="1"/>
            </p:cNvSpPr>
            <p:nvPr/>
          </p:nvSpPr>
          <p:spPr>
            <a:xfrm>
              <a:off x="23993574" y="3009900"/>
              <a:ext cx="15379" cy="276225"/>
            </a:xfrm>
            <a:prstGeom prst="rect">
              <a:avLst/>
            </a:prstGeom>
            <a:solidFill>
              <a:srgbClr val="CC79A7"/>
            </a:solidFill>
            <a:ln w="0">
              <a:noFill/>
              <a:prstDash val="solid"/>
            </a:ln>
          </p:spPr>
        </p:sp>
        <p:sp>
          <p:nvSpPr>
            <p:cNvPr id="2158" name="four:time-step-strips:time-strip-tᵢ-cell-180:2158">
              <a:extLst>
                <a:ext uri="{FF2B5EF4-FFF2-40B4-BE49-F238E27FC236}">
                  <ns2:creationId id="{97892DDF-F1FF-47F4-85CD-918A7E6E2B0F}"/>
                </a:ext>
              </a:extLst>
            </p:cNvPr>
            <p:cNvSpPr>
              <a:spLocks noGrp="1"/>
            </p:cNvSpPr>
            <p:nvPr/>
          </p:nvSpPr>
          <p:spPr>
            <a:xfrm>
              <a:off x="24008953" y="3009900"/>
              <a:ext cx="15379" cy="276225"/>
            </a:xfrm>
            <a:prstGeom prst="rect">
              <a:avLst/>
            </a:prstGeom>
            <a:solidFill>
              <a:srgbClr val="CC79A7"/>
            </a:solidFill>
            <a:ln w="0">
              <a:noFill/>
              <a:prstDash val="solid"/>
            </a:ln>
          </p:spPr>
        </p:sp>
        <p:sp>
          <p:nvSpPr>
            <p:cNvPr id="2159" name="four:time-step-strips:time-strip-tᵢ-cell-181:2159">
              <a:extLst>
                <a:ext uri="{FF2B5EF4-FFF2-40B4-BE49-F238E27FC236}">
                  <ns2:creationId id="{C4B998E8-E574-4FD0-8F26-AC7CAA7D92FE}"/>
                </a:ext>
              </a:extLst>
            </p:cNvPr>
            <p:cNvSpPr>
              <a:spLocks noGrp="1"/>
            </p:cNvSpPr>
            <p:nvPr/>
          </p:nvSpPr>
          <p:spPr>
            <a:xfrm>
              <a:off x="24024332" y="3009900"/>
              <a:ext cx="15379" cy="276225"/>
            </a:xfrm>
            <a:prstGeom prst="rect">
              <a:avLst/>
            </a:prstGeom>
            <a:solidFill>
              <a:srgbClr val="CC79A7"/>
            </a:solidFill>
            <a:ln w="0">
              <a:noFill/>
              <a:prstDash val="solid"/>
            </a:ln>
          </p:spPr>
        </p:sp>
        <p:sp>
          <p:nvSpPr>
            <p:cNvPr id="2160" name="four:time-step-strips:time-strip-tᵢ-cell-182:2160">
              <a:extLst>
                <a:ext uri="{FF2B5EF4-FFF2-40B4-BE49-F238E27FC236}">
                  <ns2:creationId id="{8722014A-D784-49F6-83B9-C1CA17E2C38A}"/>
                </a:ext>
              </a:extLst>
            </p:cNvPr>
            <p:cNvSpPr>
              <a:spLocks noGrp="1"/>
            </p:cNvSpPr>
            <p:nvPr/>
          </p:nvSpPr>
          <p:spPr>
            <a:xfrm>
              <a:off x="24039711" y="3009900"/>
              <a:ext cx="15379" cy="276225"/>
            </a:xfrm>
            <a:prstGeom prst="rect">
              <a:avLst/>
            </a:prstGeom>
            <a:solidFill>
              <a:srgbClr val="CC79A7"/>
            </a:solidFill>
            <a:ln w="0">
              <a:noFill/>
              <a:prstDash val="solid"/>
            </a:ln>
          </p:spPr>
        </p:sp>
        <p:sp>
          <p:nvSpPr>
            <p:cNvPr id="2161" name="four:time-step-strips:time-strip-tᵢ-cell-183:2161">
              <a:extLst>
                <a:ext uri="{FF2B5EF4-FFF2-40B4-BE49-F238E27FC236}">
                  <ns2:creationId id="{084B83CB-9381-442C-A582-A92566449460}"/>
                </a:ext>
              </a:extLst>
            </p:cNvPr>
            <p:cNvSpPr>
              <a:spLocks noGrp="1"/>
            </p:cNvSpPr>
            <p:nvPr/>
          </p:nvSpPr>
          <p:spPr>
            <a:xfrm>
              <a:off x="24055090" y="3009900"/>
              <a:ext cx="15379" cy="276225"/>
            </a:xfrm>
            <a:prstGeom prst="rect">
              <a:avLst/>
            </a:prstGeom>
            <a:solidFill>
              <a:srgbClr val="CC79A7"/>
            </a:solidFill>
            <a:ln w="0">
              <a:noFill/>
              <a:prstDash val="solid"/>
            </a:ln>
          </p:spPr>
        </p:sp>
        <p:sp>
          <p:nvSpPr>
            <p:cNvPr id="2162" name="four:time-step-strips:time-strip-tᵢ-cell-184:2162">
              <a:extLst>
                <a:ext uri="{FF2B5EF4-FFF2-40B4-BE49-F238E27FC236}">
                  <ns2:creationId id="{E7A2AB2D-9688-482A-AF6A-BB95E7E3FB57}"/>
                </a:ext>
              </a:extLst>
            </p:cNvPr>
            <p:cNvSpPr>
              <a:spLocks noGrp="1"/>
            </p:cNvSpPr>
            <p:nvPr/>
          </p:nvSpPr>
          <p:spPr>
            <a:xfrm>
              <a:off x="24070469" y="3009900"/>
              <a:ext cx="15379" cy="276225"/>
            </a:xfrm>
            <a:prstGeom prst="rect">
              <a:avLst/>
            </a:prstGeom>
            <a:solidFill>
              <a:srgbClr val="CC79A7"/>
            </a:solidFill>
            <a:ln w="0">
              <a:noFill/>
              <a:prstDash val="solid"/>
            </a:ln>
          </p:spPr>
        </p:sp>
        <p:sp>
          <p:nvSpPr>
            <p:cNvPr id="2163" name="four:time-step-strips:time-strip-tᵢ-cell-185:2163">
              <a:extLst>
                <a:ext uri="{FF2B5EF4-FFF2-40B4-BE49-F238E27FC236}">
                  <ns2:creationId id="{8FB6E226-8E99-431C-A1C6-09C7076FE984}"/>
                </a:ext>
              </a:extLst>
            </p:cNvPr>
            <p:cNvSpPr>
              <a:spLocks noGrp="1"/>
            </p:cNvSpPr>
            <p:nvPr/>
          </p:nvSpPr>
          <p:spPr>
            <a:xfrm>
              <a:off x="24085848" y="3009900"/>
              <a:ext cx="15379" cy="276225"/>
            </a:xfrm>
            <a:prstGeom prst="rect">
              <a:avLst/>
            </a:prstGeom>
            <a:solidFill>
              <a:srgbClr val="CC79A7"/>
            </a:solidFill>
            <a:ln w="0">
              <a:noFill/>
              <a:prstDash val="solid"/>
            </a:ln>
          </p:spPr>
        </p:sp>
        <p:sp>
          <p:nvSpPr>
            <p:cNvPr id="2164" name="four:time-step-strips:time-strip-tᵢ-cell-186:2164">
              <a:extLst>
                <a:ext uri="{FF2B5EF4-FFF2-40B4-BE49-F238E27FC236}">
                  <ns2:creationId id="{C5068295-98A1-41F0-9D90-46EA02AB1C67}"/>
                </a:ext>
              </a:extLst>
            </p:cNvPr>
            <p:cNvSpPr>
              <a:spLocks noGrp="1"/>
            </p:cNvSpPr>
            <p:nvPr/>
          </p:nvSpPr>
          <p:spPr>
            <a:xfrm>
              <a:off x="24101227" y="3009900"/>
              <a:ext cx="15379" cy="276225"/>
            </a:xfrm>
            <a:prstGeom prst="rect">
              <a:avLst/>
            </a:prstGeom>
            <a:solidFill>
              <a:srgbClr val="CC79A7"/>
            </a:solidFill>
            <a:ln w="0">
              <a:noFill/>
              <a:prstDash val="solid"/>
            </a:ln>
          </p:spPr>
        </p:sp>
        <p:sp>
          <p:nvSpPr>
            <p:cNvPr id="2165" name="four:time-step-strips:time-strip-tᵢ-cell-187:2165">
              <a:extLst>
                <a:ext uri="{FF2B5EF4-FFF2-40B4-BE49-F238E27FC236}">
                  <ns2:creationId id="{411E96AE-83A2-4FA3-A667-4209F25F440A}"/>
                </a:ext>
              </a:extLst>
            </p:cNvPr>
            <p:cNvSpPr>
              <a:spLocks noGrp="1"/>
            </p:cNvSpPr>
            <p:nvPr/>
          </p:nvSpPr>
          <p:spPr>
            <a:xfrm>
              <a:off x="24116605" y="3009900"/>
              <a:ext cx="15379" cy="276225"/>
            </a:xfrm>
            <a:prstGeom prst="rect">
              <a:avLst/>
            </a:prstGeom>
            <a:solidFill>
              <a:srgbClr val="CD7EAA"/>
            </a:solidFill>
            <a:ln w="0">
              <a:noFill/>
              <a:prstDash val="solid"/>
            </a:ln>
          </p:spPr>
        </p:sp>
        <p:sp>
          <p:nvSpPr>
            <p:cNvPr id="2166" name="four:time-step-strips:time-strip-tᵢ-cell-188:2166">
              <a:extLst>
                <a:ext uri="{FF2B5EF4-FFF2-40B4-BE49-F238E27FC236}">
                  <ns2:creationId id="{DFDB7F41-0A2B-4C86-8EB6-7561BBCB6187}"/>
                </a:ext>
              </a:extLst>
            </p:cNvPr>
            <p:cNvSpPr>
              <a:spLocks noGrp="1"/>
            </p:cNvSpPr>
            <p:nvPr/>
          </p:nvSpPr>
          <p:spPr>
            <a:xfrm>
              <a:off x="24131984" y="3009900"/>
              <a:ext cx="15379" cy="276225"/>
            </a:xfrm>
            <a:prstGeom prst="rect">
              <a:avLst/>
            </a:prstGeom>
            <a:solidFill>
              <a:srgbClr val="D5B7CE"/>
            </a:solidFill>
            <a:ln w="0">
              <a:noFill/>
              <a:prstDash val="solid"/>
            </a:ln>
          </p:spPr>
        </p:sp>
        <p:sp>
          <p:nvSpPr>
            <p:cNvPr id="2167" name="four:time-step-strips:time-strip-tᵢ-cell-189:2167">
              <a:extLst>
                <a:ext uri="{FF2B5EF4-FFF2-40B4-BE49-F238E27FC236}">
                  <ns2:creationId id="{730569E8-E04A-4DCD-9C3C-4A599F905584}"/>
                </a:ext>
              </a:extLst>
            </p:cNvPr>
            <p:cNvSpPr>
              <a:spLocks noGrp="1"/>
            </p:cNvSpPr>
            <p:nvPr/>
          </p:nvSpPr>
          <p:spPr>
            <a:xfrm>
              <a:off x="24147363" y="3009900"/>
              <a:ext cx="15379" cy="276225"/>
            </a:xfrm>
            <a:prstGeom prst="rect">
              <a:avLst/>
            </a:prstGeom>
            <a:solidFill>
              <a:srgbClr val="DCE8EC"/>
            </a:solidFill>
            <a:ln w="0">
              <a:noFill/>
              <a:prstDash val="solid"/>
            </a:ln>
          </p:spPr>
        </p:sp>
        <p:sp>
          <p:nvSpPr>
            <p:cNvPr id="2168" name="four:time-step-strips:time-strip-tᵢ-cell-190:2168">
              <a:extLst>
                <a:ext uri="{FF2B5EF4-FFF2-40B4-BE49-F238E27FC236}">
                  <ns2:creationId id="{9BB932AD-2EED-473B-9180-ED7C76C8F25C}"/>
                </a:ext>
              </a:extLst>
            </p:cNvPr>
            <p:cNvSpPr>
              <a:spLocks noGrp="1"/>
            </p:cNvSpPr>
            <p:nvPr/>
          </p:nvSpPr>
          <p:spPr>
            <a:xfrm>
              <a:off x="24162742" y="3009900"/>
              <a:ext cx="15379" cy="276225"/>
            </a:xfrm>
            <a:prstGeom prst="rect">
              <a:avLst/>
            </a:prstGeom>
            <a:solidFill>
              <a:srgbClr val="DCE8ED"/>
            </a:solidFill>
            <a:ln w="0">
              <a:noFill/>
              <a:prstDash val="solid"/>
            </a:ln>
          </p:spPr>
        </p:sp>
        <p:sp>
          <p:nvSpPr>
            <p:cNvPr id="2169" name="four:time-step-strips:time-strip-tᵢ-cell-191:2169">
              <a:extLst>
                <a:ext uri="{FF2B5EF4-FFF2-40B4-BE49-F238E27FC236}">
                  <ns2:creationId id="{D449DCD0-126A-4B9A-9811-4B0AE075F729}"/>
                </a:ext>
              </a:extLst>
            </p:cNvPr>
            <p:cNvSpPr>
              <a:spLocks noGrp="1"/>
            </p:cNvSpPr>
            <p:nvPr/>
          </p:nvSpPr>
          <p:spPr>
            <a:xfrm>
              <a:off x="24178121" y="3009900"/>
              <a:ext cx="15379" cy="276225"/>
            </a:xfrm>
            <a:prstGeom prst="rect">
              <a:avLst/>
            </a:prstGeom>
            <a:solidFill>
              <a:srgbClr val="DCE8ED"/>
            </a:solidFill>
            <a:ln w="0">
              <a:noFill/>
              <a:prstDash val="solid"/>
            </a:ln>
          </p:spPr>
        </p:sp>
        <p:sp>
          <p:nvSpPr>
            <p:cNvPr id="2170" name="four:time-step-strips:time-strip-tᵢ-border:2170">
              <a:extLst>
                <a:ext uri="{FF2B5EF4-FFF2-40B4-BE49-F238E27FC236}">
                  <ns2:creationId id="{3554CCEB-9D2E-42AC-A28A-2D1531FC31F2}"/>
                </a:ext>
              </a:extLst>
            </p:cNvPr>
            <p:cNvSpPr>
              <a:spLocks noGrp="1"/>
            </p:cNvSpPr>
            <p:nvPr/>
          </p:nvSpPr>
          <p:spPr>
            <a:xfrm>
              <a:off x="21240750" y="3009900"/>
              <a:ext cx="2952750" cy="276225"/>
            </a:xfrm>
            <a:prstGeom prst="rect">
              <a:avLst/>
            </a:prstGeom>
            <a:noFill/>
            <a:ln w="7620">
              <a:solidFill>
                <a:srgbClr val="263238"/>
              </a:solidFill>
              <a:prstDash val="solid"/>
            </a:ln>
          </p:spPr>
        </p:sp>
        <p:sp>
          <p:nvSpPr>
            <p:cNvPr id="2171" name="four:time-step-strips:textbox:2171">
              <a:extLst>
                <a:ext uri="{FF2B5EF4-FFF2-40B4-BE49-F238E27FC236}">
                  <ns2:creationId id="{3170BFAE-D13D-4D75-88FD-EA23C8832BA7}"/>
                </a:ext>
              </a:extLst>
            </p:cNvPr>
            <p:cNvSpPr>
              <a:spLocks noGrp="1"/>
            </p:cNvSpPr>
            <p:nvPr/>
          </p:nvSpPr>
          <p:spPr>
            <a:xfrm>
              <a:off x="20831175" y="3695700"/>
              <a:ext cx="323850" cy="342900"/>
            </a:xfrm>
            <a:prstGeom prst="rect">
              <a:avLst/>
            </a:prstGeom>
            <a:noFill/>
            <a:ln w="0">
              <a:noFill/>
              <a:prstDash val="solid"/>
            </a:ln>
          </p:spPr>
          <p:txBody>
            <a:bodyPr wrap="none" lIns="0" tIns="0" rIns="0" bIns="0" anchor="ctr">
              <a:normAutofit fontScale="100000"/>
            </a:bodyPr>
            <a:lstStyle>
              <a:defPPr algn="ctr">
                <a:defRPr sz="2025" b="0">
                  <a:solidFill>
                    <a:srgbClr val="263238"/>
                  </a:solidFill>
                  <a:latin typeface="Arial"/>
                  <a:ea typeface="Arial"/>
                  <a:cs typeface="Arial"/>
                </a:defRPr>
              </a:defPPr>
            </a:lstStyle>
            <a:p>
              <a:pPr algn="ctr">
                <a:defRPr sz="2025" b="0">
                  <a:solidFill>
                    <a:srgbClr val="263238"/>
                  </a:solidFill>
                  <a:latin typeface="Arial"/>
                  <a:ea typeface="Arial"/>
                  <a:cs typeface="Arial"/>
                </a:defRPr>
              </a:pPr>
              <a:r>
                <a:rPr sz="2025" b="0">
                  <a:solidFill>
                    <a:srgbClr val="263238"/>
                  </a:solidFill>
                  <a:latin typeface="Arial"/>
                  <a:ea typeface="Arial"/>
                  <a:cs typeface="Arial"/>
                </a:rPr>
                <a:t>t</a:t>
              </a:r>
              <a:r>
                <a:rPr sz="1458" b="0" baseline="-25000">
                  <a:solidFill>
                    <a:srgbClr val="263238"/>
                  </a:solidFill>
                  <a:latin typeface="Arial"/>
                  <a:ea typeface="Arial"/>
                  <a:cs typeface="Arial"/>
                </a:rPr>
                <a:t>n</a:t>
              </a:r>
            </a:p>
          </p:txBody>
        </p:sp>
        <p:sp>
          <p:nvSpPr>
            <p:cNvPr id="2172" name="four:time-step-strips:time-strip-tₙ-cell-0:2172">
              <a:extLst>
                <a:ext uri="{FF2B5EF4-FFF2-40B4-BE49-F238E27FC236}">
                  <ns2:creationId id="{F4D3CA1F-0A89-4462-A899-ECBACDABC687}"/>
                </a:ext>
              </a:extLst>
            </p:cNvPr>
            <p:cNvSpPr>
              <a:spLocks noGrp="1"/>
            </p:cNvSpPr>
            <p:nvPr/>
          </p:nvSpPr>
          <p:spPr>
            <a:xfrm>
              <a:off x="21240750" y="3724275"/>
              <a:ext cx="15379" cy="276225"/>
            </a:xfrm>
            <a:prstGeom prst="rect">
              <a:avLst/>
            </a:prstGeom>
            <a:solidFill>
              <a:srgbClr val="DCE8ED"/>
            </a:solidFill>
            <a:ln w="0">
              <a:noFill/>
              <a:prstDash val="solid"/>
            </a:ln>
          </p:spPr>
        </p:sp>
        <p:sp>
          <p:nvSpPr>
            <p:cNvPr id="2173" name="four:time-step-strips:time-strip-tₙ-cell-1:2173">
              <a:extLst>
                <a:ext uri="{FF2B5EF4-FFF2-40B4-BE49-F238E27FC236}">
                  <ns2:creationId id="{A31A0921-8C2B-4F96-ADAF-61B8D727C188}"/>
                </a:ext>
              </a:extLst>
            </p:cNvPr>
            <p:cNvSpPr>
              <a:spLocks noGrp="1"/>
            </p:cNvSpPr>
            <p:nvPr/>
          </p:nvSpPr>
          <p:spPr>
            <a:xfrm>
              <a:off x="21256129" y="3724275"/>
              <a:ext cx="15379" cy="276225"/>
            </a:xfrm>
            <a:prstGeom prst="rect">
              <a:avLst/>
            </a:prstGeom>
            <a:solidFill>
              <a:srgbClr val="DCE8ED"/>
            </a:solidFill>
            <a:ln w="0">
              <a:noFill/>
              <a:prstDash val="solid"/>
            </a:ln>
          </p:spPr>
        </p:sp>
        <p:sp>
          <p:nvSpPr>
            <p:cNvPr id="2174" name="four:time-step-strips:time-strip-tₙ-cell-2:2174">
              <a:extLst>
                <a:ext uri="{FF2B5EF4-FFF2-40B4-BE49-F238E27FC236}">
                  <ns2:creationId id="{6BE8A150-F06B-4B2C-A133-34CE24658968}"/>
                </a:ext>
              </a:extLst>
            </p:cNvPr>
            <p:cNvSpPr>
              <a:spLocks noGrp="1"/>
            </p:cNvSpPr>
            <p:nvPr/>
          </p:nvSpPr>
          <p:spPr>
            <a:xfrm>
              <a:off x="21271508" y="3724275"/>
              <a:ext cx="15379" cy="276225"/>
            </a:xfrm>
            <a:prstGeom prst="rect">
              <a:avLst/>
            </a:prstGeom>
            <a:solidFill>
              <a:srgbClr val="DCE8ED"/>
            </a:solidFill>
            <a:ln w="0">
              <a:noFill/>
              <a:prstDash val="solid"/>
            </a:ln>
          </p:spPr>
        </p:sp>
        <p:sp>
          <p:nvSpPr>
            <p:cNvPr id="2175" name="four:time-step-strips:time-strip-tₙ-cell-3:2175">
              <a:extLst>
                <a:ext uri="{FF2B5EF4-FFF2-40B4-BE49-F238E27FC236}">
                  <ns2:creationId id="{A2E7891C-758B-4FF5-AEEF-B58DF70C9E64}"/>
                </a:ext>
              </a:extLst>
            </p:cNvPr>
            <p:cNvSpPr>
              <a:spLocks noGrp="1"/>
            </p:cNvSpPr>
            <p:nvPr/>
          </p:nvSpPr>
          <p:spPr>
            <a:xfrm>
              <a:off x="21286887" y="3724275"/>
              <a:ext cx="15379" cy="276225"/>
            </a:xfrm>
            <a:prstGeom prst="rect">
              <a:avLst/>
            </a:prstGeom>
            <a:solidFill>
              <a:srgbClr val="D9E6EB"/>
            </a:solidFill>
            <a:ln w="0">
              <a:noFill/>
              <a:prstDash val="solid"/>
            </a:ln>
          </p:spPr>
        </p:sp>
        <p:sp>
          <p:nvSpPr>
            <p:cNvPr id="2176" name="four:time-step-strips:time-strip-tₙ-cell-4:2176">
              <a:extLst>
                <a:ext uri="{FF2B5EF4-FFF2-40B4-BE49-F238E27FC236}">
                  <ns2:creationId id="{B289FE2A-A1F7-44E0-A4EA-1F218C7EC849}"/>
                </a:ext>
              </a:extLst>
            </p:cNvPr>
            <p:cNvSpPr>
              <a:spLocks noGrp="1"/>
            </p:cNvSpPr>
            <p:nvPr/>
          </p:nvSpPr>
          <p:spPr>
            <a:xfrm>
              <a:off x="21302266" y="3724275"/>
              <a:ext cx="15379" cy="276225"/>
            </a:xfrm>
            <a:prstGeom prst="rect">
              <a:avLst/>
            </a:prstGeom>
            <a:solidFill>
              <a:srgbClr val="D9B698"/>
            </a:solidFill>
            <a:ln w="0">
              <a:noFill/>
              <a:prstDash val="solid"/>
            </a:ln>
          </p:spPr>
        </p:sp>
        <p:sp>
          <p:nvSpPr>
            <p:cNvPr id="2177" name="four:time-step-strips:time-strip-tₙ-cell-5:2177">
              <a:extLst>
                <a:ext uri="{FF2B5EF4-FFF2-40B4-BE49-F238E27FC236}">
                  <ns2:creationId id="{F5042C96-FE2E-41CF-BAE0-64CA55C01231}"/>
                </a:ext>
              </a:extLst>
            </p:cNvPr>
            <p:cNvSpPr>
              <a:spLocks noGrp="1"/>
            </p:cNvSpPr>
            <p:nvPr/>
          </p:nvSpPr>
          <p:spPr>
            <a:xfrm>
              <a:off x="21317645" y="3724275"/>
              <a:ext cx="15379" cy="276225"/>
            </a:xfrm>
            <a:prstGeom prst="rect">
              <a:avLst/>
            </a:prstGeom>
            <a:solidFill>
              <a:srgbClr val="D6782D"/>
            </a:solidFill>
            <a:ln w="0">
              <a:noFill/>
              <a:prstDash val="solid"/>
            </a:ln>
          </p:spPr>
        </p:sp>
        <p:sp>
          <p:nvSpPr>
            <p:cNvPr id="2178" name="four:time-step-strips:time-strip-tₙ-cell-6:2178">
              <a:extLst>
                <a:ext uri="{FF2B5EF4-FFF2-40B4-BE49-F238E27FC236}">
                  <ns2:creationId id="{CEF94A36-A32B-4309-9011-69559D3A2031}"/>
                </a:ext>
              </a:extLst>
            </p:cNvPr>
            <p:cNvSpPr>
              <a:spLocks noGrp="1"/>
            </p:cNvSpPr>
            <p:nvPr/>
          </p:nvSpPr>
          <p:spPr>
            <a:xfrm>
              <a:off x="21333023" y="3724275"/>
              <a:ext cx="15379" cy="276225"/>
            </a:xfrm>
            <a:prstGeom prst="rect">
              <a:avLst/>
            </a:prstGeom>
            <a:solidFill>
              <a:srgbClr val="D55E00"/>
            </a:solidFill>
            <a:ln w="0">
              <a:noFill/>
              <a:prstDash val="solid"/>
            </a:ln>
          </p:spPr>
        </p:sp>
        <p:sp>
          <p:nvSpPr>
            <p:cNvPr id="2179" name="four:time-step-strips:time-strip-tₙ-cell-7:2179">
              <a:extLst>
                <a:ext uri="{FF2B5EF4-FFF2-40B4-BE49-F238E27FC236}">
                  <ns2:creationId id="{0834CC60-D13C-4869-991E-C75B7FCE5E47}"/>
                </a:ext>
              </a:extLst>
            </p:cNvPr>
            <p:cNvSpPr>
              <a:spLocks noGrp="1"/>
            </p:cNvSpPr>
            <p:nvPr/>
          </p:nvSpPr>
          <p:spPr>
            <a:xfrm>
              <a:off x="21348402" y="3724275"/>
              <a:ext cx="15379" cy="276225"/>
            </a:xfrm>
            <a:prstGeom prst="rect">
              <a:avLst/>
            </a:prstGeom>
            <a:solidFill>
              <a:srgbClr val="D55E00"/>
            </a:solidFill>
            <a:ln w="0">
              <a:noFill/>
              <a:prstDash val="solid"/>
            </a:ln>
          </p:spPr>
        </p:sp>
        <p:sp>
          <p:nvSpPr>
            <p:cNvPr id="2180" name="four:time-step-strips:time-strip-tₙ-cell-8:2180">
              <a:extLst>
                <a:ext uri="{FF2B5EF4-FFF2-40B4-BE49-F238E27FC236}">
                  <ns2:creationId id="{DADC94AE-7270-4735-AD63-1BA678C018D9}"/>
                </a:ext>
              </a:extLst>
            </p:cNvPr>
            <p:cNvSpPr>
              <a:spLocks noGrp="1"/>
            </p:cNvSpPr>
            <p:nvPr/>
          </p:nvSpPr>
          <p:spPr>
            <a:xfrm>
              <a:off x="21363781" y="3724275"/>
              <a:ext cx="15379" cy="276225"/>
            </a:xfrm>
            <a:prstGeom prst="rect">
              <a:avLst/>
            </a:prstGeom>
            <a:solidFill>
              <a:srgbClr val="D55E00"/>
            </a:solidFill>
            <a:ln w="0">
              <a:noFill/>
              <a:prstDash val="solid"/>
            </a:ln>
          </p:spPr>
        </p:sp>
        <p:sp>
          <p:nvSpPr>
            <p:cNvPr id="2181" name="four:time-step-strips:time-strip-tₙ-cell-9:2181">
              <a:extLst>
                <a:ext uri="{FF2B5EF4-FFF2-40B4-BE49-F238E27FC236}">
                  <ns2:creationId id="{8FAA6B94-A6D1-4153-AD57-3A61B1B9BF47}"/>
                </a:ext>
              </a:extLst>
            </p:cNvPr>
            <p:cNvSpPr>
              <a:spLocks noGrp="1"/>
            </p:cNvSpPr>
            <p:nvPr/>
          </p:nvSpPr>
          <p:spPr>
            <a:xfrm>
              <a:off x="21379160" y="3724275"/>
              <a:ext cx="15379" cy="276225"/>
            </a:xfrm>
            <a:prstGeom prst="rect">
              <a:avLst/>
            </a:prstGeom>
            <a:solidFill>
              <a:srgbClr val="D55E00"/>
            </a:solidFill>
            <a:ln w="0">
              <a:noFill/>
              <a:prstDash val="solid"/>
            </a:ln>
          </p:spPr>
        </p:sp>
        <p:sp>
          <p:nvSpPr>
            <p:cNvPr id="2182" name="four:time-step-strips:time-strip-tₙ-cell-10:2182">
              <a:extLst>
                <a:ext uri="{FF2B5EF4-FFF2-40B4-BE49-F238E27FC236}">
                  <ns2:creationId id="{27FF6E96-BF16-4E58-B141-5102C04C3BD9}"/>
                </a:ext>
              </a:extLst>
            </p:cNvPr>
            <p:cNvSpPr>
              <a:spLocks noGrp="1"/>
            </p:cNvSpPr>
            <p:nvPr/>
          </p:nvSpPr>
          <p:spPr>
            <a:xfrm>
              <a:off x="21394539" y="3724275"/>
              <a:ext cx="15379" cy="276225"/>
            </a:xfrm>
            <a:prstGeom prst="rect">
              <a:avLst/>
            </a:prstGeom>
            <a:solidFill>
              <a:srgbClr val="D55E00"/>
            </a:solidFill>
            <a:ln w="0">
              <a:noFill/>
              <a:prstDash val="solid"/>
            </a:ln>
          </p:spPr>
        </p:sp>
        <p:sp>
          <p:nvSpPr>
            <p:cNvPr id="2183" name="four:time-step-strips:time-strip-tₙ-cell-11:2183">
              <a:extLst>
                <a:ext uri="{FF2B5EF4-FFF2-40B4-BE49-F238E27FC236}">
                  <ns2:creationId id="{1728FECB-8A54-4CCB-8F4C-3A66151C7040}"/>
                </a:ext>
              </a:extLst>
            </p:cNvPr>
            <p:cNvSpPr>
              <a:spLocks noGrp="1"/>
            </p:cNvSpPr>
            <p:nvPr/>
          </p:nvSpPr>
          <p:spPr>
            <a:xfrm>
              <a:off x="21409918" y="3724275"/>
              <a:ext cx="15379" cy="276225"/>
            </a:xfrm>
            <a:prstGeom prst="rect">
              <a:avLst/>
            </a:prstGeom>
            <a:solidFill>
              <a:srgbClr val="D55E00"/>
            </a:solidFill>
            <a:ln w="0">
              <a:noFill/>
              <a:prstDash val="solid"/>
            </a:ln>
          </p:spPr>
        </p:sp>
        <p:sp>
          <p:nvSpPr>
            <p:cNvPr id="2184" name="four:time-step-strips:time-strip-tₙ-cell-12:2184">
              <a:extLst>
                <a:ext uri="{FF2B5EF4-FFF2-40B4-BE49-F238E27FC236}">
                  <ns2:creationId id="{DCA3EDE4-2820-4B80-8D6F-385C4C6F7613}"/>
                </a:ext>
              </a:extLst>
            </p:cNvPr>
            <p:cNvSpPr>
              <a:spLocks noGrp="1"/>
            </p:cNvSpPr>
            <p:nvPr/>
          </p:nvSpPr>
          <p:spPr>
            <a:xfrm>
              <a:off x="21425297" y="3724275"/>
              <a:ext cx="15379" cy="276225"/>
            </a:xfrm>
            <a:prstGeom prst="rect">
              <a:avLst/>
            </a:prstGeom>
            <a:solidFill>
              <a:srgbClr val="D55E00"/>
            </a:solidFill>
            <a:ln w="0">
              <a:noFill/>
              <a:prstDash val="solid"/>
            </a:ln>
          </p:spPr>
        </p:sp>
        <p:sp>
          <p:nvSpPr>
            <p:cNvPr id="2185" name="four:time-step-strips:time-strip-tₙ-cell-13:2185">
              <a:extLst>
                <a:ext uri="{FF2B5EF4-FFF2-40B4-BE49-F238E27FC236}">
                  <ns2:creationId id="{7087E7B4-E1B2-447E-AA6A-ADEB40EB83B1}"/>
                </a:ext>
              </a:extLst>
            </p:cNvPr>
            <p:cNvSpPr>
              <a:spLocks noGrp="1"/>
            </p:cNvSpPr>
            <p:nvPr/>
          </p:nvSpPr>
          <p:spPr>
            <a:xfrm>
              <a:off x="21440676" y="3724275"/>
              <a:ext cx="15379" cy="276225"/>
            </a:xfrm>
            <a:prstGeom prst="rect">
              <a:avLst/>
            </a:prstGeom>
            <a:solidFill>
              <a:srgbClr val="D55E00"/>
            </a:solidFill>
            <a:ln w="0">
              <a:noFill/>
              <a:prstDash val="solid"/>
            </a:ln>
          </p:spPr>
        </p:sp>
        <p:sp>
          <p:nvSpPr>
            <p:cNvPr id="2186" name="four:time-step-strips:time-strip-tₙ-cell-14:2186">
              <a:extLst>
                <a:ext uri="{FF2B5EF4-FFF2-40B4-BE49-F238E27FC236}">
                  <ns2:creationId id="{EE2C9F2F-C661-4279-B1E0-7218FB527799}"/>
                </a:ext>
              </a:extLst>
            </p:cNvPr>
            <p:cNvSpPr>
              <a:spLocks noGrp="1"/>
            </p:cNvSpPr>
            <p:nvPr/>
          </p:nvSpPr>
          <p:spPr>
            <a:xfrm>
              <a:off x="21456055" y="3724275"/>
              <a:ext cx="15379" cy="276225"/>
            </a:xfrm>
            <a:prstGeom prst="rect">
              <a:avLst/>
            </a:prstGeom>
            <a:solidFill>
              <a:srgbClr val="D55E00"/>
            </a:solidFill>
            <a:ln w="0">
              <a:noFill/>
              <a:prstDash val="solid"/>
            </a:ln>
          </p:spPr>
        </p:sp>
        <p:sp>
          <p:nvSpPr>
            <p:cNvPr id="2187" name="four:time-step-strips:time-strip-tₙ-cell-15:2187">
              <a:extLst>
                <a:ext uri="{FF2B5EF4-FFF2-40B4-BE49-F238E27FC236}">
                  <ns2:creationId id="{3C4F9D94-B5FD-4DF8-9E30-DAF1E0B7A0F2}"/>
                </a:ext>
              </a:extLst>
            </p:cNvPr>
            <p:cNvSpPr>
              <a:spLocks noGrp="1"/>
            </p:cNvSpPr>
            <p:nvPr/>
          </p:nvSpPr>
          <p:spPr>
            <a:xfrm>
              <a:off x="21471434" y="3724275"/>
              <a:ext cx="15379" cy="276225"/>
            </a:xfrm>
            <a:prstGeom prst="rect">
              <a:avLst/>
            </a:prstGeom>
            <a:solidFill>
              <a:srgbClr val="D55E00"/>
            </a:solidFill>
            <a:ln w="0">
              <a:noFill/>
              <a:prstDash val="solid"/>
            </a:ln>
          </p:spPr>
        </p:sp>
        <p:sp>
          <p:nvSpPr>
            <p:cNvPr id="2188" name="four:time-step-strips:time-strip-tₙ-cell-16:2188">
              <a:extLst>
                <a:ext uri="{FF2B5EF4-FFF2-40B4-BE49-F238E27FC236}">
                  <ns2:creationId id="{BC91AD09-C25D-4E42-B882-2608FD9340E3}"/>
                </a:ext>
              </a:extLst>
            </p:cNvPr>
            <p:cNvSpPr>
              <a:spLocks noGrp="1"/>
            </p:cNvSpPr>
            <p:nvPr/>
          </p:nvSpPr>
          <p:spPr>
            <a:xfrm>
              <a:off x="21486812" y="3724275"/>
              <a:ext cx="15379" cy="276225"/>
            </a:xfrm>
            <a:prstGeom prst="rect">
              <a:avLst/>
            </a:prstGeom>
            <a:solidFill>
              <a:srgbClr val="D55E00"/>
            </a:solidFill>
            <a:ln w="0">
              <a:noFill/>
              <a:prstDash val="solid"/>
            </a:ln>
          </p:spPr>
        </p:sp>
        <p:sp>
          <p:nvSpPr>
            <p:cNvPr id="2189" name="four:time-step-strips:time-strip-tₙ-cell-17:2189">
              <a:extLst>
                <a:ext uri="{FF2B5EF4-FFF2-40B4-BE49-F238E27FC236}">
                  <ns2:creationId id="{15D5FCCD-7A92-416D-82FE-37BC1171AD47}"/>
                </a:ext>
              </a:extLst>
            </p:cNvPr>
            <p:cNvSpPr>
              <a:spLocks noGrp="1"/>
            </p:cNvSpPr>
            <p:nvPr/>
          </p:nvSpPr>
          <p:spPr>
            <a:xfrm>
              <a:off x="21502191" y="3724275"/>
              <a:ext cx="15379" cy="276225"/>
            </a:xfrm>
            <a:prstGeom prst="rect">
              <a:avLst/>
            </a:prstGeom>
            <a:solidFill>
              <a:srgbClr val="D55E00"/>
            </a:solidFill>
            <a:ln w="0">
              <a:noFill/>
              <a:prstDash val="solid"/>
            </a:ln>
          </p:spPr>
        </p:sp>
        <p:sp>
          <p:nvSpPr>
            <p:cNvPr id="2190" name="four:time-step-strips:time-strip-tₙ-cell-18:2190">
              <a:extLst>
                <a:ext uri="{FF2B5EF4-FFF2-40B4-BE49-F238E27FC236}">
                  <ns2:creationId id="{8D90DF28-AC7F-49C2-B0F6-4B6B499EB57D}"/>
                </a:ext>
              </a:extLst>
            </p:cNvPr>
            <p:cNvSpPr>
              <a:spLocks noGrp="1"/>
            </p:cNvSpPr>
            <p:nvPr/>
          </p:nvSpPr>
          <p:spPr>
            <a:xfrm>
              <a:off x="21517570" y="3724275"/>
              <a:ext cx="15379" cy="276225"/>
            </a:xfrm>
            <a:prstGeom prst="rect">
              <a:avLst/>
            </a:prstGeom>
            <a:solidFill>
              <a:srgbClr val="D55E00"/>
            </a:solidFill>
            <a:ln w="0">
              <a:noFill/>
              <a:prstDash val="solid"/>
            </a:ln>
          </p:spPr>
        </p:sp>
        <p:sp>
          <p:nvSpPr>
            <p:cNvPr id="2191" name="four:time-step-strips:time-strip-tₙ-cell-19:2191">
              <a:extLst>
                <a:ext uri="{FF2B5EF4-FFF2-40B4-BE49-F238E27FC236}">
                  <ns2:creationId id="{7AF7CF36-9A21-486D-990F-2AAD70A9E3BF}"/>
                </a:ext>
              </a:extLst>
            </p:cNvPr>
            <p:cNvSpPr>
              <a:spLocks noGrp="1"/>
            </p:cNvSpPr>
            <p:nvPr/>
          </p:nvSpPr>
          <p:spPr>
            <a:xfrm>
              <a:off x="21532949" y="3724275"/>
              <a:ext cx="15379" cy="276225"/>
            </a:xfrm>
            <a:prstGeom prst="rect">
              <a:avLst/>
            </a:prstGeom>
            <a:solidFill>
              <a:srgbClr val="D55E00"/>
            </a:solidFill>
            <a:ln w="0">
              <a:noFill/>
              <a:prstDash val="solid"/>
            </a:ln>
          </p:spPr>
        </p:sp>
        <p:sp>
          <p:nvSpPr>
            <p:cNvPr id="2192" name="four:time-step-strips:time-strip-tₙ-cell-20:2192">
              <a:extLst>
                <a:ext uri="{FF2B5EF4-FFF2-40B4-BE49-F238E27FC236}">
                  <ns2:creationId id="{21E8966F-CCCC-486D-B82C-6E3AF42F2307}"/>
                </a:ext>
              </a:extLst>
            </p:cNvPr>
            <p:cNvSpPr>
              <a:spLocks noGrp="1"/>
            </p:cNvSpPr>
            <p:nvPr/>
          </p:nvSpPr>
          <p:spPr>
            <a:xfrm>
              <a:off x="21548328" y="3724275"/>
              <a:ext cx="15379" cy="276225"/>
            </a:xfrm>
            <a:prstGeom prst="rect">
              <a:avLst/>
            </a:prstGeom>
            <a:solidFill>
              <a:srgbClr val="D55E00"/>
            </a:solidFill>
            <a:ln w="0">
              <a:noFill/>
              <a:prstDash val="solid"/>
            </a:ln>
          </p:spPr>
        </p:sp>
        <p:sp>
          <p:nvSpPr>
            <p:cNvPr id="2193" name="four:time-step-strips:time-strip-tₙ-cell-21:2193">
              <a:extLst>
                <a:ext uri="{FF2B5EF4-FFF2-40B4-BE49-F238E27FC236}">
                  <ns2:creationId id="{CAB9887E-D571-4111-98CB-7738E242621B}"/>
                </a:ext>
              </a:extLst>
            </p:cNvPr>
            <p:cNvSpPr>
              <a:spLocks noGrp="1"/>
            </p:cNvSpPr>
            <p:nvPr/>
          </p:nvSpPr>
          <p:spPr>
            <a:xfrm>
              <a:off x="21563707" y="3724275"/>
              <a:ext cx="15379" cy="276225"/>
            </a:xfrm>
            <a:prstGeom prst="rect">
              <a:avLst/>
            </a:prstGeom>
            <a:solidFill>
              <a:srgbClr val="D55E00"/>
            </a:solidFill>
            <a:ln w="0">
              <a:noFill/>
              <a:prstDash val="solid"/>
            </a:ln>
          </p:spPr>
        </p:sp>
        <p:sp>
          <p:nvSpPr>
            <p:cNvPr id="2194" name="four:time-step-strips:time-strip-tₙ-cell-22:2194">
              <a:extLst>
                <a:ext uri="{FF2B5EF4-FFF2-40B4-BE49-F238E27FC236}">
                  <ns2:creationId id="{71E18CFB-A854-40EC-AA32-5722A96487BE}"/>
                </a:ext>
              </a:extLst>
            </p:cNvPr>
            <p:cNvSpPr>
              <a:spLocks noGrp="1"/>
            </p:cNvSpPr>
            <p:nvPr/>
          </p:nvSpPr>
          <p:spPr>
            <a:xfrm>
              <a:off x="21579086" y="3724275"/>
              <a:ext cx="15379" cy="276225"/>
            </a:xfrm>
            <a:prstGeom prst="rect">
              <a:avLst/>
            </a:prstGeom>
            <a:solidFill>
              <a:srgbClr val="D55E00"/>
            </a:solidFill>
            <a:ln w="0">
              <a:noFill/>
              <a:prstDash val="solid"/>
            </a:ln>
          </p:spPr>
        </p:sp>
        <p:sp>
          <p:nvSpPr>
            <p:cNvPr id="2195" name="four:time-step-strips:time-strip-tₙ-cell-23:2195">
              <a:extLst>
                <a:ext uri="{FF2B5EF4-FFF2-40B4-BE49-F238E27FC236}">
                  <ns2:creationId id="{B6A3F9B6-B3D6-4E91-B22B-1C282402BA59}"/>
                </a:ext>
              </a:extLst>
            </p:cNvPr>
            <p:cNvSpPr>
              <a:spLocks noGrp="1"/>
            </p:cNvSpPr>
            <p:nvPr/>
          </p:nvSpPr>
          <p:spPr>
            <a:xfrm>
              <a:off x="21594465" y="3724275"/>
              <a:ext cx="15379" cy="276225"/>
            </a:xfrm>
            <a:prstGeom prst="rect">
              <a:avLst/>
            </a:prstGeom>
            <a:solidFill>
              <a:srgbClr val="D55E00"/>
            </a:solidFill>
            <a:ln w="0">
              <a:noFill/>
              <a:prstDash val="solid"/>
            </a:ln>
          </p:spPr>
        </p:sp>
        <p:sp>
          <p:nvSpPr>
            <p:cNvPr id="2196" name="four:time-step-strips:time-strip-tₙ-cell-24:2196">
              <a:extLst>
                <a:ext uri="{FF2B5EF4-FFF2-40B4-BE49-F238E27FC236}">
                  <ns2:creationId id="{13C1179F-F070-44AB-A16D-75652B993BDF}"/>
                </a:ext>
              </a:extLst>
            </p:cNvPr>
            <p:cNvSpPr>
              <a:spLocks noGrp="1"/>
            </p:cNvSpPr>
            <p:nvPr/>
          </p:nvSpPr>
          <p:spPr>
            <a:xfrm>
              <a:off x="21609844" y="3724275"/>
              <a:ext cx="15379" cy="276225"/>
            </a:xfrm>
            <a:prstGeom prst="rect">
              <a:avLst/>
            </a:prstGeom>
            <a:solidFill>
              <a:srgbClr val="D55E00"/>
            </a:solidFill>
            <a:ln w="0">
              <a:noFill/>
              <a:prstDash val="solid"/>
            </a:ln>
          </p:spPr>
        </p:sp>
        <p:sp>
          <p:nvSpPr>
            <p:cNvPr id="2197" name="four:time-step-strips:time-strip-tₙ-cell-25:2197">
              <a:extLst>
                <a:ext uri="{FF2B5EF4-FFF2-40B4-BE49-F238E27FC236}">
                  <ns2:creationId id="{A9F890C0-5DB9-4C50-B816-C5B3EA059D79}"/>
                </a:ext>
              </a:extLst>
            </p:cNvPr>
            <p:cNvSpPr>
              <a:spLocks noGrp="1"/>
            </p:cNvSpPr>
            <p:nvPr/>
          </p:nvSpPr>
          <p:spPr>
            <a:xfrm>
              <a:off x="21625223" y="3724275"/>
              <a:ext cx="15379" cy="276225"/>
            </a:xfrm>
            <a:prstGeom prst="rect">
              <a:avLst/>
            </a:prstGeom>
            <a:solidFill>
              <a:srgbClr val="D55F02"/>
            </a:solidFill>
            <a:ln w="0">
              <a:noFill/>
              <a:prstDash val="solid"/>
            </a:ln>
          </p:spPr>
        </p:sp>
        <p:sp>
          <p:nvSpPr>
            <p:cNvPr id="2198" name="four:time-step-strips:time-strip-tₙ-cell-26:2198">
              <a:extLst>
                <a:ext uri="{FF2B5EF4-FFF2-40B4-BE49-F238E27FC236}">
                  <ns2:creationId id="{7C9E0047-24C5-40E7-80BA-475FFAB03A17}"/>
                </a:ext>
              </a:extLst>
            </p:cNvPr>
            <p:cNvSpPr>
              <a:spLocks noGrp="1"/>
            </p:cNvSpPr>
            <p:nvPr/>
          </p:nvSpPr>
          <p:spPr>
            <a:xfrm>
              <a:off x="21640602" y="3724275"/>
              <a:ext cx="15379" cy="276225"/>
            </a:xfrm>
            <a:prstGeom prst="rect">
              <a:avLst/>
            </a:prstGeom>
            <a:solidFill>
              <a:srgbClr val="D66811"/>
            </a:solidFill>
            <a:ln w="0">
              <a:noFill/>
              <a:prstDash val="solid"/>
            </a:ln>
          </p:spPr>
        </p:sp>
        <p:sp>
          <p:nvSpPr>
            <p:cNvPr id="2199" name="four:time-step-strips:time-strip-tₙ-cell-27:2199">
              <a:extLst>
                <a:ext uri="{FF2B5EF4-FFF2-40B4-BE49-F238E27FC236}">
                  <ns2:creationId id="{30EB572A-C3D3-4F70-A9BA-95A44A4ACD89}"/>
                </a:ext>
              </a:extLst>
            </p:cNvPr>
            <p:cNvSpPr>
              <a:spLocks noGrp="1"/>
            </p:cNvSpPr>
            <p:nvPr/>
          </p:nvSpPr>
          <p:spPr>
            <a:xfrm>
              <a:off x="21655980" y="3724275"/>
              <a:ext cx="15379" cy="276225"/>
            </a:xfrm>
            <a:prstGeom prst="rect">
              <a:avLst/>
            </a:prstGeom>
            <a:solidFill>
              <a:srgbClr val="D6772B"/>
            </a:solidFill>
            <a:ln w="0">
              <a:noFill/>
              <a:prstDash val="solid"/>
            </a:ln>
          </p:spPr>
        </p:sp>
        <p:sp>
          <p:nvSpPr>
            <p:cNvPr id="2200" name="four:time-step-strips:time-strip-tₙ-cell-28:2200">
              <a:extLst>
                <a:ext uri="{FF2B5EF4-FFF2-40B4-BE49-F238E27FC236}">
                  <ns2:creationId id="{0276AB1A-8919-48CD-BC9A-FFF1717629C6}"/>
                </a:ext>
              </a:extLst>
            </p:cNvPr>
            <p:cNvSpPr>
              <a:spLocks noGrp="1"/>
            </p:cNvSpPr>
            <p:nvPr/>
          </p:nvSpPr>
          <p:spPr>
            <a:xfrm>
              <a:off x="21671359" y="3724275"/>
              <a:ext cx="15379" cy="276225"/>
            </a:xfrm>
            <a:prstGeom prst="rect">
              <a:avLst/>
            </a:prstGeom>
            <a:solidFill>
              <a:srgbClr val="98ADAC"/>
            </a:solidFill>
            <a:ln w="0">
              <a:noFill/>
              <a:prstDash val="solid"/>
            </a:ln>
          </p:spPr>
        </p:sp>
        <p:sp>
          <p:nvSpPr>
            <p:cNvPr id="2201" name="four:time-step-strips:time-strip-tₙ-cell-29:2201">
              <a:extLst>
                <a:ext uri="{FF2B5EF4-FFF2-40B4-BE49-F238E27FC236}">
                  <ns2:creationId id="{B3925E1C-8C79-4493-9AE4-37429F1B0D18}"/>
                </a:ext>
              </a:extLst>
            </p:cNvPr>
            <p:cNvSpPr>
              <a:spLocks noGrp="1"/>
            </p:cNvSpPr>
            <p:nvPr/>
          </p:nvSpPr>
          <p:spPr>
            <a:xfrm>
              <a:off x="21686738" y="3724275"/>
              <a:ext cx="15379" cy="276225"/>
            </a:xfrm>
            <a:prstGeom prst="rect">
              <a:avLst/>
            </a:prstGeom>
            <a:solidFill>
              <a:srgbClr val="A8B1BB"/>
            </a:solidFill>
            <a:ln w="0">
              <a:noFill/>
              <a:prstDash val="solid"/>
            </a:ln>
          </p:spPr>
        </p:sp>
        <p:sp>
          <p:nvSpPr>
            <p:cNvPr id="2202" name="four:time-step-strips:time-strip-tₙ-cell-30:2202">
              <a:extLst>
                <a:ext uri="{FF2B5EF4-FFF2-40B4-BE49-F238E27FC236}">
                  <ns2:creationId id="{B9D523A0-92BD-42CB-BEA4-3D8B1607BC7A}"/>
                </a:ext>
              </a:extLst>
            </p:cNvPr>
            <p:cNvSpPr>
              <a:spLocks noGrp="1"/>
            </p:cNvSpPr>
            <p:nvPr/>
          </p:nvSpPr>
          <p:spPr>
            <a:xfrm>
              <a:off x="21702117" y="3724275"/>
              <a:ext cx="15379" cy="276225"/>
            </a:xfrm>
            <a:prstGeom prst="rect">
              <a:avLst/>
            </a:prstGeom>
            <a:solidFill>
              <a:srgbClr val="65C0AB"/>
            </a:solidFill>
            <a:ln w="0">
              <a:noFill/>
              <a:prstDash val="solid"/>
            </a:ln>
          </p:spPr>
        </p:sp>
        <p:sp>
          <p:nvSpPr>
            <p:cNvPr id="2203" name="four:time-step-strips:time-strip-tₙ-cell-31:2203">
              <a:extLst>
                <a:ext uri="{FF2B5EF4-FFF2-40B4-BE49-F238E27FC236}">
                  <ns2:creationId id="{6C9E4619-8A8C-4A68-83C4-418B3EC1F77C}"/>
                </a:ext>
              </a:extLst>
            </p:cNvPr>
            <p:cNvSpPr>
              <a:spLocks noGrp="1"/>
            </p:cNvSpPr>
            <p:nvPr/>
          </p:nvSpPr>
          <p:spPr>
            <a:xfrm>
              <a:off x="21717496" y="3724275"/>
              <a:ext cx="15379" cy="276225"/>
            </a:xfrm>
            <a:prstGeom prst="rect">
              <a:avLst/>
            </a:prstGeom>
            <a:solidFill>
              <a:srgbClr val="78C6B6"/>
            </a:solidFill>
            <a:ln w="0">
              <a:noFill/>
              <a:prstDash val="solid"/>
            </a:ln>
          </p:spPr>
        </p:sp>
        <p:sp>
          <p:nvSpPr>
            <p:cNvPr id="2204" name="four:time-step-strips:time-strip-tₙ-cell-32:2204">
              <a:extLst>
                <a:ext uri="{FF2B5EF4-FFF2-40B4-BE49-F238E27FC236}">
                  <ns2:creationId id="{D2BDAC8B-26B0-4026-A2F4-671A08037FD8}"/>
                </a:ext>
              </a:extLst>
            </p:cNvPr>
            <p:cNvSpPr>
              <a:spLocks noGrp="1"/>
            </p:cNvSpPr>
            <p:nvPr/>
          </p:nvSpPr>
          <p:spPr>
            <a:xfrm>
              <a:off x="21732875" y="3724275"/>
              <a:ext cx="15379" cy="276225"/>
            </a:xfrm>
            <a:prstGeom prst="rect">
              <a:avLst/>
            </a:prstGeom>
            <a:solidFill>
              <a:srgbClr val="81C9BA"/>
            </a:solidFill>
            <a:ln w="0">
              <a:noFill/>
              <a:prstDash val="solid"/>
            </a:ln>
          </p:spPr>
        </p:sp>
        <p:sp>
          <p:nvSpPr>
            <p:cNvPr id="2205" name="four:time-step-strips:time-strip-tₙ-cell-33:2205">
              <a:extLst>
                <a:ext uri="{FF2B5EF4-FFF2-40B4-BE49-F238E27FC236}">
                  <ns2:creationId id="{3243D301-7ABB-47DE-AE2E-C9C13DEC787F}"/>
                </a:ext>
              </a:extLst>
            </p:cNvPr>
            <p:cNvSpPr>
              <a:spLocks noGrp="1"/>
            </p:cNvSpPr>
            <p:nvPr/>
          </p:nvSpPr>
          <p:spPr>
            <a:xfrm>
              <a:off x="21748254" y="3724275"/>
              <a:ext cx="15379" cy="276225"/>
            </a:xfrm>
            <a:prstGeom prst="rect">
              <a:avLst/>
            </a:prstGeom>
            <a:solidFill>
              <a:srgbClr val="81C9BA"/>
            </a:solidFill>
            <a:ln w="0">
              <a:noFill/>
              <a:prstDash val="solid"/>
            </a:ln>
          </p:spPr>
        </p:sp>
        <p:sp>
          <p:nvSpPr>
            <p:cNvPr id="2206" name="four:time-step-strips:time-strip-tₙ-cell-34:2206">
              <a:extLst>
                <a:ext uri="{FF2B5EF4-FFF2-40B4-BE49-F238E27FC236}">
                  <ns2:creationId id="{4D7DE2FD-506D-46CF-9A78-E698BD057FE6}"/>
                </a:ext>
              </a:extLst>
            </p:cNvPr>
            <p:cNvSpPr>
              <a:spLocks noGrp="1"/>
            </p:cNvSpPr>
            <p:nvPr/>
          </p:nvSpPr>
          <p:spPr>
            <a:xfrm>
              <a:off x="21763633" y="3724275"/>
              <a:ext cx="15379" cy="276225"/>
            </a:xfrm>
            <a:prstGeom prst="rect">
              <a:avLst/>
            </a:prstGeom>
            <a:solidFill>
              <a:srgbClr val="81C9BA"/>
            </a:solidFill>
            <a:ln w="0">
              <a:noFill/>
              <a:prstDash val="solid"/>
            </a:ln>
          </p:spPr>
        </p:sp>
        <p:sp>
          <p:nvSpPr>
            <p:cNvPr id="2207" name="four:time-step-strips:time-strip-tₙ-cell-35:2207">
              <a:extLst>
                <a:ext uri="{FF2B5EF4-FFF2-40B4-BE49-F238E27FC236}">
                  <ns2:creationId id="{87F8EEAF-7707-463D-8C07-CFF2FCF0A5D6}"/>
                </a:ext>
              </a:extLst>
            </p:cNvPr>
            <p:cNvSpPr>
              <a:spLocks noGrp="1"/>
            </p:cNvSpPr>
            <p:nvPr/>
          </p:nvSpPr>
          <p:spPr>
            <a:xfrm>
              <a:off x="21779012" y="3724275"/>
              <a:ext cx="15379" cy="276225"/>
            </a:xfrm>
            <a:prstGeom prst="rect">
              <a:avLst/>
            </a:prstGeom>
            <a:solidFill>
              <a:srgbClr val="81C9BA"/>
            </a:solidFill>
            <a:ln w="0">
              <a:noFill/>
              <a:prstDash val="solid"/>
            </a:ln>
          </p:spPr>
        </p:sp>
        <p:sp>
          <p:nvSpPr>
            <p:cNvPr id="2208" name="four:time-step-strips:time-strip-tₙ-cell-36:2208">
              <a:extLst>
                <a:ext uri="{FF2B5EF4-FFF2-40B4-BE49-F238E27FC236}">
                  <ns2:creationId id="{B30DCD1D-310C-4A48-A647-10561484C723}"/>
                </a:ext>
              </a:extLst>
            </p:cNvPr>
            <p:cNvSpPr>
              <a:spLocks noGrp="1"/>
            </p:cNvSpPr>
            <p:nvPr/>
          </p:nvSpPr>
          <p:spPr>
            <a:xfrm>
              <a:off x="21794391" y="3724275"/>
              <a:ext cx="15379" cy="276225"/>
            </a:xfrm>
            <a:prstGeom prst="rect">
              <a:avLst/>
            </a:prstGeom>
            <a:solidFill>
              <a:srgbClr val="81C9BA"/>
            </a:solidFill>
            <a:ln w="0">
              <a:noFill/>
              <a:prstDash val="solid"/>
            </a:ln>
          </p:spPr>
        </p:sp>
        <p:sp>
          <p:nvSpPr>
            <p:cNvPr id="2209" name="four:time-step-strips:time-strip-tₙ-cell-37:2209">
              <a:extLst>
                <a:ext uri="{FF2B5EF4-FFF2-40B4-BE49-F238E27FC236}">
                  <ns2:creationId id="{8D615F5B-28CF-4E4C-90E0-20065807D4DB}"/>
                </a:ext>
              </a:extLst>
            </p:cNvPr>
            <p:cNvSpPr>
              <a:spLocks noGrp="1"/>
            </p:cNvSpPr>
            <p:nvPr/>
          </p:nvSpPr>
          <p:spPr>
            <a:xfrm>
              <a:off x="21809770" y="3724275"/>
              <a:ext cx="15379" cy="276225"/>
            </a:xfrm>
            <a:prstGeom prst="rect">
              <a:avLst/>
            </a:prstGeom>
            <a:solidFill>
              <a:srgbClr val="81C9BA"/>
            </a:solidFill>
            <a:ln w="0">
              <a:noFill/>
              <a:prstDash val="solid"/>
            </a:ln>
          </p:spPr>
        </p:sp>
        <p:sp>
          <p:nvSpPr>
            <p:cNvPr id="2210" name="four:time-step-strips:time-strip-tₙ-cell-38:2210">
              <a:extLst>
                <a:ext uri="{FF2B5EF4-FFF2-40B4-BE49-F238E27FC236}">
                  <ns2:creationId id="{1518544C-2524-4ACF-8073-A7F78DAF2A15}"/>
                </a:ext>
              </a:extLst>
            </p:cNvPr>
            <p:cNvSpPr>
              <a:spLocks noGrp="1"/>
            </p:cNvSpPr>
            <p:nvPr/>
          </p:nvSpPr>
          <p:spPr>
            <a:xfrm>
              <a:off x="21825148" y="3724275"/>
              <a:ext cx="15379" cy="276225"/>
            </a:xfrm>
            <a:prstGeom prst="rect">
              <a:avLst/>
            </a:prstGeom>
            <a:solidFill>
              <a:srgbClr val="81C9BA"/>
            </a:solidFill>
            <a:ln w="0">
              <a:noFill/>
              <a:prstDash val="solid"/>
            </a:ln>
          </p:spPr>
        </p:sp>
        <p:sp>
          <p:nvSpPr>
            <p:cNvPr id="2211" name="four:time-step-strips:time-strip-tₙ-cell-39:2211">
              <a:extLst>
                <a:ext uri="{FF2B5EF4-FFF2-40B4-BE49-F238E27FC236}">
                  <ns2:creationId id="{3D3B3A23-7100-4C0B-BBEC-41EBDCFE8F45}"/>
                </a:ext>
              </a:extLst>
            </p:cNvPr>
            <p:cNvSpPr>
              <a:spLocks noGrp="1"/>
            </p:cNvSpPr>
            <p:nvPr/>
          </p:nvSpPr>
          <p:spPr>
            <a:xfrm>
              <a:off x="21840527" y="3724275"/>
              <a:ext cx="15379" cy="276225"/>
            </a:xfrm>
            <a:prstGeom prst="rect">
              <a:avLst/>
            </a:prstGeom>
            <a:solidFill>
              <a:srgbClr val="81C9BA"/>
            </a:solidFill>
            <a:ln w="0">
              <a:noFill/>
              <a:prstDash val="solid"/>
            </a:ln>
          </p:spPr>
        </p:sp>
        <p:sp>
          <p:nvSpPr>
            <p:cNvPr id="2212" name="four:time-step-strips:time-strip-tₙ-cell-40:2212">
              <a:extLst>
                <a:ext uri="{FF2B5EF4-FFF2-40B4-BE49-F238E27FC236}">
                  <ns2:creationId id="{31E3131F-7F05-49F4-86FF-6C7408737AC7}"/>
                </a:ext>
              </a:extLst>
            </p:cNvPr>
            <p:cNvSpPr>
              <a:spLocks noGrp="1"/>
            </p:cNvSpPr>
            <p:nvPr/>
          </p:nvSpPr>
          <p:spPr>
            <a:xfrm>
              <a:off x="21855906" y="3724275"/>
              <a:ext cx="15379" cy="276225"/>
            </a:xfrm>
            <a:prstGeom prst="rect">
              <a:avLst/>
            </a:prstGeom>
            <a:solidFill>
              <a:srgbClr val="81C9BA"/>
            </a:solidFill>
            <a:ln w="0">
              <a:noFill/>
              <a:prstDash val="solid"/>
            </a:ln>
          </p:spPr>
        </p:sp>
        <p:sp>
          <p:nvSpPr>
            <p:cNvPr id="2213" name="four:time-step-strips:time-strip-tₙ-cell-41:2213">
              <a:extLst>
                <a:ext uri="{FF2B5EF4-FFF2-40B4-BE49-F238E27FC236}">
                  <ns2:creationId id="{A8B291CD-AC25-4958-87F6-2937BE27D239}"/>
                </a:ext>
              </a:extLst>
            </p:cNvPr>
            <p:cNvSpPr>
              <a:spLocks noGrp="1"/>
            </p:cNvSpPr>
            <p:nvPr/>
          </p:nvSpPr>
          <p:spPr>
            <a:xfrm>
              <a:off x="21871285" y="3724275"/>
              <a:ext cx="15379" cy="276225"/>
            </a:xfrm>
            <a:prstGeom prst="rect">
              <a:avLst/>
            </a:prstGeom>
            <a:solidFill>
              <a:srgbClr val="81C9BA"/>
            </a:solidFill>
            <a:ln w="0">
              <a:noFill/>
              <a:prstDash val="solid"/>
            </a:ln>
          </p:spPr>
        </p:sp>
        <p:sp>
          <p:nvSpPr>
            <p:cNvPr id="2214" name="four:time-step-strips:time-strip-tₙ-cell-42:2214">
              <a:extLst>
                <a:ext uri="{FF2B5EF4-FFF2-40B4-BE49-F238E27FC236}">
                  <ns2:creationId id="{74B50234-F890-4992-B538-2988661276C2}"/>
                </a:ext>
              </a:extLst>
            </p:cNvPr>
            <p:cNvSpPr>
              <a:spLocks noGrp="1"/>
            </p:cNvSpPr>
            <p:nvPr/>
          </p:nvSpPr>
          <p:spPr>
            <a:xfrm>
              <a:off x="21886664" y="3724275"/>
              <a:ext cx="15379" cy="276225"/>
            </a:xfrm>
            <a:prstGeom prst="rect">
              <a:avLst/>
            </a:prstGeom>
            <a:solidFill>
              <a:srgbClr val="81C9BA"/>
            </a:solidFill>
            <a:ln w="0">
              <a:noFill/>
              <a:prstDash val="solid"/>
            </a:ln>
          </p:spPr>
        </p:sp>
        <p:sp>
          <p:nvSpPr>
            <p:cNvPr id="2215" name="four:time-step-strips:time-strip-tₙ-cell-43:2215">
              <a:extLst>
                <a:ext uri="{FF2B5EF4-FFF2-40B4-BE49-F238E27FC236}">
                  <ns2:creationId id="{2020C410-AED1-4B46-BA6B-9E96B383FB39}"/>
                </a:ext>
              </a:extLst>
            </p:cNvPr>
            <p:cNvSpPr>
              <a:spLocks noGrp="1"/>
            </p:cNvSpPr>
            <p:nvPr/>
          </p:nvSpPr>
          <p:spPr>
            <a:xfrm>
              <a:off x="21902043" y="3724275"/>
              <a:ext cx="15379" cy="276225"/>
            </a:xfrm>
            <a:prstGeom prst="rect">
              <a:avLst/>
            </a:prstGeom>
            <a:solidFill>
              <a:srgbClr val="81C9BA"/>
            </a:solidFill>
            <a:ln w="0">
              <a:noFill/>
              <a:prstDash val="solid"/>
            </a:ln>
          </p:spPr>
        </p:sp>
        <p:sp>
          <p:nvSpPr>
            <p:cNvPr id="2216" name="four:time-step-strips:time-strip-tₙ-cell-44:2216">
              <a:extLst>
                <a:ext uri="{FF2B5EF4-FFF2-40B4-BE49-F238E27FC236}">
                  <ns2:creationId id="{0FFD52EC-E43B-49C1-9BB4-D29042918DA1}"/>
                </a:ext>
              </a:extLst>
            </p:cNvPr>
            <p:cNvSpPr>
              <a:spLocks noGrp="1"/>
            </p:cNvSpPr>
            <p:nvPr/>
          </p:nvSpPr>
          <p:spPr>
            <a:xfrm>
              <a:off x="21917422" y="3724275"/>
              <a:ext cx="15379" cy="276225"/>
            </a:xfrm>
            <a:prstGeom prst="rect">
              <a:avLst/>
            </a:prstGeom>
            <a:solidFill>
              <a:srgbClr val="81C9BA"/>
            </a:solidFill>
            <a:ln w="0">
              <a:noFill/>
              <a:prstDash val="solid"/>
            </a:ln>
          </p:spPr>
        </p:sp>
        <p:sp>
          <p:nvSpPr>
            <p:cNvPr id="2217" name="four:time-step-strips:time-strip-tₙ-cell-45:2217">
              <a:extLst>
                <a:ext uri="{FF2B5EF4-FFF2-40B4-BE49-F238E27FC236}">
                  <ns2:creationId id="{C7B05045-F99A-42C4-A7BD-CD7648E43CA5}"/>
                </a:ext>
              </a:extLst>
            </p:cNvPr>
            <p:cNvSpPr>
              <a:spLocks noGrp="1"/>
            </p:cNvSpPr>
            <p:nvPr/>
          </p:nvSpPr>
          <p:spPr>
            <a:xfrm>
              <a:off x="21932801" y="3724275"/>
              <a:ext cx="15379" cy="276225"/>
            </a:xfrm>
            <a:prstGeom prst="rect">
              <a:avLst/>
            </a:prstGeom>
            <a:solidFill>
              <a:srgbClr val="81C9BA"/>
            </a:solidFill>
            <a:ln w="0">
              <a:noFill/>
              <a:prstDash val="solid"/>
            </a:ln>
          </p:spPr>
        </p:sp>
        <p:sp>
          <p:nvSpPr>
            <p:cNvPr id="2218" name="four:time-step-strips:time-strip-tₙ-cell-46:2218">
              <a:extLst>
                <a:ext uri="{FF2B5EF4-FFF2-40B4-BE49-F238E27FC236}">
                  <ns2:creationId id="{E94B4A25-8718-4CBE-ACA9-5E0E32F37702}"/>
                </a:ext>
              </a:extLst>
            </p:cNvPr>
            <p:cNvSpPr>
              <a:spLocks noGrp="1"/>
            </p:cNvSpPr>
            <p:nvPr/>
          </p:nvSpPr>
          <p:spPr>
            <a:xfrm>
              <a:off x="21948180" y="3724275"/>
              <a:ext cx="15379" cy="276225"/>
            </a:xfrm>
            <a:prstGeom prst="rect">
              <a:avLst/>
            </a:prstGeom>
            <a:solidFill>
              <a:srgbClr val="81C9BA"/>
            </a:solidFill>
            <a:ln w="0">
              <a:noFill/>
              <a:prstDash val="solid"/>
            </a:ln>
          </p:spPr>
        </p:sp>
        <p:sp>
          <p:nvSpPr>
            <p:cNvPr id="2219" name="four:time-step-strips:time-strip-tₙ-cell-47:2219">
              <a:extLst>
                <a:ext uri="{FF2B5EF4-FFF2-40B4-BE49-F238E27FC236}">
                  <ns2:creationId id="{E5821294-04DC-4477-AB8E-6A9A58B626C0}"/>
                </a:ext>
              </a:extLst>
            </p:cNvPr>
            <p:cNvSpPr>
              <a:spLocks noGrp="1"/>
            </p:cNvSpPr>
            <p:nvPr/>
          </p:nvSpPr>
          <p:spPr>
            <a:xfrm>
              <a:off x="21963559" y="3724275"/>
              <a:ext cx="15379" cy="276225"/>
            </a:xfrm>
            <a:prstGeom prst="rect">
              <a:avLst/>
            </a:prstGeom>
            <a:solidFill>
              <a:srgbClr val="81C9BA"/>
            </a:solidFill>
            <a:ln w="0">
              <a:noFill/>
              <a:prstDash val="solid"/>
            </a:ln>
          </p:spPr>
        </p:sp>
        <p:sp>
          <p:nvSpPr>
            <p:cNvPr id="2220" name="four:time-step-strips:time-strip-tₙ-cell-48:2220">
              <a:extLst>
                <a:ext uri="{FF2B5EF4-FFF2-40B4-BE49-F238E27FC236}">
                  <ns2:creationId id="{352BECB7-EC10-49EC-946F-EDFAD096D6C2}"/>
                </a:ext>
              </a:extLst>
            </p:cNvPr>
            <p:cNvSpPr>
              <a:spLocks noGrp="1"/>
            </p:cNvSpPr>
            <p:nvPr/>
          </p:nvSpPr>
          <p:spPr>
            <a:xfrm>
              <a:off x="21978938" y="3724275"/>
              <a:ext cx="15379" cy="276225"/>
            </a:xfrm>
            <a:prstGeom prst="rect">
              <a:avLst/>
            </a:prstGeom>
            <a:solidFill>
              <a:srgbClr val="81C9BA"/>
            </a:solidFill>
            <a:ln w="0">
              <a:noFill/>
              <a:prstDash val="solid"/>
            </a:ln>
          </p:spPr>
        </p:sp>
        <p:sp>
          <p:nvSpPr>
            <p:cNvPr id="2221" name="four:time-step-strips:time-strip-tₙ-cell-49:2221">
              <a:extLst>
                <a:ext uri="{FF2B5EF4-FFF2-40B4-BE49-F238E27FC236}">
                  <ns2:creationId id="{5811E4E8-E408-4908-A0C0-402E7497A8CA}"/>
                </a:ext>
              </a:extLst>
            </p:cNvPr>
            <p:cNvSpPr>
              <a:spLocks noGrp="1"/>
            </p:cNvSpPr>
            <p:nvPr/>
          </p:nvSpPr>
          <p:spPr>
            <a:xfrm>
              <a:off x="21994316" y="3724275"/>
              <a:ext cx="15379" cy="276225"/>
            </a:xfrm>
            <a:prstGeom prst="rect">
              <a:avLst/>
            </a:prstGeom>
            <a:solidFill>
              <a:srgbClr val="81C9BA"/>
            </a:solidFill>
            <a:ln w="0">
              <a:noFill/>
              <a:prstDash val="solid"/>
            </a:ln>
          </p:spPr>
        </p:sp>
        <p:sp>
          <p:nvSpPr>
            <p:cNvPr id="2222" name="four:time-step-strips:time-strip-tₙ-cell-50:2222">
              <a:extLst>
                <a:ext uri="{FF2B5EF4-FFF2-40B4-BE49-F238E27FC236}">
                  <ns2:creationId id="{8BF8EB31-7F30-4326-BFFF-61B355CF8273}"/>
                </a:ext>
              </a:extLst>
            </p:cNvPr>
            <p:cNvSpPr>
              <a:spLocks noGrp="1"/>
            </p:cNvSpPr>
            <p:nvPr/>
          </p:nvSpPr>
          <p:spPr>
            <a:xfrm>
              <a:off x="22009695" y="3724275"/>
              <a:ext cx="15379" cy="276225"/>
            </a:xfrm>
            <a:prstGeom prst="rect">
              <a:avLst/>
            </a:prstGeom>
            <a:solidFill>
              <a:srgbClr val="81C9BA"/>
            </a:solidFill>
            <a:ln w="0">
              <a:noFill/>
              <a:prstDash val="solid"/>
            </a:ln>
          </p:spPr>
        </p:sp>
        <p:sp>
          <p:nvSpPr>
            <p:cNvPr id="2223" name="four:time-step-strips:time-strip-tₙ-cell-51:2223">
              <a:extLst>
                <a:ext uri="{FF2B5EF4-FFF2-40B4-BE49-F238E27FC236}">
                  <ns2:creationId id="{05EE9F0B-D55E-4C21-B115-5E60907DE458}"/>
                </a:ext>
              </a:extLst>
            </p:cNvPr>
            <p:cNvSpPr>
              <a:spLocks noGrp="1"/>
            </p:cNvSpPr>
            <p:nvPr/>
          </p:nvSpPr>
          <p:spPr>
            <a:xfrm>
              <a:off x="22025074" y="3724275"/>
              <a:ext cx="15379" cy="276225"/>
            </a:xfrm>
            <a:prstGeom prst="rect">
              <a:avLst/>
            </a:prstGeom>
            <a:solidFill>
              <a:srgbClr val="81C9BA"/>
            </a:solidFill>
            <a:ln w="0">
              <a:noFill/>
              <a:prstDash val="solid"/>
            </a:ln>
          </p:spPr>
        </p:sp>
        <p:sp>
          <p:nvSpPr>
            <p:cNvPr id="2224" name="four:time-step-strips:time-strip-tₙ-cell-52:2224">
              <a:extLst>
                <a:ext uri="{FF2B5EF4-FFF2-40B4-BE49-F238E27FC236}">
                  <ns2:creationId id="{14BD1BC0-214E-47CB-8856-9EAAD0422818}"/>
                </a:ext>
              </a:extLst>
            </p:cNvPr>
            <p:cNvSpPr>
              <a:spLocks noGrp="1"/>
            </p:cNvSpPr>
            <p:nvPr/>
          </p:nvSpPr>
          <p:spPr>
            <a:xfrm>
              <a:off x="22040453" y="3724275"/>
              <a:ext cx="15379" cy="276225"/>
            </a:xfrm>
            <a:prstGeom prst="rect">
              <a:avLst/>
            </a:prstGeom>
            <a:solidFill>
              <a:srgbClr val="81C9BA"/>
            </a:solidFill>
            <a:ln w="0">
              <a:noFill/>
              <a:prstDash val="solid"/>
            </a:ln>
          </p:spPr>
        </p:sp>
        <p:sp>
          <p:nvSpPr>
            <p:cNvPr id="2225" name="four:time-step-strips:time-strip-tₙ-cell-53:2225">
              <a:extLst>
                <a:ext uri="{FF2B5EF4-FFF2-40B4-BE49-F238E27FC236}">
                  <ns2:creationId id="{3EEE19BD-0BD9-4CD0-BC59-BF371237FF10}"/>
                </a:ext>
              </a:extLst>
            </p:cNvPr>
            <p:cNvSpPr>
              <a:spLocks noGrp="1"/>
            </p:cNvSpPr>
            <p:nvPr/>
          </p:nvSpPr>
          <p:spPr>
            <a:xfrm>
              <a:off x="22055832" y="3724275"/>
              <a:ext cx="15379" cy="276225"/>
            </a:xfrm>
            <a:prstGeom prst="rect">
              <a:avLst/>
            </a:prstGeom>
            <a:solidFill>
              <a:srgbClr val="81C9BA"/>
            </a:solidFill>
            <a:ln w="0">
              <a:noFill/>
              <a:prstDash val="solid"/>
            </a:ln>
          </p:spPr>
        </p:sp>
        <p:sp>
          <p:nvSpPr>
            <p:cNvPr id="2226" name="four:time-step-strips:time-strip-tₙ-cell-54:2226">
              <a:extLst>
                <a:ext uri="{FF2B5EF4-FFF2-40B4-BE49-F238E27FC236}">
                  <ns2:creationId id="{8CE363FE-EAB6-4772-812E-DE5644E29384}"/>
                </a:ext>
              </a:extLst>
            </p:cNvPr>
            <p:cNvSpPr>
              <a:spLocks noGrp="1"/>
            </p:cNvSpPr>
            <p:nvPr/>
          </p:nvSpPr>
          <p:spPr>
            <a:xfrm>
              <a:off x="22071211" y="3724275"/>
              <a:ext cx="15379" cy="276225"/>
            </a:xfrm>
            <a:prstGeom prst="rect">
              <a:avLst/>
            </a:prstGeom>
            <a:solidFill>
              <a:srgbClr val="81C9BA"/>
            </a:solidFill>
            <a:ln w="0">
              <a:noFill/>
              <a:prstDash val="solid"/>
            </a:ln>
          </p:spPr>
        </p:sp>
        <p:sp>
          <p:nvSpPr>
            <p:cNvPr id="2227" name="four:time-step-strips:time-strip-tₙ-cell-55:2227">
              <a:extLst>
                <a:ext uri="{FF2B5EF4-FFF2-40B4-BE49-F238E27FC236}">
                  <ns2:creationId id="{15667A7A-BD84-4DA0-95CE-695C8B9AE44D}"/>
                </a:ext>
              </a:extLst>
            </p:cNvPr>
            <p:cNvSpPr>
              <a:spLocks noGrp="1"/>
            </p:cNvSpPr>
            <p:nvPr/>
          </p:nvSpPr>
          <p:spPr>
            <a:xfrm>
              <a:off x="22086590" y="3724275"/>
              <a:ext cx="15379" cy="276225"/>
            </a:xfrm>
            <a:prstGeom prst="rect">
              <a:avLst/>
            </a:prstGeom>
            <a:solidFill>
              <a:srgbClr val="81C9BA"/>
            </a:solidFill>
            <a:ln w="0">
              <a:noFill/>
              <a:prstDash val="solid"/>
            </a:ln>
          </p:spPr>
        </p:sp>
        <p:sp>
          <p:nvSpPr>
            <p:cNvPr id="2228" name="four:time-step-strips:time-strip-tₙ-cell-56:2228">
              <a:extLst>
                <a:ext uri="{FF2B5EF4-FFF2-40B4-BE49-F238E27FC236}">
                  <ns2:creationId id="{7F044BCE-3BDA-4119-9467-74CBF0C11C13}"/>
                </a:ext>
              </a:extLst>
            </p:cNvPr>
            <p:cNvSpPr>
              <a:spLocks noGrp="1"/>
            </p:cNvSpPr>
            <p:nvPr/>
          </p:nvSpPr>
          <p:spPr>
            <a:xfrm>
              <a:off x="22101969" y="3724275"/>
              <a:ext cx="15379" cy="276225"/>
            </a:xfrm>
            <a:prstGeom prst="rect">
              <a:avLst/>
            </a:prstGeom>
            <a:solidFill>
              <a:srgbClr val="81C9BA"/>
            </a:solidFill>
            <a:ln w="0">
              <a:noFill/>
              <a:prstDash val="solid"/>
            </a:ln>
          </p:spPr>
        </p:sp>
        <p:sp>
          <p:nvSpPr>
            <p:cNvPr id="2229" name="four:time-step-strips:time-strip-tₙ-cell-57:2229">
              <a:extLst>
                <a:ext uri="{FF2B5EF4-FFF2-40B4-BE49-F238E27FC236}">
                  <ns2:creationId id="{D5CBDC08-CD7A-4842-8A0C-FEE430CC1D3B}"/>
                </a:ext>
              </a:extLst>
            </p:cNvPr>
            <p:cNvSpPr>
              <a:spLocks noGrp="1"/>
            </p:cNvSpPr>
            <p:nvPr/>
          </p:nvSpPr>
          <p:spPr>
            <a:xfrm>
              <a:off x="22117348" y="3724275"/>
              <a:ext cx="15379" cy="276225"/>
            </a:xfrm>
            <a:prstGeom prst="rect">
              <a:avLst/>
            </a:prstGeom>
            <a:solidFill>
              <a:srgbClr val="81C9BA"/>
            </a:solidFill>
            <a:ln w="0">
              <a:noFill/>
              <a:prstDash val="solid"/>
            </a:ln>
          </p:spPr>
        </p:sp>
        <p:sp>
          <p:nvSpPr>
            <p:cNvPr id="2230" name="four:time-step-strips:time-strip-tₙ-cell-58:2230">
              <a:extLst>
                <a:ext uri="{FF2B5EF4-FFF2-40B4-BE49-F238E27FC236}">
                  <ns2:creationId id="{3C1B89E6-FB4B-48CE-8B9B-E02F5B8A1E04}"/>
                </a:ext>
              </a:extLst>
            </p:cNvPr>
            <p:cNvSpPr>
              <a:spLocks noGrp="1"/>
            </p:cNvSpPr>
            <p:nvPr/>
          </p:nvSpPr>
          <p:spPr>
            <a:xfrm>
              <a:off x="22132727" y="3724275"/>
              <a:ext cx="15379" cy="276225"/>
            </a:xfrm>
            <a:prstGeom prst="rect">
              <a:avLst/>
            </a:prstGeom>
            <a:solidFill>
              <a:srgbClr val="81C9BA"/>
            </a:solidFill>
            <a:ln w="0">
              <a:noFill/>
              <a:prstDash val="solid"/>
            </a:ln>
          </p:spPr>
        </p:sp>
        <p:sp>
          <p:nvSpPr>
            <p:cNvPr id="2231" name="four:time-step-strips:time-strip-tₙ-cell-59:2231">
              <a:extLst>
                <a:ext uri="{FF2B5EF4-FFF2-40B4-BE49-F238E27FC236}">
                  <ns2:creationId id="{DFB26659-AD18-4844-80E2-B33C98EDA99B}"/>
                </a:ext>
              </a:extLst>
            </p:cNvPr>
            <p:cNvSpPr>
              <a:spLocks noGrp="1"/>
            </p:cNvSpPr>
            <p:nvPr/>
          </p:nvSpPr>
          <p:spPr>
            <a:xfrm>
              <a:off x="22148105" y="3724275"/>
              <a:ext cx="15379" cy="276225"/>
            </a:xfrm>
            <a:prstGeom prst="rect">
              <a:avLst/>
            </a:prstGeom>
            <a:solidFill>
              <a:srgbClr val="81C9BA"/>
            </a:solidFill>
            <a:ln w="0">
              <a:noFill/>
              <a:prstDash val="solid"/>
            </a:ln>
          </p:spPr>
        </p:sp>
        <p:sp>
          <p:nvSpPr>
            <p:cNvPr id="2232" name="four:time-step-strips:time-strip-tₙ-cell-60:2232">
              <a:extLst>
                <a:ext uri="{FF2B5EF4-FFF2-40B4-BE49-F238E27FC236}">
                  <ns2:creationId id="{E7231956-F8BF-4AC7-B3DD-B09147282730}"/>
                </a:ext>
              </a:extLst>
            </p:cNvPr>
            <p:cNvSpPr>
              <a:spLocks noGrp="1"/>
            </p:cNvSpPr>
            <p:nvPr/>
          </p:nvSpPr>
          <p:spPr>
            <a:xfrm>
              <a:off x="22163484" y="3724275"/>
              <a:ext cx="15379" cy="276225"/>
            </a:xfrm>
            <a:prstGeom prst="rect">
              <a:avLst/>
            </a:prstGeom>
            <a:solidFill>
              <a:srgbClr val="7EC8B9"/>
            </a:solidFill>
            <a:ln w="0">
              <a:noFill/>
              <a:prstDash val="solid"/>
            </a:ln>
          </p:spPr>
        </p:sp>
        <p:sp>
          <p:nvSpPr>
            <p:cNvPr id="2233" name="four:time-step-strips:time-strip-tₙ-cell-61:2233">
              <a:extLst>
                <a:ext uri="{FF2B5EF4-FFF2-40B4-BE49-F238E27FC236}">
                  <ns2:creationId id="{15417030-9152-42F7-9D75-54A25A09BFF8}"/>
                </a:ext>
              </a:extLst>
            </p:cNvPr>
            <p:cNvSpPr>
              <a:spLocks noGrp="1"/>
            </p:cNvSpPr>
            <p:nvPr/>
          </p:nvSpPr>
          <p:spPr>
            <a:xfrm>
              <a:off x="22178863" y="3724275"/>
              <a:ext cx="15379" cy="276225"/>
            </a:xfrm>
            <a:prstGeom prst="rect">
              <a:avLst/>
            </a:prstGeom>
            <a:solidFill>
              <a:srgbClr val="70C4B1"/>
            </a:solidFill>
            <a:ln w="0">
              <a:noFill/>
              <a:prstDash val="solid"/>
            </a:ln>
          </p:spPr>
        </p:sp>
        <p:sp>
          <p:nvSpPr>
            <p:cNvPr id="2234" name="four:time-step-strips:time-strip-tₙ-cell-62:2234">
              <a:extLst>
                <a:ext uri="{FF2B5EF4-FFF2-40B4-BE49-F238E27FC236}">
                  <ns2:creationId id="{54FDB83C-1EBD-43D7-9AE4-DF45A4A0AD21}"/>
                </a:ext>
              </a:extLst>
            </p:cNvPr>
            <p:cNvSpPr>
              <a:spLocks noGrp="1"/>
            </p:cNvSpPr>
            <p:nvPr/>
          </p:nvSpPr>
          <p:spPr>
            <a:xfrm>
              <a:off x="22194242" y="3724275"/>
              <a:ext cx="15379" cy="276225"/>
            </a:xfrm>
            <a:prstGeom prst="rect">
              <a:avLst/>
            </a:prstGeom>
            <a:solidFill>
              <a:srgbClr val="5CBDA6"/>
            </a:solidFill>
            <a:ln w="0">
              <a:noFill/>
              <a:prstDash val="solid"/>
            </a:ln>
          </p:spPr>
        </p:sp>
        <p:sp>
          <p:nvSpPr>
            <p:cNvPr id="2235" name="four:time-step-strips:time-strip-tₙ-cell-63:2235">
              <a:extLst>
                <a:ext uri="{FF2B5EF4-FFF2-40B4-BE49-F238E27FC236}">
                  <ns2:creationId id="{D28279AC-B783-4894-B6B4-E61F70B9CE0F}"/>
                </a:ext>
              </a:extLst>
            </p:cNvPr>
            <p:cNvSpPr>
              <a:spLocks noGrp="1"/>
            </p:cNvSpPr>
            <p:nvPr/>
          </p:nvSpPr>
          <p:spPr>
            <a:xfrm>
              <a:off x="22209621" y="3724275"/>
              <a:ext cx="15379" cy="276225"/>
            </a:xfrm>
            <a:prstGeom prst="rect">
              <a:avLst/>
            </a:prstGeom>
            <a:solidFill>
              <a:srgbClr val="42B498"/>
            </a:solidFill>
            <a:ln w="0">
              <a:noFill/>
              <a:prstDash val="solid"/>
            </a:ln>
          </p:spPr>
        </p:sp>
        <p:sp>
          <p:nvSpPr>
            <p:cNvPr id="2236" name="four:time-step-strips:time-strip-tₙ-cell-64:2236">
              <a:extLst>
                <a:ext uri="{FF2B5EF4-FFF2-40B4-BE49-F238E27FC236}">
                  <ns2:creationId id="{D0522657-09AC-410B-BF80-5BDBB3180D53}"/>
                </a:ext>
              </a:extLst>
            </p:cNvPr>
            <p:cNvSpPr>
              <a:spLocks noGrp="1"/>
            </p:cNvSpPr>
            <p:nvPr/>
          </p:nvSpPr>
          <p:spPr>
            <a:xfrm>
              <a:off x="22225000" y="3724275"/>
              <a:ext cx="15379" cy="276225"/>
            </a:xfrm>
            <a:prstGeom prst="rect">
              <a:avLst/>
            </a:prstGeom>
            <a:solidFill>
              <a:srgbClr val="2AAC8A"/>
            </a:solidFill>
            <a:ln w="0">
              <a:noFill/>
              <a:prstDash val="solid"/>
            </a:ln>
          </p:spPr>
        </p:sp>
        <p:sp>
          <p:nvSpPr>
            <p:cNvPr id="2237" name="four:time-step-strips:time-strip-tₙ-cell-65:2237">
              <a:extLst>
                <a:ext uri="{FF2B5EF4-FFF2-40B4-BE49-F238E27FC236}">
                  <ns2:creationId id="{7D4A2251-9F3B-4176-8FC0-DB45BB404BED}"/>
                </a:ext>
              </a:extLst>
            </p:cNvPr>
            <p:cNvSpPr>
              <a:spLocks noGrp="1"/>
            </p:cNvSpPr>
            <p:nvPr/>
          </p:nvSpPr>
          <p:spPr>
            <a:xfrm>
              <a:off x="22240379" y="3724275"/>
              <a:ext cx="15379" cy="276225"/>
            </a:xfrm>
            <a:prstGeom prst="rect">
              <a:avLst/>
            </a:prstGeom>
            <a:solidFill>
              <a:srgbClr val="15A57F"/>
            </a:solidFill>
            <a:ln w="0">
              <a:noFill/>
              <a:prstDash val="solid"/>
            </a:ln>
          </p:spPr>
        </p:sp>
        <p:sp>
          <p:nvSpPr>
            <p:cNvPr id="2238" name="four:time-step-strips:time-strip-tₙ-cell-66:2238">
              <a:extLst>
                <a:ext uri="{FF2B5EF4-FFF2-40B4-BE49-F238E27FC236}">
                  <ns2:creationId id="{1F4A46FB-441B-4996-A1A8-7A323CFA9672}"/>
                </a:ext>
              </a:extLst>
            </p:cNvPr>
            <p:cNvSpPr>
              <a:spLocks noGrp="1"/>
            </p:cNvSpPr>
            <p:nvPr/>
          </p:nvSpPr>
          <p:spPr>
            <a:xfrm>
              <a:off x="22255758" y="3724275"/>
              <a:ext cx="15379" cy="276225"/>
            </a:xfrm>
            <a:prstGeom prst="rect">
              <a:avLst/>
            </a:prstGeom>
            <a:solidFill>
              <a:srgbClr val="05A076"/>
            </a:solidFill>
            <a:ln w="0">
              <a:noFill/>
              <a:prstDash val="solid"/>
            </a:ln>
          </p:spPr>
        </p:sp>
        <p:sp>
          <p:nvSpPr>
            <p:cNvPr id="2239" name="four:time-step-strips:time-strip-tₙ-cell-67:2239">
              <a:extLst>
                <a:ext uri="{FF2B5EF4-FFF2-40B4-BE49-F238E27FC236}">
                  <ns2:creationId id="{5A59C18D-EF4B-4781-86B5-A111E5388AFE}"/>
                </a:ext>
              </a:extLst>
            </p:cNvPr>
            <p:cNvSpPr>
              <a:spLocks noGrp="1"/>
            </p:cNvSpPr>
            <p:nvPr/>
          </p:nvSpPr>
          <p:spPr>
            <a:xfrm>
              <a:off x="22271137" y="3724275"/>
              <a:ext cx="15379" cy="276225"/>
            </a:xfrm>
            <a:prstGeom prst="rect">
              <a:avLst/>
            </a:prstGeom>
            <a:solidFill>
              <a:srgbClr val="009E73"/>
            </a:solidFill>
            <a:ln w="0">
              <a:noFill/>
              <a:prstDash val="solid"/>
            </a:ln>
          </p:spPr>
        </p:sp>
        <p:sp>
          <p:nvSpPr>
            <p:cNvPr id="2240" name="four:time-step-strips:time-strip-tₙ-cell-68:2240">
              <a:extLst>
                <a:ext uri="{FF2B5EF4-FFF2-40B4-BE49-F238E27FC236}">
                  <ns2:creationId id="{81367A1D-AB52-41B2-B422-C80F762E89F5}"/>
                </a:ext>
              </a:extLst>
            </p:cNvPr>
            <p:cNvSpPr>
              <a:spLocks noGrp="1"/>
            </p:cNvSpPr>
            <p:nvPr/>
          </p:nvSpPr>
          <p:spPr>
            <a:xfrm>
              <a:off x="22286516" y="3724275"/>
              <a:ext cx="15379" cy="276225"/>
            </a:xfrm>
            <a:prstGeom prst="rect">
              <a:avLst/>
            </a:prstGeom>
            <a:solidFill>
              <a:srgbClr val="009E73"/>
            </a:solidFill>
            <a:ln w="0">
              <a:noFill/>
              <a:prstDash val="solid"/>
            </a:ln>
          </p:spPr>
        </p:sp>
        <p:sp>
          <p:nvSpPr>
            <p:cNvPr id="2241" name="four:time-step-strips:time-strip-tₙ-cell-69:2241">
              <a:extLst>
                <a:ext uri="{FF2B5EF4-FFF2-40B4-BE49-F238E27FC236}">
                  <ns2:creationId id="{7A4712A0-2900-4097-947A-B5EAA0CC4EA8}"/>
                </a:ext>
              </a:extLst>
            </p:cNvPr>
            <p:cNvSpPr>
              <a:spLocks noGrp="1"/>
            </p:cNvSpPr>
            <p:nvPr/>
          </p:nvSpPr>
          <p:spPr>
            <a:xfrm>
              <a:off x="22301895" y="3724275"/>
              <a:ext cx="15379" cy="276225"/>
            </a:xfrm>
            <a:prstGeom prst="rect">
              <a:avLst/>
            </a:prstGeom>
            <a:solidFill>
              <a:srgbClr val="009E73"/>
            </a:solidFill>
            <a:ln w="0">
              <a:noFill/>
              <a:prstDash val="solid"/>
            </a:ln>
          </p:spPr>
        </p:sp>
        <p:sp>
          <p:nvSpPr>
            <p:cNvPr id="2242" name="four:time-step-strips:time-strip-tₙ-cell-70:2242">
              <a:extLst>
                <a:ext uri="{FF2B5EF4-FFF2-40B4-BE49-F238E27FC236}">
                  <ns2:creationId id="{4B54E73E-1657-48BF-94D0-B3263E62B9F5}"/>
                </a:ext>
              </a:extLst>
            </p:cNvPr>
            <p:cNvSpPr>
              <a:spLocks noGrp="1"/>
            </p:cNvSpPr>
            <p:nvPr/>
          </p:nvSpPr>
          <p:spPr>
            <a:xfrm>
              <a:off x="22317273" y="3724275"/>
              <a:ext cx="15379" cy="276225"/>
            </a:xfrm>
            <a:prstGeom prst="rect">
              <a:avLst/>
            </a:prstGeom>
            <a:solidFill>
              <a:srgbClr val="009E73"/>
            </a:solidFill>
            <a:ln w="0">
              <a:noFill/>
              <a:prstDash val="solid"/>
            </a:ln>
          </p:spPr>
        </p:sp>
        <p:sp>
          <p:nvSpPr>
            <p:cNvPr id="2243" name="four:time-step-strips:time-strip-tₙ-cell-71:2243">
              <a:extLst>
                <a:ext uri="{FF2B5EF4-FFF2-40B4-BE49-F238E27FC236}">
                  <ns2:creationId id="{D0F0CC2D-905E-40BB-83FB-DF9CB23A66EC}"/>
                </a:ext>
              </a:extLst>
            </p:cNvPr>
            <p:cNvSpPr>
              <a:spLocks noGrp="1"/>
            </p:cNvSpPr>
            <p:nvPr/>
          </p:nvSpPr>
          <p:spPr>
            <a:xfrm>
              <a:off x="22332652" y="3724275"/>
              <a:ext cx="15379" cy="276225"/>
            </a:xfrm>
            <a:prstGeom prst="rect">
              <a:avLst/>
            </a:prstGeom>
            <a:solidFill>
              <a:srgbClr val="009E73"/>
            </a:solidFill>
            <a:ln w="0">
              <a:noFill/>
              <a:prstDash val="solid"/>
            </a:ln>
          </p:spPr>
        </p:sp>
        <p:sp>
          <p:nvSpPr>
            <p:cNvPr id="2244" name="four:time-step-strips:time-strip-tₙ-cell-72:2244">
              <a:extLst>
                <a:ext uri="{FF2B5EF4-FFF2-40B4-BE49-F238E27FC236}">
                  <ns2:creationId id="{0AE61585-6B4E-48DA-AE31-6985C57D5C72}"/>
                </a:ext>
              </a:extLst>
            </p:cNvPr>
            <p:cNvSpPr>
              <a:spLocks noGrp="1"/>
            </p:cNvSpPr>
            <p:nvPr/>
          </p:nvSpPr>
          <p:spPr>
            <a:xfrm>
              <a:off x="22348031" y="3724275"/>
              <a:ext cx="15379" cy="276225"/>
            </a:xfrm>
            <a:prstGeom prst="rect">
              <a:avLst/>
            </a:prstGeom>
            <a:solidFill>
              <a:srgbClr val="009E73"/>
            </a:solidFill>
            <a:ln w="0">
              <a:noFill/>
              <a:prstDash val="solid"/>
            </a:ln>
          </p:spPr>
        </p:sp>
        <p:sp>
          <p:nvSpPr>
            <p:cNvPr id="2245" name="four:time-step-strips:time-strip-tₙ-cell-73:2245">
              <a:extLst>
                <a:ext uri="{FF2B5EF4-FFF2-40B4-BE49-F238E27FC236}">
                  <ns2:creationId id="{0DBCFA7A-8702-4FB8-B922-162B8B194059}"/>
                </a:ext>
              </a:extLst>
            </p:cNvPr>
            <p:cNvSpPr>
              <a:spLocks noGrp="1"/>
            </p:cNvSpPr>
            <p:nvPr/>
          </p:nvSpPr>
          <p:spPr>
            <a:xfrm>
              <a:off x="22363410" y="3724275"/>
              <a:ext cx="15379" cy="276225"/>
            </a:xfrm>
            <a:prstGeom prst="rect">
              <a:avLst/>
            </a:prstGeom>
            <a:solidFill>
              <a:srgbClr val="009E73"/>
            </a:solidFill>
            <a:ln w="0">
              <a:noFill/>
              <a:prstDash val="solid"/>
            </a:ln>
          </p:spPr>
        </p:sp>
        <p:sp>
          <p:nvSpPr>
            <p:cNvPr id="2246" name="four:time-step-strips:time-strip-tₙ-cell-74:2246">
              <a:extLst>
                <a:ext uri="{FF2B5EF4-FFF2-40B4-BE49-F238E27FC236}">
                  <ns2:creationId id="{F8C0F12C-D655-4524-A5F8-04AA57AC38EE}"/>
                </a:ext>
              </a:extLst>
            </p:cNvPr>
            <p:cNvSpPr>
              <a:spLocks noGrp="1"/>
            </p:cNvSpPr>
            <p:nvPr/>
          </p:nvSpPr>
          <p:spPr>
            <a:xfrm>
              <a:off x="22378789" y="3724275"/>
              <a:ext cx="15379" cy="276225"/>
            </a:xfrm>
            <a:prstGeom prst="rect">
              <a:avLst/>
            </a:prstGeom>
            <a:solidFill>
              <a:srgbClr val="009E73"/>
            </a:solidFill>
            <a:ln w="0">
              <a:noFill/>
              <a:prstDash val="solid"/>
            </a:ln>
          </p:spPr>
        </p:sp>
        <p:sp>
          <p:nvSpPr>
            <p:cNvPr id="2247" name="four:time-step-strips:time-strip-tₙ-cell-75:2247">
              <a:extLst>
                <a:ext uri="{FF2B5EF4-FFF2-40B4-BE49-F238E27FC236}">
                  <ns2:creationId id="{0846E9C2-78A2-4575-BF33-3335B03B099D}"/>
                </a:ext>
              </a:extLst>
            </p:cNvPr>
            <p:cNvSpPr>
              <a:spLocks noGrp="1"/>
            </p:cNvSpPr>
            <p:nvPr/>
          </p:nvSpPr>
          <p:spPr>
            <a:xfrm>
              <a:off x="22394168" y="3724275"/>
              <a:ext cx="15379" cy="276225"/>
            </a:xfrm>
            <a:prstGeom prst="rect">
              <a:avLst/>
            </a:prstGeom>
            <a:solidFill>
              <a:srgbClr val="009E73"/>
            </a:solidFill>
            <a:ln w="0">
              <a:noFill/>
              <a:prstDash val="solid"/>
            </a:ln>
          </p:spPr>
        </p:sp>
        <p:sp>
          <p:nvSpPr>
            <p:cNvPr id="2248" name="four:time-step-strips:time-strip-tₙ-cell-76:2248">
              <a:extLst>
                <a:ext uri="{FF2B5EF4-FFF2-40B4-BE49-F238E27FC236}">
                  <ns2:creationId id="{77D483D7-97AA-4BE1-A559-ACC14DF05375}"/>
                </a:ext>
              </a:extLst>
            </p:cNvPr>
            <p:cNvSpPr>
              <a:spLocks noGrp="1"/>
            </p:cNvSpPr>
            <p:nvPr/>
          </p:nvSpPr>
          <p:spPr>
            <a:xfrm>
              <a:off x="22409547" y="3724275"/>
              <a:ext cx="15379" cy="276225"/>
            </a:xfrm>
            <a:prstGeom prst="rect">
              <a:avLst/>
            </a:prstGeom>
            <a:solidFill>
              <a:srgbClr val="009E73"/>
            </a:solidFill>
            <a:ln w="0">
              <a:noFill/>
              <a:prstDash val="solid"/>
            </a:ln>
          </p:spPr>
        </p:sp>
        <p:sp>
          <p:nvSpPr>
            <p:cNvPr id="2249" name="four:time-step-strips:time-strip-tₙ-cell-77:2249">
              <a:extLst>
                <a:ext uri="{FF2B5EF4-FFF2-40B4-BE49-F238E27FC236}">
                  <ns2:creationId id="{B3B29A0A-52A5-4D03-8F85-44C004516AD2}"/>
                </a:ext>
              </a:extLst>
            </p:cNvPr>
            <p:cNvSpPr>
              <a:spLocks noGrp="1"/>
            </p:cNvSpPr>
            <p:nvPr/>
          </p:nvSpPr>
          <p:spPr>
            <a:xfrm>
              <a:off x="22424926" y="3724275"/>
              <a:ext cx="15379" cy="276225"/>
            </a:xfrm>
            <a:prstGeom prst="rect">
              <a:avLst/>
            </a:prstGeom>
            <a:solidFill>
              <a:srgbClr val="09A178"/>
            </a:solidFill>
            <a:ln w="0">
              <a:noFill/>
              <a:prstDash val="solid"/>
            </a:ln>
          </p:spPr>
        </p:sp>
        <p:sp>
          <p:nvSpPr>
            <p:cNvPr id="2250" name="four:time-step-strips:time-strip-tₙ-cell-78:2250">
              <a:extLst>
                <a:ext uri="{FF2B5EF4-FFF2-40B4-BE49-F238E27FC236}">
                  <ns2:creationId id="{6EBBCC63-4B25-40FC-BE68-4D90B3366A21}"/>
                </a:ext>
              </a:extLst>
            </p:cNvPr>
            <p:cNvSpPr>
              <a:spLocks noGrp="1"/>
            </p:cNvSpPr>
            <p:nvPr/>
          </p:nvSpPr>
          <p:spPr>
            <a:xfrm>
              <a:off x="22440305" y="3724275"/>
              <a:ext cx="15379" cy="276225"/>
            </a:xfrm>
            <a:prstGeom prst="rect">
              <a:avLst/>
            </a:prstGeom>
            <a:solidFill>
              <a:srgbClr val="24AA87"/>
            </a:solidFill>
            <a:ln w="0">
              <a:noFill/>
              <a:prstDash val="solid"/>
            </a:ln>
          </p:spPr>
        </p:sp>
        <p:sp>
          <p:nvSpPr>
            <p:cNvPr id="2251" name="four:time-step-strips:time-strip-tₙ-cell-79:2251">
              <a:extLst>
                <a:ext uri="{FF2B5EF4-FFF2-40B4-BE49-F238E27FC236}">
                  <ns2:creationId id="{69A28D53-5EA8-4506-A264-9B1087301F1F}"/>
                </a:ext>
              </a:extLst>
            </p:cNvPr>
            <p:cNvSpPr>
              <a:spLocks noGrp="1"/>
            </p:cNvSpPr>
            <p:nvPr/>
          </p:nvSpPr>
          <p:spPr>
            <a:xfrm>
              <a:off x="22455684" y="3724275"/>
              <a:ext cx="15379" cy="276225"/>
            </a:xfrm>
            <a:prstGeom prst="rect">
              <a:avLst/>
            </a:prstGeom>
            <a:solidFill>
              <a:srgbClr val="49B69B"/>
            </a:solidFill>
            <a:ln w="0">
              <a:noFill/>
              <a:prstDash val="solid"/>
            </a:ln>
          </p:spPr>
        </p:sp>
        <p:sp>
          <p:nvSpPr>
            <p:cNvPr id="2252" name="four:time-step-strips:time-strip-tₙ-cell-80:2252">
              <a:extLst>
                <a:ext uri="{FF2B5EF4-FFF2-40B4-BE49-F238E27FC236}">
                  <ns2:creationId id="{80E1EA0F-71DC-47B7-A816-E39C2F92211D}"/>
                </a:ext>
              </a:extLst>
            </p:cNvPr>
            <p:cNvSpPr>
              <a:spLocks noGrp="1"/>
            </p:cNvSpPr>
            <p:nvPr/>
          </p:nvSpPr>
          <p:spPr>
            <a:xfrm>
              <a:off x="22471063" y="3724275"/>
              <a:ext cx="15379" cy="276225"/>
            </a:xfrm>
            <a:prstGeom prst="rect">
              <a:avLst/>
            </a:prstGeom>
            <a:solidFill>
              <a:srgbClr val="72C4B2"/>
            </a:solidFill>
            <a:ln w="0">
              <a:noFill/>
              <a:prstDash val="solid"/>
            </a:ln>
          </p:spPr>
        </p:sp>
        <p:sp>
          <p:nvSpPr>
            <p:cNvPr id="2253" name="four:time-step-strips:time-strip-tₙ-cell-81:2253">
              <a:extLst>
                <a:ext uri="{FF2B5EF4-FFF2-40B4-BE49-F238E27FC236}">
                  <ns2:creationId id="{36C10274-6085-4A0C-AA35-5CE5506FD9EF}"/>
                </a:ext>
              </a:extLst>
            </p:cNvPr>
            <p:cNvSpPr>
              <a:spLocks noGrp="1"/>
            </p:cNvSpPr>
            <p:nvPr/>
          </p:nvSpPr>
          <p:spPr>
            <a:xfrm>
              <a:off x="22486441" y="3724275"/>
              <a:ext cx="15379" cy="276225"/>
            </a:xfrm>
            <a:prstGeom prst="rect">
              <a:avLst/>
            </a:prstGeom>
            <a:solidFill>
              <a:srgbClr val="9CD3CA"/>
            </a:solidFill>
            <a:ln w="0">
              <a:noFill/>
              <a:prstDash val="solid"/>
            </a:ln>
          </p:spPr>
        </p:sp>
        <p:sp>
          <p:nvSpPr>
            <p:cNvPr id="2254" name="four:time-step-strips:time-strip-tₙ-cell-82:2254">
              <a:extLst>
                <a:ext uri="{FF2B5EF4-FFF2-40B4-BE49-F238E27FC236}">
                  <ns2:creationId id="{0D6D71C8-66D6-41EC-99BD-7DC65EFFFD40}"/>
                </a:ext>
              </a:extLst>
            </p:cNvPr>
            <p:cNvSpPr>
              <a:spLocks noGrp="1"/>
            </p:cNvSpPr>
            <p:nvPr/>
          </p:nvSpPr>
          <p:spPr>
            <a:xfrm>
              <a:off x="22501820" y="3724275"/>
              <a:ext cx="15379" cy="276225"/>
            </a:xfrm>
            <a:prstGeom prst="rect">
              <a:avLst/>
            </a:prstGeom>
            <a:solidFill>
              <a:srgbClr val="D3DAE6"/>
            </a:solidFill>
            <a:ln w="0">
              <a:noFill/>
              <a:prstDash val="solid"/>
            </a:ln>
          </p:spPr>
        </p:sp>
        <p:sp>
          <p:nvSpPr>
            <p:cNvPr id="2255" name="four:time-step-strips:time-strip-tₙ-cell-83:2255">
              <a:extLst>
                <a:ext uri="{FF2B5EF4-FFF2-40B4-BE49-F238E27FC236}">
                  <ns2:creationId id="{964EDED7-B60E-4028-92F5-8268BD8F0789}"/>
                </a:ext>
              </a:extLst>
            </p:cNvPr>
            <p:cNvSpPr>
              <a:spLocks noGrp="1"/>
            </p:cNvSpPr>
            <p:nvPr/>
          </p:nvSpPr>
          <p:spPr>
            <a:xfrm>
              <a:off x="22517199" y="3724275"/>
              <a:ext cx="15379" cy="276225"/>
            </a:xfrm>
            <a:prstGeom prst="rect">
              <a:avLst/>
            </a:prstGeom>
            <a:solidFill>
              <a:srgbClr val="DAE5EC"/>
            </a:solidFill>
            <a:ln w="0">
              <a:noFill/>
              <a:prstDash val="solid"/>
            </a:ln>
          </p:spPr>
        </p:sp>
        <p:sp>
          <p:nvSpPr>
            <p:cNvPr id="2256" name="four:time-step-strips:time-strip-tₙ-cell-84:2256">
              <a:extLst>
                <a:ext uri="{FF2B5EF4-FFF2-40B4-BE49-F238E27FC236}">
                  <ns2:creationId id="{3D3FB427-DF24-43DB-864E-5ED4A4FA8F02}"/>
                </a:ext>
              </a:extLst>
            </p:cNvPr>
            <p:cNvSpPr>
              <a:spLocks noGrp="1"/>
            </p:cNvSpPr>
            <p:nvPr/>
          </p:nvSpPr>
          <p:spPr>
            <a:xfrm>
              <a:off x="22532578" y="3724275"/>
              <a:ext cx="15379" cy="276225"/>
            </a:xfrm>
            <a:prstGeom prst="rect">
              <a:avLst/>
            </a:prstGeom>
            <a:solidFill>
              <a:srgbClr val="DCE8ED"/>
            </a:solidFill>
            <a:ln w="0">
              <a:noFill/>
              <a:prstDash val="solid"/>
            </a:ln>
          </p:spPr>
        </p:sp>
        <p:sp>
          <p:nvSpPr>
            <p:cNvPr id="2257" name="four:time-step-strips:time-strip-tₙ-cell-85:2257">
              <a:extLst>
                <a:ext uri="{FF2B5EF4-FFF2-40B4-BE49-F238E27FC236}">
                  <ns2:creationId id="{D0AA55DF-551B-4951-A482-2EBBF0A4331B}"/>
                </a:ext>
              </a:extLst>
            </p:cNvPr>
            <p:cNvSpPr>
              <a:spLocks noGrp="1"/>
            </p:cNvSpPr>
            <p:nvPr/>
          </p:nvSpPr>
          <p:spPr>
            <a:xfrm>
              <a:off x="22547957" y="3724275"/>
              <a:ext cx="15379" cy="276225"/>
            </a:xfrm>
            <a:prstGeom prst="rect">
              <a:avLst/>
            </a:prstGeom>
            <a:solidFill>
              <a:srgbClr val="DCE8ED"/>
            </a:solidFill>
            <a:ln w="0">
              <a:noFill/>
              <a:prstDash val="solid"/>
            </a:ln>
          </p:spPr>
        </p:sp>
        <p:sp>
          <p:nvSpPr>
            <p:cNvPr id="2258" name="four:time-step-strips:time-strip-tₙ-cell-86:2258">
              <a:extLst>
                <a:ext uri="{FF2B5EF4-FFF2-40B4-BE49-F238E27FC236}">
                  <ns2:creationId id="{B01F4BB2-5E2E-4867-AC61-104C25A94DE7}"/>
                </a:ext>
              </a:extLst>
            </p:cNvPr>
            <p:cNvSpPr>
              <a:spLocks noGrp="1"/>
            </p:cNvSpPr>
            <p:nvPr/>
          </p:nvSpPr>
          <p:spPr>
            <a:xfrm>
              <a:off x="22563336" y="3724275"/>
              <a:ext cx="15379" cy="276225"/>
            </a:xfrm>
            <a:prstGeom prst="rect">
              <a:avLst/>
            </a:prstGeom>
            <a:solidFill>
              <a:srgbClr val="DCE8ED"/>
            </a:solidFill>
            <a:ln w="0">
              <a:noFill/>
              <a:prstDash val="solid"/>
            </a:ln>
          </p:spPr>
        </p:sp>
        <p:sp>
          <p:nvSpPr>
            <p:cNvPr id="2259" name="four:time-step-strips:time-strip-tₙ-cell-87:2259">
              <a:extLst>
                <a:ext uri="{FF2B5EF4-FFF2-40B4-BE49-F238E27FC236}">
                  <ns2:creationId id="{2FEE2A30-4A30-4C8C-AA07-175E097DACC7}"/>
                </a:ext>
              </a:extLst>
            </p:cNvPr>
            <p:cNvSpPr>
              <a:spLocks noGrp="1"/>
            </p:cNvSpPr>
            <p:nvPr/>
          </p:nvSpPr>
          <p:spPr>
            <a:xfrm>
              <a:off x="22578715" y="3724275"/>
              <a:ext cx="15379" cy="276225"/>
            </a:xfrm>
            <a:prstGeom prst="rect">
              <a:avLst/>
            </a:prstGeom>
            <a:solidFill>
              <a:srgbClr val="DCE8ED"/>
            </a:solidFill>
            <a:ln w="0">
              <a:noFill/>
              <a:prstDash val="solid"/>
            </a:ln>
          </p:spPr>
        </p:sp>
        <p:sp>
          <p:nvSpPr>
            <p:cNvPr id="2260" name="four:time-step-strips:time-strip-tₙ-cell-88:2260">
              <a:extLst>
                <a:ext uri="{FF2B5EF4-FFF2-40B4-BE49-F238E27FC236}">
                  <ns2:creationId id="{90B0C297-79A1-458A-AB9E-6B83A1C7AA4E}"/>
                </a:ext>
              </a:extLst>
            </p:cNvPr>
            <p:cNvSpPr>
              <a:spLocks noGrp="1"/>
            </p:cNvSpPr>
            <p:nvPr/>
          </p:nvSpPr>
          <p:spPr>
            <a:xfrm>
              <a:off x="22594094" y="3724275"/>
              <a:ext cx="15379" cy="276225"/>
            </a:xfrm>
            <a:prstGeom prst="rect">
              <a:avLst/>
            </a:prstGeom>
            <a:solidFill>
              <a:srgbClr val="DCE8ED"/>
            </a:solidFill>
            <a:ln w="0">
              <a:noFill/>
              <a:prstDash val="solid"/>
            </a:ln>
          </p:spPr>
        </p:sp>
        <p:sp>
          <p:nvSpPr>
            <p:cNvPr id="2261" name="four:time-step-strips:time-strip-tₙ-cell-89:2261">
              <a:extLst>
                <a:ext uri="{FF2B5EF4-FFF2-40B4-BE49-F238E27FC236}">
                  <ns2:creationId id="{264B4492-F6DA-4700-974C-B9F487134874}"/>
                </a:ext>
              </a:extLst>
            </p:cNvPr>
            <p:cNvSpPr>
              <a:spLocks noGrp="1"/>
            </p:cNvSpPr>
            <p:nvPr/>
          </p:nvSpPr>
          <p:spPr>
            <a:xfrm>
              <a:off x="22609473" y="3724275"/>
              <a:ext cx="15379" cy="276225"/>
            </a:xfrm>
            <a:prstGeom prst="rect">
              <a:avLst/>
            </a:prstGeom>
            <a:solidFill>
              <a:srgbClr val="DCE8ED"/>
            </a:solidFill>
            <a:ln w="0">
              <a:noFill/>
              <a:prstDash val="solid"/>
            </a:ln>
          </p:spPr>
        </p:sp>
        <p:sp>
          <p:nvSpPr>
            <p:cNvPr id="2262" name="four:time-step-strips:time-strip-tₙ-cell-90:2262">
              <a:extLst>
                <a:ext uri="{FF2B5EF4-FFF2-40B4-BE49-F238E27FC236}">
                  <ns2:creationId id="{B91D3B56-9121-4342-8ACA-06243E99D295}"/>
                </a:ext>
              </a:extLst>
            </p:cNvPr>
            <p:cNvSpPr>
              <a:spLocks noGrp="1"/>
            </p:cNvSpPr>
            <p:nvPr/>
          </p:nvSpPr>
          <p:spPr>
            <a:xfrm>
              <a:off x="22624852" y="3724275"/>
              <a:ext cx="15379" cy="276225"/>
            </a:xfrm>
            <a:prstGeom prst="rect">
              <a:avLst/>
            </a:prstGeom>
            <a:solidFill>
              <a:srgbClr val="DCE8ED"/>
            </a:solidFill>
            <a:ln w="0">
              <a:noFill/>
              <a:prstDash val="solid"/>
            </a:ln>
          </p:spPr>
        </p:sp>
        <p:sp>
          <p:nvSpPr>
            <p:cNvPr id="2263" name="four:time-step-strips:time-strip-tₙ-cell-91:2263">
              <a:extLst>
                <a:ext uri="{FF2B5EF4-FFF2-40B4-BE49-F238E27FC236}">
                  <ns2:creationId id="{AAED5746-7FFD-4EE9-A4EA-FE8C9C2C8B55}"/>
                </a:ext>
              </a:extLst>
            </p:cNvPr>
            <p:cNvSpPr>
              <a:spLocks noGrp="1"/>
            </p:cNvSpPr>
            <p:nvPr/>
          </p:nvSpPr>
          <p:spPr>
            <a:xfrm>
              <a:off x="22640230" y="3724275"/>
              <a:ext cx="15379" cy="276225"/>
            </a:xfrm>
            <a:prstGeom prst="rect">
              <a:avLst/>
            </a:prstGeom>
            <a:solidFill>
              <a:srgbClr val="DCE8ED"/>
            </a:solidFill>
            <a:ln w="0">
              <a:noFill/>
              <a:prstDash val="solid"/>
            </a:ln>
          </p:spPr>
        </p:sp>
        <p:sp>
          <p:nvSpPr>
            <p:cNvPr id="2264" name="four:time-step-strips:time-strip-tₙ-cell-92:2264">
              <a:extLst>
                <a:ext uri="{FF2B5EF4-FFF2-40B4-BE49-F238E27FC236}">
                  <ns2:creationId id="{D5390834-6C10-481D-83DA-4544783FB107}"/>
                </a:ext>
              </a:extLst>
            </p:cNvPr>
            <p:cNvSpPr>
              <a:spLocks noGrp="1"/>
            </p:cNvSpPr>
            <p:nvPr/>
          </p:nvSpPr>
          <p:spPr>
            <a:xfrm>
              <a:off x="22655609" y="3724275"/>
              <a:ext cx="15379" cy="276225"/>
            </a:xfrm>
            <a:prstGeom prst="rect">
              <a:avLst/>
            </a:prstGeom>
            <a:solidFill>
              <a:srgbClr val="DCE8ED"/>
            </a:solidFill>
            <a:ln w="0">
              <a:noFill/>
              <a:prstDash val="solid"/>
            </a:ln>
          </p:spPr>
        </p:sp>
        <p:sp>
          <p:nvSpPr>
            <p:cNvPr id="2265" name="four:time-step-strips:time-strip-tₙ-cell-93:2265">
              <a:extLst>
                <a:ext uri="{FF2B5EF4-FFF2-40B4-BE49-F238E27FC236}">
                  <ns2:creationId id="{2F15DE8C-A056-4E02-9891-ED54A29DB2EB}"/>
                </a:ext>
              </a:extLst>
            </p:cNvPr>
            <p:cNvSpPr>
              <a:spLocks noGrp="1"/>
            </p:cNvSpPr>
            <p:nvPr/>
          </p:nvSpPr>
          <p:spPr>
            <a:xfrm>
              <a:off x="22670988" y="3724275"/>
              <a:ext cx="15379" cy="276225"/>
            </a:xfrm>
            <a:prstGeom prst="rect">
              <a:avLst/>
            </a:prstGeom>
            <a:solidFill>
              <a:srgbClr val="DCE8ED"/>
            </a:solidFill>
            <a:ln w="0">
              <a:noFill/>
              <a:prstDash val="solid"/>
            </a:ln>
          </p:spPr>
        </p:sp>
        <p:sp>
          <p:nvSpPr>
            <p:cNvPr id="2266" name="four:time-step-strips:time-strip-tₙ-cell-94:2266">
              <a:extLst>
                <a:ext uri="{FF2B5EF4-FFF2-40B4-BE49-F238E27FC236}">
                  <ns2:creationId id="{009BFF89-7BE8-4908-9EDF-32634C3665FB}"/>
                </a:ext>
              </a:extLst>
            </p:cNvPr>
            <p:cNvSpPr>
              <a:spLocks noGrp="1"/>
            </p:cNvSpPr>
            <p:nvPr/>
          </p:nvSpPr>
          <p:spPr>
            <a:xfrm>
              <a:off x="22686367" y="3724275"/>
              <a:ext cx="15379" cy="276225"/>
            </a:xfrm>
            <a:prstGeom prst="rect">
              <a:avLst/>
            </a:prstGeom>
            <a:solidFill>
              <a:srgbClr val="DCE8ED"/>
            </a:solidFill>
            <a:ln w="0">
              <a:noFill/>
              <a:prstDash val="solid"/>
            </a:ln>
          </p:spPr>
        </p:sp>
        <p:sp>
          <p:nvSpPr>
            <p:cNvPr id="2267" name="four:time-step-strips:time-strip-tₙ-cell-95:2267">
              <a:extLst>
                <a:ext uri="{FF2B5EF4-FFF2-40B4-BE49-F238E27FC236}">
                  <ns2:creationId id="{577855C8-9749-47C6-8E1A-F8B4968329D5}"/>
                </a:ext>
              </a:extLst>
            </p:cNvPr>
            <p:cNvSpPr>
              <a:spLocks noGrp="1"/>
            </p:cNvSpPr>
            <p:nvPr/>
          </p:nvSpPr>
          <p:spPr>
            <a:xfrm>
              <a:off x="22701746" y="3724275"/>
              <a:ext cx="15379" cy="276225"/>
            </a:xfrm>
            <a:prstGeom prst="rect">
              <a:avLst/>
            </a:prstGeom>
            <a:solidFill>
              <a:srgbClr val="DCE8ED"/>
            </a:solidFill>
            <a:ln w="0">
              <a:noFill/>
              <a:prstDash val="solid"/>
            </a:ln>
          </p:spPr>
        </p:sp>
        <p:sp>
          <p:nvSpPr>
            <p:cNvPr id="2268" name="four:time-step-strips:time-strip-tₙ-cell-96:2268">
              <a:extLst>
                <a:ext uri="{FF2B5EF4-FFF2-40B4-BE49-F238E27FC236}">
                  <ns2:creationId id="{56EA3DA4-D755-4F51-9EDB-684500612554}"/>
                </a:ext>
              </a:extLst>
            </p:cNvPr>
            <p:cNvSpPr>
              <a:spLocks noGrp="1"/>
            </p:cNvSpPr>
            <p:nvPr/>
          </p:nvSpPr>
          <p:spPr>
            <a:xfrm>
              <a:off x="22717125" y="3724275"/>
              <a:ext cx="15379" cy="276225"/>
            </a:xfrm>
            <a:prstGeom prst="rect">
              <a:avLst/>
            </a:prstGeom>
            <a:solidFill>
              <a:srgbClr val="DCE8ED"/>
            </a:solidFill>
            <a:ln w="0">
              <a:noFill/>
              <a:prstDash val="solid"/>
            </a:ln>
          </p:spPr>
        </p:sp>
        <p:sp>
          <p:nvSpPr>
            <p:cNvPr id="2269" name="four:time-step-strips:time-strip-tₙ-cell-97:2269">
              <a:extLst>
                <a:ext uri="{FF2B5EF4-FFF2-40B4-BE49-F238E27FC236}">
                  <ns2:creationId id="{02FE5C03-3043-4473-887E-3FE021432472}"/>
                </a:ext>
              </a:extLst>
            </p:cNvPr>
            <p:cNvSpPr>
              <a:spLocks noGrp="1"/>
            </p:cNvSpPr>
            <p:nvPr/>
          </p:nvSpPr>
          <p:spPr>
            <a:xfrm>
              <a:off x="22732504" y="3724275"/>
              <a:ext cx="15379" cy="276225"/>
            </a:xfrm>
            <a:prstGeom prst="rect">
              <a:avLst/>
            </a:prstGeom>
            <a:solidFill>
              <a:srgbClr val="DCE8ED"/>
            </a:solidFill>
            <a:ln w="0">
              <a:noFill/>
              <a:prstDash val="solid"/>
            </a:ln>
          </p:spPr>
        </p:sp>
        <p:sp>
          <p:nvSpPr>
            <p:cNvPr id="2270" name="four:time-step-strips:time-strip-tₙ-cell-98:2270">
              <a:extLst>
                <a:ext uri="{FF2B5EF4-FFF2-40B4-BE49-F238E27FC236}">
                  <ns2:creationId id="{2A46DF89-672D-430A-A119-8DB6D6453A6C}"/>
                </a:ext>
              </a:extLst>
            </p:cNvPr>
            <p:cNvSpPr>
              <a:spLocks noGrp="1"/>
            </p:cNvSpPr>
            <p:nvPr/>
          </p:nvSpPr>
          <p:spPr>
            <a:xfrm>
              <a:off x="22747883" y="3724275"/>
              <a:ext cx="15379" cy="276225"/>
            </a:xfrm>
            <a:prstGeom prst="rect">
              <a:avLst/>
            </a:prstGeom>
            <a:solidFill>
              <a:srgbClr val="DCE8ED"/>
            </a:solidFill>
            <a:ln w="0">
              <a:noFill/>
              <a:prstDash val="solid"/>
            </a:ln>
          </p:spPr>
        </p:sp>
        <p:sp>
          <p:nvSpPr>
            <p:cNvPr id="2271" name="four:time-step-strips:time-strip-tₙ-cell-99:2271">
              <a:extLst>
                <a:ext uri="{FF2B5EF4-FFF2-40B4-BE49-F238E27FC236}">
                  <ns2:creationId id="{A96CA2D9-8CB2-4385-AB4F-0661CE23546F}"/>
                </a:ext>
              </a:extLst>
            </p:cNvPr>
            <p:cNvSpPr>
              <a:spLocks noGrp="1"/>
            </p:cNvSpPr>
            <p:nvPr/>
          </p:nvSpPr>
          <p:spPr>
            <a:xfrm>
              <a:off x="22763262" y="3724275"/>
              <a:ext cx="15379" cy="276225"/>
            </a:xfrm>
            <a:prstGeom prst="rect">
              <a:avLst/>
            </a:prstGeom>
            <a:solidFill>
              <a:srgbClr val="DCE8ED"/>
            </a:solidFill>
            <a:ln w="0">
              <a:noFill/>
              <a:prstDash val="solid"/>
            </a:ln>
          </p:spPr>
        </p:sp>
        <p:sp>
          <p:nvSpPr>
            <p:cNvPr id="2272" name="four:time-step-strips:time-strip-tₙ-cell-100:2272">
              <a:extLst>
                <a:ext uri="{FF2B5EF4-FFF2-40B4-BE49-F238E27FC236}">
                  <ns2:creationId id="{12B8161B-E0AE-4C4E-98E7-87770923ACD9}"/>
                </a:ext>
              </a:extLst>
            </p:cNvPr>
            <p:cNvSpPr>
              <a:spLocks noGrp="1"/>
            </p:cNvSpPr>
            <p:nvPr/>
          </p:nvSpPr>
          <p:spPr>
            <a:xfrm>
              <a:off x="22778641" y="3724275"/>
              <a:ext cx="15379" cy="276225"/>
            </a:xfrm>
            <a:prstGeom prst="rect">
              <a:avLst/>
            </a:prstGeom>
            <a:solidFill>
              <a:srgbClr val="DCE8ED"/>
            </a:solidFill>
            <a:ln w="0">
              <a:noFill/>
              <a:prstDash val="solid"/>
            </a:ln>
          </p:spPr>
        </p:sp>
        <p:sp>
          <p:nvSpPr>
            <p:cNvPr id="2273" name="four:time-step-strips:time-strip-tₙ-cell-101:2273">
              <a:extLst>
                <a:ext uri="{FF2B5EF4-FFF2-40B4-BE49-F238E27FC236}">
                  <ns2:creationId id="{DE20FB4A-7DCB-41E7-A84B-1B1E982EEAC6}"/>
                </a:ext>
              </a:extLst>
            </p:cNvPr>
            <p:cNvSpPr>
              <a:spLocks noGrp="1"/>
            </p:cNvSpPr>
            <p:nvPr/>
          </p:nvSpPr>
          <p:spPr>
            <a:xfrm>
              <a:off x="22794020" y="3724275"/>
              <a:ext cx="15379" cy="276225"/>
            </a:xfrm>
            <a:prstGeom prst="rect">
              <a:avLst/>
            </a:prstGeom>
            <a:solidFill>
              <a:srgbClr val="DCE8ED"/>
            </a:solidFill>
            <a:ln w="0">
              <a:noFill/>
              <a:prstDash val="solid"/>
            </a:ln>
          </p:spPr>
        </p:sp>
        <p:sp>
          <p:nvSpPr>
            <p:cNvPr id="2274" name="four:time-step-strips:time-strip-tₙ-cell-102:2274">
              <a:extLst>
                <a:ext uri="{FF2B5EF4-FFF2-40B4-BE49-F238E27FC236}">
                  <ns2:creationId id="{4E102030-E8AF-4E05-9325-A56C120AD474}"/>
                </a:ext>
              </a:extLst>
            </p:cNvPr>
            <p:cNvSpPr>
              <a:spLocks noGrp="1"/>
            </p:cNvSpPr>
            <p:nvPr/>
          </p:nvSpPr>
          <p:spPr>
            <a:xfrm>
              <a:off x="22809398" y="3724275"/>
              <a:ext cx="15379" cy="276225"/>
            </a:xfrm>
            <a:prstGeom prst="rect">
              <a:avLst/>
            </a:prstGeom>
            <a:solidFill>
              <a:srgbClr val="DCE8ED"/>
            </a:solidFill>
            <a:ln w="0">
              <a:noFill/>
              <a:prstDash val="solid"/>
            </a:ln>
          </p:spPr>
        </p:sp>
        <p:sp>
          <p:nvSpPr>
            <p:cNvPr id="2275" name="four:time-step-strips:time-strip-tₙ-cell-103:2275">
              <a:extLst>
                <a:ext uri="{FF2B5EF4-FFF2-40B4-BE49-F238E27FC236}">
                  <ns2:creationId id="{5B8EBF67-4409-45D8-A8B0-534F0196559B}"/>
                </a:ext>
              </a:extLst>
            </p:cNvPr>
            <p:cNvSpPr>
              <a:spLocks noGrp="1"/>
            </p:cNvSpPr>
            <p:nvPr/>
          </p:nvSpPr>
          <p:spPr>
            <a:xfrm>
              <a:off x="22824777" y="3724275"/>
              <a:ext cx="15379" cy="276225"/>
            </a:xfrm>
            <a:prstGeom prst="rect">
              <a:avLst/>
            </a:prstGeom>
            <a:solidFill>
              <a:srgbClr val="DCE8ED"/>
            </a:solidFill>
            <a:ln w="0">
              <a:noFill/>
              <a:prstDash val="solid"/>
            </a:ln>
          </p:spPr>
        </p:sp>
        <p:sp>
          <p:nvSpPr>
            <p:cNvPr id="2276" name="four:time-step-strips:time-strip-tₙ-cell-104:2276">
              <a:extLst>
                <a:ext uri="{FF2B5EF4-FFF2-40B4-BE49-F238E27FC236}">
                  <ns2:creationId id="{AE485D9F-5BB6-4099-8E5C-41ACB1F9BF80}"/>
                </a:ext>
              </a:extLst>
            </p:cNvPr>
            <p:cNvSpPr>
              <a:spLocks noGrp="1"/>
            </p:cNvSpPr>
            <p:nvPr/>
          </p:nvSpPr>
          <p:spPr>
            <a:xfrm>
              <a:off x="22840156" y="3724275"/>
              <a:ext cx="15379" cy="276225"/>
            </a:xfrm>
            <a:prstGeom prst="rect">
              <a:avLst/>
            </a:prstGeom>
            <a:solidFill>
              <a:srgbClr val="DCE8ED"/>
            </a:solidFill>
            <a:ln w="0">
              <a:noFill/>
              <a:prstDash val="solid"/>
            </a:ln>
          </p:spPr>
        </p:sp>
        <p:sp>
          <p:nvSpPr>
            <p:cNvPr id="2277" name="four:time-step-strips:time-strip-tₙ-cell-105:2277">
              <a:extLst>
                <a:ext uri="{FF2B5EF4-FFF2-40B4-BE49-F238E27FC236}">
                  <ns2:creationId id="{6895E19B-7FE6-4CF8-885C-7EC40A43398D}"/>
                </a:ext>
              </a:extLst>
            </p:cNvPr>
            <p:cNvSpPr>
              <a:spLocks noGrp="1"/>
            </p:cNvSpPr>
            <p:nvPr/>
          </p:nvSpPr>
          <p:spPr>
            <a:xfrm>
              <a:off x="22855535" y="3724275"/>
              <a:ext cx="15379" cy="276225"/>
            </a:xfrm>
            <a:prstGeom prst="rect">
              <a:avLst/>
            </a:prstGeom>
            <a:solidFill>
              <a:srgbClr val="DCE8ED"/>
            </a:solidFill>
            <a:ln w="0">
              <a:noFill/>
              <a:prstDash val="solid"/>
            </a:ln>
          </p:spPr>
        </p:sp>
        <p:sp>
          <p:nvSpPr>
            <p:cNvPr id="2278" name="four:time-step-strips:time-strip-tₙ-cell-106:2278">
              <a:extLst>
                <a:ext uri="{FF2B5EF4-FFF2-40B4-BE49-F238E27FC236}">
                  <ns2:creationId id="{6EE9EF21-66BC-429A-A093-F6F2619A2D2B}"/>
                </a:ext>
              </a:extLst>
            </p:cNvPr>
            <p:cNvSpPr>
              <a:spLocks noGrp="1"/>
            </p:cNvSpPr>
            <p:nvPr/>
          </p:nvSpPr>
          <p:spPr>
            <a:xfrm>
              <a:off x="22870914" y="3724275"/>
              <a:ext cx="15379" cy="276225"/>
            </a:xfrm>
            <a:prstGeom prst="rect">
              <a:avLst/>
            </a:prstGeom>
            <a:solidFill>
              <a:srgbClr val="DCE8ED"/>
            </a:solidFill>
            <a:ln w="0">
              <a:noFill/>
              <a:prstDash val="solid"/>
            </a:ln>
          </p:spPr>
        </p:sp>
        <p:sp>
          <p:nvSpPr>
            <p:cNvPr id="2279" name="four:time-step-strips:time-strip-tₙ-cell-107:2279">
              <a:extLst>
                <a:ext uri="{FF2B5EF4-FFF2-40B4-BE49-F238E27FC236}">
                  <ns2:creationId id="{1EE5B499-AA7A-4701-AF98-1BFEF57AEFEF}"/>
                </a:ext>
              </a:extLst>
            </p:cNvPr>
            <p:cNvSpPr>
              <a:spLocks noGrp="1"/>
            </p:cNvSpPr>
            <p:nvPr/>
          </p:nvSpPr>
          <p:spPr>
            <a:xfrm>
              <a:off x="22886293" y="3724275"/>
              <a:ext cx="15379" cy="276225"/>
            </a:xfrm>
            <a:prstGeom prst="rect">
              <a:avLst/>
            </a:prstGeom>
            <a:solidFill>
              <a:srgbClr val="DCE8ED"/>
            </a:solidFill>
            <a:ln w="0">
              <a:noFill/>
              <a:prstDash val="solid"/>
            </a:ln>
          </p:spPr>
        </p:sp>
        <p:sp>
          <p:nvSpPr>
            <p:cNvPr id="2280" name="four:time-step-strips:time-strip-tₙ-cell-108:2280">
              <a:extLst>
                <a:ext uri="{FF2B5EF4-FFF2-40B4-BE49-F238E27FC236}">
                  <ns2:creationId id="{7D48E3DB-808F-4D4F-BB58-6B39CF6EDD4F}"/>
                </a:ext>
              </a:extLst>
            </p:cNvPr>
            <p:cNvSpPr>
              <a:spLocks noGrp="1"/>
            </p:cNvSpPr>
            <p:nvPr/>
          </p:nvSpPr>
          <p:spPr>
            <a:xfrm>
              <a:off x="22901672" y="3724275"/>
              <a:ext cx="15379" cy="276225"/>
            </a:xfrm>
            <a:prstGeom prst="rect">
              <a:avLst/>
            </a:prstGeom>
            <a:solidFill>
              <a:srgbClr val="DCE8ED"/>
            </a:solidFill>
            <a:ln w="0">
              <a:noFill/>
              <a:prstDash val="solid"/>
            </a:ln>
          </p:spPr>
        </p:sp>
        <p:sp>
          <p:nvSpPr>
            <p:cNvPr id="2281" name="four:time-step-strips:time-strip-tₙ-cell-109:2281">
              <a:extLst>
                <a:ext uri="{FF2B5EF4-FFF2-40B4-BE49-F238E27FC236}">
                  <ns2:creationId id="{E475D50B-77F0-4332-9AE0-BB5F5107C5C0}"/>
                </a:ext>
              </a:extLst>
            </p:cNvPr>
            <p:cNvSpPr>
              <a:spLocks noGrp="1"/>
            </p:cNvSpPr>
            <p:nvPr/>
          </p:nvSpPr>
          <p:spPr>
            <a:xfrm>
              <a:off x="22917051" y="3724275"/>
              <a:ext cx="15379" cy="276225"/>
            </a:xfrm>
            <a:prstGeom prst="rect">
              <a:avLst/>
            </a:prstGeom>
            <a:solidFill>
              <a:srgbClr val="DCE8ED"/>
            </a:solidFill>
            <a:ln w="0">
              <a:noFill/>
              <a:prstDash val="solid"/>
            </a:ln>
          </p:spPr>
        </p:sp>
        <p:sp>
          <p:nvSpPr>
            <p:cNvPr id="2282" name="four:time-step-strips:time-strip-tₙ-cell-110:2282">
              <a:extLst>
                <a:ext uri="{FF2B5EF4-FFF2-40B4-BE49-F238E27FC236}">
                  <ns2:creationId id="{4237FDF6-C5D1-402F-BFC6-1C7400C0EAA0}"/>
                </a:ext>
              </a:extLst>
            </p:cNvPr>
            <p:cNvSpPr>
              <a:spLocks noGrp="1"/>
            </p:cNvSpPr>
            <p:nvPr/>
          </p:nvSpPr>
          <p:spPr>
            <a:xfrm>
              <a:off x="22932430" y="3724275"/>
              <a:ext cx="15379" cy="276225"/>
            </a:xfrm>
            <a:prstGeom prst="rect">
              <a:avLst/>
            </a:prstGeom>
            <a:solidFill>
              <a:srgbClr val="DBE7ED"/>
            </a:solidFill>
            <a:ln w="0">
              <a:noFill/>
              <a:prstDash val="solid"/>
            </a:ln>
          </p:spPr>
        </p:sp>
        <p:sp>
          <p:nvSpPr>
            <p:cNvPr id="2283" name="four:time-step-strips:time-strip-tₙ-cell-111:2283">
              <a:extLst>
                <a:ext uri="{FF2B5EF4-FFF2-40B4-BE49-F238E27FC236}">
                  <ns2:creationId id="{65C92F23-3F24-428D-B35A-2876BD87F0D5}"/>
                </a:ext>
              </a:extLst>
            </p:cNvPr>
            <p:cNvSpPr>
              <a:spLocks noGrp="1"/>
            </p:cNvSpPr>
            <p:nvPr/>
          </p:nvSpPr>
          <p:spPr>
            <a:xfrm>
              <a:off x="22947809" y="3724275"/>
              <a:ext cx="15379" cy="276225"/>
            </a:xfrm>
            <a:prstGeom prst="rect">
              <a:avLst/>
            </a:prstGeom>
            <a:solidFill>
              <a:srgbClr val="D0E0E7"/>
            </a:solidFill>
            <a:ln w="0">
              <a:noFill/>
              <a:prstDash val="solid"/>
            </a:ln>
          </p:spPr>
        </p:sp>
        <p:sp>
          <p:nvSpPr>
            <p:cNvPr id="2284" name="four:time-step-strips:time-strip-tₙ-cell-112:2284">
              <a:extLst>
                <a:ext uri="{FF2B5EF4-FFF2-40B4-BE49-F238E27FC236}">
                  <ns2:creationId id="{AD05669B-1F03-49ED-9370-A0D7A91C6E9A}"/>
                </a:ext>
              </a:extLst>
            </p:cNvPr>
            <p:cNvSpPr>
              <a:spLocks noGrp="1"/>
            </p:cNvSpPr>
            <p:nvPr/>
          </p:nvSpPr>
          <p:spPr>
            <a:xfrm>
              <a:off x="22963188" y="3724275"/>
              <a:ext cx="15379" cy="276225"/>
            </a:xfrm>
            <a:prstGeom prst="rect">
              <a:avLst/>
            </a:prstGeom>
            <a:solidFill>
              <a:srgbClr val="ABCEE0"/>
            </a:solidFill>
            <a:ln w="0">
              <a:noFill/>
              <a:prstDash val="solid"/>
            </a:ln>
          </p:spPr>
        </p:sp>
        <p:sp>
          <p:nvSpPr>
            <p:cNvPr id="2285" name="four:time-step-strips:time-strip-tₙ-cell-113:2285">
              <a:extLst>
                <a:ext uri="{FF2B5EF4-FFF2-40B4-BE49-F238E27FC236}">
                  <ns2:creationId id="{B73E04B0-A823-488C-BB76-4DED143C8A95}"/>
                </a:ext>
              </a:extLst>
            </p:cNvPr>
            <p:cNvSpPr>
              <a:spLocks noGrp="1"/>
            </p:cNvSpPr>
            <p:nvPr/>
          </p:nvSpPr>
          <p:spPr>
            <a:xfrm>
              <a:off x="22978566" y="3724275"/>
              <a:ext cx="15379" cy="276225"/>
            </a:xfrm>
            <a:prstGeom prst="rect">
              <a:avLst/>
            </a:prstGeom>
            <a:solidFill>
              <a:srgbClr val="84B9D5"/>
            </a:solidFill>
            <a:ln w="0">
              <a:noFill/>
              <a:prstDash val="solid"/>
            </a:ln>
          </p:spPr>
        </p:sp>
        <p:sp>
          <p:nvSpPr>
            <p:cNvPr id="2286" name="four:time-step-strips:time-strip-tₙ-cell-114:2286">
              <a:extLst>
                <a:ext uri="{FF2B5EF4-FFF2-40B4-BE49-F238E27FC236}">
                  <ns2:creationId id="{A179074B-CDAF-421D-BEEC-410141B7F23C}"/>
                </a:ext>
              </a:extLst>
            </p:cNvPr>
            <p:cNvSpPr>
              <a:spLocks noGrp="1"/>
            </p:cNvSpPr>
            <p:nvPr/>
          </p:nvSpPr>
          <p:spPr>
            <a:xfrm>
              <a:off x="22993945" y="3724275"/>
              <a:ext cx="15379" cy="276225"/>
            </a:xfrm>
            <a:prstGeom prst="rect">
              <a:avLst/>
            </a:prstGeom>
            <a:solidFill>
              <a:srgbClr val="58A1CA"/>
            </a:solidFill>
            <a:ln w="0">
              <a:noFill/>
              <a:prstDash val="solid"/>
            </a:ln>
          </p:spPr>
        </p:sp>
        <p:sp>
          <p:nvSpPr>
            <p:cNvPr id="2287" name="four:time-step-strips:time-strip-tₙ-cell-115:2287">
              <a:extLst>
                <a:ext uri="{FF2B5EF4-FFF2-40B4-BE49-F238E27FC236}">
                  <ns2:creationId id="{FB5B216C-1833-43D8-A6E3-C4199E20D725}"/>
                </a:ext>
              </a:extLst>
            </p:cNvPr>
            <p:cNvSpPr>
              <a:spLocks noGrp="1"/>
            </p:cNvSpPr>
            <p:nvPr/>
          </p:nvSpPr>
          <p:spPr>
            <a:xfrm>
              <a:off x="23009324" y="3724275"/>
              <a:ext cx="15379" cy="276225"/>
            </a:xfrm>
            <a:prstGeom prst="rect">
              <a:avLst/>
            </a:prstGeom>
            <a:solidFill>
              <a:srgbClr val="318CBF"/>
            </a:solidFill>
            <a:ln w="0">
              <a:noFill/>
              <a:prstDash val="solid"/>
            </a:ln>
          </p:spPr>
        </p:sp>
        <p:sp>
          <p:nvSpPr>
            <p:cNvPr id="2288" name="four:time-step-strips:time-strip-tₙ-cell-116:2288">
              <a:extLst>
                <a:ext uri="{FF2B5EF4-FFF2-40B4-BE49-F238E27FC236}">
                  <ns2:creationId id="{DDF0EDC2-BE72-40B0-A272-3BB607EA9316}"/>
                </a:ext>
              </a:extLst>
            </p:cNvPr>
            <p:cNvSpPr>
              <a:spLocks noGrp="1"/>
            </p:cNvSpPr>
            <p:nvPr/>
          </p:nvSpPr>
          <p:spPr>
            <a:xfrm>
              <a:off x="23024703" y="3724275"/>
              <a:ext cx="15379" cy="276225"/>
            </a:xfrm>
            <a:prstGeom prst="rect">
              <a:avLst/>
            </a:prstGeom>
            <a:solidFill>
              <a:srgbClr val="127CB7"/>
            </a:solidFill>
            <a:ln w="0">
              <a:noFill/>
              <a:prstDash val="solid"/>
            </a:ln>
          </p:spPr>
        </p:sp>
        <p:sp>
          <p:nvSpPr>
            <p:cNvPr id="2289" name="four:time-step-strips:time-strip-tₙ-cell-117:2289">
              <a:extLst>
                <a:ext uri="{FF2B5EF4-FFF2-40B4-BE49-F238E27FC236}">
                  <ns2:creationId id="{C64D1D0D-5210-4EA1-9248-1AE4E66296B7}"/>
                </a:ext>
              </a:extLst>
            </p:cNvPr>
            <p:cNvSpPr>
              <a:spLocks noGrp="1"/>
            </p:cNvSpPr>
            <p:nvPr/>
          </p:nvSpPr>
          <p:spPr>
            <a:xfrm>
              <a:off x="23040082" y="3724275"/>
              <a:ext cx="15379" cy="276225"/>
            </a:xfrm>
            <a:prstGeom prst="rect">
              <a:avLst/>
            </a:prstGeom>
            <a:solidFill>
              <a:srgbClr val="0173B2"/>
            </a:solidFill>
            <a:ln w="0">
              <a:noFill/>
              <a:prstDash val="solid"/>
            </a:ln>
          </p:spPr>
        </p:sp>
        <p:sp>
          <p:nvSpPr>
            <p:cNvPr id="2290" name="four:time-step-strips:time-strip-tₙ-cell-118:2290">
              <a:extLst>
                <a:ext uri="{FF2B5EF4-FFF2-40B4-BE49-F238E27FC236}">
                  <ns2:creationId id="{2543C61D-3F13-4712-B58B-8C05D351CE48}"/>
                </a:ext>
              </a:extLst>
            </p:cNvPr>
            <p:cNvSpPr>
              <a:spLocks noGrp="1"/>
            </p:cNvSpPr>
            <p:nvPr/>
          </p:nvSpPr>
          <p:spPr>
            <a:xfrm>
              <a:off x="23055461" y="3724275"/>
              <a:ext cx="15379" cy="276225"/>
            </a:xfrm>
            <a:prstGeom prst="rect">
              <a:avLst/>
            </a:prstGeom>
            <a:solidFill>
              <a:srgbClr val="0072B2"/>
            </a:solidFill>
            <a:ln w="0">
              <a:noFill/>
              <a:prstDash val="solid"/>
            </a:ln>
          </p:spPr>
        </p:sp>
        <p:sp>
          <p:nvSpPr>
            <p:cNvPr id="2291" name="four:time-step-strips:time-strip-tₙ-cell-119:2291">
              <a:extLst>
                <a:ext uri="{FF2B5EF4-FFF2-40B4-BE49-F238E27FC236}">
                  <ns2:creationId id="{19CF8EDA-9D95-4193-84A1-8441EFE427CD}"/>
                </a:ext>
              </a:extLst>
            </p:cNvPr>
            <p:cNvSpPr>
              <a:spLocks noGrp="1"/>
            </p:cNvSpPr>
            <p:nvPr/>
          </p:nvSpPr>
          <p:spPr>
            <a:xfrm>
              <a:off x="23070840" y="3724275"/>
              <a:ext cx="15379" cy="276225"/>
            </a:xfrm>
            <a:prstGeom prst="rect">
              <a:avLst/>
            </a:prstGeom>
            <a:solidFill>
              <a:srgbClr val="0072B2"/>
            </a:solidFill>
            <a:ln w="0">
              <a:noFill/>
              <a:prstDash val="solid"/>
            </a:ln>
          </p:spPr>
        </p:sp>
        <p:sp>
          <p:nvSpPr>
            <p:cNvPr id="2292" name="four:time-step-strips:time-strip-tₙ-cell-120:2292">
              <a:extLst>
                <a:ext uri="{FF2B5EF4-FFF2-40B4-BE49-F238E27FC236}">
                  <ns2:creationId id="{1608AE55-C115-4EC7-A27B-043E2E814EA5}"/>
                </a:ext>
              </a:extLst>
            </p:cNvPr>
            <p:cNvSpPr>
              <a:spLocks noGrp="1"/>
            </p:cNvSpPr>
            <p:nvPr/>
          </p:nvSpPr>
          <p:spPr>
            <a:xfrm>
              <a:off x="23086219" y="3724275"/>
              <a:ext cx="15379" cy="276225"/>
            </a:xfrm>
            <a:prstGeom prst="rect">
              <a:avLst/>
            </a:prstGeom>
            <a:solidFill>
              <a:srgbClr val="0072B2"/>
            </a:solidFill>
            <a:ln w="0">
              <a:noFill/>
              <a:prstDash val="solid"/>
            </a:ln>
          </p:spPr>
        </p:sp>
        <p:sp>
          <p:nvSpPr>
            <p:cNvPr id="2293" name="four:time-step-strips:time-strip-tₙ-cell-121:2293">
              <a:extLst>
                <a:ext uri="{FF2B5EF4-FFF2-40B4-BE49-F238E27FC236}">
                  <ns2:creationId id="{D80B2C96-E3A7-41AA-A781-5FFA3C14E5BC}"/>
                </a:ext>
              </a:extLst>
            </p:cNvPr>
            <p:cNvSpPr>
              <a:spLocks noGrp="1"/>
            </p:cNvSpPr>
            <p:nvPr/>
          </p:nvSpPr>
          <p:spPr>
            <a:xfrm>
              <a:off x="23101598" y="3724275"/>
              <a:ext cx="15379" cy="276225"/>
            </a:xfrm>
            <a:prstGeom prst="rect">
              <a:avLst/>
            </a:prstGeom>
            <a:solidFill>
              <a:srgbClr val="0072B2"/>
            </a:solidFill>
            <a:ln w="0">
              <a:noFill/>
              <a:prstDash val="solid"/>
            </a:ln>
          </p:spPr>
        </p:sp>
        <p:sp>
          <p:nvSpPr>
            <p:cNvPr id="2294" name="four:time-step-strips:time-strip-tₙ-cell-122:2294">
              <a:extLst>
                <a:ext uri="{FF2B5EF4-FFF2-40B4-BE49-F238E27FC236}">
                  <ns2:creationId id="{A4BC20D0-5BFE-4C6C-8245-AE9EDF225A58}"/>
                </a:ext>
              </a:extLst>
            </p:cNvPr>
            <p:cNvSpPr>
              <a:spLocks noGrp="1"/>
            </p:cNvSpPr>
            <p:nvPr/>
          </p:nvSpPr>
          <p:spPr>
            <a:xfrm>
              <a:off x="23116977" y="3724275"/>
              <a:ext cx="15379" cy="276225"/>
            </a:xfrm>
            <a:prstGeom prst="rect">
              <a:avLst/>
            </a:prstGeom>
            <a:solidFill>
              <a:srgbClr val="0072B2"/>
            </a:solidFill>
            <a:ln w="0">
              <a:noFill/>
              <a:prstDash val="solid"/>
            </a:ln>
          </p:spPr>
        </p:sp>
        <p:sp>
          <p:nvSpPr>
            <p:cNvPr id="2295" name="four:time-step-strips:time-strip-tₙ-cell-123:2295">
              <a:extLst>
                <a:ext uri="{FF2B5EF4-FFF2-40B4-BE49-F238E27FC236}">
                  <ns2:creationId id="{ADEFACF7-A2DB-4D71-909E-1DD642D3D1ED}"/>
                </a:ext>
              </a:extLst>
            </p:cNvPr>
            <p:cNvSpPr>
              <a:spLocks noGrp="1"/>
            </p:cNvSpPr>
            <p:nvPr/>
          </p:nvSpPr>
          <p:spPr>
            <a:xfrm>
              <a:off x="23132355" y="3724275"/>
              <a:ext cx="15379" cy="276225"/>
            </a:xfrm>
            <a:prstGeom prst="rect">
              <a:avLst/>
            </a:prstGeom>
            <a:solidFill>
              <a:srgbClr val="0072B2"/>
            </a:solidFill>
            <a:ln w="0">
              <a:noFill/>
              <a:prstDash val="solid"/>
            </a:ln>
          </p:spPr>
        </p:sp>
        <p:sp>
          <p:nvSpPr>
            <p:cNvPr id="2296" name="four:time-step-strips:time-strip-tₙ-cell-124:2296">
              <a:extLst>
                <a:ext uri="{FF2B5EF4-FFF2-40B4-BE49-F238E27FC236}">
                  <ns2:creationId id="{3E4D88C5-7D9C-4164-A733-A73B6A8AB4C2}"/>
                </a:ext>
              </a:extLst>
            </p:cNvPr>
            <p:cNvSpPr>
              <a:spLocks noGrp="1"/>
            </p:cNvSpPr>
            <p:nvPr/>
          </p:nvSpPr>
          <p:spPr>
            <a:xfrm>
              <a:off x="23147734" y="3724275"/>
              <a:ext cx="15379" cy="276225"/>
            </a:xfrm>
            <a:prstGeom prst="rect">
              <a:avLst/>
            </a:prstGeom>
            <a:solidFill>
              <a:srgbClr val="0072B2"/>
            </a:solidFill>
            <a:ln w="0">
              <a:noFill/>
              <a:prstDash val="solid"/>
            </a:ln>
          </p:spPr>
        </p:sp>
        <p:sp>
          <p:nvSpPr>
            <p:cNvPr id="2297" name="four:time-step-strips:time-strip-tₙ-cell-125:2297">
              <a:extLst>
                <a:ext uri="{FF2B5EF4-FFF2-40B4-BE49-F238E27FC236}">
                  <ns2:creationId id="{026B5AF6-BEB2-4C14-8DE0-7EA934B1034D}"/>
                </a:ext>
              </a:extLst>
            </p:cNvPr>
            <p:cNvSpPr>
              <a:spLocks noGrp="1"/>
            </p:cNvSpPr>
            <p:nvPr/>
          </p:nvSpPr>
          <p:spPr>
            <a:xfrm>
              <a:off x="23163113" y="3724275"/>
              <a:ext cx="15379" cy="276225"/>
            </a:xfrm>
            <a:prstGeom prst="rect">
              <a:avLst/>
            </a:prstGeom>
            <a:solidFill>
              <a:srgbClr val="0072B2"/>
            </a:solidFill>
            <a:ln w="0">
              <a:noFill/>
              <a:prstDash val="solid"/>
            </a:ln>
          </p:spPr>
        </p:sp>
        <p:sp>
          <p:nvSpPr>
            <p:cNvPr id="2298" name="four:time-step-strips:time-strip-tₙ-cell-126:2298">
              <a:extLst>
                <a:ext uri="{FF2B5EF4-FFF2-40B4-BE49-F238E27FC236}">
                  <ns2:creationId id="{ABC0BE29-D90D-46A5-A22F-A854FE680708}"/>
                </a:ext>
              </a:extLst>
            </p:cNvPr>
            <p:cNvSpPr>
              <a:spLocks noGrp="1"/>
            </p:cNvSpPr>
            <p:nvPr/>
          </p:nvSpPr>
          <p:spPr>
            <a:xfrm>
              <a:off x="23178492" y="3724275"/>
              <a:ext cx="15379" cy="276225"/>
            </a:xfrm>
            <a:prstGeom prst="rect">
              <a:avLst/>
            </a:prstGeom>
            <a:solidFill>
              <a:srgbClr val="0072B2"/>
            </a:solidFill>
            <a:ln w="0">
              <a:noFill/>
              <a:prstDash val="solid"/>
            </a:ln>
          </p:spPr>
        </p:sp>
        <p:sp>
          <p:nvSpPr>
            <p:cNvPr id="2299" name="four:time-step-strips:time-strip-tₙ-cell-127:2299">
              <a:extLst>
                <a:ext uri="{FF2B5EF4-FFF2-40B4-BE49-F238E27FC236}">
                  <ns2:creationId id="{B4AF910A-F28F-4215-96A5-B9971C80B796}"/>
                </a:ext>
              </a:extLst>
            </p:cNvPr>
            <p:cNvSpPr>
              <a:spLocks noGrp="1"/>
            </p:cNvSpPr>
            <p:nvPr/>
          </p:nvSpPr>
          <p:spPr>
            <a:xfrm>
              <a:off x="23193871" y="3724275"/>
              <a:ext cx="15379" cy="276225"/>
            </a:xfrm>
            <a:prstGeom prst="rect">
              <a:avLst/>
            </a:prstGeom>
            <a:solidFill>
              <a:srgbClr val="0072B2"/>
            </a:solidFill>
            <a:ln w="0">
              <a:noFill/>
              <a:prstDash val="solid"/>
            </a:ln>
          </p:spPr>
        </p:sp>
        <p:sp>
          <p:nvSpPr>
            <p:cNvPr id="2300" name="four:time-step-strips:time-strip-tₙ-cell-128:2300">
              <a:extLst>
                <a:ext uri="{FF2B5EF4-FFF2-40B4-BE49-F238E27FC236}">
                  <ns2:creationId id="{7D9E10E7-8129-4806-9AD8-4E936A5E8A9C}"/>
                </a:ext>
              </a:extLst>
            </p:cNvPr>
            <p:cNvSpPr>
              <a:spLocks noGrp="1"/>
            </p:cNvSpPr>
            <p:nvPr/>
          </p:nvSpPr>
          <p:spPr>
            <a:xfrm>
              <a:off x="23209250" y="3724275"/>
              <a:ext cx="15379" cy="276225"/>
            </a:xfrm>
            <a:prstGeom prst="rect">
              <a:avLst/>
            </a:prstGeom>
            <a:solidFill>
              <a:srgbClr val="0072B2"/>
            </a:solidFill>
            <a:ln w="0">
              <a:noFill/>
              <a:prstDash val="solid"/>
            </a:ln>
          </p:spPr>
        </p:sp>
        <p:sp>
          <p:nvSpPr>
            <p:cNvPr id="2301" name="four:time-step-strips:time-strip-tₙ-cell-129:2301">
              <a:extLst>
                <a:ext uri="{FF2B5EF4-FFF2-40B4-BE49-F238E27FC236}">
                  <ns2:creationId id="{981283BB-640D-4281-9521-A5AA21B82BA0}"/>
                </a:ext>
              </a:extLst>
            </p:cNvPr>
            <p:cNvSpPr>
              <a:spLocks noGrp="1"/>
            </p:cNvSpPr>
            <p:nvPr/>
          </p:nvSpPr>
          <p:spPr>
            <a:xfrm>
              <a:off x="23224629" y="3724275"/>
              <a:ext cx="15379" cy="276225"/>
            </a:xfrm>
            <a:prstGeom prst="rect">
              <a:avLst/>
            </a:prstGeom>
            <a:solidFill>
              <a:srgbClr val="0072B2"/>
            </a:solidFill>
            <a:ln w="0">
              <a:noFill/>
              <a:prstDash val="solid"/>
            </a:ln>
          </p:spPr>
        </p:sp>
        <p:sp>
          <p:nvSpPr>
            <p:cNvPr id="2302" name="four:time-step-strips:time-strip-tₙ-cell-130:2302">
              <a:extLst>
                <a:ext uri="{FF2B5EF4-FFF2-40B4-BE49-F238E27FC236}">
                  <ns2:creationId id="{554745A5-D475-48DA-9E59-828893B0C7C4}"/>
                </a:ext>
              </a:extLst>
            </p:cNvPr>
            <p:cNvSpPr>
              <a:spLocks noGrp="1"/>
            </p:cNvSpPr>
            <p:nvPr/>
          </p:nvSpPr>
          <p:spPr>
            <a:xfrm>
              <a:off x="23240008" y="3724275"/>
              <a:ext cx="15379" cy="276225"/>
            </a:xfrm>
            <a:prstGeom prst="rect">
              <a:avLst/>
            </a:prstGeom>
            <a:solidFill>
              <a:srgbClr val="0072B2"/>
            </a:solidFill>
            <a:ln w="0">
              <a:noFill/>
              <a:prstDash val="solid"/>
            </a:ln>
          </p:spPr>
        </p:sp>
        <p:sp>
          <p:nvSpPr>
            <p:cNvPr id="2303" name="four:time-step-strips:time-strip-tₙ-cell-131:2303">
              <a:extLst>
                <a:ext uri="{FF2B5EF4-FFF2-40B4-BE49-F238E27FC236}">
                  <ns2:creationId id="{B27685BE-316E-4B3D-B0E1-CA572B98B669}"/>
                </a:ext>
              </a:extLst>
            </p:cNvPr>
            <p:cNvSpPr>
              <a:spLocks noGrp="1"/>
            </p:cNvSpPr>
            <p:nvPr/>
          </p:nvSpPr>
          <p:spPr>
            <a:xfrm>
              <a:off x="23255387" y="3724275"/>
              <a:ext cx="15379" cy="276225"/>
            </a:xfrm>
            <a:prstGeom prst="rect">
              <a:avLst/>
            </a:prstGeom>
            <a:solidFill>
              <a:srgbClr val="0072B2"/>
            </a:solidFill>
            <a:ln w="0">
              <a:noFill/>
              <a:prstDash val="solid"/>
            </a:ln>
          </p:spPr>
        </p:sp>
        <p:sp>
          <p:nvSpPr>
            <p:cNvPr id="2304" name="four:time-step-strips:time-strip-tₙ-cell-132:2304">
              <a:extLst>
                <a:ext uri="{FF2B5EF4-FFF2-40B4-BE49-F238E27FC236}">
                  <ns2:creationId id="{38BD3FD5-3BC3-4E76-8340-50B6A2A44287}"/>
                </a:ext>
              </a:extLst>
            </p:cNvPr>
            <p:cNvSpPr>
              <a:spLocks noGrp="1"/>
            </p:cNvSpPr>
            <p:nvPr/>
          </p:nvSpPr>
          <p:spPr>
            <a:xfrm>
              <a:off x="23270766" y="3724275"/>
              <a:ext cx="15379" cy="276225"/>
            </a:xfrm>
            <a:prstGeom prst="rect">
              <a:avLst/>
            </a:prstGeom>
            <a:solidFill>
              <a:srgbClr val="0575B3"/>
            </a:solidFill>
            <a:ln w="0">
              <a:noFill/>
              <a:prstDash val="solid"/>
            </a:ln>
          </p:spPr>
        </p:sp>
        <p:sp>
          <p:nvSpPr>
            <p:cNvPr id="2305" name="four:time-step-strips:time-strip-tₙ-cell-133:2305">
              <a:extLst>
                <a:ext uri="{FF2B5EF4-FFF2-40B4-BE49-F238E27FC236}">
                  <ns2:creationId id="{470FC69D-3378-400F-9366-288AD97E842D}"/>
                </a:ext>
              </a:extLst>
            </p:cNvPr>
            <p:cNvSpPr>
              <a:spLocks noGrp="1"/>
            </p:cNvSpPr>
            <p:nvPr/>
          </p:nvSpPr>
          <p:spPr>
            <a:xfrm>
              <a:off x="23286145" y="3724275"/>
              <a:ext cx="15379" cy="276225"/>
            </a:xfrm>
            <a:prstGeom prst="rect">
              <a:avLst/>
            </a:prstGeom>
            <a:solidFill>
              <a:srgbClr val="167EB8"/>
            </a:solidFill>
            <a:ln w="0">
              <a:noFill/>
              <a:prstDash val="solid"/>
            </a:ln>
          </p:spPr>
        </p:sp>
        <p:sp>
          <p:nvSpPr>
            <p:cNvPr id="2306" name="four:time-step-strips:time-strip-tₙ-cell-134:2306">
              <a:extLst>
                <a:ext uri="{FF2B5EF4-FFF2-40B4-BE49-F238E27FC236}">
                  <ns2:creationId id="{1E0E073E-8AE7-4E85-B342-2FF74216E0EF}"/>
                </a:ext>
              </a:extLst>
            </p:cNvPr>
            <p:cNvSpPr>
              <a:spLocks noGrp="1"/>
            </p:cNvSpPr>
            <p:nvPr/>
          </p:nvSpPr>
          <p:spPr>
            <a:xfrm>
              <a:off x="23301523" y="3724275"/>
              <a:ext cx="15379" cy="276225"/>
            </a:xfrm>
            <a:prstGeom prst="rect">
              <a:avLst/>
            </a:prstGeom>
            <a:solidFill>
              <a:srgbClr val="7698A5"/>
            </a:solidFill>
            <a:ln w="0">
              <a:noFill/>
              <a:prstDash val="solid"/>
            </a:ln>
          </p:spPr>
        </p:sp>
        <p:sp>
          <p:nvSpPr>
            <p:cNvPr id="2307" name="four:time-step-strips:time-strip-tₙ-cell-135:2307">
              <a:extLst>
                <a:ext uri="{FF2B5EF4-FFF2-40B4-BE49-F238E27FC236}">
                  <ns2:creationId id="{9288C715-D8AB-4823-9B4F-3F94C0D6BC09}"/>
                </a:ext>
              </a:extLst>
            </p:cNvPr>
            <p:cNvSpPr>
              <a:spLocks noGrp="1"/>
            </p:cNvSpPr>
            <p:nvPr/>
          </p:nvSpPr>
          <p:spPr>
            <a:xfrm>
              <a:off x="23316902" y="3724275"/>
              <a:ext cx="15379" cy="276225"/>
            </a:xfrm>
            <a:prstGeom prst="rect">
              <a:avLst/>
            </a:prstGeom>
            <a:solidFill>
              <a:srgbClr val="92A3A5"/>
            </a:solidFill>
            <a:ln w="0">
              <a:noFill/>
              <a:prstDash val="solid"/>
            </a:ln>
          </p:spPr>
        </p:sp>
        <p:sp>
          <p:nvSpPr>
            <p:cNvPr id="2308" name="four:time-step-strips:time-strip-tₙ-cell-136:2308">
              <a:extLst>
                <a:ext uri="{FF2B5EF4-FFF2-40B4-BE49-F238E27FC236}">
                  <ns2:creationId id="{C8C0DDA2-046F-40A5-A468-B2F70AD16D6B}"/>
                </a:ext>
              </a:extLst>
            </p:cNvPr>
            <p:cNvSpPr>
              <a:spLocks noGrp="1"/>
            </p:cNvSpPr>
            <p:nvPr/>
          </p:nvSpPr>
          <p:spPr>
            <a:xfrm>
              <a:off x="23332281" y="3724275"/>
              <a:ext cx="15379" cy="276225"/>
            </a:xfrm>
            <a:prstGeom prst="rect">
              <a:avLst/>
            </a:prstGeom>
            <a:solidFill>
              <a:srgbClr val="AEAFA5"/>
            </a:solidFill>
            <a:ln w="0">
              <a:noFill/>
              <a:prstDash val="solid"/>
            </a:ln>
          </p:spPr>
        </p:sp>
        <p:sp>
          <p:nvSpPr>
            <p:cNvPr id="2309" name="four:time-step-strips:time-strip-tₙ-cell-137:2309">
              <a:extLst>
                <a:ext uri="{FF2B5EF4-FFF2-40B4-BE49-F238E27FC236}">
                  <ns2:creationId id="{E27FFE6E-F74B-4ADE-A9C8-74C84507F706}"/>
                </a:ext>
              </a:extLst>
            </p:cNvPr>
            <p:cNvSpPr>
              <a:spLocks noGrp="1"/>
            </p:cNvSpPr>
            <p:nvPr/>
          </p:nvSpPr>
          <p:spPr>
            <a:xfrm>
              <a:off x="23347660" y="3724275"/>
              <a:ext cx="15379" cy="276225"/>
            </a:xfrm>
            <a:prstGeom prst="rect">
              <a:avLst/>
            </a:prstGeom>
            <a:solidFill>
              <a:srgbClr val="C7B9A5"/>
            </a:solidFill>
            <a:ln w="0">
              <a:noFill/>
              <a:prstDash val="solid"/>
            </a:ln>
          </p:spPr>
        </p:sp>
        <p:sp>
          <p:nvSpPr>
            <p:cNvPr id="2310" name="four:time-step-strips:time-strip-tₙ-cell-138:2310">
              <a:extLst>
                <a:ext uri="{FF2B5EF4-FFF2-40B4-BE49-F238E27FC236}">
                  <ns2:creationId id="{0D04B914-91F4-49C4-9EFF-D603E6D38432}"/>
                </a:ext>
              </a:extLst>
            </p:cNvPr>
            <p:cNvSpPr>
              <a:spLocks noGrp="1"/>
            </p:cNvSpPr>
            <p:nvPr/>
          </p:nvSpPr>
          <p:spPr>
            <a:xfrm>
              <a:off x="23363039" y="3724275"/>
              <a:ext cx="15379" cy="276225"/>
            </a:xfrm>
            <a:prstGeom prst="rect">
              <a:avLst/>
            </a:prstGeom>
            <a:solidFill>
              <a:srgbClr val="D4B3CB"/>
            </a:solidFill>
            <a:ln w="0">
              <a:noFill/>
              <a:prstDash val="solid"/>
            </a:ln>
          </p:spPr>
        </p:sp>
        <p:sp>
          <p:nvSpPr>
            <p:cNvPr id="2311" name="four:time-step-strips:time-strip-tₙ-cell-139:2311">
              <a:extLst>
                <a:ext uri="{FF2B5EF4-FFF2-40B4-BE49-F238E27FC236}">
                  <ns2:creationId id="{370976A8-C0BE-4D9F-B163-EB5186CDBE1F}"/>
                </a:ext>
              </a:extLst>
            </p:cNvPr>
            <p:cNvSpPr>
              <a:spLocks noGrp="1"/>
            </p:cNvSpPr>
            <p:nvPr/>
          </p:nvSpPr>
          <p:spPr>
            <a:xfrm>
              <a:off x="23378418" y="3724275"/>
              <a:ext cx="15379" cy="276225"/>
            </a:xfrm>
            <a:prstGeom prst="rect">
              <a:avLst/>
            </a:prstGeom>
            <a:solidFill>
              <a:srgbClr val="D4B4CC"/>
            </a:solidFill>
            <a:ln w="0">
              <a:noFill/>
              <a:prstDash val="solid"/>
            </a:ln>
          </p:spPr>
        </p:sp>
        <p:sp>
          <p:nvSpPr>
            <p:cNvPr id="2312" name="four:time-step-strips:time-strip-tₙ-cell-140:2312">
              <a:extLst>
                <a:ext uri="{FF2B5EF4-FFF2-40B4-BE49-F238E27FC236}">
                  <ns2:creationId id="{5AFCCB5C-BDCF-4C69-9AA2-115924A44367}"/>
                </a:ext>
              </a:extLst>
            </p:cNvPr>
            <p:cNvSpPr>
              <a:spLocks noGrp="1"/>
            </p:cNvSpPr>
            <p:nvPr/>
          </p:nvSpPr>
          <p:spPr>
            <a:xfrm>
              <a:off x="23393797" y="3724275"/>
              <a:ext cx="15379" cy="276225"/>
            </a:xfrm>
            <a:prstGeom prst="rect">
              <a:avLst/>
            </a:prstGeom>
            <a:solidFill>
              <a:srgbClr val="D4B4CC"/>
            </a:solidFill>
            <a:ln w="0">
              <a:noFill/>
              <a:prstDash val="solid"/>
            </a:ln>
          </p:spPr>
        </p:sp>
        <p:sp>
          <p:nvSpPr>
            <p:cNvPr id="2313" name="four:time-step-strips:time-strip-tₙ-cell-141:2313">
              <a:extLst>
                <a:ext uri="{FF2B5EF4-FFF2-40B4-BE49-F238E27FC236}">
                  <ns2:creationId id="{B11890BA-CFB0-435C-9F10-52AB5A509B19}"/>
                </a:ext>
              </a:extLst>
            </p:cNvPr>
            <p:cNvSpPr>
              <a:spLocks noGrp="1"/>
            </p:cNvSpPr>
            <p:nvPr/>
          </p:nvSpPr>
          <p:spPr>
            <a:xfrm>
              <a:off x="23409176" y="3724275"/>
              <a:ext cx="15379" cy="276225"/>
            </a:xfrm>
            <a:prstGeom prst="rect">
              <a:avLst/>
            </a:prstGeom>
            <a:solidFill>
              <a:srgbClr val="D4B4CC"/>
            </a:solidFill>
            <a:ln w="0">
              <a:noFill/>
              <a:prstDash val="solid"/>
            </a:ln>
          </p:spPr>
        </p:sp>
        <p:sp>
          <p:nvSpPr>
            <p:cNvPr id="2314" name="four:time-step-strips:time-strip-tₙ-cell-142:2314">
              <a:extLst>
                <a:ext uri="{FF2B5EF4-FFF2-40B4-BE49-F238E27FC236}">
                  <ns2:creationId id="{359A695E-2FC8-4BBA-9E74-1A8720BB065A}"/>
                </a:ext>
              </a:extLst>
            </p:cNvPr>
            <p:cNvSpPr>
              <a:spLocks noGrp="1"/>
            </p:cNvSpPr>
            <p:nvPr/>
          </p:nvSpPr>
          <p:spPr>
            <a:xfrm>
              <a:off x="23424555" y="3724275"/>
              <a:ext cx="15379" cy="276225"/>
            </a:xfrm>
            <a:prstGeom prst="rect">
              <a:avLst/>
            </a:prstGeom>
            <a:solidFill>
              <a:srgbClr val="D4B4CC"/>
            </a:solidFill>
            <a:ln w="0">
              <a:noFill/>
              <a:prstDash val="solid"/>
            </a:ln>
          </p:spPr>
        </p:sp>
        <p:sp>
          <p:nvSpPr>
            <p:cNvPr id="2315" name="four:time-step-strips:time-strip-tₙ-cell-143:2315">
              <a:extLst>
                <a:ext uri="{FF2B5EF4-FFF2-40B4-BE49-F238E27FC236}">
                  <ns2:creationId id="{77902657-0443-4D2D-B2FC-702A59D0DF45}"/>
                </a:ext>
              </a:extLst>
            </p:cNvPr>
            <p:cNvSpPr>
              <a:spLocks noGrp="1"/>
            </p:cNvSpPr>
            <p:nvPr/>
          </p:nvSpPr>
          <p:spPr>
            <a:xfrm>
              <a:off x="23439934" y="3724275"/>
              <a:ext cx="15379" cy="276225"/>
            </a:xfrm>
            <a:prstGeom prst="rect">
              <a:avLst/>
            </a:prstGeom>
            <a:solidFill>
              <a:srgbClr val="D4B4CC"/>
            </a:solidFill>
            <a:ln w="0">
              <a:noFill/>
              <a:prstDash val="solid"/>
            </a:ln>
          </p:spPr>
        </p:sp>
        <p:sp>
          <p:nvSpPr>
            <p:cNvPr id="2316" name="four:time-step-strips:time-strip-tₙ-cell-144:2316">
              <a:extLst>
                <a:ext uri="{FF2B5EF4-FFF2-40B4-BE49-F238E27FC236}">
                  <ns2:creationId id="{EB93C00B-2526-4D31-8C3B-ADA5D018B3F8}"/>
                </a:ext>
              </a:extLst>
            </p:cNvPr>
            <p:cNvSpPr>
              <a:spLocks noGrp="1"/>
            </p:cNvSpPr>
            <p:nvPr/>
          </p:nvSpPr>
          <p:spPr>
            <a:xfrm>
              <a:off x="23455313" y="3724275"/>
              <a:ext cx="15379" cy="276225"/>
            </a:xfrm>
            <a:prstGeom prst="rect">
              <a:avLst/>
            </a:prstGeom>
            <a:solidFill>
              <a:srgbClr val="D4B4CC"/>
            </a:solidFill>
            <a:ln w="0">
              <a:noFill/>
              <a:prstDash val="solid"/>
            </a:ln>
          </p:spPr>
        </p:sp>
        <p:sp>
          <p:nvSpPr>
            <p:cNvPr id="2317" name="four:time-step-strips:time-strip-tₙ-cell-145:2317">
              <a:extLst>
                <a:ext uri="{FF2B5EF4-FFF2-40B4-BE49-F238E27FC236}">
                  <ns2:creationId id="{48C94EBE-7D42-4885-AD36-CDA3C6FC6A3B}"/>
                </a:ext>
              </a:extLst>
            </p:cNvPr>
            <p:cNvSpPr>
              <a:spLocks noGrp="1"/>
            </p:cNvSpPr>
            <p:nvPr/>
          </p:nvSpPr>
          <p:spPr>
            <a:xfrm>
              <a:off x="23470691" y="3724275"/>
              <a:ext cx="15379" cy="276225"/>
            </a:xfrm>
            <a:prstGeom prst="rect">
              <a:avLst/>
            </a:prstGeom>
            <a:solidFill>
              <a:srgbClr val="D4B4CC"/>
            </a:solidFill>
            <a:ln w="0">
              <a:noFill/>
              <a:prstDash val="solid"/>
            </a:ln>
          </p:spPr>
        </p:sp>
        <p:sp>
          <p:nvSpPr>
            <p:cNvPr id="2318" name="four:time-step-strips:time-strip-tₙ-cell-146:2318">
              <a:extLst>
                <a:ext uri="{FF2B5EF4-FFF2-40B4-BE49-F238E27FC236}">
                  <ns2:creationId id="{10DE7018-4BE2-4FA1-AC14-B915F36CC33A}"/>
                </a:ext>
              </a:extLst>
            </p:cNvPr>
            <p:cNvSpPr>
              <a:spLocks noGrp="1"/>
            </p:cNvSpPr>
            <p:nvPr/>
          </p:nvSpPr>
          <p:spPr>
            <a:xfrm>
              <a:off x="23486070" y="3724275"/>
              <a:ext cx="15379" cy="276225"/>
            </a:xfrm>
            <a:prstGeom prst="rect">
              <a:avLst/>
            </a:prstGeom>
            <a:solidFill>
              <a:srgbClr val="D4B4CC"/>
            </a:solidFill>
            <a:ln w="0">
              <a:noFill/>
              <a:prstDash val="solid"/>
            </a:ln>
          </p:spPr>
        </p:sp>
        <p:sp>
          <p:nvSpPr>
            <p:cNvPr id="2319" name="four:time-step-strips:time-strip-tₙ-cell-147:2319">
              <a:extLst>
                <a:ext uri="{FF2B5EF4-FFF2-40B4-BE49-F238E27FC236}">
                  <ns2:creationId id="{936D73D1-C1CD-4353-9860-DCBC67DC0E74}"/>
                </a:ext>
              </a:extLst>
            </p:cNvPr>
            <p:cNvSpPr>
              <a:spLocks noGrp="1"/>
            </p:cNvSpPr>
            <p:nvPr/>
          </p:nvSpPr>
          <p:spPr>
            <a:xfrm>
              <a:off x="23501449" y="3724275"/>
              <a:ext cx="15379" cy="276225"/>
            </a:xfrm>
            <a:prstGeom prst="rect">
              <a:avLst/>
            </a:prstGeom>
            <a:solidFill>
              <a:srgbClr val="D4B4CC"/>
            </a:solidFill>
            <a:ln w="0">
              <a:noFill/>
              <a:prstDash val="solid"/>
            </a:ln>
          </p:spPr>
        </p:sp>
        <p:sp>
          <p:nvSpPr>
            <p:cNvPr id="2320" name="four:time-step-strips:time-strip-tₙ-cell-148:2320">
              <a:extLst>
                <a:ext uri="{FF2B5EF4-FFF2-40B4-BE49-F238E27FC236}">
                  <ns2:creationId id="{D7C0BFA3-A466-4251-8BD3-7B644EA34846}"/>
                </a:ext>
              </a:extLst>
            </p:cNvPr>
            <p:cNvSpPr>
              <a:spLocks noGrp="1"/>
            </p:cNvSpPr>
            <p:nvPr/>
          </p:nvSpPr>
          <p:spPr>
            <a:xfrm>
              <a:off x="23516828" y="3724275"/>
              <a:ext cx="15379" cy="276225"/>
            </a:xfrm>
            <a:prstGeom prst="rect">
              <a:avLst/>
            </a:prstGeom>
            <a:solidFill>
              <a:srgbClr val="D4B4CC"/>
            </a:solidFill>
            <a:ln w="0">
              <a:noFill/>
              <a:prstDash val="solid"/>
            </a:ln>
          </p:spPr>
        </p:sp>
        <p:sp>
          <p:nvSpPr>
            <p:cNvPr id="2321" name="four:time-step-strips:time-strip-tₙ-cell-149:2321">
              <a:extLst>
                <a:ext uri="{FF2B5EF4-FFF2-40B4-BE49-F238E27FC236}">
                  <ns2:creationId id="{9FB9B573-F227-472C-9CD5-A5233DDC5CE8}"/>
                </a:ext>
              </a:extLst>
            </p:cNvPr>
            <p:cNvSpPr>
              <a:spLocks noGrp="1"/>
            </p:cNvSpPr>
            <p:nvPr/>
          </p:nvSpPr>
          <p:spPr>
            <a:xfrm>
              <a:off x="23532207" y="3724275"/>
              <a:ext cx="15379" cy="276225"/>
            </a:xfrm>
            <a:prstGeom prst="rect">
              <a:avLst/>
            </a:prstGeom>
            <a:solidFill>
              <a:srgbClr val="D4B4CC"/>
            </a:solidFill>
            <a:ln w="0">
              <a:noFill/>
              <a:prstDash val="solid"/>
            </a:ln>
          </p:spPr>
        </p:sp>
        <p:sp>
          <p:nvSpPr>
            <p:cNvPr id="2322" name="four:time-step-strips:time-strip-tₙ-cell-150:2322">
              <a:extLst>
                <a:ext uri="{FF2B5EF4-FFF2-40B4-BE49-F238E27FC236}">
                  <ns2:creationId id="{E6131498-171D-448C-B9F8-6FB01E798817}"/>
                </a:ext>
              </a:extLst>
            </p:cNvPr>
            <p:cNvSpPr>
              <a:spLocks noGrp="1"/>
            </p:cNvSpPr>
            <p:nvPr/>
          </p:nvSpPr>
          <p:spPr>
            <a:xfrm>
              <a:off x="23547586" y="3724275"/>
              <a:ext cx="15379" cy="276225"/>
            </a:xfrm>
            <a:prstGeom prst="rect">
              <a:avLst/>
            </a:prstGeom>
            <a:solidFill>
              <a:srgbClr val="D4B4CC"/>
            </a:solidFill>
            <a:ln w="0">
              <a:noFill/>
              <a:prstDash val="solid"/>
            </a:ln>
          </p:spPr>
        </p:sp>
        <p:sp>
          <p:nvSpPr>
            <p:cNvPr id="2323" name="four:time-step-strips:time-strip-tₙ-cell-151:2323">
              <a:extLst>
                <a:ext uri="{FF2B5EF4-FFF2-40B4-BE49-F238E27FC236}">
                  <ns2:creationId id="{926E0A7B-D915-4EE5-9910-879909C62DB9}"/>
                </a:ext>
              </a:extLst>
            </p:cNvPr>
            <p:cNvSpPr>
              <a:spLocks noGrp="1"/>
            </p:cNvSpPr>
            <p:nvPr/>
          </p:nvSpPr>
          <p:spPr>
            <a:xfrm>
              <a:off x="23562965" y="3724275"/>
              <a:ext cx="15379" cy="276225"/>
            </a:xfrm>
            <a:prstGeom prst="rect">
              <a:avLst/>
            </a:prstGeom>
            <a:solidFill>
              <a:srgbClr val="D4B4CC"/>
            </a:solidFill>
            <a:ln w="0">
              <a:noFill/>
              <a:prstDash val="solid"/>
            </a:ln>
          </p:spPr>
        </p:sp>
        <p:sp>
          <p:nvSpPr>
            <p:cNvPr id="2324" name="four:time-step-strips:time-strip-tₙ-cell-152:2324">
              <a:extLst>
                <a:ext uri="{FF2B5EF4-FFF2-40B4-BE49-F238E27FC236}">
                  <ns2:creationId id="{DFB76D99-8E89-4048-AC3A-290E1489BF45}"/>
                </a:ext>
              </a:extLst>
            </p:cNvPr>
            <p:cNvSpPr>
              <a:spLocks noGrp="1"/>
            </p:cNvSpPr>
            <p:nvPr/>
          </p:nvSpPr>
          <p:spPr>
            <a:xfrm>
              <a:off x="23578344" y="3724275"/>
              <a:ext cx="15379" cy="276225"/>
            </a:xfrm>
            <a:prstGeom prst="rect">
              <a:avLst/>
            </a:prstGeom>
            <a:solidFill>
              <a:srgbClr val="D4B4CC"/>
            </a:solidFill>
            <a:ln w="0">
              <a:noFill/>
              <a:prstDash val="solid"/>
            </a:ln>
          </p:spPr>
        </p:sp>
        <p:sp>
          <p:nvSpPr>
            <p:cNvPr id="2325" name="four:time-step-strips:time-strip-tₙ-cell-153:2325">
              <a:extLst>
                <a:ext uri="{FF2B5EF4-FFF2-40B4-BE49-F238E27FC236}">
                  <ns2:creationId id="{EDE76064-1D66-4897-A7E5-303C303A768A}"/>
                </a:ext>
              </a:extLst>
            </p:cNvPr>
            <p:cNvSpPr>
              <a:spLocks noGrp="1"/>
            </p:cNvSpPr>
            <p:nvPr/>
          </p:nvSpPr>
          <p:spPr>
            <a:xfrm>
              <a:off x="23593723" y="3724275"/>
              <a:ext cx="15379" cy="276225"/>
            </a:xfrm>
            <a:prstGeom prst="rect">
              <a:avLst/>
            </a:prstGeom>
            <a:solidFill>
              <a:srgbClr val="D4B4CC"/>
            </a:solidFill>
            <a:ln w="0">
              <a:noFill/>
              <a:prstDash val="solid"/>
            </a:ln>
          </p:spPr>
        </p:sp>
        <p:sp>
          <p:nvSpPr>
            <p:cNvPr id="2326" name="four:time-step-strips:time-strip-tₙ-cell-154:2326">
              <a:extLst>
                <a:ext uri="{FF2B5EF4-FFF2-40B4-BE49-F238E27FC236}">
                  <ns2:creationId id="{FC11CAEB-A6FD-4561-B6DA-F33E40BD75FF}"/>
                </a:ext>
              </a:extLst>
            </p:cNvPr>
            <p:cNvSpPr>
              <a:spLocks noGrp="1"/>
            </p:cNvSpPr>
            <p:nvPr/>
          </p:nvSpPr>
          <p:spPr>
            <a:xfrm>
              <a:off x="23609102" y="3724275"/>
              <a:ext cx="15379" cy="276225"/>
            </a:xfrm>
            <a:prstGeom prst="rect">
              <a:avLst/>
            </a:prstGeom>
            <a:solidFill>
              <a:srgbClr val="D4B4CC"/>
            </a:solidFill>
            <a:ln w="0">
              <a:noFill/>
              <a:prstDash val="solid"/>
            </a:ln>
          </p:spPr>
        </p:sp>
        <p:sp>
          <p:nvSpPr>
            <p:cNvPr id="2327" name="four:time-step-strips:time-strip-tₙ-cell-155:2327">
              <a:extLst>
                <a:ext uri="{FF2B5EF4-FFF2-40B4-BE49-F238E27FC236}">
                  <ns2:creationId id="{662D6462-E638-41EC-BFC5-59E500B1F28F}"/>
                </a:ext>
              </a:extLst>
            </p:cNvPr>
            <p:cNvSpPr>
              <a:spLocks noGrp="1"/>
            </p:cNvSpPr>
            <p:nvPr/>
          </p:nvSpPr>
          <p:spPr>
            <a:xfrm>
              <a:off x="23624480" y="3724275"/>
              <a:ext cx="15379" cy="276225"/>
            </a:xfrm>
            <a:prstGeom prst="rect">
              <a:avLst/>
            </a:prstGeom>
            <a:solidFill>
              <a:srgbClr val="D4B4CC"/>
            </a:solidFill>
            <a:ln w="0">
              <a:noFill/>
              <a:prstDash val="solid"/>
            </a:ln>
          </p:spPr>
        </p:sp>
        <p:sp>
          <p:nvSpPr>
            <p:cNvPr id="2328" name="four:time-step-strips:time-strip-tₙ-cell-156:2328">
              <a:extLst>
                <a:ext uri="{FF2B5EF4-FFF2-40B4-BE49-F238E27FC236}">
                  <ns2:creationId id="{95E5C524-2A23-462B-9285-3D84A8DA48FA}"/>
                </a:ext>
              </a:extLst>
            </p:cNvPr>
            <p:cNvSpPr>
              <a:spLocks noGrp="1"/>
            </p:cNvSpPr>
            <p:nvPr/>
          </p:nvSpPr>
          <p:spPr>
            <a:xfrm>
              <a:off x="23639859" y="3724275"/>
              <a:ext cx="15379" cy="276225"/>
            </a:xfrm>
            <a:prstGeom prst="rect">
              <a:avLst/>
            </a:prstGeom>
            <a:solidFill>
              <a:srgbClr val="D4B4CC"/>
            </a:solidFill>
            <a:ln w="0">
              <a:noFill/>
              <a:prstDash val="solid"/>
            </a:ln>
          </p:spPr>
        </p:sp>
        <p:sp>
          <p:nvSpPr>
            <p:cNvPr id="2329" name="four:time-step-strips:time-strip-tₙ-cell-157:2329">
              <a:extLst>
                <a:ext uri="{FF2B5EF4-FFF2-40B4-BE49-F238E27FC236}">
                  <ns2:creationId id="{5E0D85C6-4A1F-4788-B88C-048DA9DFB165}"/>
                </a:ext>
              </a:extLst>
            </p:cNvPr>
            <p:cNvSpPr>
              <a:spLocks noGrp="1"/>
            </p:cNvSpPr>
            <p:nvPr/>
          </p:nvSpPr>
          <p:spPr>
            <a:xfrm>
              <a:off x="23655238" y="3724275"/>
              <a:ext cx="15379" cy="276225"/>
            </a:xfrm>
            <a:prstGeom prst="rect">
              <a:avLst/>
            </a:prstGeom>
            <a:solidFill>
              <a:srgbClr val="D4B4CC"/>
            </a:solidFill>
            <a:ln w="0">
              <a:noFill/>
              <a:prstDash val="solid"/>
            </a:ln>
          </p:spPr>
        </p:sp>
        <p:sp>
          <p:nvSpPr>
            <p:cNvPr id="2330" name="four:time-step-strips:time-strip-tₙ-cell-158:2330">
              <a:extLst>
                <a:ext uri="{FF2B5EF4-FFF2-40B4-BE49-F238E27FC236}">
                  <ns2:creationId id="{534FB818-EEC3-4A54-85A3-B1A8A3D4DD0E}"/>
                </a:ext>
              </a:extLst>
            </p:cNvPr>
            <p:cNvSpPr>
              <a:spLocks noGrp="1"/>
            </p:cNvSpPr>
            <p:nvPr/>
          </p:nvSpPr>
          <p:spPr>
            <a:xfrm>
              <a:off x="23670617" y="3724275"/>
              <a:ext cx="15379" cy="276225"/>
            </a:xfrm>
            <a:prstGeom prst="rect">
              <a:avLst/>
            </a:prstGeom>
            <a:solidFill>
              <a:srgbClr val="D4B4CC"/>
            </a:solidFill>
            <a:ln w="0">
              <a:noFill/>
              <a:prstDash val="solid"/>
            </a:ln>
          </p:spPr>
        </p:sp>
        <p:sp>
          <p:nvSpPr>
            <p:cNvPr id="2331" name="four:time-step-strips:time-strip-tₙ-cell-159:2331">
              <a:extLst>
                <a:ext uri="{FF2B5EF4-FFF2-40B4-BE49-F238E27FC236}">
                  <ns2:creationId id="{98318F13-0CC8-4CC4-966E-C05D3804CF02}"/>
                </a:ext>
              </a:extLst>
            </p:cNvPr>
            <p:cNvSpPr>
              <a:spLocks noGrp="1"/>
            </p:cNvSpPr>
            <p:nvPr/>
          </p:nvSpPr>
          <p:spPr>
            <a:xfrm>
              <a:off x="23685996" y="3724275"/>
              <a:ext cx="15379" cy="276225"/>
            </a:xfrm>
            <a:prstGeom prst="rect">
              <a:avLst/>
            </a:prstGeom>
            <a:solidFill>
              <a:srgbClr val="D4B4CC"/>
            </a:solidFill>
            <a:ln w="0">
              <a:noFill/>
              <a:prstDash val="solid"/>
            </a:ln>
          </p:spPr>
        </p:sp>
        <p:sp>
          <p:nvSpPr>
            <p:cNvPr id="2332" name="four:time-step-strips:time-strip-tₙ-cell-160:2332">
              <a:extLst>
                <a:ext uri="{FF2B5EF4-FFF2-40B4-BE49-F238E27FC236}">
                  <ns2:creationId id="{BA9C720C-3425-4E09-984B-24F8CEAEB139}"/>
                </a:ext>
              </a:extLst>
            </p:cNvPr>
            <p:cNvSpPr>
              <a:spLocks noGrp="1"/>
            </p:cNvSpPr>
            <p:nvPr/>
          </p:nvSpPr>
          <p:spPr>
            <a:xfrm>
              <a:off x="23701375" y="3724275"/>
              <a:ext cx="15379" cy="276225"/>
            </a:xfrm>
            <a:prstGeom prst="rect">
              <a:avLst/>
            </a:prstGeom>
            <a:solidFill>
              <a:srgbClr val="D4B4CC"/>
            </a:solidFill>
            <a:ln w="0">
              <a:noFill/>
              <a:prstDash val="solid"/>
            </a:ln>
          </p:spPr>
        </p:sp>
        <p:sp>
          <p:nvSpPr>
            <p:cNvPr id="2333" name="four:time-step-strips:time-strip-tₙ-cell-161:2333">
              <a:extLst>
                <a:ext uri="{FF2B5EF4-FFF2-40B4-BE49-F238E27FC236}">
                  <ns2:creationId id="{17A8B0CA-88E8-4EBA-8F7C-C86E051D0BA0}"/>
                </a:ext>
              </a:extLst>
            </p:cNvPr>
            <p:cNvSpPr>
              <a:spLocks noGrp="1"/>
            </p:cNvSpPr>
            <p:nvPr/>
          </p:nvSpPr>
          <p:spPr>
            <a:xfrm>
              <a:off x="23716754" y="3724275"/>
              <a:ext cx="15379" cy="276225"/>
            </a:xfrm>
            <a:prstGeom prst="rect">
              <a:avLst/>
            </a:prstGeom>
            <a:solidFill>
              <a:srgbClr val="D4B4CC"/>
            </a:solidFill>
            <a:ln w="0">
              <a:noFill/>
              <a:prstDash val="solid"/>
            </a:ln>
          </p:spPr>
        </p:sp>
        <p:sp>
          <p:nvSpPr>
            <p:cNvPr id="2334" name="four:time-step-strips:time-strip-tₙ-cell-162:2334">
              <a:extLst>
                <a:ext uri="{FF2B5EF4-FFF2-40B4-BE49-F238E27FC236}">
                  <ns2:creationId id="{14DB9467-160C-4685-8B33-D34D0802A8E8}"/>
                </a:ext>
              </a:extLst>
            </p:cNvPr>
            <p:cNvSpPr>
              <a:spLocks noGrp="1"/>
            </p:cNvSpPr>
            <p:nvPr/>
          </p:nvSpPr>
          <p:spPr>
            <a:xfrm>
              <a:off x="23732133" y="3724275"/>
              <a:ext cx="15379" cy="276225"/>
            </a:xfrm>
            <a:prstGeom prst="rect">
              <a:avLst/>
            </a:prstGeom>
            <a:solidFill>
              <a:srgbClr val="D4B4CC"/>
            </a:solidFill>
            <a:ln w="0">
              <a:noFill/>
              <a:prstDash val="solid"/>
            </a:ln>
          </p:spPr>
        </p:sp>
        <p:sp>
          <p:nvSpPr>
            <p:cNvPr id="2335" name="four:time-step-strips:time-strip-tₙ-cell-163:2335">
              <a:extLst>
                <a:ext uri="{FF2B5EF4-FFF2-40B4-BE49-F238E27FC236}">
                  <ns2:creationId id="{369AAC8A-574A-4C5A-BAF3-FD02170988F5}"/>
                </a:ext>
              </a:extLst>
            </p:cNvPr>
            <p:cNvSpPr>
              <a:spLocks noGrp="1"/>
            </p:cNvSpPr>
            <p:nvPr/>
          </p:nvSpPr>
          <p:spPr>
            <a:xfrm>
              <a:off x="23747512" y="3724275"/>
              <a:ext cx="15379" cy="276225"/>
            </a:xfrm>
            <a:prstGeom prst="rect">
              <a:avLst/>
            </a:prstGeom>
            <a:solidFill>
              <a:srgbClr val="D4B4CC"/>
            </a:solidFill>
            <a:ln w="0">
              <a:noFill/>
              <a:prstDash val="solid"/>
            </a:ln>
          </p:spPr>
        </p:sp>
        <p:sp>
          <p:nvSpPr>
            <p:cNvPr id="2336" name="four:time-step-strips:time-strip-tₙ-cell-164:2336">
              <a:extLst>
                <a:ext uri="{FF2B5EF4-FFF2-40B4-BE49-F238E27FC236}">
                  <ns2:creationId id="{04E44314-2F11-422A-A6A3-AE47F86DB31B}"/>
                </a:ext>
              </a:extLst>
            </p:cNvPr>
            <p:cNvSpPr>
              <a:spLocks noGrp="1"/>
            </p:cNvSpPr>
            <p:nvPr/>
          </p:nvSpPr>
          <p:spPr>
            <a:xfrm>
              <a:off x="23762891" y="3724275"/>
              <a:ext cx="15379" cy="276225"/>
            </a:xfrm>
            <a:prstGeom prst="rect">
              <a:avLst/>
            </a:prstGeom>
            <a:solidFill>
              <a:srgbClr val="D4B4CC"/>
            </a:solidFill>
            <a:ln w="0">
              <a:noFill/>
              <a:prstDash val="solid"/>
            </a:ln>
          </p:spPr>
        </p:sp>
        <p:sp>
          <p:nvSpPr>
            <p:cNvPr id="2337" name="four:time-step-strips:time-strip-tₙ-cell-165:2337">
              <a:extLst>
                <a:ext uri="{FF2B5EF4-FFF2-40B4-BE49-F238E27FC236}">
                  <ns2:creationId id="{A10EE2D5-A180-4F83-AA26-4A8041DAD351}"/>
                </a:ext>
              </a:extLst>
            </p:cNvPr>
            <p:cNvSpPr>
              <a:spLocks noGrp="1"/>
            </p:cNvSpPr>
            <p:nvPr/>
          </p:nvSpPr>
          <p:spPr>
            <a:xfrm>
              <a:off x="23778270" y="3724275"/>
              <a:ext cx="15379" cy="276225"/>
            </a:xfrm>
            <a:prstGeom prst="rect">
              <a:avLst/>
            </a:prstGeom>
            <a:solidFill>
              <a:srgbClr val="D4B4CC"/>
            </a:solidFill>
            <a:ln w="0">
              <a:noFill/>
              <a:prstDash val="solid"/>
            </a:ln>
          </p:spPr>
        </p:sp>
        <p:sp>
          <p:nvSpPr>
            <p:cNvPr id="2338" name="four:time-step-strips:time-strip-tₙ-cell-166:2338">
              <a:extLst>
                <a:ext uri="{FF2B5EF4-FFF2-40B4-BE49-F238E27FC236}">
                  <ns2:creationId id="{170141A3-8BA0-4276-8F49-0EE39E8E925B}"/>
                </a:ext>
              </a:extLst>
            </p:cNvPr>
            <p:cNvSpPr>
              <a:spLocks noGrp="1"/>
            </p:cNvSpPr>
            <p:nvPr/>
          </p:nvSpPr>
          <p:spPr>
            <a:xfrm>
              <a:off x="23793648" y="3724275"/>
              <a:ext cx="15379" cy="276225"/>
            </a:xfrm>
            <a:prstGeom prst="rect">
              <a:avLst/>
            </a:prstGeom>
            <a:solidFill>
              <a:srgbClr val="D4B4CC"/>
            </a:solidFill>
            <a:ln w="0">
              <a:noFill/>
              <a:prstDash val="solid"/>
            </a:ln>
          </p:spPr>
        </p:sp>
        <p:sp>
          <p:nvSpPr>
            <p:cNvPr id="2339" name="four:time-step-strips:time-strip-tₙ-cell-167:2339">
              <a:extLst>
                <a:ext uri="{FF2B5EF4-FFF2-40B4-BE49-F238E27FC236}">
                  <ns2:creationId id="{FDA47A2B-8442-4C1E-BE87-DFF1D75A8196}"/>
                </a:ext>
              </a:extLst>
            </p:cNvPr>
            <p:cNvSpPr>
              <a:spLocks noGrp="1"/>
            </p:cNvSpPr>
            <p:nvPr/>
          </p:nvSpPr>
          <p:spPr>
            <a:xfrm>
              <a:off x="23809027" y="3724275"/>
              <a:ext cx="15379" cy="276225"/>
            </a:xfrm>
            <a:prstGeom prst="rect">
              <a:avLst/>
            </a:prstGeom>
            <a:solidFill>
              <a:srgbClr val="D4B4CC"/>
            </a:solidFill>
            <a:ln w="0">
              <a:noFill/>
              <a:prstDash val="solid"/>
            </a:ln>
          </p:spPr>
        </p:sp>
        <p:sp>
          <p:nvSpPr>
            <p:cNvPr id="2340" name="four:time-step-strips:time-strip-tₙ-cell-168:2340">
              <a:extLst>
                <a:ext uri="{FF2B5EF4-FFF2-40B4-BE49-F238E27FC236}">
                  <ns2:creationId id="{31227E1D-BE31-42AD-8B7E-746C5D7F03AE}"/>
                </a:ext>
              </a:extLst>
            </p:cNvPr>
            <p:cNvSpPr>
              <a:spLocks noGrp="1"/>
            </p:cNvSpPr>
            <p:nvPr/>
          </p:nvSpPr>
          <p:spPr>
            <a:xfrm>
              <a:off x="23824406" y="3724275"/>
              <a:ext cx="15379" cy="276225"/>
            </a:xfrm>
            <a:prstGeom prst="rect">
              <a:avLst/>
            </a:prstGeom>
            <a:solidFill>
              <a:srgbClr val="D4B2CB"/>
            </a:solidFill>
            <a:ln w="0">
              <a:noFill/>
              <a:prstDash val="solid"/>
            </a:ln>
          </p:spPr>
        </p:sp>
        <p:sp>
          <p:nvSpPr>
            <p:cNvPr id="2341" name="four:time-step-strips:time-strip-tₙ-cell-169:2341">
              <a:extLst>
                <a:ext uri="{FF2B5EF4-FFF2-40B4-BE49-F238E27FC236}">
                  <ns2:creationId id="{1E68FAD7-22E5-4A50-AFF0-DBCA1517DD6D}"/>
                </a:ext>
              </a:extLst>
            </p:cNvPr>
            <p:cNvSpPr>
              <a:spLocks noGrp="1"/>
            </p:cNvSpPr>
            <p:nvPr/>
          </p:nvSpPr>
          <p:spPr>
            <a:xfrm>
              <a:off x="23839785" y="3724275"/>
              <a:ext cx="15379" cy="276225"/>
            </a:xfrm>
            <a:prstGeom prst="rect">
              <a:avLst/>
            </a:prstGeom>
            <a:solidFill>
              <a:srgbClr val="D3ACC7"/>
            </a:solidFill>
            <a:ln w="0">
              <a:noFill/>
              <a:prstDash val="solid"/>
            </a:ln>
          </p:spPr>
        </p:sp>
        <p:sp>
          <p:nvSpPr>
            <p:cNvPr id="2342" name="four:time-step-strips:time-strip-tₙ-cell-170:2342">
              <a:extLst>
                <a:ext uri="{FF2B5EF4-FFF2-40B4-BE49-F238E27FC236}">
                  <ns2:creationId id="{A084B730-5311-4639-8B9D-8BC69BB86C80}"/>
                </a:ext>
              </a:extLst>
            </p:cNvPr>
            <p:cNvSpPr>
              <a:spLocks noGrp="1"/>
            </p:cNvSpPr>
            <p:nvPr/>
          </p:nvSpPr>
          <p:spPr>
            <a:xfrm>
              <a:off x="23855164" y="3724275"/>
              <a:ext cx="15379" cy="276225"/>
            </a:xfrm>
            <a:prstGeom prst="rect">
              <a:avLst/>
            </a:prstGeom>
            <a:solidFill>
              <a:srgbClr val="D2A3C1"/>
            </a:solidFill>
            <a:ln w="0">
              <a:noFill/>
              <a:prstDash val="solid"/>
            </a:ln>
          </p:spPr>
        </p:sp>
        <p:sp>
          <p:nvSpPr>
            <p:cNvPr id="2343" name="four:time-step-strips:time-strip-tₙ-cell-171:2343">
              <a:extLst>
                <a:ext uri="{FF2B5EF4-FFF2-40B4-BE49-F238E27FC236}">
                  <ns2:creationId id="{732C7140-D485-484F-9B13-289092A30C50}"/>
                </a:ext>
              </a:extLst>
            </p:cNvPr>
            <p:cNvSpPr>
              <a:spLocks noGrp="1"/>
            </p:cNvSpPr>
            <p:nvPr/>
          </p:nvSpPr>
          <p:spPr>
            <a:xfrm>
              <a:off x="23870543" y="3724275"/>
              <a:ext cx="15379" cy="276225"/>
            </a:xfrm>
            <a:prstGeom prst="rect">
              <a:avLst/>
            </a:prstGeom>
            <a:solidFill>
              <a:srgbClr val="D098BA"/>
            </a:solidFill>
            <a:ln w="0">
              <a:noFill/>
              <a:prstDash val="solid"/>
            </a:ln>
          </p:spPr>
        </p:sp>
        <p:sp>
          <p:nvSpPr>
            <p:cNvPr id="2344" name="four:time-step-strips:time-strip-tₙ-cell-172:2344">
              <a:extLst>
                <a:ext uri="{FF2B5EF4-FFF2-40B4-BE49-F238E27FC236}">
                  <ns2:creationId id="{8ECCB154-9D4E-401F-913E-57A0B38AF318}"/>
                </a:ext>
              </a:extLst>
            </p:cNvPr>
            <p:cNvSpPr>
              <a:spLocks noGrp="1"/>
            </p:cNvSpPr>
            <p:nvPr/>
          </p:nvSpPr>
          <p:spPr>
            <a:xfrm>
              <a:off x="23885922" y="3724275"/>
              <a:ext cx="15379" cy="276225"/>
            </a:xfrm>
            <a:prstGeom prst="rect">
              <a:avLst/>
            </a:prstGeom>
            <a:solidFill>
              <a:srgbClr val="CF8DB3"/>
            </a:solidFill>
            <a:ln w="0">
              <a:noFill/>
              <a:prstDash val="solid"/>
            </a:ln>
          </p:spPr>
        </p:sp>
        <p:sp>
          <p:nvSpPr>
            <p:cNvPr id="2345" name="four:time-step-strips:time-strip-tₙ-cell-173:2345">
              <a:extLst>
                <a:ext uri="{FF2B5EF4-FFF2-40B4-BE49-F238E27FC236}">
                  <ns2:creationId id="{7B108A3B-9CBF-45A1-BCBB-164F62EB1044}"/>
                </a:ext>
              </a:extLst>
            </p:cNvPr>
            <p:cNvSpPr>
              <a:spLocks noGrp="1"/>
            </p:cNvSpPr>
            <p:nvPr/>
          </p:nvSpPr>
          <p:spPr>
            <a:xfrm>
              <a:off x="23901301" y="3724275"/>
              <a:ext cx="15379" cy="276225"/>
            </a:xfrm>
            <a:prstGeom prst="rect">
              <a:avLst/>
            </a:prstGeom>
            <a:solidFill>
              <a:srgbClr val="CD82AD"/>
            </a:solidFill>
            <a:ln w="0">
              <a:noFill/>
              <a:prstDash val="solid"/>
            </a:ln>
          </p:spPr>
        </p:sp>
        <p:sp>
          <p:nvSpPr>
            <p:cNvPr id="2346" name="four:time-step-strips:time-strip-tₙ-cell-174:2346">
              <a:extLst>
                <a:ext uri="{FF2B5EF4-FFF2-40B4-BE49-F238E27FC236}">
                  <ns2:creationId id="{0EA4927B-0E99-434D-87C7-68F60D0888C7}"/>
                </a:ext>
              </a:extLst>
            </p:cNvPr>
            <p:cNvSpPr>
              <a:spLocks noGrp="1"/>
            </p:cNvSpPr>
            <p:nvPr/>
          </p:nvSpPr>
          <p:spPr>
            <a:xfrm>
              <a:off x="23916680" y="3724275"/>
              <a:ext cx="15379" cy="276225"/>
            </a:xfrm>
            <a:prstGeom prst="rect">
              <a:avLst/>
            </a:prstGeom>
            <a:solidFill>
              <a:srgbClr val="CC7BA9"/>
            </a:solidFill>
            <a:ln w="0">
              <a:noFill/>
              <a:prstDash val="solid"/>
            </a:ln>
          </p:spPr>
        </p:sp>
        <p:sp>
          <p:nvSpPr>
            <p:cNvPr id="2347" name="four:time-step-strips:time-strip-tₙ-cell-175:2347">
              <a:extLst>
                <a:ext uri="{FF2B5EF4-FFF2-40B4-BE49-F238E27FC236}">
                  <ns2:creationId id="{6886A718-E09F-490F-A5DC-B4380AF326D2}"/>
                </a:ext>
              </a:extLst>
            </p:cNvPr>
            <p:cNvSpPr>
              <a:spLocks noGrp="1"/>
            </p:cNvSpPr>
            <p:nvPr/>
          </p:nvSpPr>
          <p:spPr>
            <a:xfrm>
              <a:off x="23932059" y="3724275"/>
              <a:ext cx="15379" cy="276225"/>
            </a:xfrm>
            <a:prstGeom prst="rect">
              <a:avLst/>
            </a:prstGeom>
            <a:solidFill>
              <a:srgbClr val="CC79A7"/>
            </a:solidFill>
            <a:ln w="0">
              <a:noFill/>
              <a:prstDash val="solid"/>
            </a:ln>
          </p:spPr>
        </p:sp>
        <p:sp>
          <p:nvSpPr>
            <p:cNvPr id="2348" name="four:time-step-strips:time-strip-tₙ-cell-176:2348">
              <a:extLst>
                <a:ext uri="{FF2B5EF4-FFF2-40B4-BE49-F238E27FC236}">
                  <ns2:creationId id="{FB1776B4-34F5-4C28-B9C2-C37028C4A6B4}"/>
                </a:ext>
              </a:extLst>
            </p:cNvPr>
            <p:cNvSpPr>
              <a:spLocks noGrp="1"/>
            </p:cNvSpPr>
            <p:nvPr/>
          </p:nvSpPr>
          <p:spPr>
            <a:xfrm>
              <a:off x="23947438" y="3724275"/>
              <a:ext cx="15379" cy="276225"/>
            </a:xfrm>
            <a:prstGeom prst="rect">
              <a:avLst/>
            </a:prstGeom>
            <a:solidFill>
              <a:srgbClr val="CC79A7"/>
            </a:solidFill>
            <a:ln w="0">
              <a:noFill/>
              <a:prstDash val="solid"/>
            </a:ln>
          </p:spPr>
        </p:sp>
        <p:sp>
          <p:nvSpPr>
            <p:cNvPr id="2349" name="four:time-step-strips:time-strip-tₙ-cell-177:2349">
              <a:extLst>
                <a:ext uri="{FF2B5EF4-FFF2-40B4-BE49-F238E27FC236}">
                  <ns2:creationId id="{FEA54BEC-7D00-4DA4-999A-B624654BADF6}"/>
                </a:ext>
              </a:extLst>
            </p:cNvPr>
            <p:cNvSpPr>
              <a:spLocks noGrp="1"/>
            </p:cNvSpPr>
            <p:nvPr/>
          </p:nvSpPr>
          <p:spPr>
            <a:xfrm>
              <a:off x="23962816" y="3724275"/>
              <a:ext cx="15379" cy="276225"/>
            </a:xfrm>
            <a:prstGeom prst="rect">
              <a:avLst/>
            </a:prstGeom>
            <a:solidFill>
              <a:srgbClr val="CC79A7"/>
            </a:solidFill>
            <a:ln w="0">
              <a:noFill/>
              <a:prstDash val="solid"/>
            </a:ln>
          </p:spPr>
        </p:sp>
        <p:sp>
          <p:nvSpPr>
            <p:cNvPr id="2350" name="four:time-step-strips:time-strip-tₙ-cell-178:2350">
              <a:extLst>
                <a:ext uri="{FF2B5EF4-FFF2-40B4-BE49-F238E27FC236}">
                  <ns2:creationId id="{C6CB000C-6886-44A2-BA0B-89B44735C0F9}"/>
                </a:ext>
              </a:extLst>
            </p:cNvPr>
            <p:cNvSpPr>
              <a:spLocks noGrp="1"/>
            </p:cNvSpPr>
            <p:nvPr/>
          </p:nvSpPr>
          <p:spPr>
            <a:xfrm>
              <a:off x="23978195" y="3724275"/>
              <a:ext cx="15379" cy="276225"/>
            </a:xfrm>
            <a:prstGeom prst="rect">
              <a:avLst/>
            </a:prstGeom>
            <a:solidFill>
              <a:srgbClr val="CC79A7"/>
            </a:solidFill>
            <a:ln w="0">
              <a:noFill/>
              <a:prstDash val="solid"/>
            </a:ln>
          </p:spPr>
        </p:sp>
        <p:sp>
          <p:nvSpPr>
            <p:cNvPr id="2351" name="four:time-step-strips:time-strip-tₙ-cell-179:2351">
              <a:extLst>
                <a:ext uri="{FF2B5EF4-FFF2-40B4-BE49-F238E27FC236}">
                  <ns2:creationId id="{F2B16EB0-0FF5-43CE-8285-A62F93A4F640}"/>
                </a:ext>
              </a:extLst>
            </p:cNvPr>
            <p:cNvSpPr>
              <a:spLocks noGrp="1"/>
            </p:cNvSpPr>
            <p:nvPr/>
          </p:nvSpPr>
          <p:spPr>
            <a:xfrm>
              <a:off x="23993574" y="3724275"/>
              <a:ext cx="15379" cy="276225"/>
            </a:xfrm>
            <a:prstGeom prst="rect">
              <a:avLst/>
            </a:prstGeom>
            <a:solidFill>
              <a:srgbClr val="CC79A7"/>
            </a:solidFill>
            <a:ln w="0">
              <a:noFill/>
              <a:prstDash val="solid"/>
            </a:ln>
          </p:spPr>
        </p:sp>
        <p:sp>
          <p:nvSpPr>
            <p:cNvPr id="2352" name="four:time-step-strips:time-strip-tₙ-cell-180:2352">
              <a:extLst>
                <a:ext uri="{FF2B5EF4-FFF2-40B4-BE49-F238E27FC236}">
                  <ns2:creationId id="{ECAB9A5E-ED82-4A38-ADAD-2EBBACBC1B63}"/>
                </a:ext>
              </a:extLst>
            </p:cNvPr>
            <p:cNvSpPr>
              <a:spLocks noGrp="1"/>
            </p:cNvSpPr>
            <p:nvPr/>
          </p:nvSpPr>
          <p:spPr>
            <a:xfrm>
              <a:off x="24008953" y="3724275"/>
              <a:ext cx="15379" cy="276225"/>
            </a:xfrm>
            <a:prstGeom prst="rect">
              <a:avLst/>
            </a:prstGeom>
            <a:solidFill>
              <a:srgbClr val="CC79A7"/>
            </a:solidFill>
            <a:ln w="0">
              <a:noFill/>
              <a:prstDash val="solid"/>
            </a:ln>
          </p:spPr>
        </p:sp>
        <p:sp>
          <p:nvSpPr>
            <p:cNvPr id="2353" name="four:time-step-strips:time-strip-tₙ-cell-181:2353">
              <a:extLst>
                <a:ext uri="{FF2B5EF4-FFF2-40B4-BE49-F238E27FC236}">
                  <ns2:creationId id="{8CA83B4E-0915-48DB-AE0A-7FB82ED6E18E}"/>
                </a:ext>
              </a:extLst>
            </p:cNvPr>
            <p:cNvSpPr>
              <a:spLocks noGrp="1"/>
            </p:cNvSpPr>
            <p:nvPr/>
          </p:nvSpPr>
          <p:spPr>
            <a:xfrm>
              <a:off x="24024332" y="3724275"/>
              <a:ext cx="15379" cy="276225"/>
            </a:xfrm>
            <a:prstGeom prst="rect">
              <a:avLst/>
            </a:prstGeom>
            <a:solidFill>
              <a:srgbClr val="CC79A7"/>
            </a:solidFill>
            <a:ln w="0">
              <a:noFill/>
              <a:prstDash val="solid"/>
            </a:ln>
          </p:spPr>
        </p:sp>
        <p:sp>
          <p:nvSpPr>
            <p:cNvPr id="2354" name="four:time-step-strips:time-strip-tₙ-cell-182:2354">
              <a:extLst>
                <a:ext uri="{FF2B5EF4-FFF2-40B4-BE49-F238E27FC236}">
                  <ns2:creationId id="{88F17DA6-0B20-4F05-9FA7-49EC053A36FE}"/>
                </a:ext>
              </a:extLst>
            </p:cNvPr>
            <p:cNvSpPr>
              <a:spLocks noGrp="1"/>
            </p:cNvSpPr>
            <p:nvPr/>
          </p:nvSpPr>
          <p:spPr>
            <a:xfrm>
              <a:off x="24039711" y="3724275"/>
              <a:ext cx="15379" cy="276225"/>
            </a:xfrm>
            <a:prstGeom prst="rect">
              <a:avLst/>
            </a:prstGeom>
            <a:solidFill>
              <a:srgbClr val="CC79A7"/>
            </a:solidFill>
            <a:ln w="0">
              <a:noFill/>
              <a:prstDash val="solid"/>
            </a:ln>
          </p:spPr>
        </p:sp>
        <p:sp>
          <p:nvSpPr>
            <p:cNvPr id="2355" name="four:time-step-strips:time-strip-tₙ-cell-183:2355">
              <a:extLst>
                <a:ext uri="{FF2B5EF4-FFF2-40B4-BE49-F238E27FC236}">
                  <ns2:creationId id="{7071078F-D59F-473B-9A8A-C31F0306140B}"/>
                </a:ext>
              </a:extLst>
            </p:cNvPr>
            <p:cNvSpPr>
              <a:spLocks noGrp="1"/>
            </p:cNvSpPr>
            <p:nvPr/>
          </p:nvSpPr>
          <p:spPr>
            <a:xfrm>
              <a:off x="24055090" y="3724275"/>
              <a:ext cx="15379" cy="276225"/>
            </a:xfrm>
            <a:prstGeom prst="rect">
              <a:avLst/>
            </a:prstGeom>
            <a:solidFill>
              <a:srgbClr val="CC79A7"/>
            </a:solidFill>
            <a:ln w="0">
              <a:noFill/>
              <a:prstDash val="solid"/>
            </a:ln>
          </p:spPr>
        </p:sp>
        <p:sp>
          <p:nvSpPr>
            <p:cNvPr id="2356" name="four:time-step-strips:time-strip-tₙ-cell-184:2356">
              <a:extLst>
                <a:ext uri="{FF2B5EF4-FFF2-40B4-BE49-F238E27FC236}">
                  <ns2:creationId id="{AA389C50-1257-44A6-A4A3-1FBFEC77C304}"/>
                </a:ext>
              </a:extLst>
            </p:cNvPr>
            <p:cNvSpPr>
              <a:spLocks noGrp="1"/>
            </p:cNvSpPr>
            <p:nvPr/>
          </p:nvSpPr>
          <p:spPr>
            <a:xfrm>
              <a:off x="24070469" y="3724275"/>
              <a:ext cx="15379" cy="276225"/>
            </a:xfrm>
            <a:prstGeom prst="rect">
              <a:avLst/>
            </a:prstGeom>
            <a:solidFill>
              <a:srgbClr val="CD7EAA"/>
            </a:solidFill>
            <a:ln w="0">
              <a:noFill/>
              <a:prstDash val="solid"/>
            </a:ln>
          </p:spPr>
        </p:sp>
        <p:sp>
          <p:nvSpPr>
            <p:cNvPr id="2357" name="four:time-step-strips:time-strip-tₙ-cell-185:2357">
              <a:extLst>
                <a:ext uri="{FF2B5EF4-FFF2-40B4-BE49-F238E27FC236}">
                  <ns2:creationId id="{CCCEED19-90D6-452C-9DFF-99FE335A2491}"/>
                </a:ext>
              </a:extLst>
            </p:cNvPr>
            <p:cNvSpPr>
              <a:spLocks noGrp="1"/>
            </p:cNvSpPr>
            <p:nvPr/>
          </p:nvSpPr>
          <p:spPr>
            <a:xfrm>
              <a:off x="24085848" y="3724275"/>
              <a:ext cx="15379" cy="276225"/>
            </a:xfrm>
            <a:prstGeom prst="rect">
              <a:avLst/>
            </a:prstGeom>
            <a:solidFill>
              <a:srgbClr val="D19CBD"/>
            </a:solidFill>
            <a:ln w="0">
              <a:noFill/>
              <a:prstDash val="solid"/>
            </a:ln>
          </p:spPr>
        </p:sp>
        <p:sp>
          <p:nvSpPr>
            <p:cNvPr id="2358" name="four:time-step-strips:time-strip-tₙ-cell-186:2358">
              <a:extLst>
                <a:ext uri="{FF2B5EF4-FFF2-40B4-BE49-F238E27FC236}">
                  <ns2:creationId id="{132B9760-4CFE-4875-9BF8-764EF642D37E}"/>
                </a:ext>
              </a:extLst>
            </p:cNvPr>
            <p:cNvSpPr>
              <a:spLocks noGrp="1"/>
            </p:cNvSpPr>
            <p:nvPr/>
          </p:nvSpPr>
          <p:spPr>
            <a:xfrm>
              <a:off x="24101227" y="3724275"/>
              <a:ext cx="15379" cy="276225"/>
            </a:xfrm>
            <a:prstGeom prst="rect">
              <a:avLst/>
            </a:prstGeom>
            <a:solidFill>
              <a:srgbClr val="D7C5D7"/>
            </a:solidFill>
            <a:ln w="0">
              <a:noFill/>
              <a:prstDash val="solid"/>
            </a:ln>
          </p:spPr>
        </p:sp>
        <p:sp>
          <p:nvSpPr>
            <p:cNvPr id="2359" name="four:time-step-strips:time-strip-tₙ-cell-187:2359">
              <a:extLst>
                <a:ext uri="{FF2B5EF4-FFF2-40B4-BE49-F238E27FC236}">
                  <ns2:creationId id="{5F3D19B3-7ECD-4CB5-96D9-E5123EB41942}"/>
                </a:ext>
              </a:extLst>
            </p:cNvPr>
            <p:cNvSpPr>
              <a:spLocks noGrp="1"/>
            </p:cNvSpPr>
            <p:nvPr/>
          </p:nvSpPr>
          <p:spPr>
            <a:xfrm>
              <a:off x="24116605" y="3724275"/>
              <a:ext cx="15379" cy="276225"/>
            </a:xfrm>
            <a:prstGeom prst="rect">
              <a:avLst/>
            </a:prstGeom>
            <a:solidFill>
              <a:srgbClr val="DBE4E7"/>
            </a:solidFill>
            <a:ln w="0">
              <a:noFill/>
              <a:prstDash val="solid"/>
            </a:ln>
          </p:spPr>
        </p:sp>
        <p:sp>
          <p:nvSpPr>
            <p:cNvPr id="2360" name="four:time-step-strips:time-strip-tₙ-cell-188:2360">
              <a:extLst>
                <a:ext uri="{FF2B5EF4-FFF2-40B4-BE49-F238E27FC236}">
                  <ns2:creationId id="{140E1524-20B5-48EA-8A16-0FD5587E8AF4}"/>
                </a:ext>
              </a:extLst>
            </p:cNvPr>
            <p:cNvSpPr>
              <a:spLocks noGrp="1"/>
            </p:cNvSpPr>
            <p:nvPr/>
          </p:nvSpPr>
          <p:spPr>
            <a:xfrm>
              <a:off x="24131984" y="3724275"/>
              <a:ext cx="15379" cy="276225"/>
            </a:xfrm>
            <a:prstGeom prst="rect">
              <a:avLst/>
            </a:prstGeom>
            <a:solidFill>
              <a:srgbClr val="DCE8ED"/>
            </a:solidFill>
            <a:ln w="0">
              <a:noFill/>
              <a:prstDash val="solid"/>
            </a:ln>
          </p:spPr>
        </p:sp>
        <p:sp>
          <p:nvSpPr>
            <p:cNvPr id="2361" name="four:time-step-strips:time-strip-tₙ-cell-189:2361">
              <a:extLst>
                <a:ext uri="{FF2B5EF4-FFF2-40B4-BE49-F238E27FC236}">
                  <ns2:creationId id="{4B4842ED-B599-4860-B2A2-3B7B378292A6}"/>
                </a:ext>
              </a:extLst>
            </p:cNvPr>
            <p:cNvSpPr>
              <a:spLocks noGrp="1"/>
            </p:cNvSpPr>
            <p:nvPr/>
          </p:nvSpPr>
          <p:spPr>
            <a:xfrm>
              <a:off x="24147363" y="3724275"/>
              <a:ext cx="15379" cy="276225"/>
            </a:xfrm>
            <a:prstGeom prst="rect">
              <a:avLst/>
            </a:prstGeom>
            <a:solidFill>
              <a:srgbClr val="DCE8ED"/>
            </a:solidFill>
            <a:ln w="0">
              <a:noFill/>
              <a:prstDash val="solid"/>
            </a:ln>
          </p:spPr>
        </p:sp>
        <p:sp>
          <p:nvSpPr>
            <p:cNvPr id="2362" name="four:time-step-strips:time-strip-tₙ-cell-190:2362">
              <a:extLst>
                <a:ext uri="{FF2B5EF4-FFF2-40B4-BE49-F238E27FC236}">
                  <ns2:creationId id="{1183C683-67EB-4A40-ACEF-C23D1AF20172}"/>
                </a:ext>
              </a:extLst>
            </p:cNvPr>
            <p:cNvSpPr>
              <a:spLocks noGrp="1"/>
            </p:cNvSpPr>
            <p:nvPr/>
          </p:nvSpPr>
          <p:spPr>
            <a:xfrm>
              <a:off x="24162742" y="3724275"/>
              <a:ext cx="15379" cy="276225"/>
            </a:xfrm>
            <a:prstGeom prst="rect">
              <a:avLst/>
            </a:prstGeom>
            <a:solidFill>
              <a:srgbClr val="DCE8ED"/>
            </a:solidFill>
            <a:ln w="0">
              <a:noFill/>
              <a:prstDash val="solid"/>
            </a:ln>
          </p:spPr>
        </p:sp>
        <p:sp>
          <p:nvSpPr>
            <p:cNvPr id="2363" name="four:time-step-strips:time-strip-tₙ-cell-191:2363">
              <a:extLst>
                <a:ext uri="{FF2B5EF4-FFF2-40B4-BE49-F238E27FC236}">
                  <ns2:creationId id="{A8E702EE-D0FA-4C66-B9D4-13DF83855D10}"/>
                </a:ext>
              </a:extLst>
            </p:cNvPr>
            <p:cNvSpPr>
              <a:spLocks noGrp="1"/>
            </p:cNvSpPr>
            <p:nvPr/>
          </p:nvSpPr>
          <p:spPr>
            <a:xfrm>
              <a:off x="24178121" y="3724275"/>
              <a:ext cx="15379" cy="276225"/>
            </a:xfrm>
            <a:prstGeom prst="rect">
              <a:avLst/>
            </a:prstGeom>
            <a:solidFill>
              <a:srgbClr val="DCE8ED"/>
            </a:solidFill>
            <a:ln w="0">
              <a:noFill/>
              <a:prstDash val="solid"/>
            </a:ln>
          </p:spPr>
        </p:sp>
        <p:sp>
          <p:nvSpPr>
            <p:cNvPr id="2364" name="four:time-step-strips:time-strip-tₙ-border:2364">
              <a:extLst>
                <a:ext uri="{FF2B5EF4-FFF2-40B4-BE49-F238E27FC236}">
                  <ns2:creationId id="{82565AF3-8BB0-4273-844A-A396ADAB7F47}"/>
                </a:ext>
              </a:extLst>
            </p:cNvPr>
            <p:cNvSpPr>
              <a:spLocks noGrp="1"/>
            </p:cNvSpPr>
            <p:nvPr/>
          </p:nvSpPr>
          <p:spPr>
            <a:xfrm>
              <a:off x="21240750" y="3724275"/>
              <a:ext cx="2952750" cy="276225"/>
            </a:xfrm>
            <a:prstGeom prst="rect">
              <a:avLst/>
            </a:prstGeom>
            <a:noFill/>
            <a:ln w="7620">
              <a:solidFill>
                <a:srgbClr val="263238"/>
              </a:solidFill>
              <a:prstDash val="solid"/>
            </a:ln>
          </p:spPr>
        </p:sp>
        <p:sp>
          <p:nvSpPr>
            <p:cNvPr id="2365" name="four:time-step-strips:line:2365">
              <a:extLst>
                <a:ext uri="{FF2B5EF4-FFF2-40B4-BE49-F238E27FC236}">
                  <ns2:creationId id="{0DF89B7C-E8DA-42E6-B7C2-017B720EF7DB}"/>
                </a:ext>
              </a:extLst>
            </p:cNvPr>
            <p:cNvSpPr>
              <a:spLocks noGrp="1"/>
            </p:cNvSpPr>
            <p:nvPr/>
          </p:nvSpPr>
          <p:spPr>
            <a:xfrm>
              <a:off x="24336375" y="1676400"/>
              <a:ext cx="953" cy="2324100"/>
            </a:xfrm>
            <a:custGeom>
              <a:pathLst>
                <a:path w="953" h="2324100">
                  <a:moveTo>
                    <a:pt x="0" y="0"/>
                  </a:moveTo>
                  <a:lnTo>
                    <a:pt x="0" y="2324100"/>
                  </a:lnTo>
                </a:path>
              </a:pathLst>
            </a:custGeom>
            <a:noFill/>
            <a:ln w="13335">
              <a:solidFill>
                <a:srgbClr val="5DA4CB"/>
              </a:solidFill>
              <a:prstDash val="solid"/>
            </a:ln>
          </p:spPr>
        </p:sp>
        <p:sp>
          <p:nvSpPr>
            <p:cNvPr id="2366" name="four:time-step-strips:polygon:2366">
              <a:extLst>
                <a:ext uri="{FF2B5EF4-FFF2-40B4-BE49-F238E27FC236}">
                  <ns2:creationId id="{83F2BE99-C244-4D33-B2B1-0C2B1BC580E9}"/>
                </a:ext>
              </a:extLst>
            </p:cNvPr>
            <p:cNvSpPr>
              <a:spLocks noGrp="1"/>
            </p:cNvSpPr>
            <p:nvPr/>
          </p:nvSpPr>
          <p:spPr>
            <a:xfrm>
              <a:off x="24303609" y="3924300"/>
              <a:ext cx="65532" cy="76200"/>
            </a:xfrm>
            <a:custGeom>
              <a:pathLst>
                <a:path w="65532" h="76200">
                  <a:moveTo>
                    <a:pt x="32766" y="76200"/>
                  </a:moveTo>
                  <a:lnTo>
                    <a:pt x="65532" y="0"/>
                  </a:lnTo>
                  <a:lnTo>
                    <a:pt x="0" y="0"/>
                  </a:lnTo>
                  <a:close/>
                </a:path>
              </a:pathLst>
            </a:custGeom>
            <a:solidFill>
              <a:srgbClr val="5DA4CB"/>
            </a:solidFill>
            <a:ln w="0">
              <a:noFill/>
              <a:prstDash val="solid"/>
            </a:ln>
          </p:spPr>
        </p:sp>
        <p:sp>
          <p:nvSpPr>
            <p:cNvPr id="2367" name="four:time-step-strips:textbox:2367">
              <a:extLst>
                <a:ext uri="{FF2B5EF4-FFF2-40B4-BE49-F238E27FC236}">
                  <ns2:creationId id="{56F0098B-AED1-4516-8863-27470BED3A06}"/>
                </a:ext>
              </a:extLst>
            </p:cNvPr>
            <p:cNvSpPr>
              <a:spLocks noGrp="1"/>
            </p:cNvSpPr>
            <p:nvPr/>
          </p:nvSpPr>
          <p:spPr>
            <a:xfrm>
              <a:off x="24355425" y="2686050"/>
              <a:ext cx="190500" cy="342900"/>
            </a:xfrm>
            <a:prstGeom prst="rect">
              <a:avLst/>
            </a:prstGeom>
            <a:noFill/>
            <a:ln w="0">
              <a:noFill/>
              <a:prstDash val="solid"/>
            </a:ln>
          </p:spPr>
          <p:txBody>
            <a:bodyPr wrap="none" lIns="0" tIns="0" rIns="0" bIns="0" anchor="ctr">
              <a:normAutofit fontScale="100000"/>
            </a:bodyPr>
            <a:lstStyle>
              <a:defPPr algn="ctr">
                <a:defRPr sz="1875" b="0">
                  <a:solidFill>
                    <a:srgbClr val="7B8790"/>
                  </a:solidFill>
                  <a:latin typeface="Arial"/>
                  <a:ea typeface="Arial"/>
                  <a:cs typeface="Arial"/>
                </a:defRPr>
              </a:defPPr>
            </a:lstStyle>
            <a:p>
              <a:pPr algn="ctr">
                <a:defRPr sz="1875" b="0">
                  <a:solidFill>
                    <a:srgbClr val="7B8790"/>
                  </a:solidFill>
                  <a:latin typeface="Arial"/>
                  <a:ea typeface="Arial"/>
                  <a:cs typeface="Arial"/>
                </a:defRPr>
              </a:pPr>
              <a:r>
                <a:rPr sz="1875" b="0">
                  <a:solidFill>
                    <a:srgbClr val="7B8790"/>
                  </a:solidFill>
                  <a:latin typeface="Arial"/>
                  <a:ea typeface="Arial"/>
                  <a:cs typeface="Arial"/>
                </a:rPr>
                <a:t>t</a:t>
              </a:r>
            </a:p>
          </p:txBody>
        </p:sp>
        <p:sp>
          <p:nvSpPr>
            <p:cNvPr id="2368" name="four:time-step-strips:line:2368">
              <a:extLst>
                <a:ext uri="{FF2B5EF4-FFF2-40B4-BE49-F238E27FC236}">
                  <ns2:creationId id="{24E8CF95-85F9-4515-B7E0-38ACCA27774C}"/>
                </a:ext>
              </a:extLst>
            </p:cNvPr>
            <p:cNvSpPr>
              <a:spLocks noGrp="1"/>
            </p:cNvSpPr>
            <p:nvPr/>
          </p:nvSpPr>
          <p:spPr>
            <a:xfrm>
              <a:off x="22650450" y="4286250"/>
              <a:ext cx="953" cy="123825"/>
            </a:xfrm>
            <a:custGeom>
              <a:pathLst>
                <a:path w="953" h="123825">
                  <a:moveTo>
                    <a:pt x="0" y="0"/>
                  </a:moveTo>
                  <a:lnTo>
                    <a:pt x="0" y="123825"/>
                  </a:lnTo>
                </a:path>
              </a:pathLst>
            </a:custGeom>
            <a:noFill/>
            <a:ln w="15240">
              <a:solidFill>
                <a:srgbClr val="5DA4CB"/>
              </a:solidFill>
              <a:prstDash val="solid"/>
            </a:ln>
          </p:spPr>
        </p:sp>
        <p:sp>
          <p:nvSpPr>
            <p:cNvPr id="2369" name="four:time-step-strips:polygon:2369">
              <a:extLst>
                <a:ext uri="{FF2B5EF4-FFF2-40B4-BE49-F238E27FC236}">
                  <ns2:creationId id="{AE519584-719A-4C30-9CD5-63B2CFEB1043}"/>
                </a:ext>
              </a:extLst>
            </p:cNvPr>
            <p:cNvSpPr>
              <a:spLocks noGrp="1"/>
            </p:cNvSpPr>
            <p:nvPr/>
          </p:nvSpPr>
          <p:spPr>
            <a:xfrm>
              <a:off x="22621780" y="4343400"/>
              <a:ext cx="57341" cy="66675"/>
            </a:xfrm>
            <a:custGeom>
              <a:pathLst>
                <a:path w="57341" h="66675">
                  <a:moveTo>
                    <a:pt x="28670" y="66675"/>
                  </a:moveTo>
                  <a:lnTo>
                    <a:pt x="57341" y="0"/>
                  </a:lnTo>
                  <a:lnTo>
                    <a:pt x="0" y="0"/>
                  </a:lnTo>
                  <a:close/>
                </a:path>
              </a:pathLst>
            </a:custGeom>
            <a:solidFill>
              <a:srgbClr val="5DA4CB"/>
            </a:solidFill>
            <a:ln w="0">
              <a:noFill/>
              <a:prstDash val="solid"/>
            </a:ln>
          </p:spPr>
        </p:sp>
      </p:grpSp>
      <p:grpSp>
        <p:nvGrpSpPr>
          <p:cNvPr id="3188" name="rotate-and-assemble"/>
          <p:cNvGrpSpPr/>
          <p:nvPr/>
        </p:nvGrpSpPr>
        <p:grpSpPr>
          <a:xfrm>
            <a:off x="0" y="0"/>
            <a:ext cx="24955500" cy="8572500"/>
            <a:chOff x="0" y="0"/>
            <a:chExt cx="24955500" cy="8572500"/>
          </a:xfrm>
        </p:grpSpPr>
        <p:sp>
          <p:nvSpPr>
            <p:cNvPr id="2370" name="four:rotate-and-assemble:line:2370">
              <a:extLst>
                <a:ext uri="{FF2B5EF4-FFF2-40B4-BE49-F238E27FC236}">
                  <ns2:creationId id="{349C2297-C3CF-44F3-9FE4-99337A4BB222}"/>
                </a:ext>
              </a:extLst>
            </p:cNvPr>
            <p:cNvSpPr>
              <a:spLocks noGrp="1"/>
            </p:cNvSpPr>
            <p:nvPr/>
          </p:nvSpPr>
          <p:spPr>
            <a:xfrm>
              <a:off x="23087513" y="4889995"/>
              <a:ext cx="1087" cy="24905"/>
            </a:xfrm>
            <a:custGeom>
              <a:pathLst>
                <a:path w="1087" h="24905">
                  <a:moveTo>
                    <a:pt x="1087" y="24905"/>
                  </a:moveTo>
                  <a:lnTo>
                    <a:pt x="0" y="0"/>
                  </a:lnTo>
                </a:path>
              </a:pathLst>
            </a:custGeom>
            <a:noFill/>
            <a:ln w="26670">
              <a:solidFill>
                <a:srgbClr val="6F8EA9"/>
              </a:solidFill>
              <a:prstDash val="solid"/>
            </a:ln>
          </p:spPr>
        </p:sp>
        <p:sp>
          <p:nvSpPr>
            <p:cNvPr id="2371" name="four:rotate-and-assemble:line:2371">
              <a:extLst>
                <a:ext uri="{FF2B5EF4-FFF2-40B4-BE49-F238E27FC236}">
                  <ns2:creationId id="{CA4DE2DD-9223-4A56-BC20-B7A27B4D482D}"/>
                </a:ext>
              </a:extLst>
            </p:cNvPr>
            <p:cNvSpPr>
              <a:spLocks noGrp="1"/>
            </p:cNvSpPr>
            <p:nvPr/>
          </p:nvSpPr>
          <p:spPr>
            <a:xfrm>
              <a:off x="23084259" y="4865280"/>
              <a:ext cx="3254" cy="24715"/>
            </a:xfrm>
            <a:custGeom>
              <a:pathLst>
                <a:path w="3254" h="24715">
                  <a:moveTo>
                    <a:pt x="3254" y="24715"/>
                  </a:moveTo>
                  <a:lnTo>
                    <a:pt x="0" y="0"/>
                  </a:lnTo>
                </a:path>
              </a:pathLst>
            </a:custGeom>
            <a:noFill/>
            <a:ln w="26670">
              <a:solidFill>
                <a:srgbClr val="6F8EA9"/>
              </a:solidFill>
              <a:prstDash val="solid"/>
            </a:ln>
          </p:spPr>
        </p:sp>
        <p:sp>
          <p:nvSpPr>
            <p:cNvPr id="2372" name="four:rotate-and-assemble:line:2372">
              <a:extLst>
                <a:ext uri="{FF2B5EF4-FFF2-40B4-BE49-F238E27FC236}">
                  <ns2:creationId id="{58CAD3DF-CF1F-4737-B8A4-D5D242891B74}"/>
                </a:ext>
              </a:extLst>
            </p:cNvPr>
            <p:cNvSpPr>
              <a:spLocks noGrp="1"/>
            </p:cNvSpPr>
            <p:nvPr/>
          </p:nvSpPr>
          <p:spPr>
            <a:xfrm>
              <a:off x="23078863" y="4840942"/>
              <a:ext cx="5396" cy="24338"/>
            </a:xfrm>
            <a:custGeom>
              <a:pathLst>
                <a:path w="5396" h="24338">
                  <a:moveTo>
                    <a:pt x="5396" y="24338"/>
                  </a:moveTo>
                  <a:lnTo>
                    <a:pt x="0" y="0"/>
                  </a:lnTo>
                </a:path>
              </a:pathLst>
            </a:custGeom>
            <a:noFill/>
            <a:ln w="26670">
              <a:solidFill>
                <a:srgbClr val="6F8EA9"/>
              </a:solidFill>
              <a:prstDash val="solid"/>
            </a:ln>
          </p:spPr>
        </p:sp>
        <p:sp>
          <p:nvSpPr>
            <p:cNvPr id="2373" name="four:rotate-and-assemble:line:2373">
              <a:extLst>
                <a:ext uri="{FF2B5EF4-FFF2-40B4-BE49-F238E27FC236}">
                  <ns2:creationId id="{1E89A977-8B2E-41EC-B7D9-00D5C27570AE}"/>
                </a:ext>
              </a:extLst>
            </p:cNvPr>
            <p:cNvSpPr>
              <a:spLocks noGrp="1"/>
            </p:cNvSpPr>
            <p:nvPr/>
          </p:nvSpPr>
          <p:spPr>
            <a:xfrm>
              <a:off x="23071367" y="4817168"/>
              <a:ext cx="7496" cy="23775"/>
            </a:xfrm>
            <a:custGeom>
              <a:pathLst>
                <a:path w="7496" h="23775">
                  <a:moveTo>
                    <a:pt x="7496" y="23775"/>
                  </a:moveTo>
                  <a:lnTo>
                    <a:pt x="0" y="0"/>
                  </a:lnTo>
                </a:path>
              </a:pathLst>
            </a:custGeom>
            <a:noFill/>
            <a:ln w="26670">
              <a:solidFill>
                <a:srgbClr val="6F8EA9"/>
              </a:solidFill>
              <a:prstDash val="solid"/>
            </a:ln>
          </p:spPr>
        </p:sp>
        <p:sp>
          <p:nvSpPr>
            <p:cNvPr id="2374" name="four:rotate-and-assemble:line:2374">
              <a:extLst>
                <a:ext uri="{FF2B5EF4-FFF2-40B4-BE49-F238E27FC236}">
                  <ns2:creationId id="{1FC81BBE-477C-4440-AF41-757A6F5B414C}"/>
                </a:ext>
              </a:extLst>
            </p:cNvPr>
            <p:cNvSpPr>
              <a:spLocks noGrp="1"/>
            </p:cNvSpPr>
            <p:nvPr/>
          </p:nvSpPr>
          <p:spPr>
            <a:xfrm>
              <a:off x="23061827" y="4794137"/>
              <a:ext cx="9540" cy="23031"/>
            </a:xfrm>
            <a:custGeom>
              <a:pathLst>
                <a:path w="9540" h="23031">
                  <a:moveTo>
                    <a:pt x="9540" y="23031"/>
                  </a:moveTo>
                  <a:lnTo>
                    <a:pt x="0" y="0"/>
                  </a:lnTo>
                </a:path>
              </a:pathLst>
            </a:custGeom>
            <a:noFill/>
            <a:ln w="26670">
              <a:solidFill>
                <a:srgbClr val="6F8EA9"/>
              </a:solidFill>
              <a:prstDash val="solid"/>
            </a:ln>
          </p:spPr>
        </p:sp>
        <p:sp>
          <p:nvSpPr>
            <p:cNvPr id="2375" name="four:rotate-and-assemble:line:2375">
              <a:extLst>
                <a:ext uri="{FF2B5EF4-FFF2-40B4-BE49-F238E27FC236}">
                  <ns2:creationId id="{83290639-6BF2-4039-AB9E-7F93191CE3F2}"/>
                </a:ext>
              </a:extLst>
            </p:cNvPr>
            <p:cNvSpPr>
              <a:spLocks noGrp="1"/>
            </p:cNvSpPr>
            <p:nvPr/>
          </p:nvSpPr>
          <p:spPr>
            <a:xfrm>
              <a:off x="23050317" y="4772025"/>
              <a:ext cx="11511" cy="22112"/>
            </a:xfrm>
            <a:custGeom>
              <a:pathLst>
                <a:path w="11511" h="22112">
                  <a:moveTo>
                    <a:pt x="11511" y="22112"/>
                  </a:moveTo>
                  <a:lnTo>
                    <a:pt x="0" y="0"/>
                  </a:lnTo>
                </a:path>
              </a:pathLst>
            </a:custGeom>
            <a:noFill/>
            <a:ln w="26670">
              <a:solidFill>
                <a:srgbClr val="6F8EA9"/>
              </a:solidFill>
              <a:prstDash val="solid"/>
            </a:ln>
          </p:spPr>
        </p:sp>
        <p:sp>
          <p:nvSpPr>
            <p:cNvPr id="2376" name="four:rotate-and-assemble:line:2376">
              <a:extLst>
                <a:ext uri="{FF2B5EF4-FFF2-40B4-BE49-F238E27FC236}">
                  <ns2:creationId id="{AE5EA3DA-7EFA-47FE-9EEA-AB3B9ACF2C55}"/>
                </a:ext>
              </a:extLst>
            </p:cNvPr>
            <p:cNvSpPr>
              <a:spLocks noGrp="1"/>
            </p:cNvSpPr>
            <p:nvPr/>
          </p:nvSpPr>
          <p:spPr>
            <a:xfrm>
              <a:off x="23036923" y="4751001"/>
              <a:ext cx="13394" cy="21024"/>
            </a:xfrm>
            <a:custGeom>
              <a:pathLst>
                <a:path w="13394" h="21024">
                  <a:moveTo>
                    <a:pt x="13394" y="21024"/>
                  </a:moveTo>
                  <a:lnTo>
                    <a:pt x="0" y="0"/>
                  </a:lnTo>
                </a:path>
              </a:pathLst>
            </a:custGeom>
            <a:noFill/>
            <a:ln w="26670">
              <a:solidFill>
                <a:srgbClr val="6F8EA9"/>
              </a:solidFill>
              <a:prstDash val="solid"/>
            </a:ln>
          </p:spPr>
        </p:sp>
        <p:sp>
          <p:nvSpPr>
            <p:cNvPr id="2377" name="four:rotate-and-assemble:line:2377">
              <a:extLst>
                <a:ext uri="{FF2B5EF4-FFF2-40B4-BE49-F238E27FC236}">
                  <ns2:creationId id="{4C82E25B-08A6-4D17-A2F9-C161782C6438}"/>
                </a:ext>
              </a:extLst>
            </p:cNvPr>
            <p:cNvSpPr>
              <a:spLocks noGrp="1"/>
            </p:cNvSpPr>
            <p:nvPr/>
          </p:nvSpPr>
          <p:spPr>
            <a:xfrm>
              <a:off x="23021747" y="4731223"/>
              <a:ext cx="15175" cy="19777"/>
            </a:xfrm>
            <a:custGeom>
              <a:pathLst>
                <a:path w="15175" h="19777">
                  <a:moveTo>
                    <a:pt x="15175" y="19777"/>
                  </a:moveTo>
                  <a:lnTo>
                    <a:pt x="0" y="0"/>
                  </a:lnTo>
                </a:path>
              </a:pathLst>
            </a:custGeom>
            <a:noFill/>
            <a:ln w="26670">
              <a:solidFill>
                <a:srgbClr val="6F8EA9"/>
              </a:solidFill>
              <a:prstDash val="solid"/>
            </a:ln>
          </p:spPr>
        </p:sp>
        <p:sp>
          <p:nvSpPr>
            <p:cNvPr id="2378" name="four:rotate-and-assemble:line:2378">
              <a:extLst>
                <a:ext uri="{FF2B5EF4-FFF2-40B4-BE49-F238E27FC236}">
                  <ns2:creationId id="{864F1F68-E2C9-4D6D-9A30-2310A1F1DDE8}"/>
                </a:ext>
              </a:extLst>
            </p:cNvPr>
            <p:cNvSpPr>
              <a:spLocks noGrp="1"/>
            </p:cNvSpPr>
            <p:nvPr/>
          </p:nvSpPr>
          <p:spPr>
            <a:xfrm>
              <a:off x="23004906" y="4712844"/>
              <a:ext cx="16841" cy="18379"/>
            </a:xfrm>
            <a:custGeom>
              <a:pathLst>
                <a:path w="16841" h="18379">
                  <a:moveTo>
                    <a:pt x="16841" y="18379"/>
                  </a:moveTo>
                  <a:lnTo>
                    <a:pt x="0" y="0"/>
                  </a:lnTo>
                </a:path>
              </a:pathLst>
            </a:custGeom>
            <a:noFill/>
            <a:ln w="26670">
              <a:solidFill>
                <a:srgbClr val="6F8EA9"/>
              </a:solidFill>
              <a:prstDash val="solid"/>
            </a:ln>
          </p:spPr>
        </p:sp>
        <p:sp>
          <p:nvSpPr>
            <p:cNvPr id="2379" name="four:rotate-and-assemble:line:2379">
              <a:extLst>
                <a:ext uri="{FF2B5EF4-FFF2-40B4-BE49-F238E27FC236}">
                  <ns2:creationId id="{290659F9-7E5B-4CB3-907C-7EF1DEB8A783}"/>
                </a:ext>
              </a:extLst>
            </p:cNvPr>
            <p:cNvSpPr>
              <a:spLocks noGrp="1"/>
            </p:cNvSpPr>
            <p:nvPr/>
          </p:nvSpPr>
          <p:spPr>
            <a:xfrm>
              <a:off x="22986527" y="4696003"/>
              <a:ext cx="18379" cy="16841"/>
            </a:xfrm>
            <a:custGeom>
              <a:pathLst>
                <a:path w="18379" h="16841">
                  <a:moveTo>
                    <a:pt x="18379" y="16841"/>
                  </a:moveTo>
                  <a:lnTo>
                    <a:pt x="0" y="0"/>
                  </a:lnTo>
                </a:path>
              </a:pathLst>
            </a:custGeom>
            <a:noFill/>
            <a:ln w="26670">
              <a:solidFill>
                <a:srgbClr val="6F8EA9"/>
              </a:solidFill>
              <a:prstDash val="solid"/>
            </a:ln>
          </p:spPr>
        </p:sp>
        <p:sp>
          <p:nvSpPr>
            <p:cNvPr id="2380" name="four:rotate-and-assemble:line:2380">
              <a:extLst>
                <a:ext uri="{FF2B5EF4-FFF2-40B4-BE49-F238E27FC236}">
                  <ns2:creationId id="{4332F740-845F-471C-ABCD-C358A01E3FFF}"/>
                </a:ext>
              </a:extLst>
            </p:cNvPr>
            <p:cNvSpPr>
              <a:spLocks noGrp="1"/>
            </p:cNvSpPr>
            <p:nvPr/>
          </p:nvSpPr>
          <p:spPr>
            <a:xfrm>
              <a:off x="22966749" y="4680827"/>
              <a:ext cx="19777" cy="15175"/>
            </a:xfrm>
            <a:custGeom>
              <a:pathLst>
                <a:path w="19777" h="15175">
                  <a:moveTo>
                    <a:pt x="19777" y="15175"/>
                  </a:moveTo>
                  <a:lnTo>
                    <a:pt x="0" y="0"/>
                  </a:lnTo>
                </a:path>
              </a:pathLst>
            </a:custGeom>
            <a:noFill/>
            <a:ln w="26670">
              <a:solidFill>
                <a:srgbClr val="6F8EA9"/>
              </a:solidFill>
              <a:prstDash val="solid"/>
            </a:ln>
          </p:spPr>
        </p:sp>
        <p:sp>
          <p:nvSpPr>
            <p:cNvPr id="2381" name="four:rotate-and-assemble:line:2381">
              <a:extLst>
                <a:ext uri="{FF2B5EF4-FFF2-40B4-BE49-F238E27FC236}">
                  <ns2:creationId id="{79195087-6C37-4290-A787-E1BD745903E8}"/>
                </a:ext>
              </a:extLst>
            </p:cNvPr>
            <p:cNvSpPr>
              <a:spLocks noGrp="1"/>
            </p:cNvSpPr>
            <p:nvPr/>
          </p:nvSpPr>
          <p:spPr>
            <a:xfrm>
              <a:off x="22945725" y="4667433"/>
              <a:ext cx="21024" cy="13394"/>
            </a:xfrm>
            <a:custGeom>
              <a:pathLst>
                <a:path w="21024" h="13394">
                  <a:moveTo>
                    <a:pt x="21024" y="13394"/>
                  </a:moveTo>
                  <a:lnTo>
                    <a:pt x="0" y="0"/>
                  </a:lnTo>
                </a:path>
              </a:pathLst>
            </a:custGeom>
            <a:noFill/>
            <a:ln w="26670">
              <a:solidFill>
                <a:srgbClr val="6F8EA9"/>
              </a:solidFill>
              <a:prstDash val="solid"/>
            </a:ln>
          </p:spPr>
        </p:sp>
        <p:sp>
          <p:nvSpPr>
            <p:cNvPr id="2382" name="four:rotate-and-assemble:line:2382">
              <a:extLst>
                <a:ext uri="{FF2B5EF4-FFF2-40B4-BE49-F238E27FC236}">
                  <ns2:creationId id="{E5B57D14-199C-4E43-B5DD-3E27965B9A11}"/>
                </a:ext>
              </a:extLst>
            </p:cNvPr>
            <p:cNvSpPr>
              <a:spLocks noGrp="1"/>
            </p:cNvSpPr>
            <p:nvPr/>
          </p:nvSpPr>
          <p:spPr>
            <a:xfrm>
              <a:off x="22923613" y="4655923"/>
              <a:ext cx="22112" cy="11511"/>
            </a:xfrm>
            <a:custGeom>
              <a:pathLst>
                <a:path w="22112" h="11511">
                  <a:moveTo>
                    <a:pt x="22112" y="11511"/>
                  </a:moveTo>
                  <a:lnTo>
                    <a:pt x="0" y="0"/>
                  </a:lnTo>
                </a:path>
              </a:pathLst>
            </a:custGeom>
            <a:noFill/>
            <a:ln w="26670">
              <a:solidFill>
                <a:srgbClr val="6F8EA9"/>
              </a:solidFill>
              <a:prstDash val="solid"/>
            </a:ln>
          </p:spPr>
        </p:sp>
        <p:sp>
          <p:nvSpPr>
            <p:cNvPr id="2383" name="four:rotate-and-assemble:line:2383">
              <a:extLst>
                <a:ext uri="{FF2B5EF4-FFF2-40B4-BE49-F238E27FC236}">
                  <ns2:creationId id="{1FA72113-6D86-42D6-9F4A-8FA195DCC749}"/>
                </a:ext>
              </a:extLst>
            </p:cNvPr>
            <p:cNvSpPr>
              <a:spLocks noGrp="1"/>
            </p:cNvSpPr>
            <p:nvPr/>
          </p:nvSpPr>
          <p:spPr>
            <a:xfrm>
              <a:off x="22900582" y="4646383"/>
              <a:ext cx="23031" cy="9540"/>
            </a:xfrm>
            <a:custGeom>
              <a:pathLst>
                <a:path w="23031" h="9540">
                  <a:moveTo>
                    <a:pt x="23031" y="9540"/>
                  </a:moveTo>
                  <a:lnTo>
                    <a:pt x="0" y="0"/>
                  </a:lnTo>
                </a:path>
              </a:pathLst>
            </a:custGeom>
            <a:noFill/>
            <a:ln w="26670">
              <a:solidFill>
                <a:srgbClr val="6F8EA9"/>
              </a:solidFill>
              <a:prstDash val="solid"/>
            </a:ln>
          </p:spPr>
        </p:sp>
        <p:sp>
          <p:nvSpPr>
            <p:cNvPr id="2384" name="four:rotate-and-assemble:line:2384">
              <a:extLst>
                <a:ext uri="{FF2B5EF4-FFF2-40B4-BE49-F238E27FC236}">
                  <ns2:creationId id="{173C99AD-1F18-4F82-ACAD-9F0DDEAB57A8}"/>
                </a:ext>
              </a:extLst>
            </p:cNvPr>
            <p:cNvSpPr>
              <a:spLocks noGrp="1"/>
            </p:cNvSpPr>
            <p:nvPr/>
          </p:nvSpPr>
          <p:spPr>
            <a:xfrm>
              <a:off x="22876808" y="4638887"/>
              <a:ext cx="23775" cy="7496"/>
            </a:xfrm>
            <a:custGeom>
              <a:pathLst>
                <a:path w="23775" h="7496">
                  <a:moveTo>
                    <a:pt x="23775" y="7496"/>
                  </a:moveTo>
                  <a:lnTo>
                    <a:pt x="0" y="0"/>
                  </a:lnTo>
                </a:path>
              </a:pathLst>
            </a:custGeom>
            <a:noFill/>
            <a:ln w="26670">
              <a:solidFill>
                <a:srgbClr val="6F8EA9"/>
              </a:solidFill>
              <a:prstDash val="solid"/>
            </a:ln>
          </p:spPr>
        </p:sp>
        <p:sp>
          <p:nvSpPr>
            <p:cNvPr id="2385" name="four:rotate-and-assemble:line:2385">
              <a:extLst>
                <a:ext uri="{FF2B5EF4-FFF2-40B4-BE49-F238E27FC236}">
                  <ns2:creationId id="{1478D610-6167-437C-8557-B0E855BB931F}"/>
                </a:ext>
              </a:extLst>
            </p:cNvPr>
            <p:cNvSpPr>
              <a:spLocks noGrp="1"/>
            </p:cNvSpPr>
            <p:nvPr/>
          </p:nvSpPr>
          <p:spPr>
            <a:xfrm>
              <a:off x="22852470" y="4633491"/>
              <a:ext cx="24338" cy="5396"/>
            </a:xfrm>
            <a:custGeom>
              <a:pathLst>
                <a:path w="24338" h="5396">
                  <a:moveTo>
                    <a:pt x="24338" y="5396"/>
                  </a:moveTo>
                  <a:lnTo>
                    <a:pt x="0" y="0"/>
                  </a:lnTo>
                </a:path>
              </a:pathLst>
            </a:custGeom>
            <a:noFill/>
            <a:ln w="26670">
              <a:solidFill>
                <a:srgbClr val="6F8EA9"/>
              </a:solidFill>
              <a:prstDash val="solid"/>
            </a:ln>
          </p:spPr>
        </p:sp>
        <p:sp>
          <p:nvSpPr>
            <p:cNvPr id="2386" name="four:rotate-and-assemble:line:2386">
              <a:extLst>
                <a:ext uri="{FF2B5EF4-FFF2-40B4-BE49-F238E27FC236}">
                  <ns2:creationId id="{450B8559-5FEF-4F96-96A6-15002F7F9AC5}"/>
                </a:ext>
              </a:extLst>
            </p:cNvPr>
            <p:cNvSpPr>
              <a:spLocks noGrp="1"/>
            </p:cNvSpPr>
            <p:nvPr/>
          </p:nvSpPr>
          <p:spPr>
            <a:xfrm>
              <a:off x="22827755" y="4630237"/>
              <a:ext cx="24715" cy="3254"/>
            </a:xfrm>
            <a:custGeom>
              <a:pathLst>
                <a:path w="24715" h="3254">
                  <a:moveTo>
                    <a:pt x="24715" y="3254"/>
                  </a:moveTo>
                  <a:lnTo>
                    <a:pt x="0" y="0"/>
                  </a:lnTo>
                </a:path>
              </a:pathLst>
            </a:custGeom>
            <a:noFill/>
            <a:ln w="26670">
              <a:solidFill>
                <a:srgbClr val="6F8EA9"/>
              </a:solidFill>
              <a:prstDash val="solid"/>
            </a:ln>
          </p:spPr>
        </p:sp>
        <p:sp>
          <p:nvSpPr>
            <p:cNvPr id="2387" name="four:rotate-and-assemble:line:2387">
              <a:extLst>
                <a:ext uri="{FF2B5EF4-FFF2-40B4-BE49-F238E27FC236}">
                  <ns2:creationId id="{D4C4A7F9-04E7-4493-A1AA-05F907B41DE5}"/>
                </a:ext>
              </a:extLst>
            </p:cNvPr>
            <p:cNvSpPr>
              <a:spLocks noGrp="1"/>
            </p:cNvSpPr>
            <p:nvPr/>
          </p:nvSpPr>
          <p:spPr>
            <a:xfrm>
              <a:off x="22802850" y="4629150"/>
              <a:ext cx="24905" cy="1087"/>
            </a:xfrm>
            <a:custGeom>
              <a:pathLst>
                <a:path w="24905" h="1087">
                  <a:moveTo>
                    <a:pt x="24905" y="1087"/>
                  </a:moveTo>
                  <a:lnTo>
                    <a:pt x="0" y="0"/>
                  </a:lnTo>
                </a:path>
              </a:pathLst>
            </a:custGeom>
            <a:noFill/>
            <a:ln w="26670">
              <a:solidFill>
                <a:srgbClr val="6F8EA9"/>
              </a:solidFill>
              <a:prstDash val="solid"/>
            </a:ln>
          </p:spPr>
        </p:sp>
        <p:sp>
          <p:nvSpPr>
            <p:cNvPr id="2388" name="four:rotate-and-assemble:polygon:2388">
              <a:extLst>
                <a:ext uri="{FF2B5EF4-FFF2-40B4-BE49-F238E27FC236}">
                  <ns2:creationId id="{B6D10EE1-8D9F-4C0D-9519-8A3F19282347}"/>
                </a:ext>
              </a:extLst>
            </p:cNvPr>
            <p:cNvSpPr>
              <a:spLocks noGrp="1"/>
            </p:cNvSpPr>
            <p:nvPr/>
          </p:nvSpPr>
          <p:spPr>
            <a:xfrm>
              <a:off x="22802850" y="4592386"/>
              <a:ext cx="96946" cy="81837"/>
            </a:xfrm>
            <a:custGeom>
              <a:pathLst>
                <a:path w="96946" h="81837">
                  <a:moveTo>
                    <a:pt x="0" y="36764"/>
                  </a:moveTo>
                  <a:lnTo>
                    <a:pt x="93373" y="81837"/>
                  </a:lnTo>
                  <a:lnTo>
                    <a:pt x="96946" y="0"/>
                  </a:lnTo>
                  <a:close/>
                </a:path>
              </a:pathLst>
            </a:custGeom>
            <a:solidFill>
              <a:srgbClr val="6F8EA9"/>
            </a:solidFill>
            <a:ln w="0">
              <a:noFill/>
              <a:prstDash val="solid"/>
            </a:ln>
          </p:spPr>
        </p:sp>
        <p:sp>
          <p:nvSpPr>
            <p:cNvPr id="2389" name="four:rotate-and-assemble:textbox:2389">
              <a:extLst>
                <a:ext uri="{FF2B5EF4-FFF2-40B4-BE49-F238E27FC236}">
                  <ns2:creationId id="{AC1967E3-37C4-42E4-A4C0-DDAA316FA576}"/>
                </a:ext>
              </a:extLst>
            </p:cNvPr>
            <p:cNvSpPr>
              <a:spLocks noGrp="1"/>
            </p:cNvSpPr>
            <p:nvPr/>
          </p:nvSpPr>
          <p:spPr>
            <a:xfrm>
              <a:off x="22212300" y="4591050"/>
              <a:ext cx="514350" cy="295275"/>
            </a:xfrm>
            <a:prstGeom prst="rect">
              <a:avLst/>
            </a:prstGeom>
            <a:noFill/>
            <a:ln w="0">
              <a:noFill/>
              <a:prstDash val="solid"/>
            </a:ln>
          </p:spPr>
          <p:txBody>
            <a:bodyPr wrap="none" lIns="0" tIns="0" rIns="0" bIns="0" anchor="ctr">
              <a:normAutofit fontScale="100000"/>
            </a:bodyPr>
            <a:lstStyle>
              <a:defPPr algn="ctr">
                <a:defRPr sz="1575" b="1">
                  <a:solidFill>
                    <a:srgbClr val="6F8EA9"/>
                  </a:solidFill>
                  <a:latin typeface="Arial"/>
                  <a:ea typeface="Arial"/>
                  <a:cs typeface="Arial"/>
                </a:defRPr>
              </a:defPPr>
            </a:lstStyle>
            <a:p>
              <a:pPr algn="ctr">
                <a:defRPr sz="1575" b="1">
                  <a:solidFill>
                    <a:srgbClr val="6F8EA9"/>
                  </a:solidFill>
                  <a:latin typeface="Arial"/>
                  <a:ea typeface="Arial"/>
                  <a:cs typeface="Arial"/>
                </a:defRPr>
              </a:pPr>
              <a:r>
                <a:rPr sz="1575" b="1">
                  <a:solidFill>
                    <a:srgbClr val="6F8EA9"/>
                  </a:solidFill>
                  <a:latin typeface="Arial"/>
                  <a:ea typeface="Arial"/>
                  <a:cs typeface="Arial"/>
                </a:rPr>
                <a:t>90°</a:t>
              </a:r>
            </a:p>
          </p:txBody>
        </p:sp>
        <p:sp>
          <p:nvSpPr>
            <p:cNvPr id="2390" name="four:rotate-and-assemble:line:2390">
              <a:extLst>
                <a:ext uri="{FF2B5EF4-FFF2-40B4-BE49-F238E27FC236}">
                  <ns2:creationId id="{F8B82437-A4E0-46E1-8144-C73C61C32D4F}"/>
                </a:ext>
              </a:extLst>
            </p:cNvPr>
            <p:cNvSpPr>
              <a:spLocks noGrp="1"/>
            </p:cNvSpPr>
            <p:nvPr/>
          </p:nvSpPr>
          <p:spPr>
            <a:xfrm>
              <a:off x="22650450" y="5133975"/>
              <a:ext cx="953" cy="180975"/>
            </a:xfrm>
            <a:custGeom>
              <a:pathLst>
                <a:path w="953" h="180975">
                  <a:moveTo>
                    <a:pt x="0" y="0"/>
                  </a:moveTo>
                  <a:lnTo>
                    <a:pt x="0" y="180975"/>
                  </a:lnTo>
                </a:path>
              </a:pathLst>
            </a:custGeom>
            <a:noFill/>
            <a:ln w="15240">
              <a:solidFill>
                <a:srgbClr val="5DA4CB"/>
              </a:solidFill>
              <a:prstDash val="solid"/>
            </a:ln>
          </p:spPr>
        </p:sp>
        <p:sp>
          <p:nvSpPr>
            <p:cNvPr id="2391" name="four:rotate-and-assemble:polygon:2391">
              <a:extLst>
                <a:ext uri="{FF2B5EF4-FFF2-40B4-BE49-F238E27FC236}">
                  <ns2:creationId id="{79F5C45D-41E5-4416-A1C1-259583FDF391}"/>
                </a:ext>
              </a:extLst>
            </p:cNvPr>
            <p:cNvSpPr>
              <a:spLocks noGrp="1"/>
            </p:cNvSpPr>
            <p:nvPr/>
          </p:nvSpPr>
          <p:spPr>
            <a:xfrm>
              <a:off x="22617684" y="5238750"/>
              <a:ext cx="65532" cy="76200"/>
            </a:xfrm>
            <a:custGeom>
              <a:pathLst>
                <a:path w="65532" h="76200">
                  <a:moveTo>
                    <a:pt x="32766" y="76200"/>
                  </a:moveTo>
                  <a:lnTo>
                    <a:pt x="65532" y="0"/>
                  </a:lnTo>
                  <a:lnTo>
                    <a:pt x="0" y="0"/>
                  </a:lnTo>
                  <a:close/>
                </a:path>
              </a:pathLst>
            </a:custGeom>
            <a:solidFill>
              <a:srgbClr val="5DA4CB"/>
            </a:solidFill>
            <a:ln w="0">
              <a:noFill/>
              <a:prstDash val="solid"/>
            </a:ln>
          </p:spPr>
        </p:sp>
      </p:grpSp>
      <p:grpSp>
        <p:nvGrpSpPr>
          <p:cNvPr id="3189" name="temporal-output"/>
          <p:cNvGrpSpPr/>
          <p:nvPr/>
        </p:nvGrpSpPr>
        <p:grpSpPr>
          <a:xfrm>
            <a:off x="0" y="0"/>
            <a:ext cx="24955500" cy="8572500"/>
            <a:chOff x="0" y="0"/>
            <a:chExt cx="24955500" cy="8572500"/>
          </a:xfrm>
        </p:grpSpPr>
        <p:sp>
          <p:nvSpPr>
            <p:cNvPr id="2392" name="four:temporal-output:textbox:2392">
              <a:extLst>
                <a:ext uri="{FF2B5EF4-FFF2-40B4-BE49-F238E27FC236}">
                  <ns2:creationId id="{1269A70D-38FB-4C68-B494-E374B329E511}"/>
                </a:ext>
              </a:extLst>
            </p:cNvPr>
            <p:cNvSpPr>
              <a:spLocks noGrp="1"/>
            </p:cNvSpPr>
            <p:nvPr/>
          </p:nvSpPr>
          <p:spPr>
            <a:xfrm>
              <a:off x="20840700" y="5429250"/>
              <a:ext cx="3514725" cy="304800"/>
            </a:xfrm>
            <a:prstGeom prst="rect">
              <a:avLst/>
            </a:prstGeom>
            <a:noFill/>
            <a:ln w="0">
              <a:noFill/>
              <a:prstDash val="solid"/>
            </a:ln>
          </p:spPr>
          <p:txBody>
            <a:bodyPr wrap="none" lIns="0" tIns="0" rIns="0" bIns="0" anchor="ctr">
              <a:normAutofit fontScale="100000"/>
            </a:bodyPr>
            <a:lstStyle>
              <a:defPPr algn="l">
                <a:defRPr sz="1725" b="1">
                  <a:solidFill>
                    <a:srgbClr val="263238"/>
                  </a:solidFill>
                  <a:latin typeface="Arial"/>
                  <a:ea typeface="Arial"/>
                  <a:cs typeface="Arial"/>
                </a:defRPr>
              </a:defPPr>
            </a:lstStyle>
            <a:p>
              <a:pPr algn="l">
                <a:defRPr sz="1725" b="1">
                  <a:solidFill>
                    <a:srgbClr val="263238"/>
                  </a:solidFill>
                  <a:latin typeface="Arial"/>
                  <a:ea typeface="Arial"/>
                  <a:cs typeface="Arial"/>
                </a:defRPr>
              </a:pPr>
              <a:r>
                <a:rPr sz="1725" b="1">
                  <a:solidFill>
                    <a:srgbClr val="263238"/>
                  </a:solidFill>
                  <a:latin typeface="Arial"/>
                  <a:ea typeface="Arial"/>
                  <a:cs typeface="Arial"/>
                </a:rPr>
                <a:t>Temporal merge tree map</a:t>
              </a:r>
            </a:p>
          </p:txBody>
        </p:sp>
        <p:sp>
          <p:nvSpPr>
            <p:cNvPr id="2393" name="four:temporal-output:map-continuous-underlay:2393">
              <a:extLst>
                <a:ext uri="{FF2B5EF4-FFF2-40B4-BE49-F238E27FC236}">
                  <ns2:creationId id="{1561A342-A89A-49AC-8A53-E4924E517797}"/>
                </a:ext>
              </a:extLst>
            </p:cNvPr>
            <p:cNvSpPr>
              <a:spLocks noGrp="1"/>
            </p:cNvSpPr>
            <p:nvPr/>
          </p:nvSpPr>
          <p:spPr>
            <a:xfrm>
              <a:off x="21240750" y="6019800"/>
              <a:ext cx="2838450" cy="1143000"/>
            </a:xfrm>
            <a:prstGeom prst="rect">
              <a:avLst/>
            </a:prstGeom>
            <a:solidFill>
              <a:srgbClr val="DCE8ED"/>
            </a:solidFill>
            <a:ln w="0">
              <a:noFill/>
              <a:prstDash val="solid"/>
            </a:ln>
          </p:spPr>
        </p:sp>
        <p:sp>
          <p:nvSpPr>
            <p:cNvPr id="2394" name="four:temporal-output:textbox:2394">
              <a:extLst>
                <a:ext uri="{FF2B5EF4-FFF2-40B4-BE49-F238E27FC236}">
                  <ns2:creationId id="{65DDF774-A132-4FAD-AAC7-4E8844CB212F}"/>
                </a:ext>
              </a:extLst>
            </p:cNvPr>
            <p:cNvSpPr>
              <a:spLocks noGrp="1"/>
            </p:cNvSpPr>
            <p:nvPr/>
          </p:nvSpPr>
          <p:spPr>
            <a:xfrm>
              <a:off x="21240750" y="5743575"/>
              <a:ext cx="709613" cy="342900"/>
            </a:xfrm>
            <a:prstGeom prst="rect">
              <a:avLst/>
            </a:prstGeom>
            <a:noFill/>
            <a:ln w="0">
              <a:noFill/>
              <a:prstDash val="solid"/>
            </a:ln>
          </p:spPr>
          <p:txBody>
            <a:bodyPr wrap="none" lIns="0" tIns="0" rIns="0" bIns="0" anchor="ctr">
              <a:normAutofit fontScale="100000"/>
            </a:bodyPr>
            <a:lstStyle>
              <a:defPPr algn="ctr">
                <a:defRPr sz="1650" b="0">
                  <a:solidFill>
                    <a:srgbClr val="263238"/>
                  </a:solidFill>
                  <a:latin typeface="Arial"/>
                  <a:ea typeface="Arial"/>
                  <a:cs typeface="Arial"/>
                </a:defRPr>
              </a:defPPr>
            </a:lstStyle>
            <a:p>
              <a:pPr algn="ctr">
                <a:defRPr sz="1650" b="0">
                  <a:solidFill>
                    <a:srgbClr val="263238"/>
                  </a:solidFill>
                  <a:latin typeface="Arial"/>
                  <a:ea typeface="Arial"/>
                  <a:cs typeface="Arial"/>
                </a:defRPr>
              </a:pPr>
              <a:r>
                <a:rPr sz="1650" b="0">
                  <a:solidFill>
                    <a:srgbClr val="263238"/>
                  </a:solidFill>
                  <a:latin typeface="Arial"/>
                  <a:ea typeface="Arial"/>
                  <a:cs typeface="Arial"/>
                </a:rPr>
                <a:t>tₐ</a:t>
              </a:r>
            </a:p>
          </p:txBody>
        </p:sp>
        <p:sp>
          <p:nvSpPr>
            <p:cNvPr id="2395" name="four:temporal-output:rotated-tₐ-cell-0:2395">
              <a:extLst>
                <a:ext uri="{FF2B5EF4-FFF2-40B4-BE49-F238E27FC236}">
                  <ns2:creationId id="{33B79F84-AFB3-4D99-9AFF-7FEF87223E29}"/>
                </a:ext>
              </a:extLst>
            </p:cNvPr>
            <p:cNvSpPr>
              <a:spLocks noGrp="1"/>
            </p:cNvSpPr>
            <p:nvPr/>
          </p:nvSpPr>
          <p:spPr>
            <a:xfrm>
              <a:off x="21240750" y="7156847"/>
              <a:ext cx="709613" cy="5953"/>
            </a:xfrm>
            <a:prstGeom prst="rect">
              <a:avLst/>
            </a:prstGeom>
            <a:solidFill>
              <a:srgbClr val="DCE8ED"/>
            </a:solidFill>
            <a:ln w="0">
              <a:noFill/>
              <a:prstDash val="solid"/>
            </a:ln>
          </p:spPr>
        </p:sp>
        <p:sp>
          <p:nvSpPr>
            <p:cNvPr id="2396" name="four:temporal-output:rotated-tₐ-cell-1:2396">
              <a:extLst>
                <a:ext uri="{FF2B5EF4-FFF2-40B4-BE49-F238E27FC236}">
                  <ns2:creationId id="{7F1FD296-01D3-49FE-B5F6-7F52943BCE82}"/>
                </a:ext>
              </a:extLst>
            </p:cNvPr>
            <p:cNvSpPr>
              <a:spLocks noGrp="1"/>
            </p:cNvSpPr>
            <p:nvPr/>
          </p:nvSpPr>
          <p:spPr>
            <a:xfrm>
              <a:off x="21240750" y="7150894"/>
              <a:ext cx="709613" cy="5953"/>
            </a:xfrm>
            <a:prstGeom prst="rect">
              <a:avLst/>
            </a:prstGeom>
            <a:solidFill>
              <a:srgbClr val="DCE8ED"/>
            </a:solidFill>
            <a:ln w="0">
              <a:noFill/>
              <a:prstDash val="solid"/>
            </a:ln>
          </p:spPr>
        </p:sp>
        <p:sp>
          <p:nvSpPr>
            <p:cNvPr id="2397" name="four:temporal-output:rotated-tₐ-cell-2:2397">
              <a:extLst>
                <a:ext uri="{FF2B5EF4-FFF2-40B4-BE49-F238E27FC236}">
                  <ns2:creationId id="{C839A479-E8D8-4F60-A52D-C1FE26621D05}"/>
                </a:ext>
              </a:extLst>
            </p:cNvPr>
            <p:cNvSpPr>
              <a:spLocks noGrp="1"/>
            </p:cNvSpPr>
            <p:nvPr/>
          </p:nvSpPr>
          <p:spPr>
            <a:xfrm>
              <a:off x="21240750" y="7144941"/>
              <a:ext cx="709613" cy="5953"/>
            </a:xfrm>
            <a:prstGeom prst="rect">
              <a:avLst/>
            </a:prstGeom>
            <a:solidFill>
              <a:srgbClr val="DCE8ED"/>
            </a:solidFill>
            <a:ln w="0">
              <a:noFill/>
              <a:prstDash val="solid"/>
            </a:ln>
          </p:spPr>
        </p:sp>
        <p:sp>
          <p:nvSpPr>
            <p:cNvPr id="2398" name="four:temporal-output:rotated-tₐ-cell-3:2398">
              <a:extLst>
                <a:ext uri="{FF2B5EF4-FFF2-40B4-BE49-F238E27FC236}">
                  <ns2:creationId id="{AE5BF2DA-9304-4DF3-BD59-EA97AA378BAF}"/>
                </a:ext>
              </a:extLst>
            </p:cNvPr>
            <p:cNvSpPr>
              <a:spLocks noGrp="1"/>
            </p:cNvSpPr>
            <p:nvPr/>
          </p:nvSpPr>
          <p:spPr>
            <a:xfrm>
              <a:off x="21240750" y="7138988"/>
              <a:ext cx="709613" cy="5953"/>
            </a:xfrm>
            <a:prstGeom prst="rect">
              <a:avLst/>
            </a:prstGeom>
            <a:solidFill>
              <a:srgbClr val="DCE8ED"/>
            </a:solidFill>
            <a:ln w="0">
              <a:noFill/>
              <a:prstDash val="solid"/>
            </a:ln>
          </p:spPr>
        </p:sp>
        <p:sp>
          <p:nvSpPr>
            <p:cNvPr id="2399" name="four:temporal-output:rotated-tₐ-cell-4:2399">
              <a:extLst>
                <a:ext uri="{FF2B5EF4-FFF2-40B4-BE49-F238E27FC236}">
                  <ns2:creationId id="{AD40C2B1-7FC0-465D-B366-EC193A0F8EBA}"/>
                </a:ext>
              </a:extLst>
            </p:cNvPr>
            <p:cNvSpPr>
              <a:spLocks noGrp="1"/>
            </p:cNvSpPr>
            <p:nvPr/>
          </p:nvSpPr>
          <p:spPr>
            <a:xfrm>
              <a:off x="21240750" y="7133034"/>
              <a:ext cx="709613" cy="5953"/>
            </a:xfrm>
            <a:prstGeom prst="rect">
              <a:avLst/>
            </a:prstGeom>
            <a:solidFill>
              <a:srgbClr val="DCE8ED"/>
            </a:solidFill>
            <a:ln w="0">
              <a:noFill/>
              <a:prstDash val="solid"/>
            </a:ln>
          </p:spPr>
        </p:sp>
        <p:sp>
          <p:nvSpPr>
            <p:cNvPr id="2400" name="four:temporal-output:rotated-tₐ-cell-5:2400">
              <a:extLst>
                <a:ext uri="{FF2B5EF4-FFF2-40B4-BE49-F238E27FC236}">
                  <ns2:creationId id="{E2FC8AED-1697-4390-98D2-8A1CE3A5A42A}"/>
                </a:ext>
              </a:extLst>
            </p:cNvPr>
            <p:cNvSpPr>
              <a:spLocks noGrp="1"/>
            </p:cNvSpPr>
            <p:nvPr/>
          </p:nvSpPr>
          <p:spPr>
            <a:xfrm>
              <a:off x="21240750" y="7127081"/>
              <a:ext cx="709613" cy="5953"/>
            </a:xfrm>
            <a:prstGeom prst="rect">
              <a:avLst/>
            </a:prstGeom>
            <a:solidFill>
              <a:srgbClr val="D4E2E9"/>
            </a:solidFill>
            <a:ln w="0">
              <a:noFill/>
              <a:prstDash val="solid"/>
            </a:ln>
          </p:spPr>
        </p:sp>
        <p:sp>
          <p:nvSpPr>
            <p:cNvPr id="2401" name="four:temporal-output:rotated-tₐ-cell-6:2401">
              <a:extLst>
                <a:ext uri="{FF2B5EF4-FFF2-40B4-BE49-F238E27FC236}">
                  <ns2:creationId id="{2F42D397-C44F-4257-8EA1-7BFA4A6A60BB}"/>
                </a:ext>
              </a:extLst>
            </p:cNvPr>
            <p:cNvSpPr>
              <a:spLocks noGrp="1"/>
            </p:cNvSpPr>
            <p:nvPr/>
          </p:nvSpPr>
          <p:spPr>
            <a:xfrm>
              <a:off x="21240750" y="7121128"/>
              <a:ext cx="709613" cy="5953"/>
            </a:xfrm>
            <a:prstGeom prst="rect">
              <a:avLst/>
            </a:prstGeom>
            <a:solidFill>
              <a:srgbClr val="9DC6DC"/>
            </a:solidFill>
            <a:ln w="0">
              <a:noFill/>
              <a:prstDash val="solid"/>
            </a:ln>
          </p:spPr>
        </p:sp>
        <p:sp>
          <p:nvSpPr>
            <p:cNvPr id="2402" name="four:temporal-output:rotated-tₐ-cell-7:2402">
              <a:extLst>
                <a:ext uri="{FF2B5EF4-FFF2-40B4-BE49-F238E27FC236}">
                  <ns2:creationId id="{02952368-9306-49EA-9230-B3B7128BCA75}"/>
                </a:ext>
              </a:extLst>
            </p:cNvPr>
            <p:cNvSpPr>
              <a:spLocks noGrp="1"/>
            </p:cNvSpPr>
            <p:nvPr/>
          </p:nvSpPr>
          <p:spPr>
            <a:xfrm>
              <a:off x="21240750" y="7115175"/>
              <a:ext cx="709613" cy="5953"/>
            </a:xfrm>
            <a:prstGeom prst="rect">
              <a:avLst/>
            </a:prstGeom>
            <a:solidFill>
              <a:srgbClr val="5AA2CA"/>
            </a:solidFill>
            <a:ln w="0">
              <a:noFill/>
              <a:prstDash val="solid"/>
            </a:ln>
          </p:spPr>
        </p:sp>
        <p:sp>
          <p:nvSpPr>
            <p:cNvPr id="2403" name="four:temporal-output:rotated-tₐ-cell-8:2403">
              <a:extLst>
                <a:ext uri="{FF2B5EF4-FFF2-40B4-BE49-F238E27FC236}">
                  <ns2:creationId id="{5E6ADC7E-93A9-4C14-8E49-B4E49A7E8FFB}"/>
                </a:ext>
              </a:extLst>
            </p:cNvPr>
            <p:cNvSpPr>
              <a:spLocks noGrp="1"/>
            </p:cNvSpPr>
            <p:nvPr/>
          </p:nvSpPr>
          <p:spPr>
            <a:xfrm>
              <a:off x="21240750" y="7109222"/>
              <a:ext cx="709613" cy="5953"/>
            </a:xfrm>
            <a:prstGeom prst="rect">
              <a:avLst/>
            </a:prstGeom>
            <a:solidFill>
              <a:srgbClr val="1D82BA"/>
            </a:solidFill>
            <a:ln w="0">
              <a:noFill/>
              <a:prstDash val="solid"/>
            </a:ln>
          </p:spPr>
        </p:sp>
        <p:sp>
          <p:nvSpPr>
            <p:cNvPr id="2404" name="four:temporal-output:rotated-tₐ-cell-9:2404">
              <a:extLst>
                <a:ext uri="{FF2B5EF4-FFF2-40B4-BE49-F238E27FC236}">
                  <ns2:creationId id="{98582188-5D73-4F89-9DF1-F2A89CB70A8A}"/>
                </a:ext>
              </a:extLst>
            </p:cNvPr>
            <p:cNvSpPr>
              <a:spLocks noGrp="1"/>
            </p:cNvSpPr>
            <p:nvPr/>
          </p:nvSpPr>
          <p:spPr>
            <a:xfrm>
              <a:off x="21240750" y="7103269"/>
              <a:ext cx="709613" cy="5953"/>
            </a:xfrm>
            <a:prstGeom prst="rect">
              <a:avLst/>
            </a:prstGeom>
            <a:solidFill>
              <a:srgbClr val="0072B2"/>
            </a:solidFill>
            <a:ln w="0">
              <a:noFill/>
              <a:prstDash val="solid"/>
            </a:ln>
          </p:spPr>
        </p:sp>
        <p:sp>
          <p:nvSpPr>
            <p:cNvPr id="2405" name="four:temporal-output:rotated-tₐ-cell-10:2405">
              <a:extLst>
                <a:ext uri="{FF2B5EF4-FFF2-40B4-BE49-F238E27FC236}">
                  <ns2:creationId id="{026402BC-9D3C-4643-9BC8-58586C35CB5A}"/>
                </a:ext>
              </a:extLst>
            </p:cNvPr>
            <p:cNvSpPr>
              <a:spLocks noGrp="1"/>
            </p:cNvSpPr>
            <p:nvPr/>
          </p:nvSpPr>
          <p:spPr>
            <a:xfrm>
              <a:off x="21240750" y="7097316"/>
              <a:ext cx="709613" cy="5953"/>
            </a:xfrm>
            <a:prstGeom prst="rect">
              <a:avLst/>
            </a:prstGeom>
            <a:solidFill>
              <a:srgbClr val="0072B2"/>
            </a:solidFill>
            <a:ln w="0">
              <a:noFill/>
              <a:prstDash val="solid"/>
            </a:ln>
          </p:spPr>
        </p:sp>
        <p:sp>
          <p:nvSpPr>
            <p:cNvPr id="2406" name="four:temporal-output:rotated-tₐ-cell-11:2406">
              <a:extLst>
                <a:ext uri="{FF2B5EF4-FFF2-40B4-BE49-F238E27FC236}">
                  <ns2:creationId id="{A5D23284-840B-4548-8D3C-2C14402B0897}"/>
                </a:ext>
              </a:extLst>
            </p:cNvPr>
            <p:cNvSpPr>
              <a:spLocks noGrp="1"/>
            </p:cNvSpPr>
            <p:nvPr/>
          </p:nvSpPr>
          <p:spPr>
            <a:xfrm>
              <a:off x="21240750" y="7091363"/>
              <a:ext cx="709613" cy="5953"/>
            </a:xfrm>
            <a:prstGeom prst="rect">
              <a:avLst/>
            </a:prstGeom>
            <a:solidFill>
              <a:srgbClr val="0072B2"/>
            </a:solidFill>
            <a:ln w="0">
              <a:noFill/>
              <a:prstDash val="solid"/>
            </a:ln>
          </p:spPr>
        </p:sp>
        <p:sp>
          <p:nvSpPr>
            <p:cNvPr id="2407" name="four:temporal-output:rotated-tₐ-cell-12:2407">
              <a:extLst>
                <a:ext uri="{FF2B5EF4-FFF2-40B4-BE49-F238E27FC236}">
                  <ns2:creationId id="{12FF2201-D878-4CA1-9D80-359CF518A20E}"/>
                </a:ext>
              </a:extLst>
            </p:cNvPr>
            <p:cNvSpPr>
              <a:spLocks noGrp="1"/>
            </p:cNvSpPr>
            <p:nvPr/>
          </p:nvSpPr>
          <p:spPr>
            <a:xfrm>
              <a:off x="21240750" y="7085409"/>
              <a:ext cx="709613" cy="5953"/>
            </a:xfrm>
            <a:prstGeom prst="rect">
              <a:avLst/>
            </a:prstGeom>
            <a:solidFill>
              <a:srgbClr val="0072B2"/>
            </a:solidFill>
            <a:ln w="0">
              <a:noFill/>
              <a:prstDash val="solid"/>
            </a:ln>
          </p:spPr>
        </p:sp>
        <p:sp>
          <p:nvSpPr>
            <p:cNvPr id="2408" name="four:temporal-output:rotated-tₐ-cell-13:2408">
              <a:extLst>
                <a:ext uri="{FF2B5EF4-FFF2-40B4-BE49-F238E27FC236}">
                  <ns2:creationId id="{A71D9E90-05B6-435A-851F-2D5D9F5BC3C1}"/>
                </a:ext>
              </a:extLst>
            </p:cNvPr>
            <p:cNvSpPr>
              <a:spLocks noGrp="1"/>
            </p:cNvSpPr>
            <p:nvPr/>
          </p:nvSpPr>
          <p:spPr>
            <a:xfrm>
              <a:off x="21240750" y="7079456"/>
              <a:ext cx="709613" cy="5953"/>
            </a:xfrm>
            <a:prstGeom prst="rect">
              <a:avLst/>
            </a:prstGeom>
            <a:solidFill>
              <a:srgbClr val="0072B2"/>
            </a:solidFill>
            <a:ln w="0">
              <a:noFill/>
              <a:prstDash val="solid"/>
            </a:ln>
          </p:spPr>
        </p:sp>
        <p:sp>
          <p:nvSpPr>
            <p:cNvPr id="2409" name="four:temporal-output:rotated-tₐ-cell-14:2409">
              <a:extLst>
                <a:ext uri="{FF2B5EF4-FFF2-40B4-BE49-F238E27FC236}">
                  <ns2:creationId id="{60A72CDA-EEA0-4E4E-8061-73FFD476D052}"/>
                </a:ext>
              </a:extLst>
            </p:cNvPr>
            <p:cNvSpPr>
              <a:spLocks noGrp="1"/>
            </p:cNvSpPr>
            <p:nvPr/>
          </p:nvSpPr>
          <p:spPr>
            <a:xfrm>
              <a:off x="21240750" y="7073503"/>
              <a:ext cx="709613" cy="5953"/>
            </a:xfrm>
            <a:prstGeom prst="rect">
              <a:avLst/>
            </a:prstGeom>
            <a:solidFill>
              <a:srgbClr val="0072B2"/>
            </a:solidFill>
            <a:ln w="0">
              <a:noFill/>
              <a:prstDash val="solid"/>
            </a:ln>
          </p:spPr>
        </p:sp>
        <p:sp>
          <p:nvSpPr>
            <p:cNvPr id="2410" name="four:temporal-output:rotated-tₐ-cell-15:2410">
              <a:extLst>
                <a:ext uri="{FF2B5EF4-FFF2-40B4-BE49-F238E27FC236}">
                  <ns2:creationId id="{C39994F1-83E4-4C25-A817-D0F5FB385B6F}"/>
                </a:ext>
              </a:extLst>
            </p:cNvPr>
            <p:cNvSpPr>
              <a:spLocks noGrp="1"/>
            </p:cNvSpPr>
            <p:nvPr/>
          </p:nvSpPr>
          <p:spPr>
            <a:xfrm>
              <a:off x="21240750" y="7067550"/>
              <a:ext cx="709613" cy="5953"/>
            </a:xfrm>
            <a:prstGeom prst="rect">
              <a:avLst/>
            </a:prstGeom>
            <a:solidFill>
              <a:srgbClr val="0072B2"/>
            </a:solidFill>
            <a:ln w="0">
              <a:noFill/>
              <a:prstDash val="solid"/>
            </a:ln>
          </p:spPr>
        </p:sp>
        <p:sp>
          <p:nvSpPr>
            <p:cNvPr id="2411" name="four:temporal-output:rotated-tₐ-cell-16:2411">
              <a:extLst>
                <a:ext uri="{FF2B5EF4-FFF2-40B4-BE49-F238E27FC236}">
                  <ns2:creationId id="{FBAA3BD6-BBBE-45B5-AE70-D4B88E288BCB}"/>
                </a:ext>
              </a:extLst>
            </p:cNvPr>
            <p:cNvSpPr>
              <a:spLocks noGrp="1"/>
            </p:cNvSpPr>
            <p:nvPr/>
          </p:nvSpPr>
          <p:spPr>
            <a:xfrm>
              <a:off x="21240750" y="7061597"/>
              <a:ext cx="709613" cy="5953"/>
            </a:xfrm>
            <a:prstGeom prst="rect">
              <a:avLst/>
            </a:prstGeom>
            <a:solidFill>
              <a:srgbClr val="0072B2"/>
            </a:solidFill>
            <a:ln w="0">
              <a:noFill/>
              <a:prstDash val="solid"/>
            </a:ln>
          </p:spPr>
        </p:sp>
        <p:sp>
          <p:nvSpPr>
            <p:cNvPr id="2412" name="four:temporal-output:rotated-tₐ-cell-17:2412">
              <a:extLst>
                <a:ext uri="{FF2B5EF4-FFF2-40B4-BE49-F238E27FC236}">
                  <ns2:creationId id="{32BEEBD8-F98F-4010-9BC6-03B95149DFF1}"/>
                </a:ext>
              </a:extLst>
            </p:cNvPr>
            <p:cNvSpPr>
              <a:spLocks noGrp="1"/>
            </p:cNvSpPr>
            <p:nvPr/>
          </p:nvSpPr>
          <p:spPr>
            <a:xfrm>
              <a:off x="21240750" y="7055644"/>
              <a:ext cx="709613" cy="5953"/>
            </a:xfrm>
            <a:prstGeom prst="rect">
              <a:avLst/>
            </a:prstGeom>
            <a:solidFill>
              <a:srgbClr val="0072B2"/>
            </a:solidFill>
            <a:ln w="0">
              <a:noFill/>
              <a:prstDash val="solid"/>
            </a:ln>
          </p:spPr>
        </p:sp>
        <p:sp>
          <p:nvSpPr>
            <p:cNvPr id="2413" name="four:temporal-output:rotated-tₐ-cell-18:2413">
              <a:extLst>
                <a:ext uri="{FF2B5EF4-FFF2-40B4-BE49-F238E27FC236}">
                  <ns2:creationId id="{D7E4B85B-A28A-45DA-BF77-1414C0B40467}"/>
                </a:ext>
              </a:extLst>
            </p:cNvPr>
            <p:cNvSpPr>
              <a:spLocks noGrp="1"/>
            </p:cNvSpPr>
            <p:nvPr/>
          </p:nvSpPr>
          <p:spPr>
            <a:xfrm>
              <a:off x="21240750" y="7049691"/>
              <a:ext cx="709613" cy="5953"/>
            </a:xfrm>
            <a:prstGeom prst="rect">
              <a:avLst/>
            </a:prstGeom>
            <a:solidFill>
              <a:srgbClr val="0072B2"/>
            </a:solidFill>
            <a:ln w="0">
              <a:noFill/>
              <a:prstDash val="solid"/>
            </a:ln>
          </p:spPr>
        </p:sp>
        <p:sp>
          <p:nvSpPr>
            <p:cNvPr id="2414" name="four:temporal-output:rotated-tₐ-cell-19:2414">
              <a:extLst>
                <a:ext uri="{FF2B5EF4-FFF2-40B4-BE49-F238E27FC236}">
                  <ns2:creationId id="{6C444FCA-6721-4833-972E-941C49E32683}"/>
                </a:ext>
              </a:extLst>
            </p:cNvPr>
            <p:cNvSpPr>
              <a:spLocks noGrp="1"/>
            </p:cNvSpPr>
            <p:nvPr/>
          </p:nvSpPr>
          <p:spPr>
            <a:xfrm>
              <a:off x="21240750" y="7043738"/>
              <a:ext cx="709613" cy="5953"/>
            </a:xfrm>
            <a:prstGeom prst="rect">
              <a:avLst/>
            </a:prstGeom>
            <a:solidFill>
              <a:srgbClr val="0072B2"/>
            </a:solidFill>
            <a:ln w="0">
              <a:noFill/>
              <a:prstDash val="solid"/>
            </a:ln>
          </p:spPr>
        </p:sp>
        <p:sp>
          <p:nvSpPr>
            <p:cNvPr id="2415" name="four:temporal-output:rotated-tₐ-cell-20:2415">
              <a:extLst>
                <a:ext uri="{FF2B5EF4-FFF2-40B4-BE49-F238E27FC236}">
                  <ns2:creationId id="{50A0A759-1665-40F5-A587-68362B308E3F}"/>
                </a:ext>
              </a:extLst>
            </p:cNvPr>
            <p:cNvSpPr>
              <a:spLocks noGrp="1"/>
            </p:cNvSpPr>
            <p:nvPr/>
          </p:nvSpPr>
          <p:spPr>
            <a:xfrm>
              <a:off x="21240750" y="7037784"/>
              <a:ext cx="709613" cy="5953"/>
            </a:xfrm>
            <a:prstGeom prst="rect">
              <a:avLst/>
            </a:prstGeom>
            <a:solidFill>
              <a:srgbClr val="0072B2"/>
            </a:solidFill>
            <a:ln w="0">
              <a:noFill/>
              <a:prstDash val="solid"/>
            </a:ln>
          </p:spPr>
        </p:sp>
        <p:sp>
          <p:nvSpPr>
            <p:cNvPr id="2416" name="four:temporal-output:rotated-tₐ-cell-21:2416">
              <a:extLst>
                <a:ext uri="{FF2B5EF4-FFF2-40B4-BE49-F238E27FC236}">
                  <ns2:creationId id="{DA26FAE8-90A7-42E1-8A05-2756BCCDF7BE}"/>
                </a:ext>
              </a:extLst>
            </p:cNvPr>
            <p:cNvSpPr>
              <a:spLocks noGrp="1"/>
            </p:cNvSpPr>
            <p:nvPr/>
          </p:nvSpPr>
          <p:spPr>
            <a:xfrm>
              <a:off x="21240750" y="7031831"/>
              <a:ext cx="709613" cy="5953"/>
            </a:xfrm>
            <a:prstGeom prst="rect">
              <a:avLst/>
            </a:prstGeom>
            <a:solidFill>
              <a:srgbClr val="0072B2"/>
            </a:solidFill>
            <a:ln w="0">
              <a:noFill/>
              <a:prstDash val="solid"/>
            </a:ln>
          </p:spPr>
        </p:sp>
        <p:sp>
          <p:nvSpPr>
            <p:cNvPr id="2417" name="four:temporal-output:rotated-tₐ-cell-22:2417">
              <a:extLst>
                <a:ext uri="{FF2B5EF4-FFF2-40B4-BE49-F238E27FC236}">
                  <ns2:creationId id="{E525530E-EB8E-4D63-B364-FDCE4131D6BE}"/>
                </a:ext>
              </a:extLst>
            </p:cNvPr>
            <p:cNvSpPr>
              <a:spLocks noGrp="1"/>
            </p:cNvSpPr>
            <p:nvPr/>
          </p:nvSpPr>
          <p:spPr>
            <a:xfrm>
              <a:off x="21240750" y="7025878"/>
              <a:ext cx="709613" cy="5953"/>
            </a:xfrm>
            <a:prstGeom prst="rect">
              <a:avLst/>
            </a:prstGeom>
            <a:solidFill>
              <a:srgbClr val="0072B2"/>
            </a:solidFill>
            <a:ln w="0">
              <a:noFill/>
              <a:prstDash val="solid"/>
            </a:ln>
          </p:spPr>
        </p:sp>
        <p:sp>
          <p:nvSpPr>
            <p:cNvPr id="2418" name="four:temporal-output:rotated-tₐ-cell-23:2418">
              <a:extLst>
                <a:ext uri="{FF2B5EF4-FFF2-40B4-BE49-F238E27FC236}">
                  <ns2:creationId id="{ED799E7E-5E21-413C-A975-9F7D56EAF185}"/>
                </a:ext>
              </a:extLst>
            </p:cNvPr>
            <p:cNvSpPr>
              <a:spLocks noGrp="1"/>
            </p:cNvSpPr>
            <p:nvPr/>
          </p:nvSpPr>
          <p:spPr>
            <a:xfrm>
              <a:off x="21240750" y="7019925"/>
              <a:ext cx="709613" cy="5953"/>
            </a:xfrm>
            <a:prstGeom prst="rect">
              <a:avLst/>
            </a:prstGeom>
            <a:solidFill>
              <a:srgbClr val="0977B4"/>
            </a:solidFill>
            <a:ln w="0">
              <a:noFill/>
              <a:prstDash val="solid"/>
            </a:ln>
          </p:spPr>
        </p:sp>
        <p:sp>
          <p:nvSpPr>
            <p:cNvPr id="2419" name="four:temporal-output:rotated-tₐ-cell-24:2419">
              <a:extLst>
                <a:ext uri="{FF2B5EF4-FFF2-40B4-BE49-F238E27FC236}">
                  <ns2:creationId id="{57D05C98-EDC7-4B42-A461-EA79CD7C9937}"/>
                </a:ext>
              </a:extLst>
            </p:cNvPr>
            <p:cNvSpPr>
              <a:spLocks noGrp="1"/>
            </p:cNvSpPr>
            <p:nvPr/>
          </p:nvSpPr>
          <p:spPr>
            <a:xfrm>
              <a:off x="21240750" y="7013972"/>
              <a:ext cx="709613" cy="5953"/>
            </a:xfrm>
            <a:prstGeom prst="rect">
              <a:avLst/>
            </a:prstGeom>
            <a:solidFill>
              <a:srgbClr val="2385BB"/>
            </a:solidFill>
            <a:ln w="0">
              <a:noFill/>
              <a:prstDash val="solid"/>
            </a:ln>
          </p:spPr>
        </p:sp>
        <p:sp>
          <p:nvSpPr>
            <p:cNvPr id="2420" name="four:temporal-output:rotated-tₐ-cell-25:2420">
              <a:extLst>
                <a:ext uri="{FF2B5EF4-FFF2-40B4-BE49-F238E27FC236}">
                  <ns2:creationId id="{10927E64-E5A3-4E8A-A9F0-C2F7C25B188F}"/>
                </a:ext>
              </a:extLst>
            </p:cNvPr>
            <p:cNvSpPr>
              <a:spLocks noGrp="1"/>
            </p:cNvSpPr>
            <p:nvPr/>
          </p:nvSpPr>
          <p:spPr>
            <a:xfrm>
              <a:off x="21240750" y="7008019"/>
              <a:ext cx="709613" cy="5953"/>
            </a:xfrm>
            <a:prstGeom prst="rect">
              <a:avLst/>
            </a:prstGeom>
            <a:solidFill>
              <a:srgbClr val="4899C5"/>
            </a:solidFill>
            <a:ln w="0">
              <a:noFill/>
              <a:prstDash val="solid"/>
            </a:ln>
          </p:spPr>
        </p:sp>
        <p:sp>
          <p:nvSpPr>
            <p:cNvPr id="2421" name="four:temporal-output:rotated-tₐ-cell-26:2421">
              <a:extLst>
                <a:ext uri="{FF2B5EF4-FFF2-40B4-BE49-F238E27FC236}">
                  <ns2:creationId id="{2ECBF702-1216-426B-B5A0-AD3946E5AEFD}"/>
                </a:ext>
              </a:extLst>
            </p:cNvPr>
            <p:cNvSpPr>
              <a:spLocks noGrp="1"/>
            </p:cNvSpPr>
            <p:nvPr/>
          </p:nvSpPr>
          <p:spPr>
            <a:xfrm>
              <a:off x="21240750" y="7002066"/>
              <a:ext cx="709613" cy="5953"/>
            </a:xfrm>
            <a:prstGeom prst="rect">
              <a:avLst/>
            </a:prstGeom>
            <a:solidFill>
              <a:srgbClr val="72AFD1"/>
            </a:solidFill>
            <a:ln w="0">
              <a:noFill/>
              <a:prstDash val="solid"/>
            </a:ln>
          </p:spPr>
        </p:sp>
        <p:sp>
          <p:nvSpPr>
            <p:cNvPr id="2422" name="four:temporal-output:rotated-tₐ-cell-27:2422">
              <a:extLst>
                <a:ext uri="{FF2B5EF4-FFF2-40B4-BE49-F238E27FC236}">
                  <ns2:creationId id="{00B9F91C-9DE3-487C-90C5-7451F9ED2100}"/>
                </a:ext>
              </a:extLst>
            </p:cNvPr>
            <p:cNvSpPr>
              <a:spLocks noGrp="1"/>
            </p:cNvSpPr>
            <p:nvPr/>
          </p:nvSpPr>
          <p:spPr>
            <a:xfrm>
              <a:off x="21240750" y="6996113"/>
              <a:ext cx="709613" cy="5953"/>
            </a:xfrm>
            <a:prstGeom prst="rect">
              <a:avLst/>
            </a:prstGeom>
            <a:solidFill>
              <a:srgbClr val="9CC5DC"/>
            </a:solidFill>
            <a:ln w="0">
              <a:noFill/>
              <a:prstDash val="solid"/>
            </a:ln>
          </p:spPr>
        </p:sp>
        <p:sp>
          <p:nvSpPr>
            <p:cNvPr id="2423" name="four:temporal-output:rotated-tₐ-cell-28:2423">
              <a:extLst>
                <a:ext uri="{FF2B5EF4-FFF2-40B4-BE49-F238E27FC236}">
                  <ns2:creationId id="{1CF8DC1C-BA7F-4CAC-A0D3-C9F28230DA85}"/>
                </a:ext>
              </a:extLst>
            </p:cNvPr>
            <p:cNvSpPr>
              <a:spLocks noGrp="1"/>
            </p:cNvSpPr>
            <p:nvPr/>
          </p:nvSpPr>
          <p:spPr>
            <a:xfrm>
              <a:off x="21240750" y="6990159"/>
              <a:ext cx="709613" cy="5953"/>
            </a:xfrm>
            <a:prstGeom prst="rect">
              <a:avLst/>
            </a:prstGeom>
            <a:solidFill>
              <a:srgbClr val="C9DBE4"/>
            </a:solidFill>
            <a:ln w="0">
              <a:noFill/>
              <a:prstDash val="solid"/>
            </a:ln>
          </p:spPr>
        </p:sp>
        <p:sp>
          <p:nvSpPr>
            <p:cNvPr id="2424" name="four:temporal-output:rotated-tₐ-cell-29:2424">
              <a:extLst>
                <a:ext uri="{FF2B5EF4-FFF2-40B4-BE49-F238E27FC236}">
                  <ns2:creationId id="{0A4050F9-DB7B-4924-B476-EECCC2EC3DA2}"/>
                </a:ext>
              </a:extLst>
            </p:cNvPr>
            <p:cNvSpPr>
              <a:spLocks noGrp="1"/>
            </p:cNvSpPr>
            <p:nvPr/>
          </p:nvSpPr>
          <p:spPr>
            <a:xfrm>
              <a:off x="21240750" y="6984206"/>
              <a:ext cx="709613" cy="5953"/>
            </a:xfrm>
            <a:prstGeom prst="rect">
              <a:avLst/>
            </a:prstGeom>
            <a:solidFill>
              <a:srgbClr val="D8E5EB"/>
            </a:solidFill>
            <a:ln w="0">
              <a:noFill/>
              <a:prstDash val="solid"/>
            </a:ln>
          </p:spPr>
        </p:sp>
        <p:sp>
          <p:nvSpPr>
            <p:cNvPr id="2425" name="four:temporal-output:rotated-tₐ-cell-30:2425">
              <a:extLst>
                <a:ext uri="{FF2B5EF4-FFF2-40B4-BE49-F238E27FC236}">
                  <ns2:creationId id="{5E858639-AC35-4250-9ED2-C9B37D55AB03}"/>
                </a:ext>
              </a:extLst>
            </p:cNvPr>
            <p:cNvSpPr>
              <a:spLocks noGrp="1"/>
            </p:cNvSpPr>
            <p:nvPr/>
          </p:nvSpPr>
          <p:spPr>
            <a:xfrm>
              <a:off x="21240750" y="6978253"/>
              <a:ext cx="709613" cy="5953"/>
            </a:xfrm>
            <a:prstGeom prst="rect">
              <a:avLst/>
            </a:prstGeom>
            <a:solidFill>
              <a:srgbClr val="DCE8ED"/>
            </a:solidFill>
            <a:ln w="0">
              <a:noFill/>
              <a:prstDash val="solid"/>
            </a:ln>
          </p:spPr>
        </p:sp>
        <p:sp>
          <p:nvSpPr>
            <p:cNvPr id="2426" name="four:temporal-output:rotated-tₐ-cell-31:2426">
              <a:extLst>
                <a:ext uri="{FF2B5EF4-FFF2-40B4-BE49-F238E27FC236}">
                  <ns2:creationId id="{685EBB62-3292-4458-AF7B-63FECB0E250E}"/>
                </a:ext>
              </a:extLst>
            </p:cNvPr>
            <p:cNvSpPr>
              <a:spLocks noGrp="1"/>
            </p:cNvSpPr>
            <p:nvPr/>
          </p:nvSpPr>
          <p:spPr>
            <a:xfrm>
              <a:off x="21240750" y="6972300"/>
              <a:ext cx="709613" cy="5953"/>
            </a:xfrm>
            <a:prstGeom prst="rect">
              <a:avLst/>
            </a:prstGeom>
            <a:solidFill>
              <a:srgbClr val="DCE8ED"/>
            </a:solidFill>
            <a:ln w="0">
              <a:noFill/>
              <a:prstDash val="solid"/>
            </a:ln>
          </p:spPr>
        </p:sp>
        <p:sp>
          <p:nvSpPr>
            <p:cNvPr id="2427" name="four:temporal-output:rotated-tₐ-cell-32:2427">
              <a:extLst>
                <a:ext uri="{FF2B5EF4-FFF2-40B4-BE49-F238E27FC236}">
                  <ns2:creationId id="{8A0029A0-BB30-4DBA-BB04-AF4DE1763481}"/>
                </a:ext>
              </a:extLst>
            </p:cNvPr>
            <p:cNvSpPr>
              <a:spLocks noGrp="1"/>
            </p:cNvSpPr>
            <p:nvPr/>
          </p:nvSpPr>
          <p:spPr>
            <a:xfrm>
              <a:off x="21240750" y="6966347"/>
              <a:ext cx="709613" cy="5953"/>
            </a:xfrm>
            <a:prstGeom prst="rect">
              <a:avLst/>
            </a:prstGeom>
            <a:solidFill>
              <a:srgbClr val="DCE8ED"/>
            </a:solidFill>
            <a:ln w="0">
              <a:noFill/>
              <a:prstDash val="solid"/>
            </a:ln>
          </p:spPr>
        </p:sp>
        <p:sp>
          <p:nvSpPr>
            <p:cNvPr id="2428" name="four:temporal-output:rotated-tₐ-cell-33:2428">
              <a:extLst>
                <a:ext uri="{FF2B5EF4-FFF2-40B4-BE49-F238E27FC236}">
                  <ns2:creationId id="{1847147D-B294-43C1-A510-DB0095B32097}"/>
                </a:ext>
              </a:extLst>
            </p:cNvPr>
            <p:cNvSpPr>
              <a:spLocks noGrp="1"/>
            </p:cNvSpPr>
            <p:nvPr/>
          </p:nvSpPr>
          <p:spPr>
            <a:xfrm>
              <a:off x="21240750" y="6960394"/>
              <a:ext cx="709613" cy="5953"/>
            </a:xfrm>
            <a:prstGeom prst="rect">
              <a:avLst/>
            </a:prstGeom>
            <a:solidFill>
              <a:srgbClr val="DCE8ED"/>
            </a:solidFill>
            <a:ln w="0">
              <a:noFill/>
              <a:prstDash val="solid"/>
            </a:ln>
          </p:spPr>
        </p:sp>
        <p:sp>
          <p:nvSpPr>
            <p:cNvPr id="2429" name="four:temporal-output:rotated-tₐ-cell-34:2429">
              <a:extLst>
                <a:ext uri="{FF2B5EF4-FFF2-40B4-BE49-F238E27FC236}">
                  <ns2:creationId id="{32D38F35-D076-4E2D-AC2E-0CE752049EE7}"/>
                </a:ext>
              </a:extLst>
            </p:cNvPr>
            <p:cNvSpPr>
              <a:spLocks noGrp="1"/>
            </p:cNvSpPr>
            <p:nvPr/>
          </p:nvSpPr>
          <p:spPr>
            <a:xfrm>
              <a:off x="21240750" y="6954441"/>
              <a:ext cx="709613" cy="5953"/>
            </a:xfrm>
            <a:prstGeom prst="rect">
              <a:avLst/>
            </a:prstGeom>
            <a:solidFill>
              <a:srgbClr val="DCE8ED"/>
            </a:solidFill>
            <a:ln w="0">
              <a:noFill/>
              <a:prstDash val="solid"/>
            </a:ln>
          </p:spPr>
        </p:sp>
        <p:sp>
          <p:nvSpPr>
            <p:cNvPr id="2430" name="four:temporal-output:rotated-tₐ-cell-35:2430">
              <a:extLst>
                <a:ext uri="{FF2B5EF4-FFF2-40B4-BE49-F238E27FC236}">
                  <ns2:creationId id="{5A30B556-00D2-4A50-A398-6C6E5F362915}"/>
                </a:ext>
              </a:extLst>
            </p:cNvPr>
            <p:cNvSpPr>
              <a:spLocks noGrp="1"/>
            </p:cNvSpPr>
            <p:nvPr/>
          </p:nvSpPr>
          <p:spPr>
            <a:xfrm>
              <a:off x="21240750" y="6948488"/>
              <a:ext cx="709613" cy="5953"/>
            </a:xfrm>
            <a:prstGeom prst="rect">
              <a:avLst/>
            </a:prstGeom>
            <a:solidFill>
              <a:srgbClr val="DCE8ED"/>
            </a:solidFill>
            <a:ln w="0">
              <a:noFill/>
              <a:prstDash val="solid"/>
            </a:ln>
          </p:spPr>
        </p:sp>
        <p:sp>
          <p:nvSpPr>
            <p:cNvPr id="2431" name="four:temporal-output:rotated-tₐ-cell-36:2431">
              <a:extLst>
                <a:ext uri="{FF2B5EF4-FFF2-40B4-BE49-F238E27FC236}">
                  <ns2:creationId id="{6CB77B14-87EF-463D-A837-C16029E60228}"/>
                </a:ext>
              </a:extLst>
            </p:cNvPr>
            <p:cNvSpPr>
              <a:spLocks noGrp="1"/>
            </p:cNvSpPr>
            <p:nvPr/>
          </p:nvSpPr>
          <p:spPr>
            <a:xfrm>
              <a:off x="21240750" y="6942534"/>
              <a:ext cx="709613" cy="5953"/>
            </a:xfrm>
            <a:prstGeom prst="rect">
              <a:avLst/>
            </a:prstGeom>
            <a:solidFill>
              <a:srgbClr val="DCE8ED"/>
            </a:solidFill>
            <a:ln w="0">
              <a:noFill/>
              <a:prstDash val="solid"/>
            </a:ln>
          </p:spPr>
        </p:sp>
        <p:sp>
          <p:nvSpPr>
            <p:cNvPr id="2432" name="four:temporal-output:rotated-tₐ-cell-37:2432">
              <a:extLst>
                <a:ext uri="{FF2B5EF4-FFF2-40B4-BE49-F238E27FC236}">
                  <ns2:creationId id="{C4BB0E3C-31B4-45F7-8735-43A4784CB6CA}"/>
                </a:ext>
              </a:extLst>
            </p:cNvPr>
            <p:cNvSpPr>
              <a:spLocks noGrp="1"/>
            </p:cNvSpPr>
            <p:nvPr/>
          </p:nvSpPr>
          <p:spPr>
            <a:xfrm>
              <a:off x="21240750" y="6936581"/>
              <a:ext cx="709613" cy="5953"/>
            </a:xfrm>
            <a:prstGeom prst="rect">
              <a:avLst/>
            </a:prstGeom>
            <a:solidFill>
              <a:srgbClr val="DCE8ED"/>
            </a:solidFill>
            <a:ln w="0">
              <a:noFill/>
              <a:prstDash val="solid"/>
            </a:ln>
          </p:spPr>
        </p:sp>
        <p:sp>
          <p:nvSpPr>
            <p:cNvPr id="2433" name="four:temporal-output:rotated-tₐ-cell-38:2433">
              <a:extLst>
                <a:ext uri="{FF2B5EF4-FFF2-40B4-BE49-F238E27FC236}">
                  <ns2:creationId id="{95B63BFB-0C3F-4F13-ABD5-F68A546D1222}"/>
                </a:ext>
              </a:extLst>
            </p:cNvPr>
            <p:cNvSpPr>
              <a:spLocks noGrp="1"/>
            </p:cNvSpPr>
            <p:nvPr/>
          </p:nvSpPr>
          <p:spPr>
            <a:xfrm>
              <a:off x="21240750" y="6930628"/>
              <a:ext cx="709613" cy="5953"/>
            </a:xfrm>
            <a:prstGeom prst="rect">
              <a:avLst/>
            </a:prstGeom>
            <a:solidFill>
              <a:srgbClr val="DCE8ED"/>
            </a:solidFill>
            <a:ln w="0">
              <a:noFill/>
              <a:prstDash val="solid"/>
            </a:ln>
          </p:spPr>
        </p:sp>
        <p:sp>
          <p:nvSpPr>
            <p:cNvPr id="2434" name="four:temporal-output:rotated-tₐ-cell-39:2434">
              <a:extLst>
                <a:ext uri="{FF2B5EF4-FFF2-40B4-BE49-F238E27FC236}">
                  <ns2:creationId id="{BCD846C6-B031-4F0A-9205-21117C24D1EE}"/>
                </a:ext>
              </a:extLst>
            </p:cNvPr>
            <p:cNvSpPr>
              <a:spLocks noGrp="1"/>
            </p:cNvSpPr>
            <p:nvPr/>
          </p:nvSpPr>
          <p:spPr>
            <a:xfrm>
              <a:off x="21240750" y="6924675"/>
              <a:ext cx="709613" cy="5953"/>
            </a:xfrm>
            <a:prstGeom prst="rect">
              <a:avLst/>
            </a:prstGeom>
            <a:solidFill>
              <a:srgbClr val="DCE8ED"/>
            </a:solidFill>
            <a:ln w="0">
              <a:noFill/>
              <a:prstDash val="solid"/>
            </a:ln>
          </p:spPr>
        </p:sp>
        <p:sp>
          <p:nvSpPr>
            <p:cNvPr id="2435" name="four:temporal-output:rotated-tₐ-cell-40:2435">
              <a:extLst>
                <a:ext uri="{FF2B5EF4-FFF2-40B4-BE49-F238E27FC236}">
                  <ns2:creationId id="{00F80EED-8AAC-4ECA-932C-DA070270D129}"/>
                </a:ext>
              </a:extLst>
            </p:cNvPr>
            <p:cNvSpPr>
              <a:spLocks noGrp="1"/>
            </p:cNvSpPr>
            <p:nvPr/>
          </p:nvSpPr>
          <p:spPr>
            <a:xfrm>
              <a:off x="21240750" y="6918722"/>
              <a:ext cx="709613" cy="5953"/>
            </a:xfrm>
            <a:prstGeom prst="rect">
              <a:avLst/>
            </a:prstGeom>
            <a:solidFill>
              <a:srgbClr val="DCE8ED"/>
            </a:solidFill>
            <a:ln w="0">
              <a:noFill/>
              <a:prstDash val="solid"/>
            </a:ln>
          </p:spPr>
        </p:sp>
        <p:sp>
          <p:nvSpPr>
            <p:cNvPr id="2436" name="four:temporal-output:rotated-tₐ-cell-41:2436">
              <a:extLst>
                <a:ext uri="{FF2B5EF4-FFF2-40B4-BE49-F238E27FC236}">
                  <ns2:creationId id="{43205A5B-F1A2-474B-B137-D458698247E2}"/>
                </a:ext>
              </a:extLst>
            </p:cNvPr>
            <p:cNvSpPr>
              <a:spLocks noGrp="1"/>
            </p:cNvSpPr>
            <p:nvPr/>
          </p:nvSpPr>
          <p:spPr>
            <a:xfrm>
              <a:off x="21240750" y="6912769"/>
              <a:ext cx="709613" cy="5953"/>
            </a:xfrm>
            <a:prstGeom prst="rect">
              <a:avLst/>
            </a:prstGeom>
            <a:solidFill>
              <a:srgbClr val="DCE8ED"/>
            </a:solidFill>
            <a:ln w="0">
              <a:noFill/>
              <a:prstDash val="solid"/>
            </a:ln>
          </p:spPr>
        </p:sp>
        <p:sp>
          <p:nvSpPr>
            <p:cNvPr id="2437" name="four:temporal-output:rotated-tₐ-cell-42:2437">
              <a:extLst>
                <a:ext uri="{FF2B5EF4-FFF2-40B4-BE49-F238E27FC236}">
                  <ns2:creationId id="{D1BBE10E-CE7E-4286-ABE2-613D815FAB61}"/>
                </a:ext>
              </a:extLst>
            </p:cNvPr>
            <p:cNvSpPr>
              <a:spLocks noGrp="1"/>
            </p:cNvSpPr>
            <p:nvPr/>
          </p:nvSpPr>
          <p:spPr>
            <a:xfrm>
              <a:off x="21240750" y="6906816"/>
              <a:ext cx="709613" cy="5953"/>
            </a:xfrm>
            <a:prstGeom prst="rect">
              <a:avLst/>
            </a:prstGeom>
            <a:solidFill>
              <a:srgbClr val="DCE8ED"/>
            </a:solidFill>
            <a:ln w="0">
              <a:noFill/>
              <a:prstDash val="solid"/>
            </a:ln>
          </p:spPr>
        </p:sp>
        <p:sp>
          <p:nvSpPr>
            <p:cNvPr id="2438" name="four:temporal-output:rotated-tₐ-cell-43:2438">
              <a:extLst>
                <a:ext uri="{FF2B5EF4-FFF2-40B4-BE49-F238E27FC236}">
                  <ns2:creationId id="{F42EF32E-D3BD-422C-BC7C-B7CC4ECD6519}"/>
                </a:ext>
              </a:extLst>
            </p:cNvPr>
            <p:cNvSpPr>
              <a:spLocks noGrp="1"/>
            </p:cNvSpPr>
            <p:nvPr/>
          </p:nvSpPr>
          <p:spPr>
            <a:xfrm>
              <a:off x="21240750" y="6900863"/>
              <a:ext cx="709613" cy="5953"/>
            </a:xfrm>
            <a:prstGeom prst="rect">
              <a:avLst/>
            </a:prstGeom>
            <a:solidFill>
              <a:srgbClr val="DCE8ED"/>
            </a:solidFill>
            <a:ln w="0">
              <a:noFill/>
              <a:prstDash val="solid"/>
            </a:ln>
          </p:spPr>
        </p:sp>
        <p:sp>
          <p:nvSpPr>
            <p:cNvPr id="2439" name="four:temporal-output:rotated-tₐ-cell-44:2439">
              <a:extLst>
                <a:ext uri="{FF2B5EF4-FFF2-40B4-BE49-F238E27FC236}">
                  <ns2:creationId id="{64488B22-7579-4E95-A65F-63B7FB22B27A}"/>
                </a:ext>
              </a:extLst>
            </p:cNvPr>
            <p:cNvSpPr>
              <a:spLocks noGrp="1"/>
            </p:cNvSpPr>
            <p:nvPr/>
          </p:nvSpPr>
          <p:spPr>
            <a:xfrm>
              <a:off x="21240750" y="6894909"/>
              <a:ext cx="709613" cy="5953"/>
            </a:xfrm>
            <a:prstGeom prst="rect">
              <a:avLst/>
            </a:prstGeom>
            <a:solidFill>
              <a:srgbClr val="DCE8ED"/>
            </a:solidFill>
            <a:ln w="0">
              <a:noFill/>
              <a:prstDash val="solid"/>
            </a:ln>
          </p:spPr>
        </p:sp>
        <p:sp>
          <p:nvSpPr>
            <p:cNvPr id="2440" name="four:temporal-output:rotated-tₐ-cell-45:2440">
              <a:extLst>
                <a:ext uri="{FF2B5EF4-FFF2-40B4-BE49-F238E27FC236}">
                  <ns2:creationId id="{B03E70D3-B88E-4290-B113-C24110DFE08C}"/>
                </a:ext>
              </a:extLst>
            </p:cNvPr>
            <p:cNvSpPr>
              <a:spLocks noGrp="1"/>
            </p:cNvSpPr>
            <p:nvPr/>
          </p:nvSpPr>
          <p:spPr>
            <a:xfrm>
              <a:off x="21240750" y="6888956"/>
              <a:ext cx="709613" cy="5953"/>
            </a:xfrm>
            <a:prstGeom prst="rect">
              <a:avLst/>
            </a:prstGeom>
            <a:solidFill>
              <a:srgbClr val="DCE8ED"/>
            </a:solidFill>
            <a:ln w="0">
              <a:noFill/>
              <a:prstDash val="solid"/>
            </a:ln>
          </p:spPr>
        </p:sp>
        <p:sp>
          <p:nvSpPr>
            <p:cNvPr id="2441" name="four:temporal-output:rotated-tₐ-cell-46:2441">
              <a:extLst>
                <a:ext uri="{FF2B5EF4-FFF2-40B4-BE49-F238E27FC236}">
                  <ns2:creationId id="{21AEEA31-9378-40A1-A7F6-6D30034CB1F8}"/>
                </a:ext>
              </a:extLst>
            </p:cNvPr>
            <p:cNvSpPr>
              <a:spLocks noGrp="1"/>
            </p:cNvSpPr>
            <p:nvPr/>
          </p:nvSpPr>
          <p:spPr>
            <a:xfrm>
              <a:off x="21240750" y="6883003"/>
              <a:ext cx="709613" cy="5953"/>
            </a:xfrm>
            <a:prstGeom prst="rect">
              <a:avLst/>
            </a:prstGeom>
            <a:solidFill>
              <a:srgbClr val="DCE8ED"/>
            </a:solidFill>
            <a:ln w="0">
              <a:noFill/>
              <a:prstDash val="solid"/>
            </a:ln>
          </p:spPr>
        </p:sp>
        <p:sp>
          <p:nvSpPr>
            <p:cNvPr id="2442" name="four:temporal-output:rotated-tₐ-cell-47:2442">
              <a:extLst>
                <a:ext uri="{FF2B5EF4-FFF2-40B4-BE49-F238E27FC236}">
                  <ns2:creationId id="{002A4873-42D8-4D93-A3C0-4098AA68F782}"/>
                </a:ext>
              </a:extLst>
            </p:cNvPr>
            <p:cNvSpPr>
              <a:spLocks noGrp="1"/>
            </p:cNvSpPr>
            <p:nvPr/>
          </p:nvSpPr>
          <p:spPr>
            <a:xfrm>
              <a:off x="21240750" y="6877050"/>
              <a:ext cx="709613" cy="5953"/>
            </a:xfrm>
            <a:prstGeom prst="rect">
              <a:avLst/>
            </a:prstGeom>
            <a:solidFill>
              <a:srgbClr val="DCE8ED"/>
            </a:solidFill>
            <a:ln w="0">
              <a:noFill/>
              <a:prstDash val="solid"/>
            </a:ln>
          </p:spPr>
        </p:sp>
        <p:sp>
          <p:nvSpPr>
            <p:cNvPr id="2443" name="four:temporal-output:rotated-tₐ-cell-48:2443">
              <a:extLst>
                <a:ext uri="{FF2B5EF4-FFF2-40B4-BE49-F238E27FC236}">
                  <ns2:creationId id="{1C9C9F0C-586A-4F57-96F7-578FCCEF2E56}"/>
                </a:ext>
              </a:extLst>
            </p:cNvPr>
            <p:cNvSpPr>
              <a:spLocks noGrp="1"/>
            </p:cNvSpPr>
            <p:nvPr/>
          </p:nvSpPr>
          <p:spPr>
            <a:xfrm>
              <a:off x="21240750" y="6871097"/>
              <a:ext cx="709613" cy="5953"/>
            </a:xfrm>
            <a:prstGeom prst="rect">
              <a:avLst/>
            </a:prstGeom>
            <a:solidFill>
              <a:srgbClr val="DCE8ED"/>
            </a:solidFill>
            <a:ln w="0">
              <a:noFill/>
              <a:prstDash val="solid"/>
            </a:ln>
          </p:spPr>
        </p:sp>
        <p:sp>
          <p:nvSpPr>
            <p:cNvPr id="2444" name="four:temporal-output:rotated-tₐ-cell-49:2444">
              <a:extLst>
                <a:ext uri="{FF2B5EF4-FFF2-40B4-BE49-F238E27FC236}">
                  <ns2:creationId id="{551091E7-B94C-4C43-A25B-B6B1B30AC91E}"/>
                </a:ext>
              </a:extLst>
            </p:cNvPr>
            <p:cNvSpPr>
              <a:spLocks noGrp="1"/>
            </p:cNvSpPr>
            <p:nvPr/>
          </p:nvSpPr>
          <p:spPr>
            <a:xfrm>
              <a:off x="21240750" y="6865144"/>
              <a:ext cx="709613" cy="5953"/>
            </a:xfrm>
            <a:prstGeom prst="rect">
              <a:avLst/>
            </a:prstGeom>
            <a:solidFill>
              <a:srgbClr val="DCE8ED"/>
            </a:solidFill>
            <a:ln w="0">
              <a:noFill/>
              <a:prstDash val="solid"/>
            </a:ln>
          </p:spPr>
        </p:sp>
        <p:sp>
          <p:nvSpPr>
            <p:cNvPr id="2445" name="four:temporal-output:rotated-tₐ-cell-50:2445">
              <a:extLst>
                <a:ext uri="{FF2B5EF4-FFF2-40B4-BE49-F238E27FC236}">
                  <ns2:creationId id="{F421BA76-416B-4F37-9ECA-597C5DF64C16}"/>
                </a:ext>
              </a:extLst>
            </p:cNvPr>
            <p:cNvSpPr>
              <a:spLocks noGrp="1"/>
            </p:cNvSpPr>
            <p:nvPr/>
          </p:nvSpPr>
          <p:spPr>
            <a:xfrm>
              <a:off x="21240750" y="6859191"/>
              <a:ext cx="709613" cy="5953"/>
            </a:xfrm>
            <a:prstGeom prst="rect">
              <a:avLst/>
            </a:prstGeom>
            <a:solidFill>
              <a:srgbClr val="DCE8ED"/>
            </a:solidFill>
            <a:ln w="0">
              <a:noFill/>
              <a:prstDash val="solid"/>
            </a:ln>
          </p:spPr>
        </p:sp>
        <p:sp>
          <p:nvSpPr>
            <p:cNvPr id="2446" name="four:temporal-output:rotated-tₐ-cell-51:2446">
              <a:extLst>
                <a:ext uri="{FF2B5EF4-FFF2-40B4-BE49-F238E27FC236}">
                  <ns2:creationId id="{E865618A-A9E8-421B-B386-17413AC9EBD6}"/>
                </a:ext>
              </a:extLst>
            </p:cNvPr>
            <p:cNvSpPr>
              <a:spLocks noGrp="1"/>
            </p:cNvSpPr>
            <p:nvPr/>
          </p:nvSpPr>
          <p:spPr>
            <a:xfrm>
              <a:off x="21240750" y="6853238"/>
              <a:ext cx="709613" cy="5953"/>
            </a:xfrm>
            <a:prstGeom prst="rect">
              <a:avLst/>
            </a:prstGeom>
            <a:solidFill>
              <a:srgbClr val="DCE8ED"/>
            </a:solidFill>
            <a:ln w="0">
              <a:noFill/>
              <a:prstDash val="solid"/>
            </a:ln>
          </p:spPr>
        </p:sp>
        <p:sp>
          <p:nvSpPr>
            <p:cNvPr id="2447" name="four:temporal-output:rotated-tₐ-cell-52:2447">
              <a:extLst>
                <a:ext uri="{FF2B5EF4-FFF2-40B4-BE49-F238E27FC236}">
                  <ns2:creationId id="{28216F98-5829-4071-A18F-19D21667AE00}"/>
                </a:ext>
              </a:extLst>
            </p:cNvPr>
            <p:cNvSpPr>
              <a:spLocks noGrp="1"/>
            </p:cNvSpPr>
            <p:nvPr/>
          </p:nvSpPr>
          <p:spPr>
            <a:xfrm>
              <a:off x="21240750" y="6847284"/>
              <a:ext cx="709613" cy="5953"/>
            </a:xfrm>
            <a:prstGeom prst="rect">
              <a:avLst/>
            </a:prstGeom>
            <a:solidFill>
              <a:srgbClr val="DCE8ED"/>
            </a:solidFill>
            <a:ln w="0">
              <a:noFill/>
              <a:prstDash val="solid"/>
            </a:ln>
          </p:spPr>
        </p:sp>
        <p:sp>
          <p:nvSpPr>
            <p:cNvPr id="2448" name="four:temporal-output:rotated-tₐ-cell-53:2448">
              <a:extLst>
                <a:ext uri="{FF2B5EF4-FFF2-40B4-BE49-F238E27FC236}">
                  <ns2:creationId id="{E0DB779E-C84C-4DF6-BC63-4AB86716047A}"/>
                </a:ext>
              </a:extLst>
            </p:cNvPr>
            <p:cNvSpPr>
              <a:spLocks noGrp="1"/>
            </p:cNvSpPr>
            <p:nvPr/>
          </p:nvSpPr>
          <p:spPr>
            <a:xfrm>
              <a:off x="21240750" y="6841331"/>
              <a:ext cx="709613" cy="5953"/>
            </a:xfrm>
            <a:prstGeom prst="rect">
              <a:avLst/>
            </a:prstGeom>
            <a:solidFill>
              <a:srgbClr val="DCE8ED"/>
            </a:solidFill>
            <a:ln w="0">
              <a:noFill/>
              <a:prstDash val="solid"/>
            </a:ln>
          </p:spPr>
        </p:sp>
        <p:sp>
          <p:nvSpPr>
            <p:cNvPr id="2449" name="four:temporal-output:rotated-tₐ-cell-54:2449">
              <a:extLst>
                <a:ext uri="{FF2B5EF4-FFF2-40B4-BE49-F238E27FC236}">
                  <ns2:creationId id="{22DD9985-95B4-428A-8C77-B1E3E5930259}"/>
                </a:ext>
              </a:extLst>
            </p:cNvPr>
            <p:cNvSpPr>
              <a:spLocks noGrp="1"/>
            </p:cNvSpPr>
            <p:nvPr/>
          </p:nvSpPr>
          <p:spPr>
            <a:xfrm>
              <a:off x="21240750" y="6835378"/>
              <a:ext cx="709613" cy="5953"/>
            </a:xfrm>
            <a:prstGeom prst="rect">
              <a:avLst/>
            </a:prstGeom>
            <a:solidFill>
              <a:srgbClr val="DCE8ED"/>
            </a:solidFill>
            <a:ln w="0">
              <a:noFill/>
              <a:prstDash val="solid"/>
            </a:ln>
          </p:spPr>
        </p:sp>
        <p:sp>
          <p:nvSpPr>
            <p:cNvPr id="2450" name="four:temporal-output:rotated-tₐ-cell-55:2450">
              <a:extLst>
                <a:ext uri="{FF2B5EF4-FFF2-40B4-BE49-F238E27FC236}">
                  <ns2:creationId id="{40BA000E-73EB-40DA-A1B2-18033A9A17FF}"/>
                </a:ext>
              </a:extLst>
            </p:cNvPr>
            <p:cNvSpPr>
              <a:spLocks noGrp="1"/>
            </p:cNvSpPr>
            <p:nvPr/>
          </p:nvSpPr>
          <p:spPr>
            <a:xfrm>
              <a:off x="21240750" y="6829425"/>
              <a:ext cx="709613" cy="5953"/>
            </a:xfrm>
            <a:prstGeom prst="rect">
              <a:avLst/>
            </a:prstGeom>
            <a:solidFill>
              <a:srgbClr val="DCE8ED"/>
            </a:solidFill>
            <a:ln w="0">
              <a:noFill/>
              <a:prstDash val="solid"/>
            </a:ln>
          </p:spPr>
        </p:sp>
        <p:sp>
          <p:nvSpPr>
            <p:cNvPr id="2451" name="four:temporal-output:rotated-tₐ-cell-56:2451">
              <a:extLst>
                <a:ext uri="{FF2B5EF4-FFF2-40B4-BE49-F238E27FC236}">
                  <ns2:creationId id="{C6AB9D90-A2AA-45D8-B77E-E41DD6796554}"/>
                </a:ext>
              </a:extLst>
            </p:cNvPr>
            <p:cNvSpPr>
              <a:spLocks noGrp="1"/>
            </p:cNvSpPr>
            <p:nvPr/>
          </p:nvSpPr>
          <p:spPr>
            <a:xfrm>
              <a:off x="21240750" y="6823472"/>
              <a:ext cx="709613" cy="5953"/>
            </a:xfrm>
            <a:prstGeom prst="rect">
              <a:avLst/>
            </a:prstGeom>
            <a:solidFill>
              <a:srgbClr val="DBE8EC"/>
            </a:solidFill>
            <a:ln w="0">
              <a:noFill/>
              <a:prstDash val="solid"/>
            </a:ln>
          </p:spPr>
        </p:sp>
        <p:sp>
          <p:nvSpPr>
            <p:cNvPr id="2452" name="four:temporal-output:rotated-tₐ-cell-57:2452">
              <a:extLst>
                <a:ext uri="{FF2B5EF4-FFF2-40B4-BE49-F238E27FC236}">
                  <ns2:creationId id="{FAC83FFC-39E4-46CB-8723-523F866D37FE}"/>
                </a:ext>
              </a:extLst>
            </p:cNvPr>
            <p:cNvSpPr>
              <a:spLocks noGrp="1"/>
            </p:cNvSpPr>
            <p:nvPr/>
          </p:nvSpPr>
          <p:spPr>
            <a:xfrm>
              <a:off x="21240750" y="6817519"/>
              <a:ext cx="709613" cy="5953"/>
            </a:xfrm>
            <a:prstGeom prst="rect">
              <a:avLst/>
            </a:prstGeom>
            <a:solidFill>
              <a:srgbClr val="D3E3E5"/>
            </a:solidFill>
            <a:ln w="0">
              <a:noFill/>
              <a:prstDash val="solid"/>
            </a:ln>
          </p:spPr>
        </p:sp>
        <p:sp>
          <p:nvSpPr>
            <p:cNvPr id="2453" name="four:temporal-output:rotated-tₐ-cell-58:2453">
              <a:extLst>
                <a:ext uri="{FF2B5EF4-FFF2-40B4-BE49-F238E27FC236}">
                  <ns2:creationId id="{0870D064-5730-40C1-A980-8700EC36C033}"/>
                </a:ext>
              </a:extLst>
            </p:cNvPr>
            <p:cNvSpPr>
              <a:spLocks noGrp="1"/>
            </p:cNvSpPr>
            <p:nvPr/>
          </p:nvSpPr>
          <p:spPr>
            <a:xfrm>
              <a:off x="21240750" y="6811566"/>
              <a:ext cx="709613" cy="5953"/>
            </a:xfrm>
            <a:prstGeom prst="rect">
              <a:avLst/>
            </a:prstGeom>
            <a:solidFill>
              <a:srgbClr val="DAC9B8"/>
            </a:solidFill>
            <a:ln w="0">
              <a:noFill/>
              <a:prstDash val="solid"/>
            </a:ln>
          </p:spPr>
        </p:sp>
        <p:sp>
          <p:nvSpPr>
            <p:cNvPr id="2454" name="four:temporal-output:rotated-tₐ-cell-59:2454">
              <a:extLst>
                <a:ext uri="{FF2B5EF4-FFF2-40B4-BE49-F238E27FC236}">
                  <ns2:creationId id="{2699FF6E-E7EA-48EC-9780-C1CA9A37D31E}"/>
                </a:ext>
              </a:extLst>
            </p:cNvPr>
            <p:cNvSpPr>
              <a:spLocks noGrp="1"/>
            </p:cNvSpPr>
            <p:nvPr/>
          </p:nvSpPr>
          <p:spPr>
            <a:xfrm>
              <a:off x="21240750" y="6805613"/>
              <a:ext cx="709613" cy="5953"/>
            </a:xfrm>
            <a:prstGeom prst="rect">
              <a:avLst/>
            </a:prstGeom>
            <a:solidFill>
              <a:srgbClr val="D9B08D"/>
            </a:solidFill>
            <a:ln w="0">
              <a:noFill/>
              <a:prstDash val="solid"/>
            </a:ln>
          </p:spPr>
        </p:sp>
        <p:sp>
          <p:nvSpPr>
            <p:cNvPr id="2455" name="four:temporal-output:rotated-tₐ-cell-60:2455">
              <a:extLst>
                <a:ext uri="{FF2B5EF4-FFF2-40B4-BE49-F238E27FC236}">
                  <ns2:creationId id="{C8E98352-9731-4231-BAC8-5AB56A4EE4FB}"/>
                </a:ext>
              </a:extLst>
            </p:cNvPr>
            <p:cNvSpPr>
              <a:spLocks noGrp="1"/>
            </p:cNvSpPr>
            <p:nvPr/>
          </p:nvSpPr>
          <p:spPr>
            <a:xfrm>
              <a:off x="21240750" y="6799659"/>
              <a:ext cx="709613" cy="5953"/>
            </a:xfrm>
            <a:prstGeom prst="rect">
              <a:avLst/>
            </a:prstGeom>
            <a:solidFill>
              <a:srgbClr val="D89660"/>
            </a:solidFill>
            <a:ln w="0">
              <a:noFill/>
              <a:prstDash val="solid"/>
            </a:ln>
          </p:spPr>
        </p:sp>
        <p:sp>
          <p:nvSpPr>
            <p:cNvPr id="2456" name="four:temporal-output:rotated-tₐ-cell-61:2456">
              <a:extLst>
                <a:ext uri="{FF2B5EF4-FFF2-40B4-BE49-F238E27FC236}">
                  <ns2:creationId id="{9DB9F6FB-DDF1-4022-A2ED-A1E27C1ECFE8}"/>
                </a:ext>
              </a:extLst>
            </p:cNvPr>
            <p:cNvSpPr>
              <a:spLocks noGrp="1"/>
            </p:cNvSpPr>
            <p:nvPr/>
          </p:nvSpPr>
          <p:spPr>
            <a:xfrm>
              <a:off x="21240750" y="6793706"/>
              <a:ext cx="709613" cy="5953"/>
            </a:xfrm>
            <a:prstGeom prst="rect">
              <a:avLst/>
            </a:prstGeom>
            <a:solidFill>
              <a:srgbClr val="D77D35"/>
            </a:solidFill>
            <a:ln w="0">
              <a:noFill/>
              <a:prstDash val="solid"/>
            </a:ln>
          </p:spPr>
        </p:sp>
        <p:sp>
          <p:nvSpPr>
            <p:cNvPr id="2457" name="four:temporal-output:rotated-tₐ-cell-62:2457">
              <a:extLst>
                <a:ext uri="{FF2B5EF4-FFF2-40B4-BE49-F238E27FC236}">
                  <ns2:creationId id="{52CD8ABD-8ECC-409C-9D0F-72E6D5DF0E92}"/>
                </a:ext>
              </a:extLst>
            </p:cNvPr>
            <p:cNvSpPr>
              <a:spLocks noGrp="1"/>
            </p:cNvSpPr>
            <p:nvPr/>
          </p:nvSpPr>
          <p:spPr>
            <a:xfrm>
              <a:off x="21240750" y="6787753"/>
              <a:ext cx="709613" cy="5953"/>
            </a:xfrm>
            <a:prstGeom prst="rect">
              <a:avLst/>
            </a:prstGeom>
            <a:solidFill>
              <a:srgbClr val="D66913"/>
            </a:solidFill>
            <a:ln w="0">
              <a:noFill/>
              <a:prstDash val="solid"/>
            </a:ln>
          </p:spPr>
        </p:sp>
        <p:sp>
          <p:nvSpPr>
            <p:cNvPr id="2458" name="four:temporal-output:rotated-tₐ-cell-63:2458">
              <a:extLst>
                <a:ext uri="{FF2B5EF4-FFF2-40B4-BE49-F238E27FC236}">
                  <ns2:creationId id="{11091239-43D9-482F-A484-6FE5BA77BA34}"/>
                </a:ext>
              </a:extLst>
            </p:cNvPr>
            <p:cNvSpPr>
              <a:spLocks noGrp="1"/>
            </p:cNvSpPr>
            <p:nvPr/>
          </p:nvSpPr>
          <p:spPr>
            <a:xfrm>
              <a:off x="21240750" y="6781800"/>
              <a:ext cx="709613" cy="5953"/>
            </a:xfrm>
            <a:prstGeom prst="rect">
              <a:avLst/>
            </a:prstGeom>
            <a:solidFill>
              <a:srgbClr val="D55F02"/>
            </a:solidFill>
            <a:ln w="0">
              <a:noFill/>
              <a:prstDash val="solid"/>
            </a:ln>
          </p:spPr>
        </p:sp>
        <p:sp>
          <p:nvSpPr>
            <p:cNvPr id="2459" name="four:temporal-output:rotated-tₐ-cell-64:2459">
              <a:extLst>
                <a:ext uri="{FF2B5EF4-FFF2-40B4-BE49-F238E27FC236}">
                  <ns2:creationId id="{F07F7DC9-1166-42E0-B15E-C8493FCDDE17}"/>
                </a:ext>
              </a:extLst>
            </p:cNvPr>
            <p:cNvSpPr>
              <a:spLocks noGrp="1"/>
            </p:cNvSpPr>
            <p:nvPr/>
          </p:nvSpPr>
          <p:spPr>
            <a:xfrm>
              <a:off x="21240750" y="6775847"/>
              <a:ext cx="709613" cy="5953"/>
            </a:xfrm>
            <a:prstGeom prst="rect">
              <a:avLst/>
            </a:prstGeom>
            <a:solidFill>
              <a:srgbClr val="D55E00"/>
            </a:solidFill>
            <a:ln w="0">
              <a:noFill/>
              <a:prstDash val="solid"/>
            </a:ln>
          </p:spPr>
        </p:sp>
        <p:sp>
          <p:nvSpPr>
            <p:cNvPr id="2460" name="four:temporal-output:rotated-tₐ-cell-65:2460">
              <a:extLst>
                <a:ext uri="{FF2B5EF4-FFF2-40B4-BE49-F238E27FC236}">
                  <ns2:creationId id="{306B8284-A194-45F3-A9CA-33709B8B7F6F}"/>
                </a:ext>
              </a:extLst>
            </p:cNvPr>
            <p:cNvSpPr>
              <a:spLocks noGrp="1"/>
            </p:cNvSpPr>
            <p:nvPr/>
          </p:nvSpPr>
          <p:spPr>
            <a:xfrm>
              <a:off x="21240750" y="6769894"/>
              <a:ext cx="709613" cy="5953"/>
            </a:xfrm>
            <a:prstGeom prst="rect">
              <a:avLst/>
            </a:prstGeom>
            <a:solidFill>
              <a:srgbClr val="D55E00"/>
            </a:solidFill>
            <a:ln w="0">
              <a:noFill/>
              <a:prstDash val="solid"/>
            </a:ln>
          </p:spPr>
        </p:sp>
        <p:sp>
          <p:nvSpPr>
            <p:cNvPr id="2461" name="four:temporal-output:rotated-tₐ-cell-66:2461">
              <a:extLst>
                <a:ext uri="{FF2B5EF4-FFF2-40B4-BE49-F238E27FC236}">
                  <ns2:creationId id="{9CAA461D-390D-46B0-B6E3-D1E5CC0186C1}"/>
                </a:ext>
              </a:extLst>
            </p:cNvPr>
            <p:cNvSpPr>
              <a:spLocks noGrp="1"/>
            </p:cNvSpPr>
            <p:nvPr/>
          </p:nvSpPr>
          <p:spPr>
            <a:xfrm>
              <a:off x="21240750" y="6763941"/>
              <a:ext cx="709613" cy="5953"/>
            </a:xfrm>
            <a:prstGeom prst="rect">
              <a:avLst/>
            </a:prstGeom>
            <a:solidFill>
              <a:srgbClr val="D55E00"/>
            </a:solidFill>
            <a:ln w="0">
              <a:noFill/>
              <a:prstDash val="solid"/>
            </a:ln>
          </p:spPr>
        </p:sp>
        <p:sp>
          <p:nvSpPr>
            <p:cNvPr id="2462" name="four:temporal-output:rotated-tₐ-cell-67:2462">
              <a:extLst>
                <a:ext uri="{FF2B5EF4-FFF2-40B4-BE49-F238E27FC236}">
                  <ns2:creationId id="{C41FBCB2-0FE1-4455-8B25-0249D96240C3}"/>
                </a:ext>
              </a:extLst>
            </p:cNvPr>
            <p:cNvSpPr>
              <a:spLocks noGrp="1"/>
            </p:cNvSpPr>
            <p:nvPr/>
          </p:nvSpPr>
          <p:spPr>
            <a:xfrm>
              <a:off x="21240750" y="6757988"/>
              <a:ext cx="709613" cy="5953"/>
            </a:xfrm>
            <a:prstGeom prst="rect">
              <a:avLst/>
            </a:prstGeom>
            <a:solidFill>
              <a:srgbClr val="D55E00"/>
            </a:solidFill>
            <a:ln w="0">
              <a:noFill/>
              <a:prstDash val="solid"/>
            </a:ln>
          </p:spPr>
        </p:sp>
        <p:sp>
          <p:nvSpPr>
            <p:cNvPr id="2463" name="four:temporal-output:rotated-tₐ-cell-68:2463">
              <a:extLst>
                <a:ext uri="{FF2B5EF4-FFF2-40B4-BE49-F238E27FC236}">
                  <ns2:creationId id="{DB98F5BB-6657-4606-BD14-CB219EABE914}"/>
                </a:ext>
              </a:extLst>
            </p:cNvPr>
            <p:cNvSpPr>
              <a:spLocks noGrp="1"/>
            </p:cNvSpPr>
            <p:nvPr/>
          </p:nvSpPr>
          <p:spPr>
            <a:xfrm>
              <a:off x="21240750" y="6752034"/>
              <a:ext cx="709613" cy="5953"/>
            </a:xfrm>
            <a:prstGeom prst="rect">
              <a:avLst/>
            </a:prstGeom>
            <a:solidFill>
              <a:srgbClr val="D55E00"/>
            </a:solidFill>
            <a:ln w="0">
              <a:noFill/>
              <a:prstDash val="solid"/>
            </a:ln>
          </p:spPr>
        </p:sp>
        <p:sp>
          <p:nvSpPr>
            <p:cNvPr id="2464" name="four:temporal-output:rotated-tₐ-cell-69:2464">
              <a:extLst>
                <a:ext uri="{FF2B5EF4-FFF2-40B4-BE49-F238E27FC236}">
                  <ns2:creationId id="{4785949A-9245-4C03-9E62-9E2B001B084E}"/>
                </a:ext>
              </a:extLst>
            </p:cNvPr>
            <p:cNvSpPr>
              <a:spLocks noGrp="1"/>
            </p:cNvSpPr>
            <p:nvPr/>
          </p:nvSpPr>
          <p:spPr>
            <a:xfrm>
              <a:off x="21240750" y="6746081"/>
              <a:ext cx="709613" cy="5953"/>
            </a:xfrm>
            <a:prstGeom prst="rect">
              <a:avLst/>
            </a:prstGeom>
            <a:solidFill>
              <a:srgbClr val="D55E00"/>
            </a:solidFill>
            <a:ln w="0">
              <a:noFill/>
              <a:prstDash val="solid"/>
            </a:ln>
          </p:spPr>
        </p:sp>
        <p:sp>
          <p:nvSpPr>
            <p:cNvPr id="2465" name="four:temporal-output:rotated-tₐ-cell-70:2465">
              <a:extLst>
                <a:ext uri="{FF2B5EF4-FFF2-40B4-BE49-F238E27FC236}">
                  <ns2:creationId id="{A3391B02-A7AD-455F-9C55-5514F14F4E83}"/>
                </a:ext>
              </a:extLst>
            </p:cNvPr>
            <p:cNvSpPr>
              <a:spLocks noGrp="1"/>
            </p:cNvSpPr>
            <p:nvPr/>
          </p:nvSpPr>
          <p:spPr>
            <a:xfrm>
              <a:off x="21240750" y="6740128"/>
              <a:ext cx="709613" cy="5953"/>
            </a:xfrm>
            <a:prstGeom prst="rect">
              <a:avLst/>
            </a:prstGeom>
            <a:solidFill>
              <a:srgbClr val="D55E00"/>
            </a:solidFill>
            <a:ln w="0">
              <a:noFill/>
              <a:prstDash val="solid"/>
            </a:ln>
          </p:spPr>
        </p:sp>
        <p:sp>
          <p:nvSpPr>
            <p:cNvPr id="2466" name="four:temporal-output:rotated-tₐ-cell-71:2466">
              <a:extLst>
                <a:ext uri="{FF2B5EF4-FFF2-40B4-BE49-F238E27FC236}">
                  <ns2:creationId id="{42EA24E8-DCF5-4605-8234-AF8E780B770C}"/>
                </a:ext>
              </a:extLst>
            </p:cNvPr>
            <p:cNvSpPr>
              <a:spLocks noGrp="1"/>
            </p:cNvSpPr>
            <p:nvPr/>
          </p:nvSpPr>
          <p:spPr>
            <a:xfrm>
              <a:off x="21240750" y="6734175"/>
              <a:ext cx="709613" cy="5953"/>
            </a:xfrm>
            <a:prstGeom prst="rect">
              <a:avLst/>
            </a:prstGeom>
            <a:solidFill>
              <a:srgbClr val="D55E00"/>
            </a:solidFill>
            <a:ln w="0">
              <a:noFill/>
              <a:prstDash val="solid"/>
            </a:ln>
          </p:spPr>
        </p:sp>
        <p:sp>
          <p:nvSpPr>
            <p:cNvPr id="2467" name="four:temporal-output:rotated-tₐ-cell-72:2467">
              <a:extLst>
                <a:ext uri="{FF2B5EF4-FFF2-40B4-BE49-F238E27FC236}">
                  <ns2:creationId id="{3C542292-06C0-4DA9-864B-8A22B2BDEEE0}"/>
                </a:ext>
              </a:extLst>
            </p:cNvPr>
            <p:cNvSpPr>
              <a:spLocks noGrp="1"/>
            </p:cNvSpPr>
            <p:nvPr/>
          </p:nvSpPr>
          <p:spPr>
            <a:xfrm>
              <a:off x="21240750" y="6728222"/>
              <a:ext cx="709613" cy="5953"/>
            </a:xfrm>
            <a:prstGeom prst="rect">
              <a:avLst/>
            </a:prstGeom>
            <a:solidFill>
              <a:srgbClr val="D55E00"/>
            </a:solidFill>
            <a:ln w="0">
              <a:noFill/>
              <a:prstDash val="solid"/>
            </a:ln>
          </p:spPr>
        </p:sp>
        <p:sp>
          <p:nvSpPr>
            <p:cNvPr id="2468" name="four:temporal-output:rotated-tₐ-cell-73:2468">
              <a:extLst>
                <a:ext uri="{FF2B5EF4-FFF2-40B4-BE49-F238E27FC236}">
                  <ns2:creationId id="{3DEB0899-0A03-4B11-9C65-CA3F000CF3F9}"/>
                </a:ext>
              </a:extLst>
            </p:cNvPr>
            <p:cNvSpPr>
              <a:spLocks noGrp="1"/>
            </p:cNvSpPr>
            <p:nvPr/>
          </p:nvSpPr>
          <p:spPr>
            <a:xfrm>
              <a:off x="21240750" y="6722269"/>
              <a:ext cx="709613" cy="5953"/>
            </a:xfrm>
            <a:prstGeom prst="rect">
              <a:avLst/>
            </a:prstGeom>
            <a:solidFill>
              <a:srgbClr val="D55E00"/>
            </a:solidFill>
            <a:ln w="0">
              <a:noFill/>
              <a:prstDash val="solid"/>
            </a:ln>
          </p:spPr>
        </p:sp>
        <p:sp>
          <p:nvSpPr>
            <p:cNvPr id="2469" name="four:temporal-output:rotated-tₐ-cell-74:2469">
              <a:extLst>
                <a:ext uri="{FF2B5EF4-FFF2-40B4-BE49-F238E27FC236}">
                  <ns2:creationId id="{B0CBEE35-3982-4B5C-A682-3E2B1F144316}"/>
                </a:ext>
              </a:extLst>
            </p:cNvPr>
            <p:cNvSpPr>
              <a:spLocks noGrp="1"/>
            </p:cNvSpPr>
            <p:nvPr/>
          </p:nvSpPr>
          <p:spPr>
            <a:xfrm>
              <a:off x="21240750" y="6716316"/>
              <a:ext cx="709613" cy="5953"/>
            </a:xfrm>
            <a:prstGeom prst="rect">
              <a:avLst/>
            </a:prstGeom>
            <a:solidFill>
              <a:srgbClr val="D55E00"/>
            </a:solidFill>
            <a:ln w="0">
              <a:noFill/>
              <a:prstDash val="solid"/>
            </a:ln>
          </p:spPr>
        </p:sp>
        <p:sp>
          <p:nvSpPr>
            <p:cNvPr id="2470" name="four:temporal-output:rotated-tₐ-cell-75:2470">
              <a:extLst>
                <a:ext uri="{FF2B5EF4-FFF2-40B4-BE49-F238E27FC236}">
                  <ns2:creationId id="{AC7DCF75-4B75-49DD-B452-C6CD8FDEFD29}"/>
                </a:ext>
              </a:extLst>
            </p:cNvPr>
            <p:cNvSpPr>
              <a:spLocks noGrp="1"/>
            </p:cNvSpPr>
            <p:nvPr/>
          </p:nvSpPr>
          <p:spPr>
            <a:xfrm>
              <a:off x="21240750" y="6710363"/>
              <a:ext cx="709613" cy="5953"/>
            </a:xfrm>
            <a:prstGeom prst="rect">
              <a:avLst/>
            </a:prstGeom>
            <a:solidFill>
              <a:srgbClr val="D55E00"/>
            </a:solidFill>
            <a:ln w="0">
              <a:noFill/>
              <a:prstDash val="solid"/>
            </a:ln>
          </p:spPr>
        </p:sp>
        <p:sp>
          <p:nvSpPr>
            <p:cNvPr id="2471" name="four:temporal-output:rotated-tₐ-cell-76:2471">
              <a:extLst>
                <a:ext uri="{FF2B5EF4-FFF2-40B4-BE49-F238E27FC236}">
                  <ns2:creationId id="{1FBA7B35-411E-475C-847E-EEDEDB3003DC}"/>
                </a:ext>
              </a:extLst>
            </p:cNvPr>
            <p:cNvSpPr>
              <a:spLocks noGrp="1"/>
            </p:cNvSpPr>
            <p:nvPr/>
          </p:nvSpPr>
          <p:spPr>
            <a:xfrm>
              <a:off x="21240750" y="6704409"/>
              <a:ext cx="709613" cy="5953"/>
            </a:xfrm>
            <a:prstGeom prst="rect">
              <a:avLst/>
            </a:prstGeom>
            <a:solidFill>
              <a:srgbClr val="D5640A"/>
            </a:solidFill>
            <a:ln w="0">
              <a:noFill/>
              <a:prstDash val="solid"/>
            </a:ln>
          </p:spPr>
        </p:sp>
        <p:sp>
          <p:nvSpPr>
            <p:cNvPr id="2472" name="four:temporal-output:rotated-tₐ-cell-77:2472">
              <a:extLst>
                <a:ext uri="{FF2B5EF4-FFF2-40B4-BE49-F238E27FC236}">
                  <ns2:creationId id="{52002981-DF4D-44F5-90AD-3A7102D8E6E0}"/>
                </a:ext>
              </a:extLst>
            </p:cNvPr>
            <p:cNvSpPr>
              <a:spLocks noGrp="1"/>
            </p:cNvSpPr>
            <p:nvPr/>
          </p:nvSpPr>
          <p:spPr>
            <a:xfrm>
              <a:off x="21240750" y="6698456"/>
              <a:ext cx="709613" cy="5953"/>
            </a:xfrm>
            <a:prstGeom prst="rect">
              <a:avLst/>
            </a:prstGeom>
            <a:solidFill>
              <a:srgbClr val="D67120"/>
            </a:solidFill>
            <a:ln w="0">
              <a:noFill/>
              <a:prstDash val="solid"/>
            </a:ln>
          </p:spPr>
        </p:sp>
        <p:sp>
          <p:nvSpPr>
            <p:cNvPr id="2473" name="four:temporal-output:rotated-tₐ-cell-78:2473">
              <a:extLst>
                <a:ext uri="{FF2B5EF4-FFF2-40B4-BE49-F238E27FC236}">
                  <ns2:creationId id="{A0BEF197-2718-4C0E-965A-3B49EEDDE9D9}"/>
                </a:ext>
              </a:extLst>
            </p:cNvPr>
            <p:cNvSpPr>
              <a:spLocks noGrp="1"/>
            </p:cNvSpPr>
            <p:nvPr/>
          </p:nvSpPr>
          <p:spPr>
            <a:xfrm>
              <a:off x="21240750" y="6692503"/>
              <a:ext cx="709613" cy="5953"/>
            </a:xfrm>
            <a:prstGeom prst="rect">
              <a:avLst/>
            </a:prstGeom>
            <a:solidFill>
              <a:srgbClr val="D7813D"/>
            </a:solidFill>
            <a:ln w="0">
              <a:noFill/>
              <a:prstDash val="solid"/>
            </a:ln>
          </p:spPr>
        </p:sp>
        <p:sp>
          <p:nvSpPr>
            <p:cNvPr id="2474" name="four:temporal-output:rotated-tₐ-cell-79:2474">
              <a:extLst>
                <a:ext uri="{FF2B5EF4-FFF2-40B4-BE49-F238E27FC236}">
                  <ns2:creationId id="{681C3C3F-D581-4FDB-980E-85737CA02DF4}"/>
                </a:ext>
              </a:extLst>
            </p:cNvPr>
            <p:cNvSpPr>
              <a:spLocks noGrp="1"/>
            </p:cNvSpPr>
            <p:nvPr/>
          </p:nvSpPr>
          <p:spPr>
            <a:xfrm>
              <a:off x="21240750" y="6686550"/>
              <a:ext cx="709613" cy="5953"/>
            </a:xfrm>
            <a:prstGeom prst="rect">
              <a:avLst/>
            </a:prstGeom>
            <a:solidFill>
              <a:srgbClr val="A1B0B5"/>
            </a:solidFill>
            <a:ln w="0">
              <a:noFill/>
              <a:prstDash val="solid"/>
            </a:ln>
          </p:spPr>
        </p:sp>
        <p:sp>
          <p:nvSpPr>
            <p:cNvPr id="2475" name="four:temporal-output:rotated-tₐ-cell-80:2475">
              <a:extLst>
                <a:ext uri="{FF2B5EF4-FFF2-40B4-BE49-F238E27FC236}">
                  <ns2:creationId id="{09324A19-4744-45BB-8219-944287BDACC3}"/>
                </a:ext>
              </a:extLst>
            </p:cNvPr>
            <p:cNvSpPr>
              <a:spLocks noGrp="1"/>
            </p:cNvSpPr>
            <p:nvPr/>
          </p:nvSpPr>
          <p:spPr>
            <a:xfrm>
              <a:off x="21240750" y="6680597"/>
              <a:ext cx="709613" cy="5953"/>
            </a:xfrm>
            <a:prstGeom prst="rect">
              <a:avLst/>
            </a:prstGeom>
            <a:solidFill>
              <a:srgbClr val="5CBDA6"/>
            </a:solidFill>
            <a:ln w="0">
              <a:noFill/>
              <a:prstDash val="solid"/>
            </a:ln>
          </p:spPr>
        </p:sp>
        <p:sp>
          <p:nvSpPr>
            <p:cNvPr id="2476" name="four:temporal-output:rotated-tₐ-cell-81:2476">
              <a:extLst>
                <a:ext uri="{FF2B5EF4-FFF2-40B4-BE49-F238E27FC236}">
                  <ns2:creationId id="{B3BA6C87-7D7C-4EC3-BBC0-C913FA32BDF0}"/>
                </a:ext>
              </a:extLst>
            </p:cNvPr>
            <p:cNvSpPr>
              <a:spLocks noGrp="1"/>
            </p:cNvSpPr>
            <p:nvPr/>
          </p:nvSpPr>
          <p:spPr>
            <a:xfrm>
              <a:off x="21240750" y="6674644"/>
              <a:ext cx="709613" cy="5953"/>
            </a:xfrm>
            <a:prstGeom prst="rect">
              <a:avLst/>
            </a:prstGeom>
            <a:solidFill>
              <a:srgbClr val="72C4B2"/>
            </a:solidFill>
            <a:ln w="0">
              <a:noFill/>
              <a:prstDash val="solid"/>
            </a:ln>
          </p:spPr>
        </p:sp>
        <p:sp>
          <p:nvSpPr>
            <p:cNvPr id="2477" name="four:temporal-output:rotated-tₐ-cell-82:2477">
              <a:extLst>
                <a:ext uri="{FF2B5EF4-FFF2-40B4-BE49-F238E27FC236}">
                  <ns2:creationId id="{031BB370-66B7-4CDC-8F57-9B8C033DBC32}"/>
                </a:ext>
              </a:extLst>
            </p:cNvPr>
            <p:cNvSpPr>
              <a:spLocks noGrp="1"/>
            </p:cNvSpPr>
            <p:nvPr/>
          </p:nvSpPr>
          <p:spPr>
            <a:xfrm>
              <a:off x="21240750" y="6668691"/>
              <a:ext cx="709613" cy="5953"/>
            </a:xfrm>
            <a:prstGeom prst="rect">
              <a:avLst/>
            </a:prstGeom>
            <a:solidFill>
              <a:srgbClr val="7FC9BA"/>
            </a:solidFill>
            <a:ln w="0">
              <a:noFill/>
              <a:prstDash val="solid"/>
            </a:ln>
          </p:spPr>
        </p:sp>
        <p:sp>
          <p:nvSpPr>
            <p:cNvPr id="2478" name="four:temporal-output:rotated-tₐ-cell-83:2478">
              <a:extLst>
                <a:ext uri="{FF2B5EF4-FFF2-40B4-BE49-F238E27FC236}">
                  <ns2:creationId id="{F64024F7-852D-4AFA-8C0D-79188745609E}"/>
                </a:ext>
              </a:extLst>
            </p:cNvPr>
            <p:cNvSpPr>
              <a:spLocks noGrp="1"/>
            </p:cNvSpPr>
            <p:nvPr/>
          </p:nvSpPr>
          <p:spPr>
            <a:xfrm>
              <a:off x="21240750" y="6662738"/>
              <a:ext cx="709613" cy="5953"/>
            </a:xfrm>
            <a:prstGeom prst="rect">
              <a:avLst/>
            </a:prstGeom>
            <a:solidFill>
              <a:srgbClr val="81C9BA"/>
            </a:solidFill>
            <a:ln w="0">
              <a:noFill/>
              <a:prstDash val="solid"/>
            </a:ln>
          </p:spPr>
        </p:sp>
        <p:sp>
          <p:nvSpPr>
            <p:cNvPr id="2479" name="four:temporal-output:rotated-tₐ-cell-84:2479">
              <a:extLst>
                <a:ext uri="{FF2B5EF4-FFF2-40B4-BE49-F238E27FC236}">
                  <ns2:creationId id="{82C2DAF6-42AC-4E02-8D5A-77B6C6D46878}"/>
                </a:ext>
              </a:extLst>
            </p:cNvPr>
            <p:cNvSpPr>
              <a:spLocks noGrp="1"/>
            </p:cNvSpPr>
            <p:nvPr/>
          </p:nvSpPr>
          <p:spPr>
            <a:xfrm>
              <a:off x="21240750" y="6656784"/>
              <a:ext cx="709613" cy="5953"/>
            </a:xfrm>
            <a:prstGeom prst="rect">
              <a:avLst/>
            </a:prstGeom>
            <a:solidFill>
              <a:srgbClr val="81C9BA"/>
            </a:solidFill>
            <a:ln w="0">
              <a:noFill/>
              <a:prstDash val="solid"/>
            </a:ln>
          </p:spPr>
        </p:sp>
        <p:sp>
          <p:nvSpPr>
            <p:cNvPr id="2480" name="four:temporal-output:rotated-tₐ-cell-85:2480">
              <a:extLst>
                <a:ext uri="{FF2B5EF4-FFF2-40B4-BE49-F238E27FC236}">
                  <ns2:creationId id="{E3D4C5DA-D388-4D08-88DE-A3FE86431E14}"/>
                </a:ext>
              </a:extLst>
            </p:cNvPr>
            <p:cNvSpPr>
              <a:spLocks noGrp="1"/>
            </p:cNvSpPr>
            <p:nvPr/>
          </p:nvSpPr>
          <p:spPr>
            <a:xfrm>
              <a:off x="21240750" y="6650831"/>
              <a:ext cx="709613" cy="5953"/>
            </a:xfrm>
            <a:prstGeom prst="rect">
              <a:avLst/>
            </a:prstGeom>
            <a:solidFill>
              <a:srgbClr val="81C9BA"/>
            </a:solidFill>
            <a:ln w="0">
              <a:noFill/>
              <a:prstDash val="solid"/>
            </a:ln>
          </p:spPr>
        </p:sp>
        <p:sp>
          <p:nvSpPr>
            <p:cNvPr id="2481" name="four:temporal-output:rotated-tₐ-cell-86:2481">
              <a:extLst>
                <a:ext uri="{FF2B5EF4-FFF2-40B4-BE49-F238E27FC236}">
                  <ns2:creationId id="{12CFDDC6-57B5-4F11-879A-757577080ABD}"/>
                </a:ext>
              </a:extLst>
            </p:cNvPr>
            <p:cNvSpPr>
              <a:spLocks noGrp="1"/>
            </p:cNvSpPr>
            <p:nvPr/>
          </p:nvSpPr>
          <p:spPr>
            <a:xfrm>
              <a:off x="21240750" y="6644878"/>
              <a:ext cx="709613" cy="5953"/>
            </a:xfrm>
            <a:prstGeom prst="rect">
              <a:avLst/>
            </a:prstGeom>
            <a:solidFill>
              <a:srgbClr val="81C9BA"/>
            </a:solidFill>
            <a:ln w="0">
              <a:noFill/>
              <a:prstDash val="solid"/>
            </a:ln>
          </p:spPr>
        </p:sp>
        <p:sp>
          <p:nvSpPr>
            <p:cNvPr id="2482" name="four:temporal-output:rotated-tₐ-cell-87:2482">
              <a:extLst>
                <a:ext uri="{FF2B5EF4-FFF2-40B4-BE49-F238E27FC236}">
                  <ns2:creationId id="{2A3AFF6D-0661-43C7-8EB1-51239BD5B99B}"/>
                </a:ext>
              </a:extLst>
            </p:cNvPr>
            <p:cNvSpPr>
              <a:spLocks noGrp="1"/>
            </p:cNvSpPr>
            <p:nvPr/>
          </p:nvSpPr>
          <p:spPr>
            <a:xfrm>
              <a:off x="21240750" y="6638925"/>
              <a:ext cx="709613" cy="5953"/>
            </a:xfrm>
            <a:prstGeom prst="rect">
              <a:avLst/>
            </a:prstGeom>
            <a:solidFill>
              <a:srgbClr val="81C9BA"/>
            </a:solidFill>
            <a:ln w="0">
              <a:noFill/>
              <a:prstDash val="solid"/>
            </a:ln>
          </p:spPr>
        </p:sp>
        <p:sp>
          <p:nvSpPr>
            <p:cNvPr id="2483" name="four:temporal-output:rotated-tₐ-cell-88:2483">
              <a:extLst>
                <a:ext uri="{FF2B5EF4-FFF2-40B4-BE49-F238E27FC236}">
                  <ns2:creationId id="{04D71E24-0DD7-4B55-8220-310669AB2434}"/>
                </a:ext>
              </a:extLst>
            </p:cNvPr>
            <p:cNvSpPr>
              <a:spLocks noGrp="1"/>
            </p:cNvSpPr>
            <p:nvPr/>
          </p:nvSpPr>
          <p:spPr>
            <a:xfrm>
              <a:off x="21240750" y="6632972"/>
              <a:ext cx="709613" cy="5953"/>
            </a:xfrm>
            <a:prstGeom prst="rect">
              <a:avLst/>
            </a:prstGeom>
            <a:solidFill>
              <a:srgbClr val="81C9BA"/>
            </a:solidFill>
            <a:ln w="0">
              <a:noFill/>
              <a:prstDash val="solid"/>
            </a:ln>
          </p:spPr>
        </p:sp>
        <p:sp>
          <p:nvSpPr>
            <p:cNvPr id="2484" name="four:temporal-output:rotated-tₐ-cell-89:2484">
              <a:extLst>
                <a:ext uri="{FF2B5EF4-FFF2-40B4-BE49-F238E27FC236}">
                  <ns2:creationId id="{D8E0D0A8-D6A0-4ACF-A1AC-F99338D1ECA2}"/>
                </a:ext>
              </a:extLst>
            </p:cNvPr>
            <p:cNvSpPr>
              <a:spLocks noGrp="1"/>
            </p:cNvSpPr>
            <p:nvPr/>
          </p:nvSpPr>
          <p:spPr>
            <a:xfrm>
              <a:off x="21240750" y="6627019"/>
              <a:ext cx="709613" cy="5953"/>
            </a:xfrm>
            <a:prstGeom prst="rect">
              <a:avLst/>
            </a:prstGeom>
            <a:solidFill>
              <a:srgbClr val="81C9BA"/>
            </a:solidFill>
            <a:ln w="0">
              <a:noFill/>
              <a:prstDash val="solid"/>
            </a:ln>
          </p:spPr>
        </p:sp>
        <p:sp>
          <p:nvSpPr>
            <p:cNvPr id="2485" name="four:temporal-output:rotated-tₐ-cell-90:2485">
              <a:extLst>
                <a:ext uri="{FF2B5EF4-FFF2-40B4-BE49-F238E27FC236}">
                  <ns2:creationId id="{833888A3-296F-496E-9F64-02D5BAC3D2FB}"/>
                </a:ext>
              </a:extLst>
            </p:cNvPr>
            <p:cNvSpPr>
              <a:spLocks noGrp="1"/>
            </p:cNvSpPr>
            <p:nvPr/>
          </p:nvSpPr>
          <p:spPr>
            <a:xfrm>
              <a:off x="21240750" y="6621066"/>
              <a:ext cx="709613" cy="5953"/>
            </a:xfrm>
            <a:prstGeom prst="rect">
              <a:avLst/>
            </a:prstGeom>
            <a:solidFill>
              <a:srgbClr val="81C9BA"/>
            </a:solidFill>
            <a:ln w="0">
              <a:noFill/>
              <a:prstDash val="solid"/>
            </a:ln>
          </p:spPr>
        </p:sp>
        <p:sp>
          <p:nvSpPr>
            <p:cNvPr id="2486" name="four:temporal-output:rotated-tₐ-cell-91:2486">
              <a:extLst>
                <a:ext uri="{FF2B5EF4-FFF2-40B4-BE49-F238E27FC236}">
                  <ns2:creationId id="{A01D91E7-1C9B-4496-8C6F-918AA3D4B93C}"/>
                </a:ext>
              </a:extLst>
            </p:cNvPr>
            <p:cNvSpPr>
              <a:spLocks noGrp="1"/>
            </p:cNvSpPr>
            <p:nvPr/>
          </p:nvSpPr>
          <p:spPr>
            <a:xfrm>
              <a:off x="21240750" y="6615113"/>
              <a:ext cx="709613" cy="5953"/>
            </a:xfrm>
            <a:prstGeom prst="rect">
              <a:avLst/>
            </a:prstGeom>
            <a:solidFill>
              <a:srgbClr val="81C9BA"/>
            </a:solidFill>
            <a:ln w="0">
              <a:noFill/>
              <a:prstDash val="solid"/>
            </a:ln>
          </p:spPr>
        </p:sp>
        <p:sp>
          <p:nvSpPr>
            <p:cNvPr id="2487" name="four:temporal-output:rotated-tₐ-cell-92:2487">
              <a:extLst>
                <a:ext uri="{FF2B5EF4-FFF2-40B4-BE49-F238E27FC236}">
                  <ns2:creationId id="{F0718F1B-27A3-413F-9EFF-AF8DA879917D}"/>
                </a:ext>
              </a:extLst>
            </p:cNvPr>
            <p:cNvSpPr>
              <a:spLocks noGrp="1"/>
            </p:cNvSpPr>
            <p:nvPr/>
          </p:nvSpPr>
          <p:spPr>
            <a:xfrm>
              <a:off x="21240750" y="6609159"/>
              <a:ext cx="709613" cy="5953"/>
            </a:xfrm>
            <a:prstGeom prst="rect">
              <a:avLst/>
            </a:prstGeom>
            <a:solidFill>
              <a:srgbClr val="81C9BA"/>
            </a:solidFill>
            <a:ln w="0">
              <a:noFill/>
              <a:prstDash val="solid"/>
            </a:ln>
          </p:spPr>
        </p:sp>
        <p:sp>
          <p:nvSpPr>
            <p:cNvPr id="2488" name="four:temporal-output:rotated-tₐ-cell-93:2488">
              <a:extLst>
                <a:ext uri="{FF2B5EF4-FFF2-40B4-BE49-F238E27FC236}">
                  <ns2:creationId id="{ABBABBB8-893D-45E2-8A57-3B3B5C3E27BE}"/>
                </a:ext>
              </a:extLst>
            </p:cNvPr>
            <p:cNvSpPr>
              <a:spLocks noGrp="1"/>
            </p:cNvSpPr>
            <p:nvPr/>
          </p:nvSpPr>
          <p:spPr>
            <a:xfrm>
              <a:off x="21240750" y="6603206"/>
              <a:ext cx="709613" cy="5953"/>
            </a:xfrm>
            <a:prstGeom prst="rect">
              <a:avLst/>
            </a:prstGeom>
            <a:solidFill>
              <a:srgbClr val="81C9BA"/>
            </a:solidFill>
            <a:ln w="0">
              <a:noFill/>
              <a:prstDash val="solid"/>
            </a:ln>
          </p:spPr>
        </p:sp>
        <p:sp>
          <p:nvSpPr>
            <p:cNvPr id="2489" name="four:temporal-output:rotated-tₐ-cell-94:2489">
              <a:extLst>
                <a:ext uri="{FF2B5EF4-FFF2-40B4-BE49-F238E27FC236}">
                  <ns2:creationId id="{0AD06CCB-203C-44A3-97E5-CF4C60E54CED}"/>
                </a:ext>
              </a:extLst>
            </p:cNvPr>
            <p:cNvSpPr>
              <a:spLocks noGrp="1"/>
            </p:cNvSpPr>
            <p:nvPr/>
          </p:nvSpPr>
          <p:spPr>
            <a:xfrm>
              <a:off x="21240750" y="6597253"/>
              <a:ext cx="709613" cy="5953"/>
            </a:xfrm>
            <a:prstGeom prst="rect">
              <a:avLst/>
            </a:prstGeom>
            <a:solidFill>
              <a:srgbClr val="81C9BA"/>
            </a:solidFill>
            <a:ln w="0">
              <a:noFill/>
              <a:prstDash val="solid"/>
            </a:ln>
          </p:spPr>
        </p:sp>
        <p:sp>
          <p:nvSpPr>
            <p:cNvPr id="2490" name="four:temporal-output:rotated-tₐ-cell-95:2490">
              <a:extLst>
                <a:ext uri="{FF2B5EF4-FFF2-40B4-BE49-F238E27FC236}">
                  <ns2:creationId id="{42C9EEEB-B11E-4FC0-A7AF-66C8BEDD74F4}"/>
                </a:ext>
              </a:extLst>
            </p:cNvPr>
            <p:cNvSpPr>
              <a:spLocks noGrp="1"/>
            </p:cNvSpPr>
            <p:nvPr/>
          </p:nvSpPr>
          <p:spPr>
            <a:xfrm>
              <a:off x="21240750" y="6591300"/>
              <a:ext cx="709613" cy="5953"/>
            </a:xfrm>
            <a:prstGeom prst="rect">
              <a:avLst/>
            </a:prstGeom>
            <a:solidFill>
              <a:srgbClr val="81C9BA"/>
            </a:solidFill>
            <a:ln w="0">
              <a:noFill/>
              <a:prstDash val="solid"/>
            </a:ln>
          </p:spPr>
        </p:sp>
        <p:sp>
          <p:nvSpPr>
            <p:cNvPr id="2491" name="four:temporal-output:rotated-tₐ-cell-96:2491">
              <a:extLst>
                <a:ext uri="{FF2B5EF4-FFF2-40B4-BE49-F238E27FC236}">
                  <ns2:creationId id="{0DDD41A6-9614-43CC-9FB0-1FCB3CDFD413}"/>
                </a:ext>
              </a:extLst>
            </p:cNvPr>
            <p:cNvSpPr>
              <a:spLocks noGrp="1"/>
            </p:cNvSpPr>
            <p:nvPr/>
          </p:nvSpPr>
          <p:spPr>
            <a:xfrm>
              <a:off x="21240750" y="6585347"/>
              <a:ext cx="709613" cy="5953"/>
            </a:xfrm>
            <a:prstGeom prst="rect">
              <a:avLst/>
            </a:prstGeom>
            <a:solidFill>
              <a:srgbClr val="81C9BA"/>
            </a:solidFill>
            <a:ln w="0">
              <a:noFill/>
              <a:prstDash val="solid"/>
            </a:ln>
          </p:spPr>
        </p:sp>
        <p:sp>
          <p:nvSpPr>
            <p:cNvPr id="2492" name="four:temporal-output:rotated-tₐ-cell-97:2492">
              <a:extLst>
                <a:ext uri="{FF2B5EF4-FFF2-40B4-BE49-F238E27FC236}">
                  <ns2:creationId id="{5AD109CF-544F-455B-B894-4641768F37B2}"/>
                </a:ext>
              </a:extLst>
            </p:cNvPr>
            <p:cNvSpPr>
              <a:spLocks noGrp="1"/>
            </p:cNvSpPr>
            <p:nvPr/>
          </p:nvSpPr>
          <p:spPr>
            <a:xfrm>
              <a:off x="21240750" y="6579394"/>
              <a:ext cx="709613" cy="5953"/>
            </a:xfrm>
            <a:prstGeom prst="rect">
              <a:avLst/>
            </a:prstGeom>
            <a:solidFill>
              <a:srgbClr val="81C9BA"/>
            </a:solidFill>
            <a:ln w="0">
              <a:noFill/>
              <a:prstDash val="solid"/>
            </a:ln>
          </p:spPr>
        </p:sp>
        <p:sp>
          <p:nvSpPr>
            <p:cNvPr id="2493" name="four:temporal-output:rotated-tₐ-cell-98:2493">
              <a:extLst>
                <a:ext uri="{FF2B5EF4-FFF2-40B4-BE49-F238E27FC236}">
                  <ns2:creationId id="{8E44904E-35D6-435B-834F-3016428CED43}"/>
                </a:ext>
              </a:extLst>
            </p:cNvPr>
            <p:cNvSpPr>
              <a:spLocks noGrp="1"/>
            </p:cNvSpPr>
            <p:nvPr/>
          </p:nvSpPr>
          <p:spPr>
            <a:xfrm>
              <a:off x="21240750" y="6573441"/>
              <a:ext cx="709613" cy="5953"/>
            </a:xfrm>
            <a:prstGeom prst="rect">
              <a:avLst/>
            </a:prstGeom>
            <a:solidFill>
              <a:srgbClr val="81C9BA"/>
            </a:solidFill>
            <a:ln w="0">
              <a:noFill/>
              <a:prstDash val="solid"/>
            </a:ln>
          </p:spPr>
        </p:sp>
        <p:sp>
          <p:nvSpPr>
            <p:cNvPr id="2494" name="four:temporal-output:rotated-tₐ-cell-99:2494">
              <a:extLst>
                <a:ext uri="{FF2B5EF4-FFF2-40B4-BE49-F238E27FC236}">
                  <ns2:creationId id="{301D5E78-DEC1-46BD-A5EC-1C04B41A757F}"/>
                </a:ext>
              </a:extLst>
            </p:cNvPr>
            <p:cNvSpPr>
              <a:spLocks noGrp="1"/>
            </p:cNvSpPr>
            <p:nvPr/>
          </p:nvSpPr>
          <p:spPr>
            <a:xfrm>
              <a:off x="21240750" y="6567488"/>
              <a:ext cx="709613" cy="5953"/>
            </a:xfrm>
            <a:prstGeom prst="rect">
              <a:avLst/>
            </a:prstGeom>
            <a:solidFill>
              <a:srgbClr val="81C9BA"/>
            </a:solidFill>
            <a:ln w="0">
              <a:noFill/>
              <a:prstDash val="solid"/>
            </a:ln>
          </p:spPr>
        </p:sp>
        <p:sp>
          <p:nvSpPr>
            <p:cNvPr id="2495" name="four:temporal-output:rotated-tₐ-cell-100:2495">
              <a:extLst>
                <a:ext uri="{FF2B5EF4-FFF2-40B4-BE49-F238E27FC236}">
                  <ns2:creationId id="{7EAEC71E-D7CB-4991-83F4-5ABE3D29537B}"/>
                </a:ext>
              </a:extLst>
            </p:cNvPr>
            <p:cNvSpPr>
              <a:spLocks noGrp="1"/>
            </p:cNvSpPr>
            <p:nvPr/>
          </p:nvSpPr>
          <p:spPr>
            <a:xfrm>
              <a:off x="21240750" y="6561534"/>
              <a:ext cx="709613" cy="5953"/>
            </a:xfrm>
            <a:prstGeom prst="rect">
              <a:avLst/>
            </a:prstGeom>
            <a:solidFill>
              <a:srgbClr val="81C9BA"/>
            </a:solidFill>
            <a:ln w="0">
              <a:noFill/>
              <a:prstDash val="solid"/>
            </a:ln>
          </p:spPr>
        </p:sp>
        <p:sp>
          <p:nvSpPr>
            <p:cNvPr id="2496" name="four:temporal-output:rotated-tₐ-cell-101:2496">
              <a:extLst>
                <a:ext uri="{FF2B5EF4-FFF2-40B4-BE49-F238E27FC236}">
                  <ns2:creationId id="{449965CD-F520-4ABE-9708-7DF37EC8A56D}"/>
                </a:ext>
              </a:extLst>
            </p:cNvPr>
            <p:cNvSpPr>
              <a:spLocks noGrp="1"/>
            </p:cNvSpPr>
            <p:nvPr/>
          </p:nvSpPr>
          <p:spPr>
            <a:xfrm>
              <a:off x="21240750" y="6555581"/>
              <a:ext cx="709613" cy="5953"/>
            </a:xfrm>
            <a:prstGeom prst="rect">
              <a:avLst/>
            </a:prstGeom>
            <a:solidFill>
              <a:srgbClr val="81C9BA"/>
            </a:solidFill>
            <a:ln w="0">
              <a:noFill/>
              <a:prstDash val="solid"/>
            </a:ln>
          </p:spPr>
        </p:sp>
        <p:sp>
          <p:nvSpPr>
            <p:cNvPr id="2497" name="four:temporal-output:rotated-tₐ-cell-102:2497">
              <a:extLst>
                <a:ext uri="{FF2B5EF4-FFF2-40B4-BE49-F238E27FC236}">
                  <ns2:creationId id="{52483EA5-E488-439F-9FC7-E64EAF03348D}"/>
                </a:ext>
              </a:extLst>
            </p:cNvPr>
            <p:cNvSpPr>
              <a:spLocks noGrp="1"/>
            </p:cNvSpPr>
            <p:nvPr/>
          </p:nvSpPr>
          <p:spPr>
            <a:xfrm>
              <a:off x="21240750" y="6549628"/>
              <a:ext cx="709613" cy="5953"/>
            </a:xfrm>
            <a:prstGeom prst="rect">
              <a:avLst/>
            </a:prstGeom>
            <a:solidFill>
              <a:srgbClr val="81C9BA"/>
            </a:solidFill>
            <a:ln w="0">
              <a:noFill/>
              <a:prstDash val="solid"/>
            </a:ln>
          </p:spPr>
        </p:sp>
        <p:sp>
          <p:nvSpPr>
            <p:cNvPr id="2498" name="four:temporal-output:rotated-tₐ-cell-103:2498">
              <a:extLst>
                <a:ext uri="{FF2B5EF4-FFF2-40B4-BE49-F238E27FC236}">
                  <ns2:creationId id="{0E9C2348-DAB6-4B64-838D-D44BD7378A2E}"/>
                </a:ext>
              </a:extLst>
            </p:cNvPr>
            <p:cNvSpPr>
              <a:spLocks noGrp="1"/>
            </p:cNvSpPr>
            <p:nvPr/>
          </p:nvSpPr>
          <p:spPr>
            <a:xfrm>
              <a:off x="21240750" y="6543675"/>
              <a:ext cx="709613" cy="5953"/>
            </a:xfrm>
            <a:prstGeom prst="rect">
              <a:avLst/>
            </a:prstGeom>
            <a:solidFill>
              <a:srgbClr val="81C9BA"/>
            </a:solidFill>
            <a:ln w="0">
              <a:noFill/>
              <a:prstDash val="solid"/>
            </a:ln>
          </p:spPr>
        </p:sp>
        <p:sp>
          <p:nvSpPr>
            <p:cNvPr id="2499" name="four:temporal-output:rotated-tₐ-cell-104:2499">
              <a:extLst>
                <a:ext uri="{FF2B5EF4-FFF2-40B4-BE49-F238E27FC236}">
                  <ns2:creationId id="{DB7EA5FE-671A-48CF-97B0-88BE700F986E}"/>
                </a:ext>
              </a:extLst>
            </p:cNvPr>
            <p:cNvSpPr>
              <a:spLocks noGrp="1"/>
            </p:cNvSpPr>
            <p:nvPr/>
          </p:nvSpPr>
          <p:spPr>
            <a:xfrm>
              <a:off x="21240750" y="6537722"/>
              <a:ext cx="709613" cy="5953"/>
            </a:xfrm>
            <a:prstGeom prst="rect">
              <a:avLst/>
            </a:prstGeom>
            <a:solidFill>
              <a:srgbClr val="81C9BA"/>
            </a:solidFill>
            <a:ln w="0">
              <a:noFill/>
              <a:prstDash val="solid"/>
            </a:ln>
          </p:spPr>
        </p:sp>
        <p:sp>
          <p:nvSpPr>
            <p:cNvPr id="2500" name="four:temporal-output:rotated-tₐ-cell-105:2500">
              <a:extLst>
                <a:ext uri="{FF2B5EF4-FFF2-40B4-BE49-F238E27FC236}">
                  <ns2:creationId id="{DD8BF391-EFEF-4851-A23F-FB708C44B6AF}"/>
                </a:ext>
              </a:extLst>
            </p:cNvPr>
            <p:cNvSpPr>
              <a:spLocks noGrp="1"/>
            </p:cNvSpPr>
            <p:nvPr/>
          </p:nvSpPr>
          <p:spPr>
            <a:xfrm>
              <a:off x="21240750" y="6531769"/>
              <a:ext cx="709613" cy="5953"/>
            </a:xfrm>
            <a:prstGeom prst="rect">
              <a:avLst/>
            </a:prstGeom>
            <a:solidFill>
              <a:srgbClr val="81C9BA"/>
            </a:solidFill>
            <a:ln w="0">
              <a:noFill/>
              <a:prstDash val="solid"/>
            </a:ln>
          </p:spPr>
        </p:sp>
        <p:sp>
          <p:nvSpPr>
            <p:cNvPr id="2501" name="four:temporal-output:rotated-tₐ-cell-106:2501">
              <a:extLst>
                <a:ext uri="{FF2B5EF4-FFF2-40B4-BE49-F238E27FC236}">
                  <ns2:creationId id="{8400CB1C-747F-40BD-A8BC-29F9679D8569}"/>
                </a:ext>
              </a:extLst>
            </p:cNvPr>
            <p:cNvSpPr>
              <a:spLocks noGrp="1"/>
            </p:cNvSpPr>
            <p:nvPr/>
          </p:nvSpPr>
          <p:spPr>
            <a:xfrm>
              <a:off x="21240750" y="6525816"/>
              <a:ext cx="709613" cy="5953"/>
            </a:xfrm>
            <a:prstGeom prst="rect">
              <a:avLst/>
            </a:prstGeom>
            <a:solidFill>
              <a:srgbClr val="81C9BA"/>
            </a:solidFill>
            <a:ln w="0">
              <a:noFill/>
              <a:prstDash val="solid"/>
            </a:ln>
          </p:spPr>
        </p:sp>
        <p:sp>
          <p:nvSpPr>
            <p:cNvPr id="2502" name="four:temporal-output:rotated-tₐ-cell-107:2502">
              <a:extLst>
                <a:ext uri="{FF2B5EF4-FFF2-40B4-BE49-F238E27FC236}">
                  <ns2:creationId id="{BD590E70-A796-46A6-91B5-66EB4D6DEDA3}"/>
                </a:ext>
              </a:extLst>
            </p:cNvPr>
            <p:cNvSpPr>
              <a:spLocks noGrp="1"/>
            </p:cNvSpPr>
            <p:nvPr/>
          </p:nvSpPr>
          <p:spPr>
            <a:xfrm>
              <a:off x="21240750" y="6519863"/>
              <a:ext cx="709613" cy="5953"/>
            </a:xfrm>
            <a:prstGeom prst="rect">
              <a:avLst/>
            </a:prstGeom>
            <a:solidFill>
              <a:srgbClr val="81C9BA"/>
            </a:solidFill>
            <a:ln w="0">
              <a:noFill/>
              <a:prstDash val="solid"/>
            </a:ln>
          </p:spPr>
        </p:sp>
        <p:sp>
          <p:nvSpPr>
            <p:cNvPr id="2503" name="four:temporal-output:rotated-tₐ-cell-108:2503">
              <a:extLst>
                <a:ext uri="{FF2B5EF4-FFF2-40B4-BE49-F238E27FC236}">
                  <ns2:creationId id="{DE7FB66D-6297-4963-914A-28381D99C733}"/>
                </a:ext>
              </a:extLst>
            </p:cNvPr>
            <p:cNvSpPr>
              <a:spLocks noGrp="1"/>
            </p:cNvSpPr>
            <p:nvPr/>
          </p:nvSpPr>
          <p:spPr>
            <a:xfrm>
              <a:off x="21240750" y="6513909"/>
              <a:ext cx="709613" cy="5953"/>
            </a:xfrm>
            <a:prstGeom prst="rect">
              <a:avLst/>
            </a:prstGeom>
            <a:solidFill>
              <a:srgbClr val="81C9BA"/>
            </a:solidFill>
            <a:ln w="0">
              <a:noFill/>
              <a:prstDash val="solid"/>
            </a:ln>
          </p:spPr>
        </p:sp>
        <p:sp>
          <p:nvSpPr>
            <p:cNvPr id="2504" name="four:temporal-output:rotated-tₐ-cell-109:2504">
              <a:extLst>
                <a:ext uri="{FF2B5EF4-FFF2-40B4-BE49-F238E27FC236}">
                  <ns2:creationId id="{7559C4C0-281F-4962-B1C9-85DD7CA15990}"/>
                </a:ext>
              </a:extLst>
            </p:cNvPr>
            <p:cNvSpPr>
              <a:spLocks noGrp="1"/>
            </p:cNvSpPr>
            <p:nvPr/>
          </p:nvSpPr>
          <p:spPr>
            <a:xfrm>
              <a:off x="21240750" y="6507956"/>
              <a:ext cx="709613" cy="5953"/>
            </a:xfrm>
            <a:prstGeom prst="rect">
              <a:avLst/>
            </a:prstGeom>
            <a:solidFill>
              <a:srgbClr val="7FC9B9"/>
            </a:solidFill>
            <a:ln w="0">
              <a:noFill/>
              <a:prstDash val="solid"/>
            </a:ln>
          </p:spPr>
        </p:sp>
        <p:sp>
          <p:nvSpPr>
            <p:cNvPr id="2505" name="four:temporal-output:rotated-tₐ-cell-110:2505">
              <a:extLst>
                <a:ext uri="{FF2B5EF4-FFF2-40B4-BE49-F238E27FC236}">
                  <ns2:creationId id="{FDC893FF-94E7-49A8-9860-9A55914ED9DF}"/>
                </a:ext>
              </a:extLst>
            </p:cNvPr>
            <p:cNvSpPr>
              <a:spLocks noGrp="1"/>
            </p:cNvSpPr>
            <p:nvPr/>
          </p:nvSpPr>
          <p:spPr>
            <a:xfrm>
              <a:off x="21240750" y="6502003"/>
              <a:ext cx="709613" cy="5953"/>
            </a:xfrm>
            <a:prstGeom prst="rect">
              <a:avLst/>
            </a:prstGeom>
            <a:solidFill>
              <a:srgbClr val="73C5B3"/>
            </a:solidFill>
            <a:ln w="0">
              <a:noFill/>
              <a:prstDash val="solid"/>
            </a:ln>
          </p:spPr>
        </p:sp>
        <p:sp>
          <p:nvSpPr>
            <p:cNvPr id="2506" name="four:temporal-output:rotated-tₐ-cell-111:2506">
              <a:extLst>
                <a:ext uri="{FF2B5EF4-FFF2-40B4-BE49-F238E27FC236}">
                  <ns2:creationId id="{2BDA52BA-0E49-4B95-A97B-F5DF268F4036}"/>
                </a:ext>
              </a:extLst>
            </p:cNvPr>
            <p:cNvSpPr>
              <a:spLocks noGrp="1"/>
            </p:cNvSpPr>
            <p:nvPr/>
          </p:nvSpPr>
          <p:spPr>
            <a:xfrm>
              <a:off x="21240750" y="6496050"/>
              <a:ext cx="709613" cy="5953"/>
            </a:xfrm>
            <a:prstGeom prst="rect">
              <a:avLst/>
            </a:prstGeom>
            <a:solidFill>
              <a:srgbClr val="60BEA8"/>
            </a:solidFill>
            <a:ln w="0">
              <a:noFill/>
              <a:prstDash val="solid"/>
            </a:ln>
          </p:spPr>
        </p:sp>
        <p:sp>
          <p:nvSpPr>
            <p:cNvPr id="2507" name="four:temporal-output:rotated-tₐ-cell-112:2507">
              <a:extLst>
                <a:ext uri="{FF2B5EF4-FFF2-40B4-BE49-F238E27FC236}">
                  <ns2:creationId id="{E8B1436E-A158-4A83-B943-DB45B011301F}"/>
                </a:ext>
              </a:extLst>
            </p:cNvPr>
            <p:cNvSpPr>
              <a:spLocks noGrp="1"/>
            </p:cNvSpPr>
            <p:nvPr/>
          </p:nvSpPr>
          <p:spPr>
            <a:xfrm>
              <a:off x="21240750" y="6490097"/>
              <a:ext cx="709613" cy="5953"/>
            </a:xfrm>
            <a:prstGeom prst="rect">
              <a:avLst/>
            </a:prstGeom>
            <a:solidFill>
              <a:srgbClr val="48B69B"/>
            </a:solidFill>
            <a:ln w="0">
              <a:noFill/>
              <a:prstDash val="solid"/>
            </a:ln>
          </p:spPr>
        </p:sp>
        <p:sp>
          <p:nvSpPr>
            <p:cNvPr id="2508" name="four:temporal-output:rotated-tₐ-cell-113:2508">
              <a:extLst>
                <a:ext uri="{FF2B5EF4-FFF2-40B4-BE49-F238E27FC236}">
                  <ns2:creationId id="{07F38301-46A8-4169-A2D3-430AFD929CA3}"/>
                </a:ext>
              </a:extLst>
            </p:cNvPr>
            <p:cNvSpPr>
              <a:spLocks noGrp="1"/>
            </p:cNvSpPr>
            <p:nvPr/>
          </p:nvSpPr>
          <p:spPr>
            <a:xfrm>
              <a:off x="21240750" y="6484144"/>
              <a:ext cx="709613" cy="5953"/>
            </a:xfrm>
            <a:prstGeom prst="rect">
              <a:avLst/>
            </a:prstGeom>
            <a:solidFill>
              <a:srgbClr val="2EAE8D"/>
            </a:solidFill>
            <a:ln w="0">
              <a:noFill/>
              <a:prstDash val="solid"/>
            </a:ln>
          </p:spPr>
        </p:sp>
        <p:sp>
          <p:nvSpPr>
            <p:cNvPr id="2509" name="four:temporal-output:rotated-tₐ-cell-114:2509">
              <a:extLst>
                <a:ext uri="{FF2B5EF4-FFF2-40B4-BE49-F238E27FC236}">
                  <ns2:creationId id="{1D550B9D-CF23-4B44-8E73-CAD5A1FA9043}"/>
                </a:ext>
              </a:extLst>
            </p:cNvPr>
            <p:cNvSpPr>
              <a:spLocks noGrp="1"/>
            </p:cNvSpPr>
            <p:nvPr/>
          </p:nvSpPr>
          <p:spPr>
            <a:xfrm>
              <a:off x="21240750" y="6478191"/>
              <a:ext cx="709613" cy="5953"/>
            </a:xfrm>
            <a:prstGeom prst="rect">
              <a:avLst/>
            </a:prstGeom>
            <a:solidFill>
              <a:srgbClr val="1AA781"/>
            </a:solidFill>
            <a:ln w="0">
              <a:noFill/>
              <a:prstDash val="solid"/>
            </a:ln>
          </p:spPr>
        </p:sp>
        <p:sp>
          <p:nvSpPr>
            <p:cNvPr id="2510" name="four:temporal-output:rotated-tₐ-cell-115:2510">
              <a:extLst>
                <a:ext uri="{FF2B5EF4-FFF2-40B4-BE49-F238E27FC236}">
                  <ns2:creationId id="{8D9BFF4B-DC4F-4794-B279-E35202C59449}"/>
                </a:ext>
              </a:extLst>
            </p:cNvPr>
            <p:cNvSpPr>
              <a:spLocks noGrp="1"/>
            </p:cNvSpPr>
            <p:nvPr/>
          </p:nvSpPr>
          <p:spPr>
            <a:xfrm>
              <a:off x="21240750" y="6472238"/>
              <a:ext cx="709613" cy="5953"/>
            </a:xfrm>
            <a:prstGeom prst="rect">
              <a:avLst/>
            </a:prstGeom>
            <a:solidFill>
              <a:srgbClr val="07A177"/>
            </a:solidFill>
            <a:ln w="0">
              <a:noFill/>
              <a:prstDash val="solid"/>
            </a:ln>
          </p:spPr>
        </p:sp>
        <p:sp>
          <p:nvSpPr>
            <p:cNvPr id="2511" name="four:temporal-output:rotated-tₐ-cell-116:2511">
              <a:extLst>
                <a:ext uri="{FF2B5EF4-FFF2-40B4-BE49-F238E27FC236}">
                  <ns2:creationId id="{B0FA65BE-D962-44CB-B125-865F97250D9E}"/>
                </a:ext>
              </a:extLst>
            </p:cNvPr>
            <p:cNvSpPr>
              <a:spLocks noGrp="1"/>
            </p:cNvSpPr>
            <p:nvPr/>
          </p:nvSpPr>
          <p:spPr>
            <a:xfrm>
              <a:off x="21240750" y="6466284"/>
              <a:ext cx="709613" cy="5953"/>
            </a:xfrm>
            <a:prstGeom prst="rect">
              <a:avLst/>
            </a:prstGeom>
            <a:solidFill>
              <a:srgbClr val="009E73"/>
            </a:solidFill>
            <a:ln w="0">
              <a:noFill/>
              <a:prstDash val="solid"/>
            </a:ln>
          </p:spPr>
        </p:sp>
        <p:sp>
          <p:nvSpPr>
            <p:cNvPr id="2512" name="four:temporal-output:rotated-tₐ-cell-117:2512">
              <a:extLst>
                <a:ext uri="{FF2B5EF4-FFF2-40B4-BE49-F238E27FC236}">
                  <ns2:creationId id="{976BD187-9101-4921-9276-DB55FD262096}"/>
                </a:ext>
              </a:extLst>
            </p:cNvPr>
            <p:cNvSpPr>
              <a:spLocks noGrp="1"/>
            </p:cNvSpPr>
            <p:nvPr/>
          </p:nvSpPr>
          <p:spPr>
            <a:xfrm>
              <a:off x="21240750" y="6460331"/>
              <a:ext cx="709613" cy="5953"/>
            </a:xfrm>
            <a:prstGeom prst="rect">
              <a:avLst/>
            </a:prstGeom>
            <a:solidFill>
              <a:srgbClr val="009E73"/>
            </a:solidFill>
            <a:ln w="0">
              <a:noFill/>
              <a:prstDash val="solid"/>
            </a:ln>
          </p:spPr>
        </p:sp>
        <p:sp>
          <p:nvSpPr>
            <p:cNvPr id="2513" name="four:temporal-output:rotated-tₐ-cell-118:2513">
              <a:extLst>
                <a:ext uri="{FF2B5EF4-FFF2-40B4-BE49-F238E27FC236}">
                  <ns2:creationId id="{3F33BB47-EC0A-4026-8878-8D936B71D50A}"/>
                </a:ext>
              </a:extLst>
            </p:cNvPr>
            <p:cNvSpPr>
              <a:spLocks noGrp="1"/>
            </p:cNvSpPr>
            <p:nvPr/>
          </p:nvSpPr>
          <p:spPr>
            <a:xfrm>
              <a:off x="21240750" y="6454378"/>
              <a:ext cx="709613" cy="5953"/>
            </a:xfrm>
            <a:prstGeom prst="rect">
              <a:avLst/>
            </a:prstGeom>
            <a:solidFill>
              <a:srgbClr val="009E73"/>
            </a:solidFill>
            <a:ln w="0">
              <a:noFill/>
              <a:prstDash val="solid"/>
            </a:ln>
          </p:spPr>
        </p:sp>
        <p:sp>
          <p:nvSpPr>
            <p:cNvPr id="2514" name="four:temporal-output:rotated-tₐ-cell-119:2514">
              <a:extLst>
                <a:ext uri="{FF2B5EF4-FFF2-40B4-BE49-F238E27FC236}">
                  <ns2:creationId id="{3F34157C-E6E9-4B63-A0FC-2743141CE671}"/>
                </a:ext>
              </a:extLst>
            </p:cNvPr>
            <p:cNvSpPr>
              <a:spLocks noGrp="1"/>
            </p:cNvSpPr>
            <p:nvPr/>
          </p:nvSpPr>
          <p:spPr>
            <a:xfrm>
              <a:off x="21240750" y="6448425"/>
              <a:ext cx="709613" cy="5953"/>
            </a:xfrm>
            <a:prstGeom prst="rect">
              <a:avLst/>
            </a:prstGeom>
            <a:solidFill>
              <a:srgbClr val="009E73"/>
            </a:solidFill>
            <a:ln w="0">
              <a:noFill/>
              <a:prstDash val="solid"/>
            </a:ln>
          </p:spPr>
        </p:sp>
        <p:sp>
          <p:nvSpPr>
            <p:cNvPr id="2515" name="four:temporal-output:rotated-tₐ-cell-120:2515">
              <a:extLst>
                <a:ext uri="{FF2B5EF4-FFF2-40B4-BE49-F238E27FC236}">
                  <ns2:creationId id="{3BB53C76-ED57-4D5F-AD73-C1860515FBE2}"/>
                </a:ext>
              </a:extLst>
            </p:cNvPr>
            <p:cNvSpPr>
              <a:spLocks noGrp="1"/>
            </p:cNvSpPr>
            <p:nvPr/>
          </p:nvSpPr>
          <p:spPr>
            <a:xfrm>
              <a:off x="21240750" y="6442472"/>
              <a:ext cx="709613" cy="5953"/>
            </a:xfrm>
            <a:prstGeom prst="rect">
              <a:avLst/>
            </a:prstGeom>
            <a:solidFill>
              <a:srgbClr val="009E73"/>
            </a:solidFill>
            <a:ln w="0">
              <a:noFill/>
              <a:prstDash val="solid"/>
            </a:ln>
          </p:spPr>
        </p:sp>
        <p:sp>
          <p:nvSpPr>
            <p:cNvPr id="2516" name="four:temporal-output:rotated-tₐ-cell-121:2516">
              <a:extLst>
                <a:ext uri="{FF2B5EF4-FFF2-40B4-BE49-F238E27FC236}">
                  <ns2:creationId id="{B75FEC14-2B0B-4B85-833B-8E6FDEE53F54}"/>
                </a:ext>
              </a:extLst>
            </p:cNvPr>
            <p:cNvSpPr>
              <a:spLocks noGrp="1"/>
            </p:cNvSpPr>
            <p:nvPr/>
          </p:nvSpPr>
          <p:spPr>
            <a:xfrm>
              <a:off x="21240750" y="6436519"/>
              <a:ext cx="709613" cy="5953"/>
            </a:xfrm>
            <a:prstGeom prst="rect">
              <a:avLst/>
            </a:prstGeom>
            <a:solidFill>
              <a:srgbClr val="009E73"/>
            </a:solidFill>
            <a:ln w="0">
              <a:noFill/>
              <a:prstDash val="solid"/>
            </a:ln>
          </p:spPr>
        </p:sp>
        <p:sp>
          <p:nvSpPr>
            <p:cNvPr id="2517" name="four:temporal-output:rotated-tₐ-cell-122:2517">
              <a:extLst>
                <a:ext uri="{FF2B5EF4-FFF2-40B4-BE49-F238E27FC236}">
                  <ns2:creationId id="{3E454E87-5BBE-4B3A-99DD-DED7D77AA3A0}"/>
                </a:ext>
              </a:extLst>
            </p:cNvPr>
            <p:cNvSpPr>
              <a:spLocks noGrp="1"/>
            </p:cNvSpPr>
            <p:nvPr/>
          </p:nvSpPr>
          <p:spPr>
            <a:xfrm>
              <a:off x="21240750" y="6430566"/>
              <a:ext cx="709613" cy="5953"/>
            </a:xfrm>
            <a:prstGeom prst="rect">
              <a:avLst/>
            </a:prstGeom>
            <a:solidFill>
              <a:srgbClr val="009E73"/>
            </a:solidFill>
            <a:ln w="0">
              <a:noFill/>
              <a:prstDash val="solid"/>
            </a:ln>
          </p:spPr>
        </p:sp>
        <p:sp>
          <p:nvSpPr>
            <p:cNvPr id="2518" name="four:temporal-output:rotated-tₐ-cell-123:2518">
              <a:extLst>
                <a:ext uri="{FF2B5EF4-FFF2-40B4-BE49-F238E27FC236}">
                  <ns2:creationId id="{A0E1ABE5-5D64-4BC3-B062-0002320C1E8B}"/>
                </a:ext>
              </a:extLst>
            </p:cNvPr>
            <p:cNvSpPr>
              <a:spLocks noGrp="1"/>
            </p:cNvSpPr>
            <p:nvPr/>
          </p:nvSpPr>
          <p:spPr>
            <a:xfrm>
              <a:off x="21240750" y="6424613"/>
              <a:ext cx="709613" cy="5953"/>
            </a:xfrm>
            <a:prstGeom prst="rect">
              <a:avLst/>
            </a:prstGeom>
            <a:solidFill>
              <a:srgbClr val="009E73"/>
            </a:solidFill>
            <a:ln w="0">
              <a:noFill/>
              <a:prstDash val="solid"/>
            </a:ln>
          </p:spPr>
        </p:sp>
        <p:sp>
          <p:nvSpPr>
            <p:cNvPr id="2519" name="four:temporal-output:rotated-tₐ-cell-124:2519">
              <a:extLst>
                <a:ext uri="{FF2B5EF4-FFF2-40B4-BE49-F238E27FC236}">
                  <ns2:creationId id="{C8A5F79A-27B4-4108-BB44-7648347A1B4D}"/>
                </a:ext>
              </a:extLst>
            </p:cNvPr>
            <p:cNvSpPr>
              <a:spLocks noGrp="1"/>
            </p:cNvSpPr>
            <p:nvPr/>
          </p:nvSpPr>
          <p:spPr>
            <a:xfrm>
              <a:off x="21240750" y="6418659"/>
              <a:ext cx="709613" cy="5953"/>
            </a:xfrm>
            <a:prstGeom prst="rect">
              <a:avLst/>
            </a:prstGeom>
            <a:solidFill>
              <a:srgbClr val="009E73"/>
            </a:solidFill>
            <a:ln w="0">
              <a:noFill/>
              <a:prstDash val="solid"/>
            </a:ln>
          </p:spPr>
        </p:sp>
        <p:sp>
          <p:nvSpPr>
            <p:cNvPr id="2520" name="four:temporal-output:rotated-tₐ-cell-125:2520">
              <a:extLst>
                <a:ext uri="{FF2B5EF4-FFF2-40B4-BE49-F238E27FC236}">
                  <ns2:creationId id="{83FB0A1E-AD90-472B-B14D-54DE2A87935D}"/>
                </a:ext>
              </a:extLst>
            </p:cNvPr>
            <p:cNvSpPr>
              <a:spLocks noGrp="1"/>
            </p:cNvSpPr>
            <p:nvPr/>
          </p:nvSpPr>
          <p:spPr>
            <a:xfrm>
              <a:off x="21240750" y="6412706"/>
              <a:ext cx="709613" cy="5953"/>
            </a:xfrm>
            <a:prstGeom prst="rect">
              <a:avLst/>
            </a:prstGeom>
            <a:solidFill>
              <a:srgbClr val="009E73"/>
            </a:solidFill>
            <a:ln w="0">
              <a:noFill/>
              <a:prstDash val="solid"/>
            </a:ln>
          </p:spPr>
        </p:sp>
        <p:sp>
          <p:nvSpPr>
            <p:cNvPr id="2521" name="four:temporal-output:rotated-tₐ-cell-126:2521">
              <a:extLst>
                <a:ext uri="{FF2B5EF4-FFF2-40B4-BE49-F238E27FC236}">
                  <ns2:creationId id="{D1DBAE31-96A9-4AA7-89CD-36A3CF585208}"/>
                </a:ext>
              </a:extLst>
            </p:cNvPr>
            <p:cNvSpPr>
              <a:spLocks noGrp="1"/>
            </p:cNvSpPr>
            <p:nvPr/>
          </p:nvSpPr>
          <p:spPr>
            <a:xfrm>
              <a:off x="21240750" y="6406753"/>
              <a:ext cx="709613" cy="5953"/>
            </a:xfrm>
            <a:prstGeom prst="rect">
              <a:avLst/>
            </a:prstGeom>
            <a:solidFill>
              <a:srgbClr val="009E73"/>
            </a:solidFill>
            <a:ln w="0">
              <a:noFill/>
              <a:prstDash val="solid"/>
            </a:ln>
          </p:spPr>
        </p:sp>
        <p:sp>
          <p:nvSpPr>
            <p:cNvPr id="2522" name="four:temporal-output:rotated-tₐ-cell-127:2522">
              <a:extLst>
                <a:ext uri="{FF2B5EF4-FFF2-40B4-BE49-F238E27FC236}">
                  <ns2:creationId id="{0465837D-1718-426C-8792-DA347E01EB3A}"/>
                </a:ext>
              </a:extLst>
            </p:cNvPr>
            <p:cNvSpPr>
              <a:spLocks noGrp="1"/>
            </p:cNvSpPr>
            <p:nvPr/>
          </p:nvSpPr>
          <p:spPr>
            <a:xfrm>
              <a:off x="21240750" y="6400800"/>
              <a:ext cx="709613" cy="5953"/>
            </a:xfrm>
            <a:prstGeom prst="rect">
              <a:avLst/>
            </a:prstGeom>
            <a:solidFill>
              <a:srgbClr val="009E73"/>
            </a:solidFill>
            <a:ln w="0">
              <a:noFill/>
              <a:prstDash val="solid"/>
            </a:ln>
          </p:spPr>
        </p:sp>
        <p:sp>
          <p:nvSpPr>
            <p:cNvPr id="2523" name="four:temporal-output:rotated-tₐ-cell-128:2523">
              <a:extLst>
                <a:ext uri="{FF2B5EF4-FFF2-40B4-BE49-F238E27FC236}">
                  <ns2:creationId id="{B9ECFB19-4FC1-4E2B-9981-D7BAC4866FC8}"/>
                </a:ext>
              </a:extLst>
            </p:cNvPr>
            <p:cNvSpPr>
              <a:spLocks noGrp="1"/>
            </p:cNvSpPr>
            <p:nvPr/>
          </p:nvSpPr>
          <p:spPr>
            <a:xfrm>
              <a:off x="21240750" y="6394847"/>
              <a:ext cx="709613" cy="5953"/>
            </a:xfrm>
            <a:prstGeom prst="rect">
              <a:avLst/>
            </a:prstGeom>
            <a:solidFill>
              <a:srgbClr val="019E74"/>
            </a:solidFill>
            <a:ln w="0">
              <a:noFill/>
              <a:prstDash val="solid"/>
            </a:ln>
          </p:spPr>
        </p:sp>
        <p:sp>
          <p:nvSpPr>
            <p:cNvPr id="2524" name="four:temporal-output:rotated-tₐ-cell-129:2524">
              <a:extLst>
                <a:ext uri="{FF2B5EF4-FFF2-40B4-BE49-F238E27FC236}">
                  <ns2:creationId id="{52B7CEE4-9F27-4B93-BF0A-D53678C6F93F}"/>
                </a:ext>
              </a:extLst>
            </p:cNvPr>
            <p:cNvSpPr>
              <a:spLocks noGrp="1"/>
            </p:cNvSpPr>
            <p:nvPr/>
          </p:nvSpPr>
          <p:spPr>
            <a:xfrm>
              <a:off x="21240750" y="6388894"/>
              <a:ext cx="709613" cy="5953"/>
            </a:xfrm>
            <a:prstGeom prst="rect">
              <a:avLst/>
            </a:prstGeom>
            <a:solidFill>
              <a:srgbClr val="11A47D"/>
            </a:solidFill>
            <a:ln w="0">
              <a:noFill/>
              <a:prstDash val="solid"/>
            </a:ln>
          </p:spPr>
        </p:sp>
        <p:sp>
          <p:nvSpPr>
            <p:cNvPr id="2525" name="four:temporal-output:rotated-tₐ-cell-130:2525">
              <a:extLst>
                <a:ext uri="{FF2B5EF4-FFF2-40B4-BE49-F238E27FC236}">
                  <ns2:creationId id="{9D2A44D8-6982-4BF1-8316-C366054CD3E5}"/>
                </a:ext>
              </a:extLst>
            </p:cNvPr>
            <p:cNvSpPr>
              <a:spLocks noGrp="1"/>
            </p:cNvSpPr>
            <p:nvPr/>
          </p:nvSpPr>
          <p:spPr>
            <a:xfrm>
              <a:off x="21240750" y="6382941"/>
              <a:ext cx="709613" cy="5953"/>
            </a:xfrm>
            <a:prstGeom prst="rect">
              <a:avLst/>
            </a:prstGeom>
            <a:solidFill>
              <a:srgbClr val="31AF8E"/>
            </a:solidFill>
            <a:ln w="0">
              <a:noFill/>
              <a:prstDash val="solid"/>
            </a:ln>
          </p:spPr>
        </p:sp>
        <p:sp>
          <p:nvSpPr>
            <p:cNvPr id="2526" name="four:temporal-output:rotated-tₐ-cell-131:2526">
              <a:extLst>
                <a:ext uri="{FF2B5EF4-FFF2-40B4-BE49-F238E27FC236}">
                  <ns2:creationId id="{42C501BA-47A8-4BD8-AB3B-B2DB5737321A}"/>
                </a:ext>
              </a:extLst>
            </p:cNvPr>
            <p:cNvSpPr>
              <a:spLocks noGrp="1"/>
            </p:cNvSpPr>
            <p:nvPr/>
          </p:nvSpPr>
          <p:spPr>
            <a:xfrm>
              <a:off x="21240750" y="6376988"/>
              <a:ext cx="709613" cy="5953"/>
            </a:xfrm>
            <a:prstGeom prst="rect">
              <a:avLst/>
            </a:prstGeom>
            <a:solidFill>
              <a:srgbClr val="59BCA4"/>
            </a:solidFill>
            <a:ln w="0">
              <a:noFill/>
              <a:prstDash val="solid"/>
            </a:ln>
          </p:spPr>
        </p:sp>
        <p:sp>
          <p:nvSpPr>
            <p:cNvPr id="2527" name="four:temporal-output:rotated-tₐ-cell-132:2527">
              <a:extLst>
                <a:ext uri="{FF2B5EF4-FFF2-40B4-BE49-F238E27FC236}">
                  <ns2:creationId id="{DB77EFA0-18F2-475A-82C6-DAA86500BB89}"/>
                </a:ext>
              </a:extLst>
            </p:cNvPr>
            <p:cNvSpPr>
              <a:spLocks noGrp="1"/>
            </p:cNvSpPr>
            <p:nvPr/>
          </p:nvSpPr>
          <p:spPr>
            <a:xfrm>
              <a:off x="21240750" y="6371034"/>
              <a:ext cx="709613" cy="5953"/>
            </a:xfrm>
            <a:prstGeom prst="rect">
              <a:avLst/>
            </a:prstGeom>
            <a:solidFill>
              <a:srgbClr val="83CABC"/>
            </a:solidFill>
            <a:ln w="0">
              <a:noFill/>
              <a:prstDash val="solid"/>
            </a:ln>
          </p:spPr>
        </p:sp>
        <p:sp>
          <p:nvSpPr>
            <p:cNvPr id="2528" name="four:temporal-output:rotated-tₐ-cell-133:2528">
              <a:extLst>
                <a:ext uri="{FF2B5EF4-FFF2-40B4-BE49-F238E27FC236}">
                  <ns2:creationId id="{AB358CD0-A415-4E4B-83A5-F5CD0A81CF69}"/>
                </a:ext>
              </a:extLst>
            </p:cNvPr>
            <p:cNvSpPr>
              <a:spLocks noGrp="1"/>
            </p:cNvSpPr>
            <p:nvPr/>
          </p:nvSpPr>
          <p:spPr>
            <a:xfrm>
              <a:off x="21240750" y="6365081"/>
              <a:ext cx="709613" cy="5953"/>
            </a:xfrm>
            <a:prstGeom prst="rect">
              <a:avLst/>
            </a:prstGeom>
            <a:solidFill>
              <a:srgbClr val="ABD7D2"/>
            </a:solidFill>
            <a:ln w="0">
              <a:noFill/>
              <a:prstDash val="solid"/>
            </a:ln>
          </p:spPr>
        </p:sp>
        <p:sp>
          <p:nvSpPr>
            <p:cNvPr id="2529" name="four:temporal-output:rotated-tₐ-cell-134:2529">
              <a:extLst>
                <a:ext uri="{FF2B5EF4-FFF2-40B4-BE49-F238E27FC236}">
                  <ns2:creationId id="{6479FD9A-62C7-4EB7-8449-F52DD136B9F5}"/>
                </a:ext>
              </a:extLst>
            </p:cNvPr>
            <p:cNvSpPr>
              <a:spLocks noGrp="1"/>
            </p:cNvSpPr>
            <p:nvPr/>
          </p:nvSpPr>
          <p:spPr>
            <a:xfrm>
              <a:off x="21240750" y="6359128"/>
              <a:ext cx="709613" cy="5953"/>
            </a:xfrm>
            <a:prstGeom prst="rect">
              <a:avLst/>
            </a:prstGeom>
            <a:solidFill>
              <a:srgbClr val="D7E0E8"/>
            </a:solidFill>
            <a:ln w="0">
              <a:noFill/>
              <a:prstDash val="solid"/>
            </a:ln>
          </p:spPr>
        </p:sp>
        <p:sp>
          <p:nvSpPr>
            <p:cNvPr id="2530" name="four:temporal-output:rotated-tₐ-cell-135:2530">
              <a:extLst>
                <a:ext uri="{FF2B5EF4-FFF2-40B4-BE49-F238E27FC236}">
                  <ns2:creationId id="{68875C98-4C96-4CE1-8219-AD9EEC14A806}"/>
                </a:ext>
              </a:extLst>
            </p:cNvPr>
            <p:cNvSpPr>
              <a:spLocks noGrp="1"/>
            </p:cNvSpPr>
            <p:nvPr/>
          </p:nvSpPr>
          <p:spPr>
            <a:xfrm>
              <a:off x="21240750" y="6353175"/>
              <a:ext cx="709613" cy="5953"/>
            </a:xfrm>
            <a:prstGeom prst="rect">
              <a:avLst/>
            </a:prstGeom>
            <a:solidFill>
              <a:srgbClr val="DCE7ED"/>
            </a:solidFill>
            <a:ln w="0">
              <a:noFill/>
              <a:prstDash val="solid"/>
            </a:ln>
          </p:spPr>
        </p:sp>
        <p:sp>
          <p:nvSpPr>
            <p:cNvPr id="2531" name="four:temporal-output:rotated-tₐ-cell-136:2531">
              <a:extLst>
                <a:ext uri="{FF2B5EF4-FFF2-40B4-BE49-F238E27FC236}">
                  <ns2:creationId id="{9E7A7CB5-C868-4C24-9145-D7B5C92EDFC7}"/>
                </a:ext>
              </a:extLst>
            </p:cNvPr>
            <p:cNvSpPr>
              <a:spLocks noGrp="1"/>
            </p:cNvSpPr>
            <p:nvPr/>
          </p:nvSpPr>
          <p:spPr>
            <a:xfrm>
              <a:off x="21240750" y="6347222"/>
              <a:ext cx="709613" cy="5953"/>
            </a:xfrm>
            <a:prstGeom prst="rect">
              <a:avLst/>
            </a:prstGeom>
            <a:solidFill>
              <a:srgbClr val="DCE8ED"/>
            </a:solidFill>
            <a:ln w="0">
              <a:noFill/>
              <a:prstDash val="solid"/>
            </a:ln>
          </p:spPr>
        </p:sp>
        <p:sp>
          <p:nvSpPr>
            <p:cNvPr id="2532" name="four:temporal-output:rotated-tₐ-cell-137:2532">
              <a:extLst>
                <a:ext uri="{FF2B5EF4-FFF2-40B4-BE49-F238E27FC236}">
                  <ns2:creationId id="{88E831A4-2FB4-4715-A0DD-E123AABF2CA5}"/>
                </a:ext>
              </a:extLst>
            </p:cNvPr>
            <p:cNvSpPr>
              <a:spLocks noGrp="1"/>
            </p:cNvSpPr>
            <p:nvPr/>
          </p:nvSpPr>
          <p:spPr>
            <a:xfrm>
              <a:off x="21240750" y="6341269"/>
              <a:ext cx="709613" cy="5953"/>
            </a:xfrm>
            <a:prstGeom prst="rect">
              <a:avLst/>
            </a:prstGeom>
            <a:solidFill>
              <a:srgbClr val="DCE8ED"/>
            </a:solidFill>
            <a:ln w="0">
              <a:noFill/>
              <a:prstDash val="solid"/>
            </a:ln>
          </p:spPr>
        </p:sp>
        <p:sp>
          <p:nvSpPr>
            <p:cNvPr id="2533" name="four:temporal-output:rotated-tₐ-cell-138:2533">
              <a:extLst>
                <a:ext uri="{FF2B5EF4-FFF2-40B4-BE49-F238E27FC236}">
                  <ns2:creationId id="{5D8D0ED4-6F03-4126-AB83-87D6062D58D1}"/>
                </a:ext>
              </a:extLst>
            </p:cNvPr>
            <p:cNvSpPr>
              <a:spLocks noGrp="1"/>
            </p:cNvSpPr>
            <p:nvPr/>
          </p:nvSpPr>
          <p:spPr>
            <a:xfrm>
              <a:off x="21240750" y="6335316"/>
              <a:ext cx="709613" cy="5953"/>
            </a:xfrm>
            <a:prstGeom prst="rect">
              <a:avLst/>
            </a:prstGeom>
            <a:solidFill>
              <a:srgbClr val="DCE8ED"/>
            </a:solidFill>
            <a:ln w="0">
              <a:noFill/>
              <a:prstDash val="solid"/>
            </a:ln>
          </p:spPr>
        </p:sp>
        <p:sp>
          <p:nvSpPr>
            <p:cNvPr id="2534" name="four:temporal-output:rotated-tₐ-cell-139:2534">
              <a:extLst>
                <a:ext uri="{FF2B5EF4-FFF2-40B4-BE49-F238E27FC236}">
                  <ns2:creationId id="{4CD0CE69-FF81-4E43-8A54-24E7533A6ACB}"/>
                </a:ext>
              </a:extLst>
            </p:cNvPr>
            <p:cNvSpPr>
              <a:spLocks noGrp="1"/>
            </p:cNvSpPr>
            <p:nvPr/>
          </p:nvSpPr>
          <p:spPr>
            <a:xfrm>
              <a:off x="21240750" y="6329363"/>
              <a:ext cx="709613" cy="5953"/>
            </a:xfrm>
            <a:prstGeom prst="rect">
              <a:avLst/>
            </a:prstGeom>
            <a:solidFill>
              <a:srgbClr val="DCE8ED"/>
            </a:solidFill>
            <a:ln w="0">
              <a:noFill/>
              <a:prstDash val="solid"/>
            </a:ln>
          </p:spPr>
        </p:sp>
        <p:sp>
          <p:nvSpPr>
            <p:cNvPr id="2535" name="four:temporal-output:rotated-tₐ-cell-140:2535">
              <a:extLst>
                <a:ext uri="{FF2B5EF4-FFF2-40B4-BE49-F238E27FC236}">
                  <ns2:creationId id="{191FBEE7-36AC-4707-94A6-0EB3B54C09D1}"/>
                </a:ext>
              </a:extLst>
            </p:cNvPr>
            <p:cNvSpPr>
              <a:spLocks noGrp="1"/>
            </p:cNvSpPr>
            <p:nvPr/>
          </p:nvSpPr>
          <p:spPr>
            <a:xfrm>
              <a:off x="21240750" y="6323409"/>
              <a:ext cx="709613" cy="5953"/>
            </a:xfrm>
            <a:prstGeom prst="rect">
              <a:avLst/>
            </a:prstGeom>
            <a:solidFill>
              <a:srgbClr val="DCE8ED"/>
            </a:solidFill>
            <a:ln w="0">
              <a:noFill/>
              <a:prstDash val="solid"/>
            </a:ln>
          </p:spPr>
        </p:sp>
        <p:sp>
          <p:nvSpPr>
            <p:cNvPr id="2536" name="four:temporal-output:rotated-tₐ-cell-141:2536">
              <a:extLst>
                <a:ext uri="{FF2B5EF4-FFF2-40B4-BE49-F238E27FC236}">
                  <ns2:creationId id="{4A5DAF75-3B91-4F4F-B310-78FE10293DB9}"/>
                </a:ext>
              </a:extLst>
            </p:cNvPr>
            <p:cNvSpPr>
              <a:spLocks noGrp="1"/>
            </p:cNvSpPr>
            <p:nvPr/>
          </p:nvSpPr>
          <p:spPr>
            <a:xfrm>
              <a:off x="21240750" y="6317456"/>
              <a:ext cx="709613" cy="5953"/>
            </a:xfrm>
            <a:prstGeom prst="rect">
              <a:avLst/>
            </a:prstGeom>
            <a:solidFill>
              <a:srgbClr val="DCE8ED"/>
            </a:solidFill>
            <a:ln w="0">
              <a:noFill/>
              <a:prstDash val="solid"/>
            </a:ln>
          </p:spPr>
        </p:sp>
        <p:sp>
          <p:nvSpPr>
            <p:cNvPr id="2537" name="four:temporal-output:rotated-tₐ-cell-142:2537">
              <a:extLst>
                <a:ext uri="{FF2B5EF4-FFF2-40B4-BE49-F238E27FC236}">
                  <ns2:creationId id="{D74BB3AB-B228-4195-B4AB-A4E4AF278907}"/>
                </a:ext>
              </a:extLst>
            </p:cNvPr>
            <p:cNvSpPr>
              <a:spLocks noGrp="1"/>
            </p:cNvSpPr>
            <p:nvPr/>
          </p:nvSpPr>
          <p:spPr>
            <a:xfrm>
              <a:off x="21240750" y="6311503"/>
              <a:ext cx="709613" cy="5953"/>
            </a:xfrm>
            <a:prstGeom prst="rect">
              <a:avLst/>
            </a:prstGeom>
            <a:solidFill>
              <a:srgbClr val="DCE8ED"/>
            </a:solidFill>
            <a:ln w="0">
              <a:noFill/>
              <a:prstDash val="solid"/>
            </a:ln>
          </p:spPr>
        </p:sp>
        <p:sp>
          <p:nvSpPr>
            <p:cNvPr id="2538" name="four:temporal-output:rotated-tₐ-cell-143:2538">
              <a:extLst>
                <a:ext uri="{FF2B5EF4-FFF2-40B4-BE49-F238E27FC236}">
                  <ns2:creationId id="{2A47D038-B538-4049-89D9-44FFEDF37F57}"/>
                </a:ext>
              </a:extLst>
            </p:cNvPr>
            <p:cNvSpPr>
              <a:spLocks noGrp="1"/>
            </p:cNvSpPr>
            <p:nvPr/>
          </p:nvSpPr>
          <p:spPr>
            <a:xfrm>
              <a:off x="21240750" y="6305550"/>
              <a:ext cx="709613" cy="5953"/>
            </a:xfrm>
            <a:prstGeom prst="rect">
              <a:avLst/>
            </a:prstGeom>
            <a:solidFill>
              <a:srgbClr val="DCE8ED"/>
            </a:solidFill>
            <a:ln w="0">
              <a:noFill/>
              <a:prstDash val="solid"/>
            </a:ln>
          </p:spPr>
        </p:sp>
        <p:sp>
          <p:nvSpPr>
            <p:cNvPr id="2539" name="four:temporal-output:rotated-tₐ-cell-144:2539">
              <a:extLst>
                <a:ext uri="{FF2B5EF4-FFF2-40B4-BE49-F238E27FC236}">
                  <ns2:creationId id="{75C6AD40-9177-41E6-9A00-7FAB3F1F5E85}"/>
                </a:ext>
              </a:extLst>
            </p:cNvPr>
            <p:cNvSpPr>
              <a:spLocks noGrp="1"/>
            </p:cNvSpPr>
            <p:nvPr/>
          </p:nvSpPr>
          <p:spPr>
            <a:xfrm>
              <a:off x="21240750" y="6299597"/>
              <a:ext cx="709613" cy="5953"/>
            </a:xfrm>
            <a:prstGeom prst="rect">
              <a:avLst/>
            </a:prstGeom>
            <a:solidFill>
              <a:srgbClr val="DCE8ED"/>
            </a:solidFill>
            <a:ln w="0">
              <a:noFill/>
              <a:prstDash val="solid"/>
            </a:ln>
          </p:spPr>
        </p:sp>
        <p:sp>
          <p:nvSpPr>
            <p:cNvPr id="2540" name="four:temporal-output:rotated-tₐ-cell-145:2540">
              <a:extLst>
                <a:ext uri="{FF2B5EF4-FFF2-40B4-BE49-F238E27FC236}">
                  <ns2:creationId id="{98C16FA8-F839-4B8D-A185-CBC059253D83}"/>
                </a:ext>
              </a:extLst>
            </p:cNvPr>
            <p:cNvSpPr>
              <a:spLocks noGrp="1"/>
            </p:cNvSpPr>
            <p:nvPr/>
          </p:nvSpPr>
          <p:spPr>
            <a:xfrm>
              <a:off x="21240750" y="6293644"/>
              <a:ext cx="709613" cy="5953"/>
            </a:xfrm>
            <a:prstGeom prst="rect">
              <a:avLst/>
            </a:prstGeom>
            <a:solidFill>
              <a:srgbClr val="DCE8ED"/>
            </a:solidFill>
            <a:ln w="0">
              <a:noFill/>
              <a:prstDash val="solid"/>
            </a:ln>
          </p:spPr>
        </p:sp>
        <p:sp>
          <p:nvSpPr>
            <p:cNvPr id="2541" name="four:temporal-output:rotated-tₐ-cell-146:2541">
              <a:extLst>
                <a:ext uri="{FF2B5EF4-FFF2-40B4-BE49-F238E27FC236}">
                  <ns2:creationId id="{EC612803-75EC-4BDD-9488-A81E16BE7CEF}"/>
                </a:ext>
              </a:extLst>
            </p:cNvPr>
            <p:cNvSpPr>
              <a:spLocks noGrp="1"/>
            </p:cNvSpPr>
            <p:nvPr/>
          </p:nvSpPr>
          <p:spPr>
            <a:xfrm>
              <a:off x="21240750" y="6287691"/>
              <a:ext cx="709613" cy="5953"/>
            </a:xfrm>
            <a:prstGeom prst="rect">
              <a:avLst/>
            </a:prstGeom>
            <a:solidFill>
              <a:srgbClr val="DCE8ED"/>
            </a:solidFill>
            <a:ln w="0">
              <a:noFill/>
              <a:prstDash val="solid"/>
            </a:ln>
          </p:spPr>
        </p:sp>
        <p:sp>
          <p:nvSpPr>
            <p:cNvPr id="2542" name="four:temporal-output:rotated-tₐ-cell-147:2542">
              <a:extLst>
                <a:ext uri="{FF2B5EF4-FFF2-40B4-BE49-F238E27FC236}">
                  <ns2:creationId id="{C06C482A-8A83-47F9-804F-41E958487A09}"/>
                </a:ext>
              </a:extLst>
            </p:cNvPr>
            <p:cNvSpPr>
              <a:spLocks noGrp="1"/>
            </p:cNvSpPr>
            <p:nvPr/>
          </p:nvSpPr>
          <p:spPr>
            <a:xfrm>
              <a:off x="21240750" y="6281738"/>
              <a:ext cx="709613" cy="5953"/>
            </a:xfrm>
            <a:prstGeom prst="rect">
              <a:avLst/>
            </a:prstGeom>
            <a:solidFill>
              <a:srgbClr val="DCE8ED"/>
            </a:solidFill>
            <a:ln w="0">
              <a:noFill/>
              <a:prstDash val="solid"/>
            </a:ln>
          </p:spPr>
        </p:sp>
        <p:sp>
          <p:nvSpPr>
            <p:cNvPr id="2543" name="four:temporal-output:rotated-tₐ-cell-148:2543">
              <a:extLst>
                <a:ext uri="{FF2B5EF4-FFF2-40B4-BE49-F238E27FC236}">
                  <ns2:creationId id="{88493B07-377E-4F66-9E7A-3123C21F229D}"/>
                </a:ext>
              </a:extLst>
            </p:cNvPr>
            <p:cNvSpPr>
              <a:spLocks noGrp="1"/>
            </p:cNvSpPr>
            <p:nvPr/>
          </p:nvSpPr>
          <p:spPr>
            <a:xfrm>
              <a:off x="21240750" y="6275784"/>
              <a:ext cx="709613" cy="5953"/>
            </a:xfrm>
            <a:prstGeom prst="rect">
              <a:avLst/>
            </a:prstGeom>
            <a:solidFill>
              <a:srgbClr val="DCE8ED"/>
            </a:solidFill>
            <a:ln w="0">
              <a:noFill/>
              <a:prstDash val="solid"/>
            </a:ln>
          </p:spPr>
        </p:sp>
        <p:sp>
          <p:nvSpPr>
            <p:cNvPr id="2544" name="four:temporal-output:rotated-tₐ-cell-149:2544">
              <a:extLst>
                <a:ext uri="{FF2B5EF4-FFF2-40B4-BE49-F238E27FC236}">
                  <ns2:creationId id="{9D769692-FDB0-44F6-AE41-361942AEE8C1}"/>
                </a:ext>
              </a:extLst>
            </p:cNvPr>
            <p:cNvSpPr>
              <a:spLocks noGrp="1"/>
            </p:cNvSpPr>
            <p:nvPr/>
          </p:nvSpPr>
          <p:spPr>
            <a:xfrm>
              <a:off x="21240750" y="6269831"/>
              <a:ext cx="709613" cy="5953"/>
            </a:xfrm>
            <a:prstGeom prst="rect">
              <a:avLst/>
            </a:prstGeom>
            <a:solidFill>
              <a:srgbClr val="DCE8ED"/>
            </a:solidFill>
            <a:ln w="0">
              <a:noFill/>
              <a:prstDash val="solid"/>
            </a:ln>
          </p:spPr>
        </p:sp>
        <p:sp>
          <p:nvSpPr>
            <p:cNvPr id="2545" name="four:temporal-output:rotated-tₐ-cell-150:2545">
              <a:extLst>
                <a:ext uri="{FF2B5EF4-FFF2-40B4-BE49-F238E27FC236}">
                  <ns2:creationId id="{02F12BF0-9A48-4A78-BFE9-7BBFC22650C8}"/>
                </a:ext>
              </a:extLst>
            </p:cNvPr>
            <p:cNvSpPr>
              <a:spLocks noGrp="1"/>
            </p:cNvSpPr>
            <p:nvPr/>
          </p:nvSpPr>
          <p:spPr>
            <a:xfrm>
              <a:off x="21240750" y="6263878"/>
              <a:ext cx="709613" cy="5953"/>
            </a:xfrm>
            <a:prstGeom prst="rect">
              <a:avLst/>
            </a:prstGeom>
            <a:solidFill>
              <a:srgbClr val="DCE8ED"/>
            </a:solidFill>
            <a:ln w="0">
              <a:noFill/>
              <a:prstDash val="solid"/>
            </a:ln>
          </p:spPr>
        </p:sp>
        <p:sp>
          <p:nvSpPr>
            <p:cNvPr id="2546" name="four:temporal-output:rotated-tₐ-cell-151:2546">
              <a:extLst>
                <a:ext uri="{FF2B5EF4-FFF2-40B4-BE49-F238E27FC236}">
                  <ns2:creationId id="{B3A84DC8-5A71-4522-8303-0E0841CB7D57}"/>
                </a:ext>
              </a:extLst>
            </p:cNvPr>
            <p:cNvSpPr>
              <a:spLocks noGrp="1"/>
            </p:cNvSpPr>
            <p:nvPr/>
          </p:nvSpPr>
          <p:spPr>
            <a:xfrm>
              <a:off x="21240750" y="6257925"/>
              <a:ext cx="709613" cy="5953"/>
            </a:xfrm>
            <a:prstGeom prst="rect">
              <a:avLst/>
            </a:prstGeom>
            <a:solidFill>
              <a:srgbClr val="DCE8ED"/>
            </a:solidFill>
            <a:ln w="0">
              <a:noFill/>
              <a:prstDash val="solid"/>
            </a:ln>
          </p:spPr>
        </p:sp>
        <p:sp>
          <p:nvSpPr>
            <p:cNvPr id="2547" name="four:temporal-output:rotated-tₐ-cell-152:2547">
              <a:extLst>
                <a:ext uri="{FF2B5EF4-FFF2-40B4-BE49-F238E27FC236}">
                  <ns2:creationId id="{CCFA9E87-13E5-4D84-857B-D3BFFBFD607D}"/>
                </a:ext>
              </a:extLst>
            </p:cNvPr>
            <p:cNvSpPr>
              <a:spLocks noGrp="1"/>
            </p:cNvSpPr>
            <p:nvPr/>
          </p:nvSpPr>
          <p:spPr>
            <a:xfrm>
              <a:off x="21240750" y="6251972"/>
              <a:ext cx="709613" cy="5953"/>
            </a:xfrm>
            <a:prstGeom prst="rect">
              <a:avLst/>
            </a:prstGeom>
            <a:solidFill>
              <a:srgbClr val="DCE8ED"/>
            </a:solidFill>
            <a:ln w="0">
              <a:noFill/>
              <a:prstDash val="solid"/>
            </a:ln>
          </p:spPr>
        </p:sp>
        <p:sp>
          <p:nvSpPr>
            <p:cNvPr id="2548" name="four:temporal-output:rotated-tₐ-cell-153:2548">
              <a:extLst>
                <a:ext uri="{FF2B5EF4-FFF2-40B4-BE49-F238E27FC236}">
                  <ns2:creationId id="{C36F435C-456A-4E7B-865C-C72577CE5C27}"/>
                </a:ext>
              </a:extLst>
            </p:cNvPr>
            <p:cNvSpPr>
              <a:spLocks noGrp="1"/>
            </p:cNvSpPr>
            <p:nvPr/>
          </p:nvSpPr>
          <p:spPr>
            <a:xfrm>
              <a:off x="21240750" y="6246019"/>
              <a:ext cx="709613" cy="5953"/>
            </a:xfrm>
            <a:prstGeom prst="rect">
              <a:avLst/>
            </a:prstGeom>
            <a:solidFill>
              <a:srgbClr val="DCE8ED"/>
            </a:solidFill>
            <a:ln w="0">
              <a:noFill/>
              <a:prstDash val="solid"/>
            </a:ln>
          </p:spPr>
        </p:sp>
        <p:sp>
          <p:nvSpPr>
            <p:cNvPr id="2549" name="four:temporal-output:rotated-tₐ-cell-154:2549">
              <a:extLst>
                <a:ext uri="{FF2B5EF4-FFF2-40B4-BE49-F238E27FC236}">
                  <ns2:creationId id="{62BFB87A-1483-4B8A-A9F8-7B1273E7F33B}"/>
                </a:ext>
              </a:extLst>
            </p:cNvPr>
            <p:cNvSpPr>
              <a:spLocks noGrp="1"/>
            </p:cNvSpPr>
            <p:nvPr/>
          </p:nvSpPr>
          <p:spPr>
            <a:xfrm>
              <a:off x="21240750" y="6240066"/>
              <a:ext cx="709613" cy="5953"/>
            </a:xfrm>
            <a:prstGeom prst="rect">
              <a:avLst/>
            </a:prstGeom>
            <a:solidFill>
              <a:srgbClr val="DCE8ED"/>
            </a:solidFill>
            <a:ln w="0">
              <a:noFill/>
              <a:prstDash val="solid"/>
            </a:ln>
          </p:spPr>
        </p:sp>
        <p:sp>
          <p:nvSpPr>
            <p:cNvPr id="2550" name="four:temporal-output:rotated-tₐ-cell-155:2550">
              <a:extLst>
                <a:ext uri="{FF2B5EF4-FFF2-40B4-BE49-F238E27FC236}">
                  <ns2:creationId id="{C06E6DCD-FA0C-4216-A0ED-2C180FFD36EA}"/>
                </a:ext>
              </a:extLst>
            </p:cNvPr>
            <p:cNvSpPr>
              <a:spLocks noGrp="1"/>
            </p:cNvSpPr>
            <p:nvPr/>
          </p:nvSpPr>
          <p:spPr>
            <a:xfrm>
              <a:off x="21240750" y="6234113"/>
              <a:ext cx="709613" cy="5953"/>
            </a:xfrm>
            <a:prstGeom prst="rect">
              <a:avLst/>
            </a:prstGeom>
            <a:solidFill>
              <a:srgbClr val="DCE8ED"/>
            </a:solidFill>
            <a:ln w="0">
              <a:noFill/>
              <a:prstDash val="solid"/>
            </a:ln>
          </p:spPr>
        </p:sp>
        <p:sp>
          <p:nvSpPr>
            <p:cNvPr id="2551" name="four:temporal-output:rotated-tₐ-cell-156:2551">
              <a:extLst>
                <a:ext uri="{FF2B5EF4-FFF2-40B4-BE49-F238E27FC236}">
                  <ns2:creationId id="{A931554C-B2D4-400A-99AE-E2ED07AA6014}"/>
                </a:ext>
              </a:extLst>
            </p:cNvPr>
            <p:cNvSpPr>
              <a:spLocks noGrp="1"/>
            </p:cNvSpPr>
            <p:nvPr/>
          </p:nvSpPr>
          <p:spPr>
            <a:xfrm>
              <a:off x="21240750" y="6228159"/>
              <a:ext cx="709613" cy="5953"/>
            </a:xfrm>
            <a:prstGeom prst="rect">
              <a:avLst/>
            </a:prstGeom>
            <a:solidFill>
              <a:srgbClr val="DCE8ED"/>
            </a:solidFill>
            <a:ln w="0">
              <a:noFill/>
              <a:prstDash val="solid"/>
            </a:ln>
          </p:spPr>
        </p:sp>
        <p:sp>
          <p:nvSpPr>
            <p:cNvPr id="2552" name="four:temporal-output:rotated-tₐ-cell-157:2552">
              <a:extLst>
                <a:ext uri="{FF2B5EF4-FFF2-40B4-BE49-F238E27FC236}">
                  <ns2:creationId id="{150994BC-268A-484B-82F2-660073E7B7BA}"/>
                </a:ext>
              </a:extLst>
            </p:cNvPr>
            <p:cNvSpPr>
              <a:spLocks noGrp="1"/>
            </p:cNvSpPr>
            <p:nvPr/>
          </p:nvSpPr>
          <p:spPr>
            <a:xfrm>
              <a:off x="21240750" y="6222206"/>
              <a:ext cx="709613" cy="5953"/>
            </a:xfrm>
            <a:prstGeom prst="rect">
              <a:avLst/>
            </a:prstGeom>
            <a:solidFill>
              <a:srgbClr val="DCE8ED"/>
            </a:solidFill>
            <a:ln w="0">
              <a:noFill/>
              <a:prstDash val="solid"/>
            </a:ln>
          </p:spPr>
        </p:sp>
        <p:sp>
          <p:nvSpPr>
            <p:cNvPr id="2553" name="four:temporal-output:rotated-tₐ-cell-158:2553">
              <a:extLst>
                <a:ext uri="{FF2B5EF4-FFF2-40B4-BE49-F238E27FC236}">
                  <ns2:creationId id="{8AAE1110-3964-4954-92D4-A9AF2819B248}"/>
                </a:ext>
              </a:extLst>
            </p:cNvPr>
            <p:cNvSpPr>
              <a:spLocks noGrp="1"/>
            </p:cNvSpPr>
            <p:nvPr/>
          </p:nvSpPr>
          <p:spPr>
            <a:xfrm>
              <a:off x="21240750" y="6216253"/>
              <a:ext cx="709613" cy="5953"/>
            </a:xfrm>
            <a:prstGeom prst="rect">
              <a:avLst/>
            </a:prstGeom>
            <a:solidFill>
              <a:srgbClr val="DCE8ED"/>
            </a:solidFill>
            <a:ln w="0">
              <a:noFill/>
              <a:prstDash val="solid"/>
            </a:ln>
          </p:spPr>
        </p:sp>
        <p:sp>
          <p:nvSpPr>
            <p:cNvPr id="2554" name="four:temporal-output:rotated-tₐ-cell-159:2554">
              <a:extLst>
                <a:ext uri="{FF2B5EF4-FFF2-40B4-BE49-F238E27FC236}">
                  <ns2:creationId id="{5B05E573-4EB4-4872-B844-863B7CFFBF85}"/>
                </a:ext>
              </a:extLst>
            </p:cNvPr>
            <p:cNvSpPr>
              <a:spLocks noGrp="1"/>
            </p:cNvSpPr>
            <p:nvPr/>
          </p:nvSpPr>
          <p:spPr>
            <a:xfrm>
              <a:off x="21240750" y="6210300"/>
              <a:ext cx="709613" cy="5953"/>
            </a:xfrm>
            <a:prstGeom prst="rect">
              <a:avLst/>
            </a:prstGeom>
            <a:solidFill>
              <a:srgbClr val="DCE8ED"/>
            </a:solidFill>
            <a:ln w="0">
              <a:noFill/>
              <a:prstDash val="solid"/>
            </a:ln>
          </p:spPr>
        </p:sp>
        <p:sp>
          <p:nvSpPr>
            <p:cNvPr id="2555" name="four:temporal-output:rotated-tₐ-cell-160:2555">
              <a:extLst>
                <a:ext uri="{FF2B5EF4-FFF2-40B4-BE49-F238E27FC236}">
                  <ns2:creationId id="{D046C869-BEF5-4B8F-A6EF-E0E6F3469D25}"/>
                </a:ext>
              </a:extLst>
            </p:cNvPr>
            <p:cNvSpPr>
              <a:spLocks noGrp="1"/>
            </p:cNvSpPr>
            <p:nvPr/>
          </p:nvSpPr>
          <p:spPr>
            <a:xfrm>
              <a:off x="21240750" y="6204347"/>
              <a:ext cx="709613" cy="5953"/>
            </a:xfrm>
            <a:prstGeom prst="rect">
              <a:avLst/>
            </a:prstGeom>
            <a:solidFill>
              <a:srgbClr val="DCE8ED"/>
            </a:solidFill>
            <a:ln w="0">
              <a:noFill/>
              <a:prstDash val="solid"/>
            </a:ln>
          </p:spPr>
        </p:sp>
        <p:sp>
          <p:nvSpPr>
            <p:cNvPr id="2556" name="four:temporal-output:rotated-tₐ-cell-161:2556">
              <a:extLst>
                <a:ext uri="{FF2B5EF4-FFF2-40B4-BE49-F238E27FC236}">
                  <ns2:creationId id="{EDF99466-2DFE-437B-88F4-55A5DDD18DD2}"/>
                </a:ext>
              </a:extLst>
            </p:cNvPr>
            <p:cNvSpPr>
              <a:spLocks noGrp="1"/>
            </p:cNvSpPr>
            <p:nvPr/>
          </p:nvSpPr>
          <p:spPr>
            <a:xfrm>
              <a:off x="21240750" y="6198394"/>
              <a:ext cx="709613" cy="5953"/>
            </a:xfrm>
            <a:prstGeom prst="rect">
              <a:avLst/>
            </a:prstGeom>
            <a:solidFill>
              <a:srgbClr val="DCE8ED"/>
            </a:solidFill>
            <a:ln w="0">
              <a:noFill/>
              <a:prstDash val="solid"/>
            </a:ln>
          </p:spPr>
        </p:sp>
        <p:sp>
          <p:nvSpPr>
            <p:cNvPr id="2557" name="four:temporal-output:rotated-tₐ-cell-162:2557">
              <a:extLst>
                <a:ext uri="{FF2B5EF4-FFF2-40B4-BE49-F238E27FC236}">
                  <ns2:creationId id="{19B40A5F-99DF-4466-9124-842FCC2DE368}"/>
                </a:ext>
              </a:extLst>
            </p:cNvPr>
            <p:cNvSpPr>
              <a:spLocks noGrp="1"/>
            </p:cNvSpPr>
            <p:nvPr/>
          </p:nvSpPr>
          <p:spPr>
            <a:xfrm>
              <a:off x="21240750" y="6192441"/>
              <a:ext cx="709613" cy="5953"/>
            </a:xfrm>
            <a:prstGeom prst="rect">
              <a:avLst/>
            </a:prstGeom>
            <a:solidFill>
              <a:srgbClr val="DCE6E9"/>
            </a:solidFill>
            <a:ln w="0">
              <a:noFill/>
              <a:prstDash val="solid"/>
            </a:ln>
          </p:spPr>
        </p:sp>
        <p:sp>
          <p:nvSpPr>
            <p:cNvPr id="2558" name="four:temporal-output:rotated-tₐ-cell-163:2558">
              <a:extLst>
                <a:ext uri="{FF2B5EF4-FFF2-40B4-BE49-F238E27FC236}">
                  <ns2:creationId id="{CA26A66D-E6CD-47B0-AD43-0B17A3EE61F7}"/>
                </a:ext>
              </a:extLst>
            </p:cNvPr>
            <p:cNvSpPr>
              <a:spLocks noGrp="1"/>
            </p:cNvSpPr>
            <p:nvPr/>
          </p:nvSpPr>
          <p:spPr>
            <a:xfrm>
              <a:off x="21240750" y="6186488"/>
              <a:ext cx="709613" cy="5953"/>
            </a:xfrm>
            <a:prstGeom prst="rect">
              <a:avLst/>
            </a:prstGeom>
            <a:solidFill>
              <a:srgbClr val="DADCDB"/>
            </a:solidFill>
            <a:ln w="0">
              <a:noFill/>
              <a:prstDash val="solid"/>
            </a:ln>
          </p:spPr>
        </p:sp>
        <p:sp>
          <p:nvSpPr>
            <p:cNvPr id="2559" name="four:temporal-output:rotated-tₐ-cell-164:2559">
              <a:extLst>
                <a:ext uri="{FF2B5EF4-FFF2-40B4-BE49-F238E27FC236}">
                  <ns2:creationId id="{0C3218BD-229E-4C6E-A871-8C50EF8BDB54}"/>
                </a:ext>
              </a:extLst>
            </p:cNvPr>
            <p:cNvSpPr>
              <a:spLocks noGrp="1"/>
            </p:cNvSpPr>
            <p:nvPr/>
          </p:nvSpPr>
          <p:spPr>
            <a:xfrm>
              <a:off x="21240750" y="6180534"/>
              <a:ext cx="709613" cy="5953"/>
            </a:xfrm>
            <a:prstGeom prst="rect">
              <a:avLst/>
            </a:prstGeom>
            <a:solidFill>
              <a:srgbClr val="D7C8D9"/>
            </a:solidFill>
            <a:ln w="0">
              <a:noFill/>
              <a:prstDash val="solid"/>
            </a:ln>
          </p:spPr>
        </p:sp>
        <p:sp>
          <p:nvSpPr>
            <p:cNvPr id="2560" name="four:temporal-output:rotated-tₐ-cell-165:2560">
              <a:extLst>
                <a:ext uri="{FF2B5EF4-FFF2-40B4-BE49-F238E27FC236}">
                  <ns2:creationId id="{319C199F-8D4F-4C3E-B5BF-B29CBA591B51}"/>
                </a:ext>
              </a:extLst>
            </p:cNvPr>
            <p:cNvSpPr>
              <a:spLocks noGrp="1"/>
            </p:cNvSpPr>
            <p:nvPr/>
          </p:nvSpPr>
          <p:spPr>
            <a:xfrm>
              <a:off x="21240750" y="6174581"/>
              <a:ext cx="709613" cy="5953"/>
            </a:xfrm>
            <a:prstGeom prst="rect">
              <a:avLst/>
            </a:prstGeom>
            <a:solidFill>
              <a:srgbClr val="D4B2CB"/>
            </a:solidFill>
            <a:ln w="0">
              <a:noFill/>
              <a:prstDash val="solid"/>
            </a:ln>
          </p:spPr>
        </p:sp>
        <p:sp>
          <p:nvSpPr>
            <p:cNvPr id="2561" name="four:temporal-output:rotated-tₐ-cell-166:2561">
              <a:extLst>
                <a:ext uri="{FF2B5EF4-FFF2-40B4-BE49-F238E27FC236}">
                  <ns2:creationId id="{BBE32475-4349-44A9-B668-59C3F27557B0}"/>
                </a:ext>
              </a:extLst>
            </p:cNvPr>
            <p:cNvSpPr>
              <a:spLocks noGrp="1"/>
            </p:cNvSpPr>
            <p:nvPr/>
          </p:nvSpPr>
          <p:spPr>
            <a:xfrm>
              <a:off x="21240750" y="6168628"/>
              <a:ext cx="709613" cy="5953"/>
            </a:xfrm>
            <a:prstGeom prst="rect">
              <a:avLst/>
            </a:prstGeom>
            <a:solidFill>
              <a:srgbClr val="D19DBE"/>
            </a:solidFill>
            <a:ln w="0">
              <a:noFill/>
              <a:prstDash val="solid"/>
            </a:ln>
          </p:spPr>
        </p:sp>
        <p:sp>
          <p:nvSpPr>
            <p:cNvPr id="2562" name="four:temporal-output:rotated-tₐ-cell-167:2562">
              <a:extLst>
                <a:ext uri="{FF2B5EF4-FFF2-40B4-BE49-F238E27FC236}">
                  <ns2:creationId id="{8630AF62-0D28-4A27-B362-6A2E8EAB18F0}"/>
                </a:ext>
              </a:extLst>
            </p:cNvPr>
            <p:cNvSpPr>
              <a:spLocks noGrp="1"/>
            </p:cNvSpPr>
            <p:nvPr/>
          </p:nvSpPr>
          <p:spPr>
            <a:xfrm>
              <a:off x="21240750" y="6162675"/>
              <a:ext cx="709613" cy="5953"/>
            </a:xfrm>
            <a:prstGeom prst="rect">
              <a:avLst/>
            </a:prstGeom>
            <a:solidFill>
              <a:srgbClr val="CF8AB2"/>
            </a:solidFill>
            <a:ln w="0">
              <a:noFill/>
              <a:prstDash val="solid"/>
            </a:ln>
          </p:spPr>
        </p:sp>
        <p:sp>
          <p:nvSpPr>
            <p:cNvPr id="2563" name="four:temporal-output:rotated-tₐ-cell-168:2563">
              <a:extLst>
                <a:ext uri="{FF2B5EF4-FFF2-40B4-BE49-F238E27FC236}">
                  <ns2:creationId id="{B85B2066-508E-48C5-ADEA-4F26B2817E47}"/>
                </a:ext>
              </a:extLst>
            </p:cNvPr>
            <p:cNvSpPr>
              <a:spLocks noGrp="1"/>
            </p:cNvSpPr>
            <p:nvPr/>
          </p:nvSpPr>
          <p:spPr>
            <a:xfrm>
              <a:off x="21240750" y="6156722"/>
              <a:ext cx="709613" cy="5953"/>
            </a:xfrm>
            <a:prstGeom prst="rect">
              <a:avLst/>
            </a:prstGeom>
            <a:solidFill>
              <a:srgbClr val="CD7EAA"/>
            </a:solidFill>
            <a:ln w="0">
              <a:noFill/>
              <a:prstDash val="solid"/>
            </a:ln>
          </p:spPr>
        </p:sp>
        <p:sp>
          <p:nvSpPr>
            <p:cNvPr id="2564" name="four:temporal-output:rotated-tₐ-cell-169:2564">
              <a:extLst>
                <a:ext uri="{FF2B5EF4-FFF2-40B4-BE49-F238E27FC236}">
                  <ns2:creationId id="{D1AEB620-B626-4E82-92CB-5D114B0963C0}"/>
                </a:ext>
              </a:extLst>
            </p:cNvPr>
            <p:cNvSpPr>
              <a:spLocks noGrp="1"/>
            </p:cNvSpPr>
            <p:nvPr/>
          </p:nvSpPr>
          <p:spPr>
            <a:xfrm>
              <a:off x="21240750" y="6150769"/>
              <a:ext cx="709613" cy="5953"/>
            </a:xfrm>
            <a:prstGeom prst="rect">
              <a:avLst/>
            </a:prstGeom>
            <a:solidFill>
              <a:srgbClr val="CC79A7"/>
            </a:solidFill>
            <a:ln w="0">
              <a:noFill/>
              <a:prstDash val="solid"/>
            </a:ln>
          </p:spPr>
        </p:sp>
        <p:sp>
          <p:nvSpPr>
            <p:cNvPr id="2565" name="four:temporal-output:rotated-tₐ-cell-170:2565">
              <a:extLst>
                <a:ext uri="{FF2B5EF4-FFF2-40B4-BE49-F238E27FC236}">
                  <ns2:creationId id="{E0436613-98CD-4F68-941E-67D64A7B4657}"/>
                </a:ext>
              </a:extLst>
            </p:cNvPr>
            <p:cNvSpPr>
              <a:spLocks noGrp="1"/>
            </p:cNvSpPr>
            <p:nvPr/>
          </p:nvSpPr>
          <p:spPr>
            <a:xfrm>
              <a:off x="21240750" y="6144816"/>
              <a:ext cx="709613" cy="5953"/>
            </a:xfrm>
            <a:prstGeom prst="rect">
              <a:avLst/>
            </a:prstGeom>
            <a:solidFill>
              <a:srgbClr val="CC79A7"/>
            </a:solidFill>
            <a:ln w="0">
              <a:noFill/>
              <a:prstDash val="solid"/>
            </a:ln>
          </p:spPr>
        </p:sp>
        <p:sp>
          <p:nvSpPr>
            <p:cNvPr id="2566" name="four:temporal-output:rotated-tₐ-cell-171:2566">
              <a:extLst>
                <a:ext uri="{FF2B5EF4-FFF2-40B4-BE49-F238E27FC236}">
                  <ns2:creationId id="{A7825A0C-2118-41A9-9649-54EB5D96BA9E}"/>
                </a:ext>
              </a:extLst>
            </p:cNvPr>
            <p:cNvSpPr>
              <a:spLocks noGrp="1"/>
            </p:cNvSpPr>
            <p:nvPr/>
          </p:nvSpPr>
          <p:spPr>
            <a:xfrm>
              <a:off x="21240750" y="6138863"/>
              <a:ext cx="709613" cy="5953"/>
            </a:xfrm>
            <a:prstGeom prst="rect">
              <a:avLst/>
            </a:prstGeom>
            <a:solidFill>
              <a:srgbClr val="CC79A7"/>
            </a:solidFill>
            <a:ln w="0">
              <a:noFill/>
              <a:prstDash val="solid"/>
            </a:ln>
          </p:spPr>
        </p:sp>
        <p:sp>
          <p:nvSpPr>
            <p:cNvPr id="2567" name="four:temporal-output:rotated-tₐ-cell-172:2567">
              <a:extLst>
                <a:ext uri="{FF2B5EF4-FFF2-40B4-BE49-F238E27FC236}">
                  <ns2:creationId id="{10D465C7-6C22-4428-B9AB-09912C818769}"/>
                </a:ext>
              </a:extLst>
            </p:cNvPr>
            <p:cNvSpPr>
              <a:spLocks noGrp="1"/>
            </p:cNvSpPr>
            <p:nvPr/>
          </p:nvSpPr>
          <p:spPr>
            <a:xfrm>
              <a:off x="21240750" y="6132909"/>
              <a:ext cx="709613" cy="5953"/>
            </a:xfrm>
            <a:prstGeom prst="rect">
              <a:avLst/>
            </a:prstGeom>
            <a:solidFill>
              <a:srgbClr val="CC79A7"/>
            </a:solidFill>
            <a:ln w="0">
              <a:noFill/>
              <a:prstDash val="solid"/>
            </a:ln>
          </p:spPr>
        </p:sp>
        <p:sp>
          <p:nvSpPr>
            <p:cNvPr id="2568" name="four:temporal-output:rotated-tₐ-cell-173:2568">
              <a:extLst>
                <a:ext uri="{FF2B5EF4-FFF2-40B4-BE49-F238E27FC236}">
                  <ns2:creationId id="{A6DF4009-67F7-4FE8-B8A6-C12B864F80B8}"/>
                </a:ext>
              </a:extLst>
            </p:cNvPr>
            <p:cNvSpPr>
              <a:spLocks noGrp="1"/>
            </p:cNvSpPr>
            <p:nvPr/>
          </p:nvSpPr>
          <p:spPr>
            <a:xfrm>
              <a:off x="21240750" y="6126956"/>
              <a:ext cx="709613" cy="5953"/>
            </a:xfrm>
            <a:prstGeom prst="rect">
              <a:avLst/>
            </a:prstGeom>
            <a:solidFill>
              <a:srgbClr val="CC79A7"/>
            </a:solidFill>
            <a:ln w="0">
              <a:noFill/>
              <a:prstDash val="solid"/>
            </a:ln>
          </p:spPr>
        </p:sp>
        <p:sp>
          <p:nvSpPr>
            <p:cNvPr id="2569" name="four:temporal-output:rotated-tₐ-cell-174:2569">
              <a:extLst>
                <a:ext uri="{FF2B5EF4-FFF2-40B4-BE49-F238E27FC236}">
                  <ns2:creationId id="{1587666A-DBC2-40EE-81D8-377BD24ED119}"/>
                </a:ext>
              </a:extLst>
            </p:cNvPr>
            <p:cNvSpPr>
              <a:spLocks noGrp="1"/>
            </p:cNvSpPr>
            <p:nvPr/>
          </p:nvSpPr>
          <p:spPr>
            <a:xfrm>
              <a:off x="21240750" y="6121003"/>
              <a:ext cx="709613" cy="5953"/>
            </a:xfrm>
            <a:prstGeom prst="rect">
              <a:avLst/>
            </a:prstGeom>
            <a:solidFill>
              <a:srgbClr val="CC79A7"/>
            </a:solidFill>
            <a:ln w="0">
              <a:noFill/>
              <a:prstDash val="solid"/>
            </a:ln>
          </p:spPr>
        </p:sp>
        <p:sp>
          <p:nvSpPr>
            <p:cNvPr id="2570" name="four:temporal-output:rotated-tₐ-cell-175:2570">
              <a:extLst>
                <a:ext uri="{FF2B5EF4-FFF2-40B4-BE49-F238E27FC236}">
                  <ns2:creationId id="{8D1DC542-1515-40AE-8B5E-9FB6084F7912}"/>
                </a:ext>
              </a:extLst>
            </p:cNvPr>
            <p:cNvSpPr>
              <a:spLocks noGrp="1"/>
            </p:cNvSpPr>
            <p:nvPr/>
          </p:nvSpPr>
          <p:spPr>
            <a:xfrm>
              <a:off x="21240750" y="6115050"/>
              <a:ext cx="709613" cy="5953"/>
            </a:xfrm>
            <a:prstGeom prst="rect">
              <a:avLst/>
            </a:prstGeom>
            <a:solidFill>
              <a:srgbClr val="CC79A7"/>
            </a:solidFill>
            <a:ln w="0">
              <a:noFill/>
              <a:prstDash val="solid"/>
            </a:ln>
          </p:spPr>
        </p:sp>
        <p:sp>
          <p:nvSpPr>
            <p:cNvPr id="2571" name="four:temporal-output:rotated-tₐ-cell-176:2571">
              <a:extLst>
                <a:ext uri="{FF2B5EF4-FFF2-40B4-BE49-F238E27FC236}">
                  <ns2:creationId id="{872064E8-F648-4E28-B336-79D9A12E7A0B}"/>
                </a:ext>
              </a:extLst>
            </p:cNvPr>
            <p:cNvSpPr>
              <a:spLocks noGrp="1"/>
            </p:cNvSpPr>
            <p:nvPr/>
          </p:nvSpPr>
          <p:spPr>
            <a:xfrm>
              <a:off x="21240750" y="6109097"/>
              <a:ext cx="709613" cy="5953"/>
            </a:xfrm>
            <a:prstGeom prst="rect">
              <a:avLst/>
            </a:prstGeom>
            <a:solidFill>
              <a:srgbClr val="CC79A7"/>
            </a:solidFill>
            <a:ln w="0">
              <a:noFill/>
              <a:prstDash val="solid"/>
            </a:ln>
          </p:spPr>
        </p:sp>
        <p:sp>
          <p:nvSpPr>
            <p:cNvPr id="2572" name="four:temporal-output:rotated-tₐ-cell-177:2572">
              <a:extLst>
                <a:ext uri="{FF2B5EF4-FFF2-40B4-BE49-F238E27FC236}">
                  <ns2:creationId id="{1DA15CC4-677D-4012-AAE3-DBB2F89E8B73}"/>
                </a:ext>
              </a:extLst>
            </p:cNvPr>
            <p:cNvSpPr>
              <a:spLocks noGrp="1"/>
            </p:cNvSpPr>
            <p:nvPr/>
          </p:nvSpPr>
          <p:spPr>
            <a:xfrm>
              <a:off x="21240750" y="6103144"/>
              <a:ext cx="709613" cy="5953"/>
            </a:xfrm>
            <a:prstGeom prst="rect">
              <a:avLst/>
            </a:prstGeom>
            <a:solidFill>
              <a:srgbClr val="CC79A7"/>
            </a:solidFill>
            <a:ln w="0">
              <a:noFill/>
              <a:prstDash val="solid"/>
            </a:ln>
          </p:spPr>
        </p:sp>
        <p:sp>
          <p:nvSpPr>
            <p:cNvPr id="2573" name="four:temporal-output:rotated-tₐ-cell-178:2573">
              <a:extLst>
                <a:ext uri="{FF2B5EF4-FFF2-40B4-BE49-F238E27FC236}">
                  <ns2:creationId id="{869271B4-656A-4B40-A0CA-357158B687F8}"/>
                </a:ext>
              </a:extLst>
            </p:cNvPr>
            <p:cNvSpPr>
              <a:spLocks noGrp="1"/>
            </p:cNvSpPr>
            <p:nvPr/>
          </p:nvSpPr>
          <p:spPr>
            <a:xfrm>
              <a:off x="21240750" y="6097191"/>
              <a:ext cx="709613" cy="5953"/>
            </a:xfrm>
            <a:prstGeom prst="rect">
              <a:avLst/>
            </a:prstGeom>
            <a:solidFill>
              <a:srgbClr val="CC79A7"/>
            </a:solidFill>
            <a:ln w="0">
              <a:noFill/>
              <a:prstDash val="solid"/>
            </a:ln>
          </p:spPr>
        </p:sp>
        <p:sp>
          <p:nvSpPr>
            <p:cNvPr id="2574" name="four:temporal-output:rotated-tₐ-cell-179:2574">
              <a:extLst>
                <a:ext uri="{FF2B5EF4-FFF2-40B4-BE49-F238E27FC236}">
                  <ns2:creationId id="{6A17FA05-36F8-4ABE-AC23-DACA5C464713}"/>
                </a:ext>
              </a:extLst>
            </p:cNvPr>
            <p:cNvSpPr>
              <a:spLocks noGrp="1"/>
            </p:cNvSpPr>
            <p:nvPr/>
          </p:nvSpPr>
          <p:spPr>
            <a:xfrm>
              <a:off x="21240750" y="6091238"/>
              <a:ext cx="709613" cy="5953"/>
            </a:xfrm>
            <a:prstGeom prst="rect">
              <a:avLst/>
            </a:prstGeom>
            <a:solidFill>
              <a:srgbClr val="CC79A7"/>
            </a:solidFill>
            <a:ln w="0">
              <a:noFill/>
              <a:prstDash val="solid"/>
            </a:ln>
          </p:spPr>
        </p:sp>
        <p:sp>
          <p:nvSpPr>
            <p:cNvPr id="2575" name="four:temporal-output:rotated-tₐ-cell-180:2575">
              <a:extLst>
                <a:ext uri="{FF2B5EF4-FFF2-40B4-BE49-F238E27FC236}">
                  <ns2:creationId id="{8F7E90D3-D31F-4FE6-BDB6-E2AF5BF17A27}"/>
                </a:ext>
              </a:extLst>
            </p:cNvPr>
            <p:cNvSpPr>
              <a:spLocks noGrp="1"/>
            </p:cNvSpPr>
            <p:nvPr/>
          </p:nvSpPr>
          <p:spPr>
            <a:xfrm>
              <a:off x="21240750" y="6085284"/>
              <a:ext cx="709613" cy="5953"/>
            </a:xfrm>
            <a:prstGeom prst="rect">
              <a:avLst/>
            </a:prstGeom>
            <a:solidFill>
              <a:srgbClr val="CC79A7"/>
            </a:solidFill>
            <a:ln w="0">
              <a:noFill/>
              <a:prstDash val="solid"/>
            </a:ln>
          </p:spPr>
        </p:sp>
        <p:sp>
          <p:nvSpPr>
            <p:cNvPr id="2576" name="four:temporal-output:rotated-tₐ-cell-181:2576">
              <a:extLst>
                <a:ext uri="{FF2B5EF4-FFF2-40B4-BE49-F238E27FC236}">
                  <ns2:creationId id="{579E0740-4106-4FFD-A7ED-F7C67EDFEE1C}"/>
                </a:ext>
              </a:extLst>
            </p:cNvPr>
            <p:cNvSpPr>
              <a:spLocks noGrp="1"/>
            </p:cNvSpPr>
            <p:nvPr/>
          </p:nvSpPr>
          <p:spPr>
            <a:xfrm>
              <a:off x="21240750" y="6079331"/>
              <a:ext cx="709613" cy="5953"/>
            </a:xfrm>
            <a:prstGeom prst="rect">
              <a:avLst/>
            </a:prstGeom>
            <a:solidFill>
              <a:srgbClr val="CC79A7"/>
            </a:solidFill>
            <a:ln w="0">
              <a:noFill/>
              <a:prstDash val="solid"/>
            </a:ln>
          </p:spPr>
        </p:sp>
        <p:sp>
          <p:nvSpPr>
            <p:cNvPr id="2577" name="four:temporal-output:rotated-tₐ-cell-182:2577">
              <a:extLst>
                <a:ext uri="{FF2B5EF4-FFF2-40B4-BE49-F238E27FC236}">
                  <ns2:creationId id="{E2565263-C1DB-48FD-A4A5-F9CDF8248380}"/>
                </a:ext>
              </a:extLst>
            </p:cNvPr>
            <p:cNvSpPr>
              <a:spLocks noGrp="1"/>
            </p:cNvSpPr>
            <p:nvPr/>
          </p:nvSpPr>
          <p:spPr>
            <a:xfrm>
              <a:off x="21240750" y="6073378"/>
              <a:ext cx="709613" cy="5953"/>
            </a:xfrm>
            <a:prstGeom prst="rect">
              <a:avLst/>
            </a:prstGeom>
            <a:solidFill>
              <a:srgbClr val="CC79A7"/>
            </a:solidFill>
            <a:ln w="0">
              <a:noFill/>
              <a:prstDash val="solid"/>
            </a:ln>
          </p:spPr>
        </p:sp>
        <p:sp>
          <p:nvSpPr>
            <p:cNvPr id="2578" name="four:temporal-output:rotated-tₐ-cell-183:2578">
              <a:extLst>
                <a:ext uri="{FF2B5EF4-FFF2-40B4-BE49-F238E27FC236}">
                  <ns2:creationId id="{690CED6D-6B92-4E05-8845-8E8B890368E0}"/>
                </a:ext>
              </a:extLst>
            </p:cNvPr>
            <p:cNvSpPr>
              <a:spLocks noGrp="1"/>
            </p:cNvSpPr>
            <p:nvPr/>
          </p:nvSpPr>
          <p:spPr>
            <a:xfrm>
              <a:off x="21240750" y="6067425"/>
              <a:ext cx="709613" cy="5953"/>
            </a:xfrm>
            <a:prstGeom prst="rect">
              <a:avLst/>
            </a:prstGeom>
            <a:solidFill>
              <a:srgbClr val="CE88B0"/>
            </a:solidFill>
            <a:ln w="0">
              <a:noFill/>
              <a:prstDash val="solid"/>
            </a:ln>
          </p:spPr>
        </p:sp>
        <p:sp>
          <p:nvSpPr>
            <p:cNvPr id="2579" name="four:temporal-output:rotated-tₐ-cell-184:2579">
              <a:extLst>
                <a:ext uri="{FF2B5EF4-FFF2-40B4-BE49-F238E27FC236}">
                  <ns2:creationId id="{4D290D05-46D9-4C32-85DF-0BD933D633A7}"/>
                </a:ext>
              </a:extLst>
            </p:cNvPr>
            <p:cNvSpPr>
              <a:spLocks noGrp="1"/>
            </p:cNvSpPr>
            <p:nvPr/>
          </p:nvSpPr>
          <p:spPr>
            <a:xfrm>
              <a:off x="21240750" y="6061472"/>
              <a:ext cx="709613" cy="5953"/>
            </a:xfrm>
            <a:prstGeom prst="rect">
              <a:avLst/>
            </a:prstGeom>
            <a:solidFill>
              <a:srgbClr val="D2A6C3"/>
            </a:solidFill>
            <a:ln w="0">
              <a:noFill/>
              <a:prstDash val="solid"/>
            </a:ln>
          </p:spPr>
        </p:sp>
        <p:sp>
          <p:nvSpPr>
            <p:cNvPr id="2580" name="four:temporal-output:rotated-tₐ-cell-185:2580">
              <a:extLst>
                <a:ext uri="{FF2B5EF4-FFF2-40B4-BE49-F238E27FC236}">
                  <ns2:creationId id="{8E3FB5F7-12CC-41AF-B9F3-A332B9937AC9}"/>
                </a:ext>
              </a:extLst>
            </p:cNvPr>
            <p:cNvSpPr>
              <a:spLocks noGrp="1"/>
            </p:cNvSpPr>
            <p:nvPr/>
          </p:nvSpPr>
          <p:spPr>
            <a:xfrm>
              <a:off x="21240750" y="6055519"/>
              <a:ext cx="709613" cy="5953"/>
            </a:xfrm>
            <a:prstGeom prst="rect">
              <a:avLst/>
            </a:prstGeom>
            <a:solidFill>
              <a:srgbClr val="D7C8D9"/>
            </a:solidFill>
            <a:ln w="0">
              <a:noFill/>
              <a:prstDash val="solid"/>
            </a:ln>
          </p:spPr>
        </p:sp>
        <p:sp>
          <p:nvSpPr>
            <p:cNvPr id="2581" name="four:temporal-output:rotated-tₐ-cell-186:2581">
              <a:extLst>
                <a:ext uri="{FF2B5EF4-FFF2-40B4-BE49-F238E27FC236}">
                  <ns2:creationId id="{A43F8970-605D-479D-8FC0-1EF0021EB9E4}"/>
                </a:ext>
              </a:extLst>
            </p:cNvPr>
            <p:cNvSpPr>
              <a:spLocks noGrp="1"/>
            </p:cNvSpPr>
            <p:nvPr/>
          </p:nvSpPr>
          <p:spPr>
            <a:xfrm>
              <a:off x="21240750" y="6049566"/>
              <a:ext cx="709613" cy="5953"/>
            </a:xfrm>
            <a:prstGeom prst="rect">
              <a:avLst/>
            </a:prstGeom>
            <a:solidFill>
              <a:srgbClr val="DBE3E5"/>
            </a:solidFill>
            <a:ln w="0">
              <a:noFill/>
              <a:prstDash val="solid"/>
            </a:ln>
          </p:spPr>
        </p:sp>
        <p:sp>
          <p:nvSpPr>
            <p:cNvPr id="2582" name="four:temporal-output:rotated-tₐ-cell-187:2582">
              <a:extLst>
                <a:ext uri="{FF2B5EF4-FFF2-40B4-BE49-F238E27FC236}">
                  <ns2:creationId id="{BDA09D1D-2596-4949-A57E-1AD4CD86DEEA}"/>
                </a:ext>
              </a:extLst>
            </p:cNvPr>
            <p:cNvSpPr>
              <a:spLocks noGrp="1"/>
            </p:cNvSpPr>
            <p:nvPr/>
          </p:nvSpPr>
          <p:spPr>
            <a:xfrm>
              <a:off x="21240750" y="6043613"/>
              <a:ext cx="709613" cy="5953"/>
            </a:xfrm>
            <a:prstGeom prst="rect">
              <a:avLst/>
            </a:prstGeom>
            <a:solidFill>
              <a:srgbClr val="DCE8ED"/>
            </a:solidFill>
            <a:ln w="0">
              <a:noFill/>
              <a:prstDash val="solid"/>
            </a:ln>
          </p:spPr>
        </p:sp>
        <p:sp>
          <p:nvSpPr>
            <p:cNvPr id="2583" name="four:temporal-output:rotated-tₐ-cell-188:2583">
              <a:extLst>
                <a:ext uri="{FF2B5EF4-FFF2-40B4-BE49-F238E27FC236}">
                  <ns2:creationId id="{BA34ECB8-B753-471A-B117-C4E0B83CBAE5}"/>
                </a:ext>
              </a:extLst>
            </p:cNvPr>
            <p:cNvSpPr>
              <a:spLocks noGrp="1"/>
            </p:cNvSpPr>
            <p:nvPr/>
          </p:nvSpPr>
          <p:spPr>
            <a:xfrm>
              <a:off x="21240750" y="6037659"/>
              <a:ext cx="709613" cy="5953"/>
            </a:xfrm>
            <a:prstGeom prst="rect">
              <a:avLst/>
            </a:prstGeom>
            <a:solidFill>
              <a:srgbClr val="DCE8ED"/>
            </a:solidFill>
            <a:ln w="0">
              <a:noFill/>
              <a:prstDash val="solid"/>
            </a:ln>
          </p:spPr>
        </p:sp>
        <p:sp>
          <p:nvSpPr>
            <p:cNvPr id="2584" name="four:temporal-output:rotated-tₐ-cell-189:2584">
              <a:extLst>
                <a:ext uri="{FF2B5EF4-FFF2-40B4-BE49-F238E27FC236}">
                  <ns2:creationId id="{4636DE33-D66D-41F5-B35A-A76631BC8F1F}"/>
                </a:ext>
              </a:extLst>
            </p:cNvPr>
            <p:cNvSpPr>
              <a:spLocks noGrp="1"/>
            </p:cNvSpPr>
            <p:nvPr/>
          </p:nvSpPr>
          <p:spPr>
            <a:xfrm>
              <a:off x="21240750" y="6031706"/>
              <a:ext cx="709613" cy="5953"/>
            </a:xfrm>
            <a:prstGeom prst="rect">
              <a:avLst/>
            </a:prstGeom>
            <a:solidFill>
              <a:srgbClr val="DCE8ED"/>
            </a:solidFill>
            <a:ln w="0">
              <a:noFill/>
              <a:prstDash val="solid"/>
            </a:ln>
          </p:spPr>
        </p:sp>
        <p:sp>
          <p:nvSpPr>
            <p:cNvPr id="2585" name="four:temporal-output:rotated-tₐ-cell-190:2585">
              <a:extLst>
                <a:ext uri="{FF2B5EF4-FFF2-40B4-BE49-F238E27FC236}">
                  <ns2:creationId id="{ACE1A07A-B054-42E1-B7C4-C5133D0FC315}"/>
                </a:ext>
              </a:extLst>
            </p:cNvPr>
            <p:cNvSpPr>
              <a:spLocks noGrp="1"/>
            </p:cNvSpPr>
            <p:nvPr/>
          </p:nvSpPr>
          <p:spPr>
            <a:xfrm>
              <a:off x="21240750" y="6025753"/>
              <a:ext cx="709613" cy="5953"/>
            </a:xfrm>
            <a:prstGeom prst="rect">
              <a:avLst/>
            </a:prstGeom>
            <a:solidFill>
              <a:srgbClr val="DCE8ED"/>
            </a:solidFill>
            <a:ln w="0">
              <a:noFill/>
              <a:prstDash val="solid"/>
            </a:ln>
          </p:spPr>
        </p:sp>
        <p:sp>
          <p:nvSpPr>
            <p:cNvPr id="2586" name="four:temporal-output:rotated-tₐ-cell-191:2586">
              <a:extLst>
                <a:ext uri="{FF2B5EF4-FFF2-40B4-BE49-F238E27FC236}">
                  <ns2:creationId id="{44CA7244-F974-42D0-8C0F-077590996F2C}"/>
                </a:ext>
              </a:extLst>
            </p:cNvPr>
            <p:cNvSpPr>
              <a:spLocks noGrp="1"/>
            </p:cNvSpPr>
            <p:nvPr/>
          </p:nvSpPr>
          <p:spPr>
            <a:xfrm>
              <a:off x="21240750" y="6019800"/>
              <a:ext cx="709613" cy="5953"/>
            </a:xfrm>
            <a:prstGeom prst="rect">
              <a:avLst/>
            </a:prstGeom>
            <a:solidFill>
              <a:srgbClr val="DCE8ED"/>
            </a:solidFill>
            <a:ln w="0">
              <a:noFill/>
              <a:prstDash val="solid"/>
            </a:ln>
          </p:spPr>
        </p:sp>
        <p:sp>
          <p:nvSpPr>
            <p:cNvPr id="2587" name="four:temporal-output:textbox:2587">
              <a:extLst>
                <a:ext uri="{FF2B5EF4-FFF2-40B4-BE49-F238E27FC236}">
                  <ns2:creationId id="{AE3E7B61-2510-42C4-8A08-27C748DF7697}"/>
                </a:ext>
              </a:extLst>
            </p:cNvPr>
            <p:cNvSpPr>
              <a:spLocks noGrp="1"/>
            </p:cNvSpPr>
            <p:nvPr/>
          </p:nvSpPr>
          <p:spPr>
            <a:xfrm>
              <a:off x="21950363" y="5743575"/>
              <a:ext cx="709613" cy="342900"/>
            </a:xfrm>
            <a:prstGeom prst="rect">
              <a:avLst/>
            </a:prstGeom>
            <a:noFill/>
            <a:ln w="0">
              <a:noFill/>
              <a:prstDash val="solid"/>
            </a:ln>
          </p:spPr>
          <p:txBody>
            <a:bodyPr wrap="none" lIns="0" tIns="0" rIns="0" bIns="0" anchor="ctr">
              <a:normAutofit fontScale="100000"/>
            </a:bodyPr>
            <a:lstStyle>
              <a:defPPr algn="ctr">
                <a:defRPr sz="1650" b="0">
                  <a:solidFill>
                    <a:srgbClr val="263238"/>
                  </a:solidFill>
                  <a:latin typeface="Arial"/>
                  <a:ea typeface="Arial"/>
                  <a:cs typeface="Arial"/>
                </a:defRPr>
              </a:defPPr>
            </a:lstStyle>
            <a:p>
              <a:pPr algn="ctr">
                <a:defRPr sz="1650" b="0">
                  <a:solidFill>
                    <a:srgbClr val="263238"/>
                  </a:solidFill>
                  <a:latin typeface="Arial"/>
                  <a:ea typeface="Arial"/>
                  <a:cs typeface="Arial"/>
                </a:defRPr>
              </a:pPr>
              <a:r>
                <a:rPr sz="1650" b="0">
                  <a:solidFill>
                    <a:srgbClr val="263238"/>
                  </a:solidFill>
                  <a:latin typeface="Arial"/>
                  <a:ea typeface="Arial"/>
                  <a:cs typeface="Arial"/>
                </a:rPr>
                <a:t>tᵦ</a:t>
              </a:r>
            </a:p>
          </p:txBody>
        </p:sp>
        <p:sp>
          <p:nvSpPr>
            <p:cNvPr id="2588" name="four:temporal-output:rotated-tᵦ-cell-0:2588">
              <a:extLst>
                <a:ext uri="{FF2B5EF4-FFF2-40B4-BE49-F238E27FC236}">
                  <ns2:creationId id="{0E6FFBE7-0130-45F9-AD90-4C8444EF0DB3}"/>
                </a:ext>
              </a:extLst>
            </p:cNvPr>
            <p:cNvSpPr>
              <a:spLocks noGrp="1"/>
            </p:cNvSpPr>
            <p:nvPr/>
          </p:nvSpPr>
          <p:spPr>
            <a:xfrm>
              <a:off x="21950363" y="7156847"/>
              <a:ext cx="709613" cy="5953"/>
            </a:xfrm>
            <a:prstGeom prst="rect">
              <a:avLst/>
            </a:prstGeom>
            <a:solidFill>
              <a:srgbClr val="DCE8ED"/>
            </a:solidFill>
            <a:ln w="0">
              <a:noFill/>
              <a:prstDash val="solid"/>
            </a:ln>
          </p:spPr>
        </p:sp>
        <p:sp>
          <p:nvSpPr>
            <p:cNvPr id="2589" name="four:temporal-output:rotated-tᵦ-cell-1:2589">
              <a:extLst>
                <a:ext uri="{FF2B5EF4-FFF2-40B4-BE49-F238E27FC236}">
                  <ns2:creationId id="{787319F8-3D10-4241-9BC3-6E7D86B75023}"/>
                </a:ext>
              </a:extLst>
            </p:cNvPr>
            <p:cNvSpPr>
              <a:spLocks noGrp="1"/>
            </p:cNvSpPr>
            <p:nvPr/>
          </p:nvSpPr>
          <p:spPr>
            <a:xfrm>
              <a:off x="21950363" y="7150894"/>
              <a:ext cx="709613" cy="5953"/>
            </a:xfrm>
            <a:prstGeom prst="rect">
              <a:avLst/>
            </a:prstGeom>
            <a:solidFill>
              <a:srgbClr val="DCE8ED"/>
            </a:solidFill>
            <a:ln w="0">
              <a:noFill/>
              <a:prstDash val="solid"/>
            </a:ln>
          </p:spPr>
        </p:sp>
        <p:sp>
          <p:nvSpPr>
            <p:cNvPr id="2590" name="four:temporal-output:rotated-tᵦ-cell-2:2590">
              <a:extLst>
                <a:ext uri="{FF2B5EF4-FFF2-40B4-BE49-F238E27FC236}">
                  <ns2:creationId id="{F8C91C9D-92A0-4F4E-AA82-ADEC8F6E6167}"/>
                </a:ext>
              </a:extLst>
            </p:cNvPr>
            <p:cNvSpPr>
              <a:spLocks noGrp="1"/>
            </p:cNvSpPr>
            <p:nvPr/>
          </p:nvSpPr>
          <p:spPr>
            <a:xfrm>
              <a:off x="21950363" y="7144941"/>
              <a:ext cx="709613" cy="5953"/>
            </a:xfrm>
            <a:prstGeom prst="rect">
              <a:avLst/>
            </a:prstGeom>
            <a:solidFill>
              <a:srgbClr val="5AA2CA"/>
            </a:solidFill>
            <a:ln w="0">
              <a:noFill/>
              <a:prstDash val="solid"/>
            </a:ln>
          </p:spPr>
        </p:sp>
        <p:sp>
          <p:nvSpPr>
            <p:cNvPr id="2591" name="four:temporal-output:rotated-tᵦ-cell-3:2591">
              <a:extLst>
                <a:ext uri="{FF2B5EF4-FFF2-40B4-BE49-F238E27FC236}">
                  <ns2:creationId id="{C29F2599-42F6-4403-ABD4-80B8A16267DB}"/>
                </a:ext>
              </a:extLst>
            </p:cNvPr>
            <p:cNvSpPr>
              <a:spLocks noGrp="1"/>
            </p:cNvSpPr>
            <p:nvPr/>
          </p:nvSpPr>
          <p:spPr>
            <a:xfrm>
              <a:off x="21950363" y="7138988"/>
              <a:ext cx="709613" cy="5953"/>
            </a:xfrm>
            <a:prstGeom prst="rect">
              <a:avLst/>
            </a:prstGeom>
            <a:solidFill>
              <a:srgbClr val="0072B2"/>
            </a:solidFill>
            <a:ln w="0">
              <a:noFill/>
              <a:prstDash val="solid"/>
            </a:ln>
          </p:spPr>
        </p:sp>
        <p:sp>
          <p:nvSpPr>
            <p:cNvPr id="2592" name="four:temporal-output:rotated-tᵦ-cell-4:2592">
              <a:extLst>
                <a:ext uri="{FF2B5EF4-FFF2-40B4-BE49-F238E27FC236}">
                  <ns2:creationId id="{C8238AA6-446B-4935-8222-5CAB32461FB0}"/>
                </a:ext>
              </a:extLst>
            </p:cNvPr>
            <p:cNvSpPr>
              <a:spLocks noGrp="1"/>
            </p:cNvSpPr>
            <p:nvPr/>
          </p:nvSpPr>
          <p:spPr>
            <a:xfrm>
              <a:off x="21950363" y="7133034"/>
              <a:ext cx="709613" cy="5953"/>
            </a:xfrm>
            <a:prstGeom prst="rect">
              <a:avLst/>
            </a:prstGeom>
            <a:solidFill>
              <a:srgbClr val="0072B2"/>
            </a:solidFill>
            <a:ln w="0">
              <a:noFill/>
              <a:prstDash val="solid"/>
            </a:ln>
          </p:spPr>
        </p:sp>
        <p:sp>
          <p:nvSpPr>
            <p:cNvPr id="2593" name="four:temporal-output:rotated-tᵦ-cell-5:2593">
              <a:extLst>
                <a:ext uri="{FF2B5EF4-FFF2-40B4-BE49-F238E27FC236}">
                  <ns2:creationId id="{45234184-3D3E-4C43-A6BC-6E687A585950}"/>
                </a:ext>
              </a:extLst>
            </p:cNvPr>
            <p:cNvSpPr>
              <a:spLocks noGrp="1"/>
            </p:cNvSpPr>
            <p:nvPr/>
          </p:nvSpPr>
          <p:spPr>
            <a:xfrm>
              <a:off x="21950363" y="7127081"/>
              <a:ext cx="709613" cy="5953"/>
            </a:xfrm>
            <a:prstGeom prst="rect">
              <a:avLst/>
            </a:prstGeom>
            <a:solidFill>
              <a:srgbClr val="0072B2"/>
            </a:solidFill>
            <a:ln w="0">
              <a:noFill/>
              <a:prstDash val="solid"/>
            </a:ln>
          </p:spPr>
        </p:sp>
        <p:sp>
          <p:nvSpPr>
            <p:cNvPr id="2594" name="four:temporal-output:rotated-tᵦ-cell-6:2594">
              <a:extLst>
                <a:ext uri="{FF2B5EF4-FFF2-40B4-BE49-F238E27FC236}">
                  <ns2:creationId id="{B853BD29-79E9-4E5C-9D50-C1A0FEDCBE9A}"/>
                </a:ext>
              </a:extLst>
            </p:cNvPr>
            <p:cNvSpPr>
              <a:spLocks noGrp="1"/>
            </p:cNvSpPr>
            <p:nvPr/>
          </p:nvSpPr>
          <p:spPr>
            <a:xfrm>
              <a:off x="21950363" y="7121128"/>
              <a:ext cx="709613" cy="5953"/>
            </a:xfrm>
            <a:prstGeom prst="rect">
              <a:avLst/>
            </a:prstGeom>
            <a:solidFill>
              <a:srgbClr val="0072B2"/>
            </a:solidFill>
            <a:ln w="0">
              <a:noFill/>
              <a:prstDash val="solid"/>
            </a:ln>
          </p:spPr>
        </p:sp>
        <p:sp>
          <p:nvSpPr>
            <p:cNvPr id="2595" name="four:temporal-output:rotated-tᵦ-cell-7:2595">
              <a:extLst>
                <a:ext uri="{FF2B5EF4-FFF2-40B4-BE49-F238E27FC236}">
                  <ns2:creationId id="{45F719BB-6E8B-4455-A306-4676A6E1E028}"/>
                </a:ext>
              </a:extLst>
            </p:cNvPr>
            <p:cNvSpPr>
              <a:spLocks noGrp="1"/>
            </p:cNvSpPr>
            <p:nvPr/>
          </p:nvSpPr>
          <p:spPr>
            <a:xfrm>
              <a:off x="21950363" y="7115175"/>
              <a:ext cx="709613" cy="5953"/>
            </a:xfrm>
            <a:prstGeom prst="rect">
              <a:avLst/>
            </a:prstGeom>
            <a:solidFill>
              <a:srgbClr val="0072B2"/>
            </a:solidFill>
            <a:ln w="0">
              <a:noFill/>
              <a:prstDash val="solid"/>
            </a:ln>
          </p:spPr>
        </p:sp>
        <p:sp>
          <p:nvSpPr>
            <p:cNvPr id="2596" name="four:temporal-output:rotated-tᵦ-cell-8:2596">
              <a:extLst>
                <a:ext uri="{FF2B5EF4-FFF2-40B4-BE49-F238E27FC236}">
                  <ns2:creationId id="{84B8B576-1849-4F2C-9D73-FFF9714D0EE1}"/>
                </a:ext>
              </a:extLst>
            </p:cNvPr>
            <p:cNvSpPr>
              <a:spLocks noGrp="1"/>
            </p:cNvSpPr>
            <p:nvPr/>
          </p:nvSpPr>
          <p:spPr>
            <a:xfrm>
              <a:off x="21950363" y="7109222"/>
              <a:ext cx="709613" cy="5953"/>
            </a:xfrm>
            <a:prstGeom prst="rect">
              <a:avLst/>
            </a:prstGeom>
            <a:solidFill>
              <a:srgbClr val="0072B2"/>
            </a:solidFill>
            <a:ln w="0">
              <a:noFill/>
              <a:prstDash val="solid"/>
            </a:ln>
          </p:spPr>
        </p:sp>
        <p:sp>
          <p:nvSpPr>
            <p:cNvPr id="2597" name="four:temporal-output:rotated-tᵦ-cell-9:2597">
              <a:extLst>
                <a:ext uri="{FF2B5EF4-FFF2-40B4-BE49-F238E27FC236}">
                  <ns2:creationId id="{79C27C48-6EB9-4CCC-8205-F9AD58B9704D}"/>
                </a:ext>
              </a:extLst>
            </p:cNvPr>
            <p:cNvSpPr>
              <a:spLocks noGrp="1"/>
            </p:cNvSpPr>
            <p:nvPr/>
          </p:nvSpPr>
          <p:spPr>
            <a:xfrm>
              <a:off x="21950363" y="7103269"/>
              <a:ext cx="709613" cy="5953"/>
            </a:xfrm>
            <a:prstGeom prst="rect">
              <a:avLst/>
            </a:prstGeom>
            <a:solidFill>
              <a:srgbClr val="0072B2"/>
            </a:solidFill>
            <a:ln w="0">
              <a:noFill/>
              <a:prstDash val="solid"/>
            </a:ln>
          </p:spPr>
        </p:sp>
        <p:sp>
          <p:nvSpPr>
            <p:cNvPr id="2598" name="four:temporal-output:rotated-tᵦ-cell-10:2598">
              <a:extLst>
                <a:ext uri="{FF2B5EF4-FFF2-40B4-BE49-F238E27FC236}">
                  <ns2:creationId id="{633C3C3D-7108-49B2-912B-2E1A807D8B04}"/>
                </a:ext>
              </a:extLst>
            </p:cNvPr>
            <p:cNvSpPr>
              <a:spLocks noGrp="1"/>
            </p:cNvSpPr>
            <p:nvPr/>
          </p:nvSpPr>
          <p:spPr>
            <a:xfrm>
              <a:off x="21950363" y="7097316"/>
              <a:ext cx="709613" cy="5953"/>
            </a:xfrm>
            <a:prstGeom prst="rect">
              <a:avLst/>
            </a:prstGeom>
            <a:solidFill>
              <a:srgbClr val="0072B2"/>
            </a:solidFill>
            <a:ln w="0">
              <a:noFill/>
              <a:prstDash val="solid"/>
            </a:ln>
          </p:spPr>
        </p:sp>
        <p:sp>
          <p:nvSpPr>
            <p:cNvPr id="2599" name="four:temporal-output:rotated-tᵦ-cell-11:2599">
              <a:extLst>
                <a:ext uri="{FF2B5EF4-FFF2-40B4-BE49-F238E27FC236}">
                  <ns2:creationId id="{3EB89938-D2FF-4AAA-A936-B0FE5BCA10EE}"/>
                </a:ext>
              </a:extLst>
            </p:cNvPr>
            <p:cNvSpPr>
              <a:spLocks noGrp="1"/>
            </p:cNvSpPr>
            <p:nvPr/>
          </p:nvSpPr>
          <p:spPr>
            <a:xfrm>
              <a:off x="21950363" y="7091363"/>
              <a:ext cx="709613" cy="5953"/>
            </a:xfrm>
            <a:prstGeom prst="rect">
              <a:avLst/>
            </a:prstGeom>
            <a:solidFill>
              <a:srgbClr val="0072B2"/>
            </a:solidFill>
            <a:ln w="0">
              <a:noFill/>
              <a:prstDash val="solid"/>
            </a:ln>
          </p:spPr>
        </p:sp>
        <p:sp>
          <p:nvSpPr>
            <p:cNvPr id="2600" name="four:temporal-output:rotated-tᵦ-cell-12:2600">
              <a:extLst>
                <a:ext uri="{FF2B5EF4-FFF2-40B4-BE49-F238E27FC236}">
                  <ns2:creationId id="{B6C031D9-D249-41C6-96F4-D0F3C06CFAA1}"/>
                </a:ext>
              </a:extLst>
            </p:cNvPr>
            <p:cNvSpPr>
              <a:spLocks noGrp="1"/>
            </p:cNvSpPr>
            <p:nvPr/>
          </p:nvSpPr>
          <p:spPr>
            <a:xfrm>
              <a:off x="21950363" y="7085409"/>
              <a:ext cx="709613" cy="5953"/>
            </a:xfrm>
            <a:prstGeom prst="rect">
              <a:avLst/>
            </a:prstGeom>
            <a:solidFill>
              <a:srgbClr val="0072B2"/>
            </a:solidFill>
            <a:ln w="0">
              <a:noFill/>
              <a:prstDash val="solid"/>
            </a:ln>
          </p:spPr>
        </p:sp>
        <p:sp>
          <p:nvSpPr>
            <p:cNvPr id="2601" name="four:temporal-output:rotated-tᵦ-cell-13:2601">
              <a:extLst>
                <a:ext uri="{FF2B5EF4-FFF2-40B4-BE49-F238E27FC236}">
                  <ns2:creationId id="{B75BB04B-2CFE-424D-AC70-DB12D31BCC89}"/>
                </a:ext>
              </a:extLst>
            </p:cNvPr>
            <p:cNvSpPr>
              <a:spLocks noGrp="1"/>
            </p:cNvSpPr>
            <p:nvPr/>
          </p:nvSpPr>
          <p:spPr>
            <a:xfrm>
              <a:off x="21950363" y="7079456"/>
              <a:ext cx="709613" cy="5953"/>
            </a:xfrm>
            <a:prstGeom prst="rect">
              <a:avLst/>
            </a:prstGeom>
            <a:solidFill>
              <a:srgbClr val="0072B2"/>
            </a:solidFill>
            <a:ln w="0">
              <a:noFill/>
              <a:prstDash val="solid"/>
            </a:ln>
          </p:spPr>
        </p:sp>
        <p:sp>
          <p:nvSpPr>
            <p:cNvPr id="2602" name="four:temporal-output:rotated-tᵦ-cell-14:2602">
              <a:extLst>
                <a:ext uri="{FF2B5EF4-FFF2-40B4-BE49-F238E27FC236}">
                  <ns2:creationId id="{FC15F9C0-6D03-45EC-B846-D4CDE75CB2C7}"/>
                </a:ext>
              </a:extLst>
            </p:cNvPr>
            <p:cNvSpPr>
              <a:spLocks noGrp="1"/>
            </p:cNvSpPr>
            <p:nvPr/>
          </p:nvSpPr>
          <p:spPr>
            <a:xfrm>
              <a:off x="21950363" y="7073503"/>
              <a:ext cx="709613" cy="5953"/>
            </a:xfrm>
            <a:prstGeom prst="rect">
              <a:avLst/>
            </a:prstGeom>
            <a:solidFill>
              <a:srgbClr val="0072B2"/>
            </a:solidFill>
            <a:ln w="0">
              <a:noFill/>
              <a:prstDash val="solid"/>
            </a:ln>
          </p:spPr>
        </p:sp>
        <p:sp>
          <p:nvSpPr>
            <p:cNvPr id="2603" name="four:temporal-output:rotated-tᵦ-cell-15:2603">
              <a:extLst>
                <a:ext uri="{FF2B5EF4-FFF2-40B4-BE49-F238E27FC236}">
                  <ns2:creationId id="{628A4BFE-6662-4AB6-B316-2EB22CC4C66E}"/>
                </a:ext>
              </a:extLst>
            </p:cNvPr>
            <p:cNvSpPr>
              <a:spLocks noGrp="1"/>
            </p:cNvSpPr>
            <p:nvPr/>
          </p:nvSpPr>
          <p:spPr>
            <a:xfrm>
              <a:off x="21950363" y="7067550"/>
              <a:ext cx="709613" cy="5953"/>
            </a:xfrm>
            <a:prstGeom prst="rect">
              <a:avLst/>
            </a:prstGeom>
            <a:solidFill>
              <a:srgbClr val="0072B2"/>
            </a:solidFill>
            <a:ln w="0">
              <a:noFill/>
              <a:prstDash val="solid"/>
            </a:ln>
          </p:spPr>
        </p:sp>
        <p:sp>
          <p:nvSpPr>
            <p:cNvPr id="2604" name="four:temporal-output:rotated-tᵦ-cell-16:2604">
              <a:extLst>
                <a:ext uri="{FF2B5EF4-FFF2-40B4-BE49-F238E27FC236}">
                  <ns2:creationId id="{376CA17C-B0C6-4A3E-84F7-C392B18E6AA9}"/>
                </a:ext>
              </a:extLst>
            </p:cNvPr>
            <p:cNvSpPr>
              <a:spLocks noGrp="1"/>
            </p:cNvSpPr>
            <p:nvPr/>
          </p:nvSpPr>
          <p:spPr>
            <a:xfrm>
              <a:off x="21950363" y="7061597"/>
              <a:ext cx="709613" cy="5953"/>
            </a:xfrm>
            <a:prstGeom prst="rect">
              <a:avLst/>
            </a:prstGeom>
            <a:solidFill>
              <a:srgbClr val="0072B2"/>
            </a:solidFill>
            <a:ln w="0">
              <a:noFill/>
              <a:prstDash val="solid"/>
            </a:ln>
          </p:spPr>
        </p:sp>
        <p:sp>
          <p:nvSpPr>
            <p:cNvPr id="2605" name="four:temporal-output:rotated-tᵦ-cell-17:2605">
              <a:extLst>
                <a:ext uri="{FF2B5EF4-FFF2-40B4-BE49-F238E27FC236}">
                  <ns2:creationId id="{D3CB257D-E1D9-49BD-ADA0-8A5B59AC77C6}"/>
                </a:ext>
              </a:extLst>
            </p:cNvPr>
            <p:cNvSpPr>
              <a:spLocks noGrp="1"/>
            </p:cNvSpPr>
            <p:nvPr/>
          </p:nvSpPr>
          <p:spPr>
            <a:xfrm>
              <a:off x="21950363" y="7055644"/>
              <a:ext cx="709613" cy="5953"/>
            </a:xfrm>
            <a:prstGeom prst="rect">
              <a:avLst/>
            </a:prstGeom>
            <a:solidFill>
              <a:srgbClr val="0072B2"/>
            </a:solidFill>
            <a:ln w="0">
              <a:noFill/>
              <a:prstDash val="solid"/>
            </a:ln>
          </p:spPr>
        </p:sp>
        <p:sp>
          <p:nvSpPr>
            <p:cNvPr id="2606" name="four:temporal-output:rotated-tᵦ-cell-18:2606">
              <a:extLst>
                <a:ext uri="{FF2B5EF4-FFF2-40B4-BE49-F238E27FC236}">
                  <ns2:creationId id="{98098E4A-B442-4CDB-BC5C-39C49F53D69F}"/>
                </a:ext>
              </a:extLst>
            </p:cNvPr>
            <p:cNvSpPr>
              <a:spLocks noGrp="1"/>
            </p:cNvSpPr>
            <p:nvPr/>
          </p:nvSpPr>
          <p:spPr>
            <a:xfrm>
              <a:off x="21950363" y="7049691"/>
              <a:ext cx="709613" cy="5953"/>
            </a:xfrm>
            <a:prstGeom prst="rect">
              <a:avLst/>
            </a:prstGeom>
            <a:solidFill>
              <a:srgbClr val="0072B2"/>
            </a:solidFill>
            <a:ln w="0">
              <a:noFill/>
              <a:prstDash val="solid"/>
            </a:ln>
          </p:spPr>
        </p:sp>
        <p:sp>
          <p:nvSpPr>
            <p:cNvPr id="2607" name="four:temporal-output:rotated-tᵦ-cell-19:2607">
              <a:extLst>
                <a:ext uri="{FF2B5EF4-FFF2-40B4-BE49-F238E27FC236}">
                  <ns2:creationId id="{DA877BBA-A24A-416E-A667-E031210EE03D}"/>
                </a:ext>
              </a:extLst>
            </p:cNvPr>
            <p:cNvSpPr>
              <a:spLocks noGrp="1"/>
            </p:cNvSpPr>
            <p:nvPr/>
          </p:nvSpPr>
          <p:spPr>
            <a:xfrm>
              <a:off x="21950363" y="7043738"/>
              <a:ext cx="709613" cy="5953"/>
            </a:xfrm>
            <a:prstGeom prst="rect">
              <a:avLst/>
            </a:prstGeom>
            <a:solidFill>
              <a:srgbClr val="0072B2"/>
            </a:solidFill>
            <a:ln w="0">
              <a:noFill/>
              <a:prstDash val="solid"/>
            </a:ln>
          </p:spPr>
        </p:sp>
        <p:sp>
          <p:nvSpPr>
            <p:cNvPr id="2608" name="four:temporal-output:rotated-tᵦ-cell-20:2608">
              <a:extLst>
                <a:ext uri="{FF2B5EF4-FFF2-40B4-BE49-F238E27FC236}">
                  <ns2:creationId id="{47CDE01B-D220-4942-A067-91C0DB70135C}"/>
                </a:ext>
              </a:extLst>
            </p:cNvPr>
            <p:cNvSpPr>
              <a:spLocks noGrp="1"/>
            </p:cNvSpPr>
            <p:nvPr/>
          </p:nvSpPr>
          <p:spPr>
            <a:xfrm>
              <a:off x="21950363" y="7037784"/>
              <a:ext cx="709613" cy="5953"/>
            </a:xfrm>
            <a:prstGeom prst="rect">
              <a:avLst/>
            </a:prstGeom>
            <a:solidFill>
              <a:srgbClr val="0072B2"/>
            </a:solidFill>
            <a:ln w="0">
              <a:noFill/>
              <a:prstDash val="solid"/>
            </a:ln>
          </p:spPr>
        </p:sp>
        <p:sp>
          <p:nvSpPr>
            <p:cNvPr id="2609" name="four:temporal-output:rotated-tᵦ-cell-21:2609">
              <a:extLst>
                <a:ext uri="{FF2B5EF4-FFF2-40B4-BE49-F238E27FC236}">
                  <ns2:creationId id="{4172AF28-3F43-4CB7-A9EE-DDCA4E5EF424}"/>
                </a:ext>
              </a:extLst>
            </p:cNvPr>
            <p:cNvSpPr>
              <a:spLocks noGrp="1"/>
            </p:cNvSpPr>
            <p:nvPr/>
          </p:nvSpPr>
          <p:spPr>
            <a:xfrm>
              <a:off x="21950363" y="7031831"/>
              <a:ext cx="709613" cy="5953"/>
            </a:xfrm>
            <a:prstGeom prst="rect">
              <a:avLst/>
            </a:prstGeom>
            <a:solidFill>
              <a:srgbClr val="0072B2"/>
            </a:solidFill>
            <a:ln w="0">
              <a:noFill/>
              <a:prstDash val="solid"/>
            </a:ln>
          </p:spPr>
        </p:sp>
        <p:sp>
          <p:nvSpPr>
            <p:cNvPr id="2610" name="four:temporal-output:rotated-tᵦ-cell-22:2610">
              <a:extLst>
                <a:ext uri="{FF2B5EF4-FFF2-40B4-BE49-F238E27FC236}">
                  <ns2:creationId id="{D9A79703-4AF7-40D5-A760-B7306F74AA57}"/>
                </a:ext>
              </a:extLst>
            </p:cNvPr>
            <p:cNvSpPr>
              <a:spLocks noGrp="1"/>
            </p:cNvSpPr>
            <p:nvPr/>
          </p:nvSpPr>
          <p:spPr>
            <a:xfrm>
              <a:off x="21950363" y="7025878"/>
              <a:ext cx="709613" cy="5953"/>
            </a:xfrm>
            <a:prstGeom prst="rect">
              <a:avLst/>
            </a:prstGeom>
            <a:solidFill>
              <a:srgbClr val="0072B2"/>
            </a:solidFill>
            <a:ln w="0">
              <a:noFill/>
              <a:prstDash val="solid"/>
            </a:ln>
          </p:spPr>
        </p:sp>
        <p:sp>
          <p:nvSpPr>
            <p:cNvPr id="2611" name="four:temporal-output:rotated-tᵦ-cell-23:2611">
              <a:extLst>
                <a:ext uri="{FF2B5EF4-FFF2-40B4-BE49-F238E27FC236}">
                  <ns2:creationId id="{2E81BA93-1B55-4114-AAAE-978ED503B3ED}"/>
                </a:ext>
              </a:extLst>
            </p:cNvPr>
            <p:cNvSpPr>
              <a:spLocks noGrp="1"/>
            </p:cNvSpPr>
            <p:nvPr/>
          </p:nvSpPr>
          <p:spPr>
            <a:xfrm>
              <a:off x="21950363" y="7019925"/>
              <a:ext cx="709613" cy="5953"/>
            </a:xfrm>
            <a:prstGeom prst="rect">
              <a:avLst/>
            </a:prstGeom>
            <a:solidFill>
              <a:srgbClr val="0977B4"/>
            </a:solidFill>
            <a:ln w="0">
              <a:noFill/>
              <a:prstDash val="solid"/>
            </a:ln>
          </p:spPr>
        </p:sp>
        <p:sp>
          <p:nvSpPr>
            <p:cNvPr id="2612" name="four:temporal-output:rotated-tᵦ-cell-24:2612">
              <a:extLst>
                <a:ext uri="{FF2B5EF4-FFF2-40B4-BE49-F238E27FC236}">
                  <ns2:creationId id="{C850E3A1-6FA5-4521-AF4A-00B4D11B87B2}"/>
                </a:ext>
              </a:extLst>
            </p:cNvPr>
            <p:cNvSpPr>
              <a:spLocks noGrp="1"/>
            </p:cNvSpPr>
            <p:nvPr/>
          </p:nvSpPr>
          <p:spPr>
            <a:xfrm>
              <a:off x="21950363" y="7013972"/>
              <a:ext cx="709613" cy="5953"/>
            </a:xfrm>
            <a:prstGeom prst="rect">
              <a:avLst/>
            </a:prstGeom>
            <a:solidFill>
              <a:srgbClr val="2385BB"/>
            </a:solidFill>
            <a:ln w="0">
              <a:noFill/>
              <a:prstDash val="solid"/>
            </a:ln>
          </p:spPr>
        </p:sp>
        <p:sp>
          <p:nvSpPr>
            <p:cNvPr id="2613" name="four:temporal-output:rotated-tᵦ-cell-25:2613">
              <a:extLst>
                <a:ext uri="{FF2B5EF4-FFF2-40B4-BE49-F238E27FC236}">
                  <ns2:creationId id="{1C91E34F-4FC0-40DE-A552-A8B4059CD8E1}"/>
                </a:ext>
              </a:extLst>
            </p:cNvPr>
            <p:cNvSpPr>
              <a:spLocks noGrp="1"/>
            </p:cNvSpPr>
            <p:nvPr/>
          </p:nvSpPr>
          <p:spPr>
            <a:xfrm>
              <a:off x="21950363" y="7008019"/>
              <a:ext cx="709613" cy="5953"/>
            </a:xfrm>
            <a:prstGeom prst="rect">
              <a:avLst/>
            </a:prstGeom>
            <a:solidFill>
              <a:srgbClr val="4899C5"/>
            </a:solidFill>
            <a:ln w="0">
              <a:noFill/>
              <a:prstDash val="solid"/>
            </a:ln>
          </p:spPr>
        </p:sp>
        <p:sp>
          <p:nvSpPr>
            <p:cNvPr id="2614" name="four:temporal-output:rotated-tᵦ-cell-26:2614">
              <a:extLst>
                <a:ext uri="{FF2B5EF4-FFF2-40B4-BE49-F238E27FC236}">
                  <ns2:creationId id="{107069F1-D7B0-42E2-96C2-1BF5B4596F10}"/>
                </a:ext>
              </a:extLst>
            </p:cNvPr>
            <p:cNvSpPr>
              <a:spLocks noGrp="1"/>
            </p:cNvSpPr>
            <p:nvPr/>
          </p:nvSpPr>
          <p:spPr>
            <a:xfrm>
              <a:off x="21950363" y="7002066"/>
              <a:ext cx="709613" cy="5953"/>
            </a:xfrm>
            <a:prstGeom prst="rect">
              <a:avLst/>
            </a:prstGeom>
            <a:solidFill>
              <a:srgbClr val="72AFD1"/>
            </a:solidFill>
            <a:ln w="0">
              <a:noFill/>
              <a:prstDash val="solid"/>
            </a:ln>
          </p:spPr>
        </p:sp>
        <p:sp>
          <p:nvSpPr>
            <p:cNvPr id="2615" name="four:temporal-output:rotated-tᵦ-cell-27:2615">
              <a:extLst>
                <a:ext uri="{FF2B5EF4-FFF2-40B4-BE49-F238E27FC236}">
                  <ns2:creationId id="{98F2A0A9-026A-44DE-A5C6-7D154ADD0C40}"/>
                </a:ext>
              </a:extLst>
            </p:cNvPr>
            <p:cNvSpPr>
              <a:spLocks noGrp="1"/>
            </p:cNvSpPr>
            <p:nvPr/>
          </p:nvSpPr>
          <p:spPr>
            <a:xfrm>
              <a:off x="21950363" y="6996113"/>
              <a:ext cx="709613" cy="5953"/>
            </a:xfrm>
            <a:prstGeom prst="rect">
              <a:avLst/>
            </a:prstGeom>
            <a:solidFill>
              <a:srgbClr val="9CC5DC"/>
            </a:solidFill>
            <a:ln w="0">
              <a:noFill/>
              <a:prstDash val="solid"/>
            </a:ln>
          </p:spPr>
        </p:sp>
        <p:sp>
          <p:nvSpPr>
            <p:cNvPr id="2616" name="four:temporal-output:rotated-tᵦ-cell-28:2616">
              <a:extLst>
                <a:ext uri="{FF2B5EF4-FFF2-40B4-BE49-F238E27FC236}">
                  <ns2:creationId id="{3A50E235-659A-4278-8AEE-3C21FD12BB71}"/>
                </a:ext>
              </a:extLst>
            </p:cNvPr>
            <p:cNvSpPr>
              <a:spLocks noGrp="1"/>
            </p:cNvSpPr>
            <p:nvPr/>
          </p:nvSpPr>
          <p:spPr>
            <a:xfrm>
              <a:off x="21950363" y="6990159"/>
              <a:ext cx="709613" cy="5953"/>
            </a:xfrm>
            <a:prstGeom prst="rect">
              <a:avLst/>
            </a:prstGeom>
            <a:solidFill>
              <a:srgbClr val="C9DBE4"/>
            </a:solidFill>
            <a:ln w="0">
              <a:noFill/>
              <a:prstDash val="solid"/>
            </a:ln>
          </p:spPr>
        </p:sp>
        <p:sp>
          <p:nvSpPr>
            <p:cNvPr id="2617" name="four:temporal-output:rotated-tᵦ-cell-29:2617">
              <a:extLst>
                <a:ext uri="{FF2B5EF4-FFF2-40B4-BE49-F238E27FC236}">
                  <ns2:creationId id="{DEF9A7E8-F5EC-4596-BA4A-98563518738E}"/>
                </a:ext>
              </a:extLst>
            </p:cNvPr>
            <p:cNvSpPr>
              <a:spLocks noGrp="1"/>
            </p:cNvSpPr>
            <p:nvPr/>
          </p:nvSpPr>
          <p:spPr>
            <a:xfrm>
              <a:off x="21950363" y="6984206"/>
              <a:ext cx="709613" cy="5953"/>
            </a:xfrm>
            <a:prstGeom prst="rect">
              <a:avLst/>
            </a:prstGeom>
            <a:solidFill>
              <a:srgbClr val="D8E5EB"/>
            </a:solidFill>
            <a:ln w="0">
              <a:noFill/>
              <a:prstDash val="solid"/>
            </a:ln>
          </p:spPr>
        </p:sp>
        <p:sp>
          <p:nvSpPr>
            <p:cNvPr id="2618" name="four:temporal-output:rotated-tᵦ-cell-30:2618">
              <a:extLst>
                <a:ext uri="{FF2B5EF4-FFF2-40B4-BE49-F238E27FC236}">
                  <ns2:creationId id="{037FD688-E061-4D00-8E91-DA4B13DF93E8}"/>
                </a:ext>
              </a:extLst>
            </p:cNvPr>
            <p:cNvSpPr>
              <a:spLocks noGrp="1"/>
            </p:cNvSpPr>
            <p:nvPr/>
          </p:nvSpPr>
          <p:spPr>
            <a:xfrm>
              <a:off x="21950363" y="6978253"/>
              <a:ext cx="709613" cy="5953"/>
            </a:xfrm>
            <a:prstGeom prst="rect">
              <a:avLst/>
            </a:prstGeom>
            <a:solidFill>
              <a:srgbClr val="DCE8ED"/>
            </a:solidFill>
            <a:ln w="0">
              <a:noFill/>
              <a:prstDash val="solid"/>
            </a:ln>
          </p:spPr>
        </p:sp>
        <p:sp>
          <p:nvSpPr>
            <p:cNvPr id="2619" name="four:temporal-output:rotated-tᵦ-cell-31:2619">
              <a:extLst>
                <a:ext uri="{FF2B5EF4-FFF2-40B4-BE49-F238E27FC236}">
                  <ns2:creationId id="{9FD03202-473E-4B9A-AEDC-890CBC30E0C7}"/>
                </a:ext>
              </a:extLst>
            </p:cNvPr>
            <p:cNvSpPr>
              <a:spLocks noGrp="1"/>
            </p:cNvSpPr>
            <p:nvPr/>
          </p:nvSpPr>
          <p:spPr>
            <a:xfrm>
              <a:off x="21950363" y="6972300"/>
              <a:ext cx="709613" cy="5953"/>
            </a:xfrm>
            <a:prstGeom prst="rect">
              <a:avLst/>
            </a:prstGeom>
            <a:solidFill>
              <a:srgbClr val="DCE8ED"/>
            </a:solidFill>
            <a:ln w="0">
              <a:noFill/>
              <a:prstDash val="solid"/>
            </a:ln>
          </p:spPr>
        </p:sp>
        <p:sp>
          <p:nvSpPr>
            <p:cNvPr id="2620" name="four:temporal-output:rotated-tᵦ-cell-32:2620">
              <a:extLst>
                <a:ext uri="{FF2B5EF4-FFF2-40B4-BE49-F238E27FC236}">
                  <ns2:creationId id="{055111F5-3297-4EC8-A5E3-0B65C4241575}"/>
                </a:ext>
              </a:extLst>
            </p:cNvPr>
            <p:cNvSpPr>
              <a:spLocks noGrp="1"/>
            </p:cNvSpPr>
            <p:nvPr/>
          </p:nvSpPr>
          <p:spPr>
            <a:xfrm>
              <a:off x="21950363" y="6966347"/>
              <a:ext cx="709613" cy="5953"/>
            </a:xfrm>
            <a:prstGeom prst="rect">
              <a:avLst/>
            </a:prstGeom>
            <a:solidFill>
              <a:srgbClr val="DCE8ED"/>
            </a:solidFill>
            <a:ln w="0">
              <a:noFill/>
              <a:prstDash val="solid"/>
            </a:ln>
          </p:spPr>
        </p:sp>
        <p:sp>
          <p:nvSpPr>
            <p:cNvPr id="2621" name="four:temporal-output:rotated-tᵦ-cell-33:2621">
              <a:extLst>
                <a:ext uri="{FF2B5EF4-FFF2-40B4-BE49-F238E27FC236}">
                  <ns2:creationId id="{18B6A064-D224-4C91-B904-C82DDEBA8077}"/>
                </a:ext>
              </a:extLst>
            </p:cNvPr>
            <p:cNvSpPr>
              <a:spLocks noGrp="1"/>
            </p:cNvSpPr>
            <p:nvPr/>
          </p:nvSpPr>
          <p:spPr>
            <a:xfrm>
              <a:off x="21950363" y="6960394"/>
              <a:ext cx="709613" cy="5953"/>
            </a:xfrm>
            <a:prstGeom prst="rect">
              <a:avLst/>
            </a:prstGeom>
            <a:solidFill>
              <a:srgbClr val="DCE8ED"/>
            </a:solidFill>
            <a:ln w="0">
              <a:noFill/>
              <a:prstDash val="solid"/>
            </a:ln>
          </p:spPr>
        </p:sp>
        <p:sp>
          <p:nvSpPr>
            <p:cNvPr id="2622" name="four:temporal-output:rotated-tᵦ-cell-34:2622">
              <a:extLst>
                <a:ext uri="{FF2B5EF4-FFF2-40B4-BE49-F238E27FC236}">
                  <ns2:creationId id="{2211F4A8-48BD-48A6-B3E8-99FF8710478B}"/>
                </a:ext>
              </a:extLst>
            </p:cNvPr>
            <p:cNvSpPr>
              <a:spLocks noGrp="1"/>
            </p:cNvSpPr>
            <p:nvPr/>
          </p:nvSpPr>
          <p:spPr>
            <a:xfrm>
              <a:off x="21950363" y="6954441"/>
              <a:ext cx="709613" cy="5953"/>
            </a:xfrm>
            <a:prstGeom prst="rect">
              <a:avLst/>
            </a:prstGeom>
            <a:solidFill>
              <a:srgbClr val="DCE8ED"/>
            </a:solidFill>
            <a:ln w="0">
              <a:noFill/>
              <a:prstDash val="solid"/>
            </a:ln>
          </p:spPr>
        </p:sp>
        <p:sp>
          <p:nvSpPr>
            <p:cNvPr id="2623" name="four:temporal-output:rotated-tᵦ-cell-35:2623">
              <a:extLst>
                <a:ext uri="{FF2B5EF4-FFF2-40B4-BE49-F238E27FC236}">
                  <ns2:creationId id="{8E4A7066-775B-41B1-950E-D5DC325A77AC}"/>
                </a:ext>
              </a:extLst>
            </p:cNvPr>
            <p:cNvSpPr>
              <a:spLocks noGrp="1"/>
            </p:cNvSpPr>
            <p:nvPr/>
          </p:nvSpPr>
          <p:spPr>
            <a:xfrm>
              <a:off x="21950363" y="6948488"/>
              <a:ext cx="709613" cy="5953"/>
            </a:xfrm>
            <a:prstGeom prst="rect">
              <a:avLst/>
            </a:prstGeom>
            <a:solidFill>
              <a:srgbClr val="DCE8ED"/>
            </a:solidFill>
            <a:ln w="0">
              <a:noFill/>
              <a:prstDash val="solid"/>
            </a:ln>
          </p:spPr>
        </p:sp>
        <p:sp>
          <p:nvSpPr>
            <p:cNvPr id="2624" name="four:temporal-output:rotated-tᵦ-cell-36:2624">
              <a:extLst>
                <a:ext uri="{FF2B5EF4-FFF2-40B4-BE49-F238E27FC236}">
                  <ns2:creationId id="{71AD41A1-8239-47F4-B7A8-3A93F67C3AC7}"/>
                </a:ext>
              </a:extLst>
            </p:cNvPr>
            <p:cNvSpPr>
              <a:spLocks noGrp="1"/>
            </p:cNvSpPr>
            <p:nvPr/>
          </p:nvSpPr>
          <p:spPr>
            <a:xfrm>
              <a:off x="21950363" y="6942534"/>
              <a:ext cx="709613" cy="5953"/>
            </a:xfrm>
            <a:prstGeom prst="rect">
              <a:avLst/>
            </a:prstGeom>
            <a:solidFill>
              <a:srgbClr val="DCE8ED"/>
            </a:solidFill>
            <a:ln w="0">
              <a:noFill/>
              <a:prstDash val="solid"/>
            </a:ln>
          </p:spPr>
        </p:sp>
        <p:sp>
          <p:nvSpPr>
            <p:cNvPr id="2625" name="four:temporal-output:rotated-tᵦ-cell-37:2625">
              <a:extLst>
                <a:ext uri="{FF2B5EF4-FFF2-40B4-BE49-F238E27FC236}">
                  <ns2:creationId id="{7DC7519C-466C-4CBF-ADCC-90021591BC77}"/>
                </a:ext>
              </a:extLst>
            </p:cNvPr>
            <p:cNvSpPr>
              <a:spLocks noGrp="1"/>
            </p:cNvSpPr>
            <p:nvPr/>
          </p:nvSpPr>
          <p:spPr>
            <a:xfrm>
              <a:off x="21950363" y="6936581"/>
              <a:ext cx="709613" cy="5953"/>
            </a:xfrm>
            <a:prstGeom prst="rect">
              <a:avLst/>
            </a:prstGeom>
            <a:solidFill>
              <a:srgbClr val="DCE8ED"/>
            </a:solidFill>
            <a:ln w="0">
              <a:noFill/>
              <a:prstDash val="solid"/>
            </a:ln>
          </p:spPr>
        </p:sp>
        <p:sp>
          <p:nvSpPr>
            <p:cNvPr id="2626" name="four:temporal-output:rotated-tᵦ-cell-38:2626">
              <a:extLst>
                <a:ext uri="{FF2B5EF4-FFF2-40B4-BE49-F238E27FC236}">
                  <ns2:creationId id="{D86E3999-D166-460D-A8EA-C69362FD725D}"/>
                </a:ext>
              </a:extLst>
            </p:cNvPr>
            <p:cNvSpPr>
              <a:spLocks noGrp="1"/>
            </p:cNvSpPr>
            <p:nvPr/>
          </p:nvSpPr>
          <p:spPr>
            <a:xfrm>
              <a:off x="21950363" y="6930628"/>
              <a:ext cx="709613" cy="5953"/>
            </a:xfrm>
            <a:prstGeom prst="rect">
              <a:avLst/>
            </a:prstGeom>
            <a:solidFill>
              <a:srgbClr val="DCE8ED"/>
            </a:solidFill>
            <a:ln w="0">
              <a:noFill/>
              <a:prstDash val="solid"/>
            </a:ln>
          </p:spPr>
        </p:sp>
        <p:sp>
          <p:nvSpPr>
            <p:cNvPr id="2627" name="four:temporal-output:rotated-tᵦ-cell-39:2627">
              <a:extLst>
                <a:ext uri="{FF2B5EF4-FFF2-40B4-BE49-F238E27FC236}">
                  <ns2:creationId id="{4AF77CDA-D289-4640-8717-47848C69E072}"/>
                </a:ext>
              </a:extLst>
            </p:cNvPr>
            <p:cNvSpPr>
              <a:spLocks noGrp="1"/>
            </p:cNvSpPr>
            <p:nvPr/>
          </p:nvSpPr>
          <p:spPr>
            <a:xfrm>
              <a:off x="21950363" y="6924675"/>
              <a:ext cx="709613" cy="5953"/>
            </a:xfrm>
            <a:prstGeom prst="rect">
              <a:avLst/>
            </a:prstGeom>
            <a:solidFill>
              <a:srgbClr val="DCE8ED"/>
            </a:solidFill>
            <a:ln w="0">
              <a:noFill/>
              <a:prstDash val="solid"/>
            </a:ln>
          </p:spPr>
        </p:sp>
        <p:sp>
          <p:nvSpPr>
            <p:cNvPr id="2628" name="four:temporal-output:rotated-tᵦ-cell-40:2628">
              <a:extLst>
                <a:ext uri="{FF2B5EF4-FFF2-40B4-BE49-F238E27FC236}">
                  <ns2:creationId id="{EA382D5B-B2A8-4792-A744-491AC4384765}"/>
                </a:ext>
              </a:extLst>
            </p:cNvPr>
            <p:cNvSpPr>
              <a:spLocks noGrp="1"/>
            </p:cNvSpPr>
            <p:nvPr/>
          </p:nvSpPr>
          <p:spPr>
            <a:xfrm>
              <a:off x="21950363" y="6918722"/>
              <a:ext cx="709613" cy="5953"/>
            </a:xfrm>
            <a:prstGeom prst="rect">
              <a:avLst/>
            </a:prstGeom>
            <a:solidFill>
              <a:srgbClr val="DCE8ED"/>
            </a:solidFill>
            <a:ln w="0">
              <a:noFill/>
              <a:prstDash val="solid"/>
            </a:ln>
          </p:spPr>
        </p:sp>
        <p:sp>
          <p:nvSpPr>
            <p:cNvPr id="2629" name="four:temporal-output:rotated-tᵦ-cell-41:2629">
              <a:extLst>
                <a:ext uri="{FF2B5EF4-FFF2-40B4-BE49-F238E27FC236}">
                  <ns2:creationId id="{9963FABB-A3F3-4773-A0D2-3E7AD8AA99BE}"/>
                </a:ext>
              </a:extLst>
            </p:cNvPr>
            <p:cNvSpPr>
              <a:spLocks noGrp="1"/>
            </p:cNvSpPr>
            <p:nvPr/>
          </p:nvSpPr>
          <p:spPr>
            <a:xfrm>
              <a:off x="21950363" y="6912769"/>
              <a:ext cx="709613" cy="5953"/>
            </a:xfrm>
            <a:prstGeom prst="rect">
              <a:avLst/>
            </a:prstGeom>
            <a:solidFill>
              <a:srgbClr val="DCE8ED"/>
            </a:solidFill>
            <a:ln w="0">
              <a:noFill/>
              <a:prstDash val="solid"/>
            </a:ln>
          </p:spPr>
        </p:sp>
        <p:sp>
          <p:nvSpPr>
            <p:cNvPr id="2630" name="four:temporal-output:rotated-tᵦ-cell-42:2630">
              <a:extLst>
                <a:ext uri="{FF2B5EF4-FFF2-40B4-BE49-F238E27FC236}">
                  <ns2:creationId id="{420DA412-C27D-4893-B1F7-BC56C07915BD}"/>
                </a:ext>
              </a:extLst>
            </p:cNvPr>
            <p:cNvSpPr>
              <a:spLocks noGrp="1"/>
            </p:cNvSpPr>
            <p:nvPr/>
          </p:nvSpPr>
          <p:spPr>
            <a:xfrm>
              <a:off x="21950363" y="6906816"/>
              <a:ext cx="709613" cy="5953"/>
            </a:xfrm>
            <a:prstGeom prst="rect">
              <a:avLst/>
            </a:prstGeom>
            <a:solidFill>
              <a:srgbClr val="DCE8ED"/>
            </a:solidFill>
            <a:ln w="0">
              <a:noFill/>
              <a:prstDash val="solid"/>
            </a:ln>
          </p:spPr>
        </p:sp>
        <p:sp>
          <p:nvSpPr>
            <p:cNvPr id="2631" name="four:temporal-output:rotated-tᵦ-cell-43:2631">
              <a:extLst>
                <a:ext uri="{FF2B5EF4-FFF2-40B4-BE49-F238E27FC236}">
                  <ns2:creationId id="{92DC462E-F1C9-421A-BD14-BE48DAF46FDC}"/>
                </a:ext>
              </a:extLst>
            </p:cNvPr>
            <p:cNvSpPr>
              <a:spLocks noGrp="1"/>
            </p:cNvSpPr>
            <p:nvPr/>
          </p:nvSpPr>
          <p:spPr>
            <a:xfrm>
              <a:off x="21950363" y="6900863"/>
              <a:ext cx="709613" cy="5953"/>
            </a:xfrm>
            <a:prstGeom prst="rect">
              <a:avLst/>
            </a:prstGeom>
            <a:solidFill>
              <a:srgbClr val="DCE8ED"/>
            </a:solidFill>
            <a:ln w="0">
              <a:noFill/>
              <a:prstDash val="solid"/>
            </a:ln>
          </p:spPr>
        </p:sp>
        <p:sp>
          <p:nvSpPr>
            <p:cNvPr id="2632" name="four:temporal-output:rotated-tᵦ-cell-44:2632">
              <a:extLst>
                <a:ext uri="{FF2B5EF4-FFF2-40B4-BE49-F238E27FC236}">
                  <ns2:creationId id="{1F5062D6-46D5-4483-98D0-CF72EBDA1F17}"/>
                </a:ext>
              </a:extLst>
            </p:cNvPr>
            <p:cNvSpPr>
              <a:spLocks noGrp="1"/>
            </p:cNvSpPr>
            <p:nvPr/>
          </p:nvSpPr>
          <p:spPr>
            <a:xfrm>
              <a:off x="21950363" y="6894909"/>
              <a:ext cx="709613" cy="5953"/>
            </a:xfrm>
            <a:prstGeom prst="rect">
              <a:avLst/>
            </a:prstGeom>
            <a:solidFill>
              <a:srgbClr val="DCE8ED"/>
            </a:solidFill>
            <a:ln w="0">
              <a:noFill/>
              <a:prstDash val="solid"/>
            </a:ln>
          </p:spPr>
        </p:sp>
        <p:sp>
          <p:nvSpPr>
            <p:cNvPr id="2633" name="four:temporal-output:rotated-tᵦ-cell-45:2633">
              <a:extLst>
                <a:ext uri="{FF2B5EF4-FFF2-40B4-BE49-F238E27FC236}">
                  <ns2:creationId id="{212DE795-746D-44B0-B259-6812C28F65E3}"/>
                </a:ext>
              </a:extLst>
            </p:cNvPr>
            <p:cNvSpPr>
              <a:spLocks noGrp="1"/>
            </p:cNvSpPr>
            <p:nvPr/>
          </p:nvSpPr>
          <p:spPr>
            <a:xfrm>
              <a:off x="21950363" y="6888956"/>
              <a:ext cx="709613" cy="5953"/>
            </a:xfrm>
            <a:prstGeom prst="rect">
              <a:avLst/>
            </a:prstGeom>
            <a:solidFill>
              <a:srgbClr val="DCE8ED"/>
            </a:solidFill>
            <a:ln w="0">
              <a:noFill/>
              <a:prstDash val="solid"/>
            </a:ln>
          </p:spPr>
        </p:sp>
        <p:sp>
          <p:nvSpPr>
            <p:cNvPr id="2634" name="four:temporal-output:rotated-tᵦ-cell-46:2634">
              <a:extLst>
                <a:ext uri="{FF2B5EF4-FFF2-40B4-BE49-F238E27FC236}">
                  <ns2:creationId id="{EF45520D-B87A-4DB7-BEB4-9581988F2005}"/>
                </a:ext>
              </a:extLst>
            </p:cNvPr>
            <p:cNvSpPr>
              <a:spLocks noGrp="1"/>
            </p:cNvSpPr>
            <p:nvPr/>
          </p:nvSpPr>
          <p:spPr>
            <a:xfrm>
              <a:off x="21950363" y="6883003"/>
              <a:ext cx="709613" cy="5953"/>
            </a:xfrm>
            <a:prstGeom prst="rect">
              <a:avLst/>
            </a:prstGeom>
            <a:solidFill>
              <a:srgbClr val="DCE8ED"/>
            </a:solidFill>
            <a:ln w="0">
              <a:noFill/>
              <a:prstDash val="solid"/>
            </a:ln>
          </p:spPr>
        </p:sp>
        <p:sp>
          <p:nvSpPr>
            <p:cNvPr id="2635" name="four:temporal-output:rotated-tᵦ-cell-47:2635">
              <a:extLst>
                <a:ext uri="{FF2B5EF4-FFF2-40B4-BE49-F238E27FC236}">
                  <ns2:creationId id="{C9996C7C-F727-4F08-B0F6-2B52DDBF7C49}"/>
                </a:ext>
              </a:extLst>
            </p:cNvPr>
            <p:cNvSpPr>
              <a:spLocks noGrp="1"/>
            </p:cNvSpPr>
            <p:nvPr/>
          </p:nvSpPr>
          <p:spPr>
            <a:xfrm>
              <a:off x="21950363" y="6877050"/>
              <a:ext cx="709613" cy="5953"/>
            </a:xfrm>
            <a:prstGeom prst="rect">
              <a:avLst/>
            </a:prstGeom>
            <a:solidFill>
              <a:srgbClr val="DCE8ED"/>
            </a:solidFill>
            <a:ln w="0">
              <a:noFill/>
              <a:prstDash val="solid"/>
            </a:ln>
          </p:spPr>
        </p:sp>
        <p:sp>
          <p:nvSpPr>
            <p:cNvPr id="2636" name="four:temporal-output:rotated-tᵦ-cell-48:2636">
              <a:extLst>
                <a:ext uri="{FF2B5EF4-FFF2-40B4-BE49-F238E27FC236}">
                  <ns2:creationId id="{703E29CF-E1E4-4F01-AB9A-9C9C1F05D520}"/>
                </a:ext>
              </a:extLst>
            </p:cNvPr>
            <p:cNvSpPr>
              <a:spLocks noGrp="1"/>
            </p:cNvSpPr>
            <p:nvPr/>
          </p:nvSpPr>
          <p:spPr>
            <a:xfrm>
              <a:off x="21950363" y="6871097"/>
              <a:ext cx="709613" cy="5953"/>
            </a:xfrm>
            <a:prstGeom prst="rect">
              <a:avLst/>
            </a:prstGeom>
            <a:solidFill>
              <a:srgbClr val="DCE8ED"/>
            </a:solidFill>
            <a:ln w="0">
              <a:noFill/>
              <a:prstDash val="solid"/>
            </a:ln>
          </p:spPr>
        </p:sp>
        <p:sp>
          <p:nvSpPr>
            <p:cNvPr id="2637" name="four:temporal-output:rotated-tᵦ-cell-49:2637">
              <a:extLst>
                <a:ext uri="{FF2B5EF4-FFF2-40B4-BE49-F238E27FC236}">
                  <ns2:creationId id="{FB482945-02CD-4E80-86A2-93EF2542DFD2}"/>
                </a:ext>
              </a:extLst>
            </p:cNvPr>
            <p:cNvSpPr>
              <a:spLocks noGrp="1"/>
            </p:cNvSpPr>
            <p:nvPr/>
          </p:nvSpPr>
          <p:spPr>
            <a:xfrm>
              <a:off x="21950363" y="6865144"/>
              <a:ext cx="709613" cy="5953"/>
            </a:xfrm>
            <a:prstGeom prst="rect">
              <a:avLst/>
            </a:prstGeom>
            <a:solidFill>
              <a:srgbClr val="DCE8ED"/>
            </a:solidFill>
            <a:ln w="0">
              <a:noFill/>
              <a:prstDash val="solid"/>
            </a:ln>
          </p:spPr>
        </p:sp>
        <p:sp>
          <p:nvSpPr>
            <p:cNvPr id="2638" name="four:temporal-output:rotated-tᵦ-cell-50:2638">
              <a:extLst>
                <a:ext uri="{FF2B5EF4-FFF2-40B4-BE49-F238E27FC236}">
                  <ns2:creationId id="{64CCEE21-90B7-43DE-884A-D3AFB01D380A}"/>
                </a:ext>
              </a:extLst>
            </p:cNvPr>
            <p:cNvSpPr>
              <a:spLocks noGrp="1"/>
            </p:cNvSpPr>
            <p:nvPr/>
          </p:nvSpPr>
          <p:spPr>
            <a:xfrm>
              <a:off x="21950363" y="6859191"/>
              <a:ext cx="709613" cy="5953"/>
            </a:xfrm>
            <a:prstGeom prst="rect">
              <a:avLst/>
            </a:prstGeom>
            <a:solidFill>
              <a:srgbClr val="DCE8ED"/>
            </a:solidFill>
            <a:ln w="0">
              <a:noFill/>
              <a:prstDash val="solid"/>
            </a:ln>
          </p:spPr>
        </p:sp>
        <p:sp>
          <p:nvSpPr>
            <p:cNvPr id="2639" name="four:temporal-output:rotated-tᵦ-cell-51:2639">
              <a:extLst>
                <a:ext uri="{FF2B5EF4-FFF2-40B4-BE49-F238E27FC236}">
                  <ns2:creationId id="{BB947841-8698-43F6-BFE3-BDDEC6E57AE9}"/>
                </a:ext>
              </a:extLst>
            </p:cNvPr>
            <p:cNvSpPr>
              <a:spLocks noGrp="1"/>
            </p:cNvSpPr>
            <p:nvPr/>
          </p:nvSpPr>
          <p:spPr>
            <a:xfrm>
              <a:off x="21950363" y="6853238"/>
              <a:ext cx="709613" cy="5953"/>
            </a:xfrm>
            <a:prstGeom prst="rect">
              <a:avLst/>
            </a:prstGeom>
            <a:solidFill>
              <a:srgbClr val="DCE8ED"/>
            </a:solidFill>
            <a:ln w="0">
              <a:noFill/>
              <a:prstDash val="solid"/>
            </a:ln>
          </p:spPr>
        </p:sp>
        <p:sp>
          <p:nvSpPr>
            <p:cNvPr id="2640" name="four:temporal-output:rotated-tᵦ-cell-52:2640">
              <a:extLst>
                <a:ext uri="{FF2B5EF4-FFF2-40B4-BE49-F238E27FC236}">
                  <ns2:creationId id="{34C7793F-ECA4-4E36-A7D7-F7FDCC48756B}"/>
                </a:ext>
              </a:extLst>
            </p:cNvPr>
            <p:cNvSpPr>
              <a:spLocks noGrp="1"/>
            </p:cNvSpPr>
            <p:nvPr/>
          </p:nvSpPr>
          <p:spPr>
            <a:xfrm>
              <a:off x="21950363" y="6847284"/>
              <a:ext cx="709613" cy="5953"/>
            </a:xfrm>
            <a:prstGeom prst="rect">
              <a:avLst/>
            </a:prstGeom>
            <a:solidFill>
              <a:srgbClr val="DCE8ED"/>
            </a:solidFill>
            <a:ln w="0">
              <a:noFill/>
              <a:prstDash val="solid"/>
            </a:ln>
          </p:spPr>
        </p:sp>
        <p:sp>
          <p:nvSpPr>
            <p:cNvPr id="2641" name="four:temporal-output:rotated-tᵦ-cell-53:2641">
              <a:extLst>
                <a:ext uri="{FF2B5EF4-FFF2-40B4-BE49-F238E27FC236}">
                  <ns2:creationId id="{EA0F8ABD-E1AA-43C2-BE2C-B14F8781DA5C}"/>
                </a:ext>
              </a:extLst>
            </p:cNvPr>
            <p:cNvSpPr>
              <a:spLocks noGrp="1"/>
            </p:cNvSpPr>
            <p:nvPr/>
          </p:nvSpPr>
          <p:spPr>
            <a:xfrm>
              <a:off x="21950363" y="6841331"/>
              <a:ext cx="709613" cy="5953"/>
            </a:xfrm>
            <a:prstGeom prst="rect">
              <a:avLst/>
            </a:prstGeom>
            <a:solidFill>
              <a:srgbClr val="DCE8ED"/>
            </a:solidFill>
            <a:ln w="0">
              <a:noFill/>
              <a:prstDash val="solid"/>
            </a:ln>
          </p:spPr>
        </p:sp>
        <p:sp>
          <p:nvSpPr>
            <p:cNvPr id="2642" name="four:temporal-output:rotated-tᵦ-cell-54:2642">
              <a:extLst>
                <a:ext uri="{FF2B5EF4-FFF2-40B4-BE49-F238E27FC236}">
                  <ns2:creationId id="{88BB9E50-6C72-4449-842E-BDE8D9020324}"/>
                </a:ext>
              </a:extLst>
            </p:cNvPr>
            <p:cNvSpPr>
              <a:spLocks noGrp="1"/>
            </p:cNvSpPr>
            <p:nvPr/>
          </p:nvSpPr>
          <p:spPr>
            <a:xfrm>
              <a:off x="21950363" y="6835378"/>
              <a:ext cx="709613" cy="5953"/>
            </a:xfrm>
            <a:prstGeom prst="rect">
              <a:avLst/>
            </a:prstGeom>
            <a:solidFill>
              <a:srgbClr val="DCE8ED"/>
            </a:solidFill>
            <a:ln w="0">
              <a:noFill/>
              <a:prstDash val="solid"/>
            </a:ln>
          </p:spPr>
        </p:sp>
        <p:sp>
          <p:nvSpPr>
            <p:cNvPr id="2643" name="four:temporal-output:rotated-tᵦ-cell-55:2643">
              <a:extLst>
                <a:ext uri="{FF2B5EF4-FFF2-40B4-BE49-F238E27FC236}">
                  <ns2:creationId id="{D37B04FA-CDD1-4778-B230-FEF509147F71}"/>
                </a:ext>
              </a:extLst>
            </p:cNvPr>
            <p:cNvSpPr>
              <a:spLocks noGrp="1"/>
            </p:cNvSpPr>
            <p:nvPr/>
          </p:nvSpPr>
          <p:spPr>
            <a:xfrm>
              <a:off x="21950363" y="6829425"/>
              <a:ext cx="709613" cy="5953"/>
            </a:xfrm>
            <a:prstGeom prst="rect">
              <a:avLst/>
            </a:prstGeom>
            <a:solidFill>
              <a:srgbClr val="DCE8ED"/>
            </a:solidFill>
            <a:ln w="0">
              <a:noFill/>
              <a:prstDash val="solid"/>
            </a:ln>
          </p:spPr>
        </p:sp>
        <p:sp>
          <p:nvSpPr>
            <p:cNvPr id="2644" name="four:temporal-output:rotated-tᵦ-cell-56:2644">
              <a:extLst>
                <a:ext uri="{FF2B5EF4-FFF2-40B4-BE49-F238E27FC236}">
                  <ns2:creationId id="{44117F52-8CBB-4082-B861-600736650C84}"/>
                </a:ext>
              </a:extLst>
            </p:cNvPr>
            <p:cNvSpPr>
              <a:spLocks noGrp="1"/>
            </p:cNvSpPr>
            <p:nvPr/>
          </p:nvSpPr>
          <p:spPr>
            <a:xfrm>
              <a:off x="21950363" y="6823472"/>
              <a:ext cx="709613" cy="5953"/>
            </a:xfrm>
            <a:prstGeom prst="rect">
              <a:avLst/>
            </a:prstGeom>
            <a:solidFill>
              <a:srgbClr val="DCE8ED"/>
            </a:solidFill>
            <a:ln w="0">
              <a:noFill/>
              <a:prstDash val="solid"/>
            </a:ln>
          </p:spPr>
        </p:sp>
        <p:sp>
          <p:nvSpPr>
            <p:cNvPr id="2645" name="four:temporal-output:rotated-tᵦ-cell-57:2645">
              <a:extLst>
                <a:ext uri="{FF2B5EF4-FFF2-40B4-BE49-F238E27FC236}">
                  <ns2:creationId id="{2D6533D0-3AAF-4495-9B9A-985DB190FBEA}"/>
                </a:ext>
              </a:extLst>
            </p:cNvPr>
            <p:cNvSpPr>
              <a:spLocks noGrp="1"/>
            </p:cNvSpPr>
            <p:nvPr/>
          </p:nvSpPr>
          <p:spPr>
            <a:xfrm>
              <a:off x="21950363" y="6817519"/>
              <a:ext cx="709613" cy="5953"/>
            </a:xfrm>
            <a:prstGeom prst="rect">
              <a:avLst/>
            </a:prstGeom>
            <a:solidFill>
              <a:srgbClr val="DCE8ED"/>
            </a:solidFill>
            <a:ln w="0">
              <a:noFill/>
              <a:prstDash val="solid"/>
            </a:ln>
          </p:spPr>
        </p:sp>
        <p:sp>
          <p:nvSpPr>
            <p:cNvPr id="2646" name="four:temporal-output:rotated-tᵦ-cell-58:2646">
              <a:extLst>
                <a:ext uri="{FF2B5EF4-FFF2-40B4-BE49-F238E27FC236}">
                  <ns2:creationId id="{0C924EBF-591C-4A45-A2EB-72D260F8BC5D}"/>
                </a:ext>
              </a:extLst>
            </p:cNvPr>
            <p:cNvSpPr>
              <a:spLocks noGrp="1"/>
            </p:cNvSpPr>
            <p:nvPr/>
          </p:nvSpPr>
          <p:spPr>
            <a:xfrm>
              <a:off x="21950363" y="6811566"/>
              <a:ext cx="709613" cy="5953"/>
            </a:xfrm>
            <a:prstGeom prst="rect">
              <a:avLst/>
            </a:prstGeom>
            <a:solidFill>
              <a:srgbClr val="D6E4E7"/>
            </a:solidFill>
            <a:ln w="0">
              <a:noFill/>
              <a:prstDash val="solid"/>
            </a:ln>
          </p:spPr>
        </p:sp>
        <p:sp>
          <p:nvSpPr>
            <p:cNvPr id="2647" name="four:temporal-output:rotated-tᵦ-cell-59:2647">
              <a:extLst>
                <a:ext uri="{FF2B5EF4-FFF2-40B4-BE49-F238E27FC236}">
                  <ns2:creationId id="{CAA0BC8F-F693-4E0C-B0E6-E142399056AE}"/>
                </a:ext>
              </a:extLst>
            </p:cNvPr>
            <p:cNvSpPr>
              <a:spLocks noGrp="1"/>
            </p:cNvSpPr>
            <p:nvPr/>
          </p:nvSpPr>
          <p:spPr>
            <a:xfrm>
              <a:off x="21950363" y="6805613"/>
              <a:ext cx="709613" cy="5953"/>
            </a:xfrm>
            <a:prstGeom prst="rect">
              <a:avLst/>
            </a:prstGeom>
            <a:solidFill>
              <a:srgbClr val="DBCEC0"/>
            </a:solidFill>
            <a:ln w="0">
              <a:noFill/>
              <a:prstDash val="solid"/>
            </a:ln>
          </p:spPr>
        </p:sp>
        <p:sp>
          <p:nvSpPr>
            <p:cNvPr id="2648" name="four:temporal-output:rotated-tᵦ-cell-60:2648">
              <a:extLst>
                <a:ext uri="{FF2B5EF4-FFF2-40B4-BE49-F238E27FC236}">
                  <ns2:creationId id="{554ACDA5-4764-404E-8E41-D65E5FAF30D2}"/>
                </a:ext>
              </a:extLst>
            </p:cNvPr>
            <p:cNvSpPr>
              <a:spLocks noGrp="1"/>
            </p:cNvSpPr>
            <p:nvPr/>
          </p:nvSpPr>
          <p:spPr>
            <a:xfrm>
              <a:off x="21950363" y="6799659"/>
              <a:ext cx="709613" cy="5953"/>
            </a:xfrm>
            <a:prstGeom prst="rect">
              <a:avLst/>
            </a:prstGeom>
            <a:solidFill>
              <a:srgbClr val="D9B697"/>
            </a:solidFill>
            <a:ln w="0">
              <a:noFill/>
              <a:prstDash val="solid"/>
            </a:ln>
          </p:spPr>
        </p:sp>
        <p:sp>
          <p:nvSpPr>
            <p:cNvPr id="2649" name="four:temporal-output:rotated-tᵦ-cell-61:2649">
              <a:extLst>
                <a:ext uri="{FF2B5EF4-FFF2-40B4-BE49-F238E27FC236}">
                  <ns2:creationId id="{CDAF9142-EAC5-42F8-8B7A-F16FD8C6CBB8}"/>
                </a:ext>
              </a:extLst>
            </p:cNvPr>
            <p:cNvSpPr>
              <a:spLocks noGrp="1"/>
            </p:cNvSpPr>
            <p:nvPr/>
          </p:nvSpPr>
          <p:spPr>
            <a:xfrm>
              <a:off x="21950363" y="6793706"/>
              <a:ext cx="709613" cy="5953"/>
            </a:xfrm>
            <a:prstGeom prst="rect">
              <a:avLst/>
            </a:prstGeom>
            <a:solidFill>
              <a:srgbClr val="D89B69"/>
            </a:solidFill>
            <a:ln w="0">
              <a:noFill/>
              <a:prstDash val="solid"/>
            </a:ln>
          </p:spPr>
        </p:sp>
        <p:sp>
          <p:nvSpPr>
            <p:cNvPr id="2650" name="four:temporal-output:rotated-tᵦ-cell-62:2650">
              <a:extLst>
                <a:ext uri="{FF2B5EF4-FFF2-40B4-BE49-F238E27FC236}">
                  <ns2:creationId id="{8018142F-FD01-4F49-9A81-FDE2C663930F}"/>
                </a:ext>
              </a:extLst>
            </p:cNvPr>
            <p:cNvSpPr>
              <a:spLocks noGrp="1"/>
            </p:cNvSpPr>
            <p:nvPr/>
          </p:nvSpPr>
          <p:spPr>
            <a:xfrm>
              <a:off x="21950363" y="6787753"/>
              <a:ext cx="709613" cy="5953"/>
            </a:xfrm>
            <a:prstGeom prst="rect">
              <a:avLst/>
            </a:prstGeom>
            <a:solidFill>
              <a:srgbClr val="D7813C"/>
            </a:solidFill>
            <a:ln w="0">
              <a:noFill/>
              <a:prstDash val="solid"/>
            </a:ln>
          </p:spPr>
        </p:sp>
        <p:sp>
          <p:nvSpPr>
            <p:cNvPr id="2651" name="four:temporal-output:rotated-tᵦ-cell-63:2651">
              <a:extLst>
                <a:ext uri="{FF2B5EF4-FFF2-40B4-BE49-F238E27FC236}">
                  <ns2:creationId id="{D4D03C5F-337D-4529-A8CA-20BC48A4CB10}"/>
                </a:ext>
              </a:extLst>
            </p:cNvPr>
            <p:cNvSpPr>
              <a:spLocks noGrp="1"/>
            </p:cNvSpPr>
            <p:nvPr/>
          </p:nvSpPr>
          <p:spPr>
            <a:xfrm>
              <a:off x="21950363" y="6781800"/>
              <a:ext cx="709613" cy="5953"/>
            </a:xfrm>
            <a:prstGeom prst="rect">
              <a:avLst/>
            </a:prstGeom>
            <a:solidFill>
              <a:srgbClr val="D66C18"/>
            </a:solidFill>
            <a:ln w="0">
              <a:noFill/>
              <a:prstDash val="solid"/>
            </a:ln>
          </p:spPr>
        </p:sp>
        <p:sp>
          <p:nvSpPr>
            <p:cNvPr id="2652" name="four:temporal-output:rotated-tᵦ-cell-64:2652">
              <a:extLst>
                <a:ext uri="{FF2B5EF4-FFF2-40B4-BE49-F238E27FC236}">
                  <ns2:creationId id="{2D65E1EC-7C50-4837-99A5-A2064F8BB680}"/>
                </a:ext>
              </a:extLst>
            </p:cNvPr>
            <p:cNvSpPr>
              <a:spLocks noGrp="1"/>
            </p:cNvSpPr>
            <p:nvPr/>
          </p:nvSpPr>
          <p:spPr>
            <a:xfrm>
              <a:off x="21950363" y="6775847"/>
              <a:ext cx="709613" cy="5953"/>
            </a:xfrm>
            <a:prstGeom prst="rect">
              <a:avLst/>
            </a:prstGeom>
            <a:solidFill>
              <a:srgbClr val="D55F03"/>
            </a:solidFill>
            <a:ln w="0">
              <a:noFill/>
              <a:prstDash val="solid"/>
            </a:ln>
          </p:spPr>
        </p:sp>
        <p:sp>
          <p:nvSpPr>
            <p:cNvPr id="2653" name="four:temporal-output:rotated-tᵦ-cell-65:2653">
              <a:extLst>
                <a:ext uri="{FF2B5EF4-FFF2-40B4-BE49-F238E27FC236}">
                  <ns2:creationId id="{5AE63866-EC70-4ED7-9C00-AC26EB15E3CB}"/>
                </a:ext>
              </a:extLst>
            </p:cNvPr>
            <p:cNvSpPr>
              <a:spLocks noGrp="1"/>
            </p:cNvSpPr>
            <p:nvPr/>
          </p:nvSpPr>
          <p:spPr>
            <a:xfrm>
              <a:off x="21950363" y="6769894"/>
              <a:ext cx="709613" cy="5953"/>
            </a:xfrm>
            <a:prstGeom prst="rect">
              <a:avLst/>
            </a:prstGeom>
            <a:solidFill>
              <a:srgbClr val="D55E00"/>
            </a:solidFill>
            <a:ln w="0">
              <a:noFill/>
              <a:prstDash val="solid"/>
            </a:ln>
          </p:spPr>
        </p:sp>
        <p:sp>
          <p:nvSpPr>
            <p:cNvPr id="2654" name="four:temporal-output:rotated-tᵦ-cell-66:2654">
              <a:extLst>
                <a:ext uri="{FF2B5EF4-FFF2-40B4-BE49-F238E27FC236}">
                  <ns2:creationId id="{CDF01F44-71FA-4230-A032-97C5090471D0}"/>
                </a:ext>
              </a:extLst>
            </p:cNvPr>
            <p:cNvSpPr>
              <a:spLocks noGrp="1"/>
            </p:cNvSpPr>
            <p:nvPr/>
          </p:nvSpPr>
          <p:spPr>
            <a:xfrm>
              <a:off x="21950363" y="6763941"/>
              <a:ext cx="709613" cy="5953"/>
            </a:xfrm>
            <a:prstGeom prst="rect">
              <a:avLst/>
            </a:prstGeom>
            <a:solidFill>
              <a:srgbClr val="D55E00"/>
            </a:solidFill>
            <a:ln w="0">
              <a:noFill/>
              <a:prstDash val="solid"/>
            </a:ln>
          </p:spPr>
        </p:sp>
        <p:sp>
          <p:nvSpPr>
            <p:cNvPr id="2655" name="four:temporal-output:rotated-tᵦ-cell-67:2655">
              <a:extLst>
                <a:ext uri="{FF2B5EF4-FFF2-40B4-BE49-F238E27FC236}">
                  <ns2:creationId id="{F1233BFA-4705-4180-9833-A5892FC84888}"/>
                </a:ext>
              </a:extLst>
            </p:cNvPr>
            <p:cNvSpPr>
              <a:spLocks noGrp="1"/>
            </p:cNvSpPr>
            <p:nvPr/>
          </p:nvSpPr>
          <p:spPr>
            <a:xfrm>
              <a:off x="21950363" y="6757988"/>
              <a:ext cx="709613" cy="5953"/>
            </a:xfrm>
            <a:prstGeom prst="rect">
              <a:avLst/>
            </a:prstGeom>
            <a:solidFill>
              <a:srgbClr val="D55E00"/>
            </a:solidFill>
            <a:ln w="0">
              <a:noFill/>
              <a:prstDash val="solid"/>
            </a:ln>
          </p:spPr>
        </p:sp>
        <p:sp>
          <p:nvSpPr>
            <p:cNvPr id="2656" name="four:temporal-output:rotated-tᵦ-cell-68:2656">
              <a:extLst>
                <a:ext uri="{FF2B5EF4-FFF2-40B4-BE49-F238E27FC236}">
                  <ns2:creationId id="{306F522F-2E9F-4E54-BDD4-42B896E122E0}"/>
                </a:ext>
              </a:extLst>
            </p:cNvPr>
            <p:cNvSpPr>
              <a:spLocks noGrp="1"/>
            </p:cNvSpPr>
            <p:nvPr/>
          </p:nvSpPr>
          <p:spPr>
            <a:xfrm>
              <a:off x="21950363" y="6752034"/>
              <a:ext cx="709613" cy="5953"/>
            </a:xfrm>
            <a:prstGeom prst="rect">
              <a:avLst/>
            </a:prstGeom>
            <a:solidFill>
              <a:srgbClr val="D55E00"/>
            </a:solidFill>
            <a:ln w="0">
              <a:noFill/>
              <a:prstDash val="solid"/>
            </a:ln>
          </p:spPr>
        </p:sp>
        <p:sp>
          <p:nvSpPr>
            <p:cNvPr id="2657" name="four:temporal-output:rotated-tᵦ-cell-69:2657">
              <a:extLst>
                <a:ext uri="{FF2B5EF4-FFF2-40B4-BE49-F238E27FC236}">
                  <ns2:creationId id="{73E6C028-9E32-4D3E-B318-3093088F7EED}"/>
                </a:ext>
              </a:extLst>
            </p:cNvPr>
            <p:cNvSpPr>
              <a:spLocks noGrp="1"/>
            </p:cNvSpPr>
            <p:nvPr/>
          </p:nvSpPr>
          <p:spPr>
            <a:xfrm>
              <a:off x="21950363" y="6746081"/>
              <a:ext cx="709613" cy="5953"/>
            </a:xfrm>
            <a:prstGeom prst="rect">
              <a:avLst/>
            </a:prstGeom>
            <a:solidFill>
              <a:srgbClr val="D55E00"/>
            </a:solidFill>
            <a:ln w="0">
              <a:noFill/>
              <a:prstDash val="solid"/>
            </a:ln>
          </p:spPr>
        </p:sp>
        <p:sp>
          <p:nvSpPr>
            <p:cNvPr id="2658" name="four:temporal-output:rotated-tᵦ-cell-70:2658">
              <a:extLst>
                <a:ext uri="{FF2B5EF4-FFF2-40B4-BE49-F238E27FC236}">
                  <ns2:creationId id="{28E8A42B-9FF9-42F9-B7A3-450470B14670}"/>
                </a:ext>
              </a:extLst>
            </p:cNvPr>
            <p:cNvSpPr>
              <a:spLocks noGrp="1"/>
            </p:cNvSpPr>
            <p:nvPr/>
          </p:nvSpPr>
          <p:spPr>
            <a:xfrm>
              <a:off x="21950363" y="6740128"/>
              <a:ext cx="709613" cy="5953"/>
            </a:xfrm>
            <a:prstGeom prst="rect">
              <a:avLst/>
            </a:prstGeom>
            <a:solidFill>
              <a:srgbClr val="D55E00"/>
            </a:solidFill>
            <a:ln w="0">
              <a:noFill/>
              <a:prstDash val="solid"/>
            </a:ln>
          </p:spPr>
        </p:sp>
        <p:sp>
          <p:nvSpPr>
            <p:cNvPr id="2659" name="four:temporal-output:rotated-tᵦ-cell-71:2659">
              <a:extLst>
                <a:ext uri="{FF2B5EF4-FFF2-40B4-BE49-F238E27FC236}">
                  <ns2:creationId id="{F86029AA-4919-4045-ACEA-DD7A76ACD6AB}"/>
                </a:ext>
              </a:extLst>
            </p:cNvPr>
            <p:cNvSpPr>
              <a:spLocks noGrp="1"/>
            </p:cNvSpPr>
            <p:nvPr/>
          </p:nvSpPr>
          <p:spPr>
            <a:xfrm>
              <a:off x="21950363" y="6734175"/>
              <a:ext cx="709613" cy="5953"/>
            </a:xfrm>
            <a:prstGeom prst="rect">
              <a:avLst/>
            </a:prstGeom>
            <a:solidFill>
              <a:srgbClr val="D55E00"/>
            </a:solidFill>
            <a:ln w="0">
              <a:noFill/>
              <a:prstDash val="solid"/>
            </a:ln>
          </p:spPr>
        </p:sp>
        <p:sp>
          <p:nvSpPr>
            <p:cNvPr id="2660" name="four:temporal-output:rotated-tᵦ-cell-72:2660">
              <a:extLst>
                <a:ext uri="{FF2B5EF4-FFF2-40B4-BE49-F238E27FC236}">
                  <ns2:creationId id="{97253EC1-91B4-46DC-8F1D-98F6C8B6693A}"/>
                </a:ext>
              </a:extLst>
            </p:cNvPr>
            <p:cNvSpPr>
              <a:spLocks noGrp="1"/>
            </p:cNvSpPr>
            <p:nvPr/>
          </p:nvSpPr>
          <p:spPr>
            <a:xfrm>
              <a:off x="21950363" y="6728222"/>
              <a:ext cx="709613" cy="5953"/>
            </a:xfrm>
            <a:prstGeom prst="rect">
              <a:avLst/>
            </a:prstGeom>
            <a:solidFill>
              <a:srgbClr val="D55E00"/>
            </a:solidFill>
            <a:ln w="0">
              <a:noFill/>
              <a:prstDash val="solid"/>
            </a:ln>
          </p:spPr>
        </p:sp>
        <p:sp>
          <p:nvSpPr>
            <p:cNvPr id="2661" name="four:temporal-output:rotated-tᵦ-cell-73:2661">
              <a:extLst>
                <a:ext uri="{FF2B5EF4-FFF2-40B4-BE49-F238E27FC236}">
                  <ns2:creationId id="{3485ECF7-898C-41EE-AA45-0DF3E8A516A5}"/>
                </a:ext>
              </a:extLst>
            </p:cNvPr>
            <p:cNvSpPr>
              <a:spLocks noGrp="1"/>
            </p:cNvSpPr>
            <p:nvPr/>
          </p:nvSpPr>
          <p:spPr>
            <a:xfrm>
              <a:off x="21950363" y="6722269"/>
              <a:ext cx="709613" cy="5953"/>
            </a:xfrm>
            <a:prstGeom prst="rect">
              <a:avLst/>
            </a:prstGeom>
            <a:solidFill>
              <a:srgbClr val="D55E00"/>
            </a:solidFill>
            <a:ln w="0">
              <a:noFill/>
              <a:prstDash val="solid"/>
            </a:ln>
          </p:spPr>
        </p:sp>
        <p:sp>
          <p:nvSpPr>
            <p:cNvPr id="2662" name="four:temporal-output:rotated-tᵦ-cell-74:2662">
              <a:extLst>
                <a:ext uri="{FF2B5EF4-FFF2-40B4-BE49-F238E27FC236}">
                  <ns2:creationId id="{632B683F-2115-4053-8AB9-A9BFBC4E1427}"/>
                </a:ext>
              </a:extLst>
            </p:cNvPr>
            <p:cNvSpPr>
              <a:spLocks noGrp="1"/>
            </p:cNvSpPr>
            <p:nvPr/>
          </p:nvSpPr>
          <p:spPr>
            <a:xfrm>
              <a:off x="21950363" y="6716316"/>
              <a:ext cx="709613" cy="5953"/>
            </a:xfrm>
            <a:prstGeom prst="rect">
              <a:avLst/>
            </a:prstGeom>
            <a:solidFill>
              <a:srgbClr val="D55E00"/>
            </a:solidFill>
            <a:ln w="0">
              <a:noFill/>
              <a:prstDash val="solid"/>
            </a:ln>
          </p:spPr>
        </p:sp>
        <p:sp>
          <p:nvSpPr>
            <p:cNvPr id="2663" name="four:temporal-output:rotated-tᵦ-cell-75:2663">
              <a:extLst>
                <a:ext uri="{FF2B5EF4-FFF2-40B4-BE49-F238E27FC236}">
                  <ns2:creationId id="{060BAF68-D5F9-4201-AE19-89F3FAB3EBE5}"/>
                </a:ext>
              </a:extLst>
            </p:cNvPr>
            <p:cNvSpPr>
              <a:spLocks noGrp="1"/>
            </p:cNvSpPr>
            <p:nvPr/>
          </p:nvSpPr>
          <p:spPr>
            <a:xfrm>
              <a:off x="21950363" y="6710363"/>
              <a:ext cx="709613" cy="5953"/>
            </a:xfrm>
            <a:prstGeom prst="rect">
              <a:avLst/>
            </a:prstGeom>
            <a:solidFill>
              <a:srgbClr val="D55E00"/>
            </a:solidFill>
            <a:ln w="0">
              <a:noFill/>
              <a:prstDash val="solid"/>
            </a:ln>
          </p:spPr>
        </p:sp>
        <p:sp>
          <p:nvSpPr>
            <p:cNvPr id="2664" name="four:temporal-output:rotated-tᵦ-cell-76:2664">
              <a:extLst>
                <a:ext uri="{FF2B5EF4-FFF2-40B4-BE49-F238E27FC236}">
                  <ns2:creationId id="{B13BA380-5CAA-490F-BB0B-2C8DB685D7F0}"/>
                </a:ext>
              </a:extLst>
            </p:cNvPr>
            <p:cNvSpPr>
              <a:spLocks noGrp="1"/>
            </p:cNvSpPr>
            <p:nvPr/>
          </p:nvSpPr>
          <p:spPr>
            <a:xfrm>
              <a:off x="21950363" y="6704409"/>
              <a:ext cx="709613" cy="5953"/>
            </a:xfrm>
            <a:prstGeom prst="rect">
              <a:avLst/>
            </a:prstGeom>
            <a:solidFill>
              <a:srgbClr val="D55E00"/>
            </a:solidFill>
            <a:ln w="0">
              <a:noFill/>
              <a:prstDash val="solid"/>
            </a:ln>
          </p:spPr>
        </p:sp>
        <p:sp>
          <p:nvSpPr>
            <p:cNvPr id="2665" name="four:temporal-output:rotated-tᵦ-cell-77:2665">
              <a:extLst>
                <a:ext uri="{FF2B5EF4-FFF2-40B4-BE49-F238E27FC236}">
                  <ns2:creationId id="{B2D36513-7444-44A9-860D-4A4C633FB831}"/>
                </a:ext>
              </a:extLst>
            </p:cNvPr>
            <p:cNvSpPr>
              <a:spLocks noGrp="1"/>
            </p:cNvSpPr>
            <p:nvPr/>
          </p:nvSpPr>
          <p:spPr>
            <a:xfrm>
              <a:off x="21950363" y="6698456"/>
              <a:ext cx="709613" cy="5953"/>
            </a:xfrm>
            <a:prstGeom prst="rect">
              <a:avLst/>
            </a:prstGeom>
            <a:solidFill>
              <a:srgbClr val="D55E00"/>
            </a:solidFill>
            <a:ln w="0">
              <a:noFill/>
              <a:prstDash val="solid"/>
            </a:ln>
          </p:spPr>
        </p:sp>
        <p:sp>
          <p:nvSpPr>
            <p:cNvPr id="2666" name="four:temporal-output:rotated-tᵦ-cell-78:2666">
              <a:extLst>
                <a:ext uri="{FF2B5EF4-FFF2-40B4-BE49-F238E27FC236}">
                  <ns2:creationId id="{88E42619-C3DD-48FA-8DD2-09A543D9C24A}"/>
                </a:ext>
              </a:extLst>
            </p:cNvPr>
            <p:cNvSpPr>
              <a:spLocks noGrp="1"/>
            </p:cNvSpPr>
            <p:nvPr/>
          </p:nvSpPr>
          <p:spPr>
            <a:xfrm>
              <a:off x="21950363" y="6692503"/>
              <a:ext cx="709613" cy="5953"/>
            </a:xfrm>
            <a:prstGeom prst="rect">
              <a:avLst/>
            </a:prstGeom>
            <a:solidFill>
              <a:srgbClr val="D55E00"/>
            </a:solidFill>
            <a:ln w="0">
              <a:noFill/>
              <a:prstDash val="solid"/>
            </a:ln>
          </p:spPr>
        </p:sp>
        <p:sp>
          <p:nvSpPr>
            <p:cNvPr id="2667" name="four:temporal-output:rotated-tᵦ-cell-79:2667">
              <a:extLst>
                <a:ext uri="{FF2B5EF4-FFF2-40B4-BE49-F238E27FC236}">
                  <ns2:creationId id="{C9E35B84-B335-48A2-AD25-4076981E32AD}"/>
                </a:ext>
              </a:extLst>
            </p:cNvPr>
            <p:cNvSpPr>
              <a:spLocks noGrp="1"/>
            </p:cNvSpPr>
            <p:nvPr/>
          </p:nvSpPr>
          <p:spPr>
            <a:xfrm>
              <a:off x="21950363" y="6686550"/>
              <a:ext cx="709613" cy="5953"/>
            </a:xfrm>
            <a:prstGeom prst="rect">
              <a:avLst/>
            </a:prstGeom>
            <a:solidFill>
              <a:srgbClr val="D55F02"/>
            </a:solidFill>
            <a:ln w="0">
              <a:noFill/>
              <a:prstDash val="solid"/>
            </a:ln>
          </p:spPr>
        </p:sp>
        <p:sp>
          <p:nvSpPr>
            <p:cNvPr id="2668" name="four:temporal-output:rotated-tᵦ-cell-80:2668">
              <a:extLst>
                <a:ext uri="{FF2B5EF4-FFF2-40B4-BE49-F238E27FC236}">
                  <ns2:creationId id="{F0DD5837-6CD1-4FE1-8877-82C809B554E7}"/>
                </a:ext>
              </a:extLst>
            </p:cNvPr>
            <p:cNvSpPr>
              <a:spLocks noGrp="1"/>
            </p:cNvSpPr>
            <p:nvPr/>
          </p:nvSpPr>
          <p:spPr>
            <a:xfrm>
              <a:off x="21950363" y="6680597"/>
              <a:ext cx="709613" cy="5953"/>
            </a:xfrm>
            <a:prstGeom prst="rect">
              <a:avLst/>
            </a:prstGeom>
            <a:solidFill>
              <a:srgbClr val="D66811"/>
            </a:solidFill>
            <a:ln w="0">
              <a:noFill/>
              <a:prstDash val="solid"/>
            </a:ln>
          </p:spPr>
        </p:sp>
        <p:sp>
          <p:nvSpPr>
            <p:cNvPr id="2669" name="four:temporal-output:rotated-tᵦ-cell-81:2669">
              <a:extLst>
                <a:ext uri="{FF2B5EF4-FFF2-40B4-BE49-F238E27FC236}">
                  <ns2:creationId id="{833F205E-28F6-4782-84C7-77807C3F1C9C}"/>
                </a:ext>
              </a:extLst>
            </p:cNvPr>
            <p:cNvSpPr>
              <a:spLocks noGrp="1"/>
            </p:cNvSpPr>
            <p:nvPr/>
          </p:nvSpPr>
          <p:spPr>
            <a:xfrm>
              <a:off x="21950363" y="6674644"/>
              <a:ext cx="709613" cy="5953"/>
            </a:xfrm>
            <a:prstGeom prst="rect">
              <a:avLst/>
            </a:prstGeom>
            <a:solidFill>
              <a:srgbClr val="D6772B"/>
            </a:solidFill>
            <a:ln w="0">
              <a:noFill/>
              <a:prstDash val="solid"/>
            </a:ln>
          </p:spPr>
        </p:sp>
        <p:sp>
          <p:nvSpPr>
            <p:cNvPr id="2670" name="four:temporal-output:rotated-tᵦ-cell-82:2670">
              <a:extLst>
                <a:ext uri="{FF2B5EF4-FFF2-40B4-BE49-F238E27FC236}">
                  <ns2:creationId id="{7EC04BBE-FE70-41A9-A301-CBA0661EB958}"/>
                </a:ext>
              </a:extLst>
            </p:cNvPr>
            <p:cNvSpPr>
              <a:spLocks noGrp="1"/>
            </p:cNvSpPr>
            <p:nvPr/>
          </p:nvSpPr>
          <p:spPr>
            <a:xfrm>
              <a:off x="21950363" y="6668691"/>
              <a:ext cx="709613" cy="5953"/>
            </a:xfrm>
            <a:prstGeom prst="rect">
              <a:avLst/>
            </a:prstGeom>
            <a:solidFill>
              <a:srgbClr val="98ADAC"/>
            </a:solidFill>
            <a:ln w="0">
              <a:noFill/>
              <a:prstDash val="solid"/>
            </a:ln>
          </p:spPr>
        </p:sp>
        <p:sp>
          <p:nvSpPr>
            <p:cNvPr id="2671" name="four:temporal-output:rotated-tᵦ-cell-83:2671">
              <a:extLst>
                <a:ext uri="{FF2B5EF4-FFF2-40B4-BE49-F238E27FC236}">
                  <ns2:creationId id="{85A25CAD-FCF4-4C6C-BAFE-4E9D1D15113A}"/>
                </a:ext>
              </a:extLst>
            </p:cNvPr>
            <p:cNvSpPr>
              <a:spLocks noGrp="1"/>
            </p:cNvSpPr>
            <p:nvPr/>
          </p:nvSpPr>
          <p:spPr>
            <a:xfrm>
              <a:off x="21950363" y="6662738"/>
              <a:ext cx="709613" cy="5953"/>
            </a:xfrm>
            <a:prstGeom prst="rect">
              <a:avLst/>
            </a:prstGeom>
            <a:solidFill>
              <a:srgbClr val="A8B1BB"/>
            </a:solidFill>
            <a:ln w="0">
              <a:noFill/>
              <a:prstDash val="solid"/>
            </a:ln>
          </p:spPr>
        </p:sp>
        <p:sp>
          <p:nvSpPr>
            <p:cNvPr id="2672" name="four:temporal-output:rotated-tᵦ-cell-84:2672">
              <a:extLst>
                <a:ext uri="{FF2B5EF4-FFF2-40B4-BE49-F238E27FC236}">
                  <ns2:creationId id="{AC5DB5BB-ED8B-4DF8-A280-D60D996360D0}"/>
                </a:ext>
              </a:extLst>
            </p:cNvPr>
            <p:cNvSpPr>
              <a:spLocks noGrp="1"/>
            </p:cNvSpPr>
            <p:nvPr/>
          </p:nvSpPr>
          <p:spPr>
            <a:xfrm>
              <a:off x="21950363" y="6656784"/>
              <a:ext cx="709613" cy="5953"/>
            </a:xfrm>
            <a:prstGeom prst="rect">
              <a:avLst/>
            </a:prstGeom>
            <a:solidFill>
              <a:srgbClr val="65C0AB"/>
            </a:solidFill>
            <a:ln w="0">
              <a:noFill/>
              <a:prstDash val="solid"/>
            </a:ln>
          </p:spPr>
        </p:sp>
        <p:sp>
          <p:nvSpPr>
            <p:cNvPr id="2673" name="four:temporal-output:rotated-tᵦ-cell-85:2673">
              <a:extLst>
                <a:ext uri="{FF2B5EF4-FFF2-40B4-BE49-F238E27FC236}">
                  <ns2:creationId id="{12A18A69-914B-42B1-9649-4ECC7BD008BF}"/>
                </a:ext>
              </a:extLst>
            </p:cNvPr>
            <p:cNvSpPr>
              <a:spLocks noGrp="1"/>
            </p:cNvSpPr>
            <p:nvPr/>
          </p:nvSpPr>
          <p:spPr>
            <a:xfrm>
              <a:off x="21950363" y="6650831"/>
              <a:ext cx="709613" cy="5953"/>
            </a:xfrm>
            <a:prstGeom prst="rect">
              <a:avLst/>
            </a:prstGeom>
            <a:solidFill>
              <a:srgbClr val="78C6B6"/>
            </a:solidFill>
            <a:ln w="0">
              <a:noFill/>
              <a:prstDash val="solid"/>
            </a:ln>
          </p:spPr>
        </p:sp>
        <p:sp>
          <p:nvSpPr>
            <p:cNvPr id="2674" name="four:temporal-output:rotated-tᵦ-cell-86:2674">
              <a:extLst>
                <a:ext uri="{FF2B5EF4-FFF2-40B4-BE49-F238E27FC236}">
                  <ns2:creationId id="{EECA449A-5E81-4A5F-8778-13833DB49C33}"/>
                </a:ext>
              </a:extLst>
            </p:cNvPr>
            <p:cNvSpPr>
              <a:spLocks noGrp="1"/>
            </p:cNvSpPr>
            <p:nvPr/>
          </p:nvSpPr>
          <p:spPr>
            <a:xfrm>
              <a:off x="21950363" y="6644878"/>
              <a:ext cx="709613" cy="5953"/>
            </a:xfrm>
            <a:prstGeom prst="rect">
              <a:avLst/>
            </a:prstGeom>
            <a:solidFill>
              <a:srgbClr val="81C9BA"/>
            </a:solidFill>
            <a:ln w="0">
              <a:noFill/>
              <a:prstDash val="solid"/>
            </a:ln>
          </p:spPr>
        </p:sp>
        <p:sp>
          <p:nvSpPr>
            <p:cNvPr id="2675" name="four:temporal-output:rotated-tᵦ-cell-87:2675">
              <a:extLst>
                <a:ext uri="{FF2B5EF4-FFF2-40B4-BE49-F238E27FC236}">
                  <ns2:creationId id="{47ED544F-A2C0-49FF-9BD8-FE5CC53C852A}"/>
                </a:ext>
              </a:extLst>
            </p:cNvPr>
            <p:cNvSpPr>
              <a:spLocks noGrp="1"/>
            </p:cNvSpPr>
            <p:nvPr/>
          </p:nvSpPr>
          <p:spPr>
            <a:xfrm>
              <a:off x="21950363" y="6638925"/>
              <a:ext cx="709613" cy="5953"/>
            </a:xfrm>
            <a:prstGeom prst="rect">
              <a:avLst/>
            </a:prstGeom>
            <a:solidFill>
              <a:srgbClr val="81C9BA"/>
            </a:solidFill>
            <a:ln w="0">
              <a:noFill/>
              <a:prstDash val="solid"/>
            </a:ln>
          </p:spPr>
        </p:sp>
        <p:sp>
          <p:nvSpPr>
            <p:cNvPr id="2676" name="four:temporal-output:rotated-tᵦ-cell-88:2676">
              <a:extLst>
                <a:ext uri="{FF2B5EF4-FFF2-40B4-BE49-F238E27FC236}">
                  <ns2:creationId id="{59ECD644-A47F-41E9-872C-A559BCF2FC83}"/>
                </a:ext>
              </a:extLst>
            </p:cNvPr>
            <p:cNvSpPr>
              <a:spLocks noGrp="1"/>
            </p:cNvSpPr>
            <p:nvPr/>
          </p:nvSpPr>
          <p:spPr>
            <a:xfrm>
              <a:off x="21950363" y="6632972"/>
              <a:ext cx="709613" cy="5953"/>
            </a:xfrm>
            <a:prstGeom prst="rect">
              <a:avLst/>
            </a:prstGeom>
            <a:solidFill>
              <a:srgbClr val="81C9BA"/>
            </a:solidFill>
            <a:ln w="0">
              <a:noFill/>
              <a:prstDash val="solid"/>
            </a:ln>
          </p:spPr>
        </p:sp>
        <p:sp>
          <p:nvSpPr>
            <p:cNvPr id="2677" name="four:temporal-output:rotated-tᵦ-cell-89:2677">
              <a:extLst>
                <a:ext uri="{FF2B5EF4-FFF2-40B4-BE49-F238E27FC236}">
                  <ns2:creationId id="{3147EFFD-3E33-4534-8D66-0CE7C896A0AD}"/>
                </a:ext>
              </a:extLst>
            </p:cNvPr>
            <p:cNvSpPr>
              <a:spLocks noGrp="1"/>
            </p:cNvSpPr>
            <p:nvPr/>
          </p:nvSpPr>
          <p:spPr>
            <a:xfrm>
              <a:off x="21950363" y="6627019"/>
              <a:ext cx="709613" cy="5953"/>
            </a:xfrm>
            <a:prstGeom prst="rect">
              <a:avLst/>
            </a:prstGeom>
            <a:solidFill>
              <a:srgbClr val="81C9BA"/>
            </a:solidFill>
            <a:ln w="0">
              <a:noFill/>
              <a:prstDash val="solid"/>
            </a:ln>
          </p:spPr>
        </p:sp>
        <p:sp>
          <p:nvSpPr>
            <p:cNvPr id="2678" name="four:temporal-output:rotated-tᵦ-cell-90:2678">
              <a:extLst>
                <a:ext uri="{FF2B5EF4-FFF2-40B4-BE49-F238E27FC236}">
                  <ns2:creationId id="{592A348C-C6E8-4A94-87F8-87AD690F22EF}"/>
                </a:ext>
              </a:extLst>
            </p:cNvPr>
            <p:cNvSpPr>
              <a:spLocks noGrp="1"/>
            </p:cNvSpPr>
            <p:nvPr/>
          </p:nvSpPr>
          <p:spPr>
            <a:xfrm>
              <a:off x="21950363" y="6621066"/>
              <a:ext cx="709613" cy="5953"/>
            </a:xfrm>
            <a:prstGeom prst="rect">
              <a:avLst/>
            </a:prstGeom>
            <a:solidFill>
              <a:srgbClr val="81C9BA"/>
            </a:solidFill>
            <a:ln w="0">
              <a:noFill/>
              <a:prstDash val="solid"/>
            </a:ln>
          </p:spPr>
        </p:sp>
        <p:sp>
          <p:nvSpPr>
            <p:cNvPr id="2679" name="four:temporal-output:rotated-tᵦ-cell-91:2679">
              <a:extLst>
                <a:ext uri="{FF2B5EF4-FFF2-40B4-BE49-F238E27FC236}">
                  <ns2:creationId id="{FBC283F0-D841-4197-8223-0F2D470BCD00}"/>
                </a:ext>
              </a:extLst>
            </p:cNvPr>
            <p:cNvSpPr>
              <a:spLocks noGrp="1"/>
            </p:cNvSpPr>
            <p:nvPr/>
          </p:nvSpPr>
          <p:spPr>
            <a:xfrm>
              <a:off x="21950363" y="6615113"/>
              <a:ext cx="709613" cy="5953"/>
            </a:xfrm>
            <a:prstGeom prst="rect">
              <a:avLst/>
            </a:prstGeom>
            <a:solidFill>
              <a:srgbClr val="81C9BA"/>
            </a:solidFill>
            <a:ln w="0">
              <a:noFill/>
              <a:prstDash val="solid"/>
            </a:ln>
          </p:spPr>
        </p:sp>
        <p:sp>
          <p:nvSpPr>
            <p:cNvPr id="2680" name="four:temporal-output:rotated-tᵦ-cell-92:2680">
              <a:extLst>
                <a:ext uri="{FF2B5EF4-FFF2-40B4-BE49-F238E27FC236}">
                  <ns2:creationId id="{F8134151-646E-4D8D-8F0D-BECF4FD327AA}"/>
                </a:ext>
              </a:extLst>
            </p:cNvPr>
            <p:cNvSpPr>
              <a:spLocks noGrp="1"/>
            </p:cNvSpPr>
            <p:nvPr/>
          </p:nvSpPr>
          <p:spPr>
            <a:xfrm>
              <a:off x="21950363" y="6609159"/>
              <a:ext cx="709613" cy="5953"/>
            </a:xfrm>
            <a:prstGeom prst="rect">
              <a:avLst/>
            </a:prstGeom>
            <a:solidFill>
              <a:srgbClr val="81C9BA"/>
            </a:solidFill>
            <a:ln w="0">
              <a:noFill/>
              <a:prstDash val="solid"/>
            </a:ln>
          </p:spPr>
        </p:sp>
        <p:sp>
          <p:nvSpPr>
            <p:cNvPr id="2681" name="four:temporal-output:rotated-tᵦ-cell-93:2681">
              <a:extLst>
                <a:ext uri="{FF2B5EF4-FFF2-40B4-BE49-F238E27FC236}">
                  <ns2:creationId id="{4956CA14-3908-44EE-B872-A6CDCA2019E8}"/>
                </a:ext>
              </a:extLst>
            </p:cNvPr>
            <p:cNvSpPr>
              <a:spLocks noGrp="1"/>
            </p:cNvSpPr>
            <p:nvPr/>
          </p:nvSpPr>
          <p:spPr>
            <a:xfrm>
              <a:off x="21950363" y="6603206"/>
              <a:ext cx="709613" cy="5953"/>
            </a:xfrm>
            <a:prstGeom prst="rect">
              <a:avLst/>
            </a:prstGeom>
            <a:solidFill>
              <a:srgbClr val="81C9BA"/>
            </a:solidFill>
            <a:ln w="0">
              <a:noFill/>
              <a:prstDash val="solid"/>
            </a:ln>
          </p:spPr>
        </p:sp>
        <p:sp>
          <p:nvSpPr>
            <p:cNvPr id="2682" name="four:temporal-output:rotated-tᵦ-cell-94:2682">
              <a:extLst>
                <a:ext uri="{FF2B5EF4-FFF2-40B4-BE49-F238E27FC236}">
                  <ns2:creationId id="{57966333-DE12-4159-95C7-CA92314E9E36}"/>
                </a:ext>
              </a:extLst>
            </p:cNvPr>
            <p:cNvSpPr>
              <a:spLocks noGrp="1"/>
            </p:cNvSpPr>
            <p:nvPr/>
          </p:nvSpPr>
          <p:spPr>
            <a:xfrm>
              <a:off x="21950363" y="6597253"/>
              <a:ext cx="709613" cy="5953"/>
            </a:xfrm>
            <a:prstGeom prst="rect">
              <a:avLst/>
            </a:prstGeom>
            <a:solidFill>
              <a:srgbClr val="81C9BA"/>
            </a:solidFill>
            <a:ln w="0">
              <a:noFill/>
              <a:prstDash val="solid"/>
            </a:ln>
          </p:spPr>
        </p:sp>
        <p:sp>
          <p:nvSpPr>
            <p:cNvPr id="2683" name="four:temporal-output:rotated-tᵦ-cell-95:2683">
              <a:extLst>
                <a:ext uri="{FF2B5EF4-FFF2-40B4-BE49-F238E27FC236}">
                  <ns2:creationId id="{11742928-B369-4B30-9DA1-B080E2C40C7B}"/>
                </a:ext>
              </a:extLst>
            </p:cNvPr>
            <p:cNvSpPr>
              <a:spLocks noGrp="1"/>
            </p:cNvSpPr>
            <p:nvPr/>
          </p:nvSpPr>
          <p:spPr>
            <a:xfrm>
              <a:off x="21950363" y="6591300"/>
              <a:ext cx="709613" cy="5953"/>
            </a:xfrm>
            <a:prstGeom prst="rect">
              <a:avLst/>
            </a:prstGeom>
            <a:solidFill>
              <a:srgbClr val="81C9BA"/>
            </a:solidFill>
            <a:ln w="0">
              <a:noFill/>
              <a:prstDash val="solid"/>
            </a:ln>
          </p:spPr>
        </p:sp>
        <p:sp>
          <p:nvSpPr>
            <p:cNvPr id="2684" name="four:temporal-output:rotated-tᵦ-cell-96:2684">
              <a:extLst>
                <a:ext uri="{FF2B5EF4-FFF2-40B4-BE49-F238E27FC236}">
                  <ns2:creationId id="{9F0CEDCC-5F25-4E82-B3F7-6A3C971B60E9}"/>
                </a:ext>
              </a:extLst>
            </p:cNvPr>
            <p:cNvSpPr>
              <a:spLocks noGrp="1"/>
            </p:cNvSpPr>
            <p:nvPr/>
          </p:nvSpPr>
          <p:spPr>
            <a:xfrm>
              <a:off x="21950363" y="6585347"/>
              <a:ext cx="709613" cy="5953"/>
            </a:xfrm>
            <a:prstGeom prst="rect">
              <a:avLst/>
            </a:prstGeom>
            <a:solidFill>
              <a:srgbClr val="81C9BA"/>
            </a:solidFill>
            <a:ln w="0">
              <a:noFill/>
              <a:prstDash val="solid"/>
            </a:ln>
          </p:spPr>
        </p:sp>
        <p:sp>
          <p:nvSpPr>
            <p:cNvPr id="2685" name="four:temporal-output:rotated-tᵦ-cell-97:2685">
              <a:extLst>
                <a:ext uri="{FF2B5EF4-FFF2-40B4-BE49-F238E27FC236}">
                  <ns2:creationId id="{8CBD0837-6383-4E4D-BA97-807A6A8F6B29}"/>
                </a:ext>
              </a:extLst>
            </p:cNvPr>
            <p:cNvSpPr>
              <a:spLocks noGrp="1"/>
            </p:cNvSpPr>
            <p:nvPr/>
          </p:nvSpPr>
          <p:spPr>
            <a:xfrm>
              <a:off x="21950363" y="6579394"/>
              <a:ext cx="709613" cy="5953"/>
            </a:xfrm>
            <a:prstGeom prst="rect">
              <a:avLst/>
            </a:prstGeom>
            <a:solidFill>
              <a:srgbClr val="81C9BA"/>
            </a:solidFill>
            <a:ln w="0">
              <a:noFill/>
              <a:prstDash val="solid"/>
            </a:ln>
          </p:spPr>
        </p:sp>
        <p:sp>
          <p:nvSpPr>
            <p:cNvPr id="2686" name="four:temporal-output:rotated-tᵦ-cell-98:2686">
              <a:extLst>
                <a:ext uri="{FF2B5EF4-FFF2-40B4-BE49-F238E27FC236}">
                  <ns2:creationId id="{2B4C3301-4C49-4286-9643-A89DC7DB70FD}"/>
                </a:ext>
              </a:extLst>
            </p:cNvPr>
            <p:cNvSpPr>
              <a:spLocks noGrp="1"/>
            </p:cNvSpPr>
            <p:nvPr/>
          </p:nvSpPr>
          <p:spPr>
            <a:xfrm>
              <a:off x="21950363" y="6573441"/>
              <a:ext cx="709613" cy="5953"/>
            </a:xfrm>
            <a:prstGeom prst="rect">
              <a:avLst/>
            </a:prstGeom>
            <a:solidFill>
              <a:srgbClr val="81C9BA"/>
            </a:solidFill>
            <a:ln w="0">
              <a:noFill/>
              <a:prstDash val="solid"/>
            </a:ln>
          </p:spPr>
        </p:sp>
        <p:sp>
          <p:nvSpPr>
            <p:cNvPr id="2687" name="four:temporal-output:rotated-tᵦ-cell-99:2687">
              <a:extLst>
                <a:ext uri="{FF2B5EF4-FFF2-40B4-BE49-F238E27FC236}">
                  <ns2:creationId id="{D0D8D783-26D7-4B14-92B3-938D76DBBF30}"/>
                </a:ext>
              </a:extLst>
            </p:cNvPr>
            <p:cNvSpPr>
              <a:spLocks noGrp="1"/>
            </p:cNvSpPr>
            <p:nvPr/>
          </p:nvSpPr>
          <p:spPr>
            <a:xfrm>
              <a:off x="21950363" y="6567488"/>
              <a:ext cx="709613" cy="5953"/>
            </a:xfrm>
            <a:prstGeom prst="rect">
              <a:avLst/>
            </a:prstGeom>
            <a:solidFill>
              <a:srgbClr val="81C9BA"/>
            </a:solidFill>
            <a:ln w="0">
              <a:noFill/>
              <a:prstDash val="solid"/>
            </a:ln>
          </p:spPr>
        </p:sp>
        <p:sp>
          <p:nvSpPr>
            <p:cNvPr id="2688" name="four:temporal-output:rotated-tᵦ-cell-100:2688">
              <a:extLst>
                <a:ext uri="{FF2B5EF4-FFF2-40B4-BE49-F238E27FC236}">
                  <ns2:creationId id="{17DDA071-3A05-4E84-B08E-4E720039C67C}"/>
                </a:ext>
              </a:extLst>
            </p:cNvPr>
            <p:cNvSpPr>
              <a:spLocks noGrp="1"/>
            </p:cNvSpPr>
            <p:nvPr/>
          </p:nvSpPr>
          <p:spPr>
            <a:xfrm>
              <a:off x="21950363" y="6561534"/>
              <a:ext cx="709613" cy="5953"/>
            </a:xfrm>
            <a:prstGeom prst="rect">
              <a:avLst/>
            </a:prstGeom>
            <a:solidFill>
              <a:srgbClr val="81C9BA"/>
            </a:solidFill>
            <a:ln w="0">
              <a:noFill/>
              <a:prstDash val="solid"/>
            </a:ln>
          </p:spPr>
        </p:sp>
        <p:sp>
          <p:nvSpPr>
            <p:cNvPr id="2689" name="four:temporal-output:rotated-tᵦ-cell-101:2689">
              <a:extLst>
                <a:ext uri="{FF2B5EF4-FFF2-40B4-BE49-F238E27FC236}">
                  <ns2:creationId id="{4E480DF0-34DE-4529-8B45-D98F6A84AE5E}"/>
                </a:ext>
              </a:extLst>
            </p:cNvPr>
            <p:cNvSpPr>
              <a:spLocks noGrp="1"/>
            </p:cNvSpPr>
            <p:nvPr/>
          </p:nvSpPr>
          <p:spPr>
            <a:xfrm>
              <a:off x="21950363" y="6555581"/>
              <a:ext cx="709613" cy="5953"/>
            </a:xfrm>
            <a:prstGeom prst="rect">
              <a:avLst/>
            </a:prstGeom>
            <a:solidFill>
              <a:srgbClr val="81C9BA"/>
            </a:solidFill>
            <a:ln w="0">
              <a:noFill/>
              <a:prstDash val="solid"/>
            </a:ln>
          </p:spPr>
        </p:sp>
        <p:sp>
          <p:nvSpPr>
            <p:cNvPr id="2690" name="four:temporal-output:rotated-tᵦ-cell-102:2690">
              <a:extLst>
                <a:ext uri="{FF2B5EF4-FFF2-40B4-BE49-F238E27FC236}">
                  <ns2:creationId id="{B32970EB-CBF6-45BF-9422-C2200AA708B5}"/>
                </a:ext>
              </a:extLst>
            </p:cNvPr>
            <p:cNvSpPr>
              <a:spLocks noGrp="1"/>
            </p:cNvSpPr>
            <p:nvPr/>
          </p:nvSpPr>
          <p:spPr>
            <a:xfrm>
              <a:off x="21950363" y="6549628"/>
              <a:ext cx="709613" cy="5953"/>
            </a:xfrm>
            <a:prstGeom prst="rect">
              <a:avLst/>
            </a:prstGeom>
            <a:solidFill>
              <a:srgbClr val="81C9BA"/>
            </a:solidFill>
            <a:ln w="0">
              <a:noFill/>
              <a:prstDash val="solid"/>
            </a:ln>
          </p:spPr>
        </p:sp>
        <p:sp>
          <p:nvSpPr>
            <p:cNvPr id="2691" name="four:temporal-output:rotated-tᵦ-cell-103:2691">
              <a:extLst>
                <a:ext uri="{FF2B5EF4-FFF2-40B4-BE49-F238E27FC236}">
                  <ns2:creationId id="{3C37786A-44A6-4D66-B9D0-659A9EB5BF87}"/>
                </a:ext>
              </a:extLst>
            </p:cNvPr>
            <p:cNvSpPr>
              <a:spLocks noGrp="1"/>
            </p:cNvSpPr>
            <p:nvPr/>
          </p:nvSpPr>
          <p:spPr>
            <a:xfrm>
              <a:off x="21950363" y="6543675"/>
              <a:ext cx="709613" cy="5953"/>
            </a:xfrm>
            <a:prstGeom prst="rect">
              <a:avLst/>
            </a:prstGeom>
            <a:solidFill>
              <a:srgbClr val="81C9BA"/>
            </a:solidFill>
            <a:ln w="0">
              <a:noFill/>
              <a:prstDash val="solid"/>
            </a:ln>
          </p:spPr>
        </p:sp>
        <p:sp>
          <p:nvSpPr>
            <p:cNvPr id="2692" name="four:temporal-output:rotated-tᵦ-cell-104:2692">
              <a:extLst>
                <a:ext uri="{FF2B5EF4-FFF2-40B4-BE49-F238E27FC236}">
                  <ns2:creationId id="{F8AFB14B-C8B4-427B-8168-65B8B791EC03}"/>
                </a:ext>
              </a:extLst>
            </p:cNvPr>
            <p:cNvSpPr>
              <a:spLocks noGrp="1"/>
            </p:cNvSpPr>
            <p:nvPr/>
          </p:nvSpPr>
          <p:spPr>
            <a:xfrm>
              <a:off x="21950363" y="6537722"/>
              <a:ext cx="709613" cy="5953"/>
            </a:xfrm>
            <a:prstGeom prst="rect">
              <a:avLst/>
            </a:prstGeom>
            <a:solidFill>
              <a:srgbClr val="81C9BA"/>
            </a:solidFill>
            <a:ln w="0">
              <a:noFill/>
              <a:prstDash val="solid"/>
            </a:ln>
          </p:spPr>
        </p:sp>
        <p:sp>
          <p:nvSpPr>
            <p:cNvPr id="2693" name="four:temporal-output:rotated-tᵦ-cell-105:2693">
              <a:extLst>
                <a:ext uri="{FF2B5EF4-FFF2-40B4-BE49-F238E27FC236}">
                  <ns2:creationId id="{6982E8DD-FC84-49E5-B746-6CDD6C9DF759}"/>
                </a:ext>
              </a:extLst>
            </p:cNvPr>
            <p:cNvSpPr>
              <a:spLocks noGrp="1"/>
            </p:cNvSpPr>
            <p:nvPr/>
          </p:nvSpPr>
          <p:spPr>
            <a:xfrm>
              <a:off x="21950363" y="6531769"/>
              <a:ext cx="709613" cy="5953"/>
            </a:xfrm>
            <a:prstGeom prst="rect">
              <a:avLst/>
            </a:prstGeom>
            <a:solidFill>
              <a:srgbClr val="81C9BA"/>
            </a:solidFill>
            <a:ln w="0">
              <a:noFill/>
              <a:prstDash val="solid"/>
            </a:ln>
          </p:spPr>
        </p:sp>
        <p:sp>
          <p:nvSpPr>
            <p:cNvPr id="2694" name="four:temporal-output:rotated-tᵦ-cell-106:2694">
              <a:extLst>
                <a:ext uri="{FF2B5EF4-FFF2-40B4-BE49-F238E27FC236}">
                  <ns2:creationId id="{CDE72F93-06BF-4E3C-87E5-6D0B60AC37A4}"/>
                </a:ext>
              </a:extLst>
            </p:cNvPr>
            <p:cNvSpPr>
              <a:spLocks noGrp="1"/>
            </p:cNvSpPr>
            <p:nvPr/>
          </p:nvSpPr>
          <p:spPr>
            <a:xfrm>
              <a:off x="21950363" y="6525816"/>
              <a:ext cx="709613" cy="5953"/>
            </a:xfrm>
            <a:prstGeom prst="rect">
              <a:avLst/>
            </a:prstGeom>
            <a:solidFill>
              <a:srgbClr val="81C9BA"/>
            </a:solidFill>
            <a:ln w="0">
              <a:noFill/>
              <a:prstDash val="solid"/>
            </a:ln>
          </p:spPr>
        </p:sp>
        <p:sp>
          <p:nvSpPr>
            <p:cNvPr id="2695" name="four:temporal-output:rotated-tᵦ-cell-107:2695">
              <a:extLst>
                <a:ext uri="{FF2B5EF4-FFF2-40B4-BE49-F238E27FC236}">
                  <ns2:creationId id="{A5AC2D30-6437-4666-8924-513E43068318}"/>
                </a:ext>
              </a:extLst>
            </p:cNvPr>
            <p:cNvSpPr>
              <a:spLocks noGrp="1"/>
            </p:cNvSpPr>
            <p:nvPr/>
          </p:nvSpPr>
          <p:spPr>
            <a:xfrm>
              <a:off x="21950363" y="6519863"/>
              <a:ext cx="709613" cy="5953"/>
            </a:xfrm>
            <a:prstGeom prst="rect">
              <a:avLst/>
            </a:prstGeom>
            <a:solidFill>
              <a:srgbClr val="81C9BA"/>
            </a:solidFill>
            <a:ln w="0">
              <a:noFill/>
              <a:prstDash val="solid"/>
            </a:ln>
          </p:spPr>
        </p:sp>
        <p:sp>
          <p:nvSpPr>
            <p:cNvPr id="2696" name="four:temporal-output:rotated-tᵦ-cell-108:2696">
              <a:extLst>
                <a:ext uri="{FF2B5EF4-FFF2-40B4-BE49-F238E27FC236}">
                  <ns2:creationId id="{3785CBB5-711E-45AE-9710-2D58D0D9BFC3}"/>
                </a:ext>
              </a:extLst>
            </p:cNvPr>
            <p:cNvSpPr>
              <a:spLocks noGrp="1"/>
            </p:cNvSpPr>
            <p:nvPr/>
          </p:nvSpPr>
          <p:spPr>
            <a:xfrm>
              <a:off x="21950363" y="6513909"/>
              <a:ext cx="709613" cy="5953"/>
            </a:xfrm>
            <a:prstGeom prst="rect">
              <a:avLst/>
            </a:prstGeom>
            <a:solidFill>
              <a:srgbClr val="81C9BA"/>
            </a:solidFill>
            <a:ln w="0">
              <a:noFill/>
              <a:prstDash val="solid"/>
            </a:ln>
          </p:spPr>
        </p:sp>
        <p:sp>
          <p:nvSpPr>
            <p:cNvPr id="2697" name="four:temporal-output:rotated-tᵦ-cell-109:2697">
              <a:extLst>
                <a:ext uri="{FF2B5EF4-FFF2-40B4-BE49-F238E27FC236}">
                  <ns2:creationId id="{DB6AD168-E52C-44A9-991C-87AC111503F8}"/>
                </a:ext>
              </a:extLst>
            </p:cNvPr>
            <p:cNvSpPr>
              <a:spLocks noGrp="1"/>
            </p:cNvSpPr>
            <p:nvPr/>
          </p:nvSpPr>
          <p:spPr>
            <a:xfrm>
              <a:off x="21950363" y="6507956"/>
              <a:ext cx="709613" cy="5953"/>
            </a:xfrm>
            <a:prstGeom prst="rect">
              <a:avLst/>
            </a:prstGeom>
            <a:solidFill>
              <a:srgbClr val="81C9BA"/>
            </a:solidFill>
            <a:ln w="0">
              <a:noFill/>
              <a:prstDash val="solid"/>
            </a:ln>
          </p:spPr>
        </p:sp>
        <p:sp>
          <p:nvSpPr>
            <p:cNvPr id="2698" name="four:temporal-output:rotated-tᵦ-cell-110:2698">
              <a:extLst>
                <a:ext uri="{FF2B5EF4-FFF2-40B4-BE49-F238E27FC236}">
                  <ns2:creationId id="{817D998E-350C-4CC2-A13F-77D9C4318F33}"/>
                </a:ext>
              </a:extLst>
            </p:cNvPr>
            <p:cNvSpPr>
              <a:spLocks noGrp="1"/>
            </p:cNvSpPr>
            <p:nvPr/>
          </p:nvSpPr>
          <p:spPr>
            <a:xfrm>
              <a:off x="21950363" y="6502003"/>
              <a:ext cx="709613" cy="5953"/>
            </a:xfrm>
            <a:prstGeom prst="rect">
              <a:avLst/>
            </a:prstGeom>
            <a:solidFill>
              <a:srgbClr val="81C9BA"/>
            </a:solidFill>
            <a:ln w="0">
              <a:noFill/>
              <a:prstDash val="solid"/>
            </a:ln>
          </p:spPr>
        </p:sp>
        <p:sp>
          <p:nvSpPr>
            <p:cNvPr id="2699" name="four:temporal-output:rotated-tᵦ-cell-111:2699">
              <a:extLst>
                <a:ext uri="{FF2B5EF4-FFF2-40B4-BE49-F238E27FC236}">
                  <ns2:creationId id="{9FC49D9E-5CA3-4D89-BDF4-E6E2B80A6FBE}"/>
                </a:ext>
              </a:extLst>
            </p:cNvPr>
            <p:cNvSpPr>
              <a:spLocks noGrp="1"/>
            </p:cNvSpPr>
            <p:nvPr/>
          </p:nvSpPr>
          <p:spPr>
            <a:xfrm>
              <a:off x="21950363" y="6496050"/>
              <a:ext cx="709613" cy="5953"/>
            </a:xfrm>
            <a:prstGeom prst="rect">
              <a:avLst/>
            </a:prstGeom>
            <a:solidFill>
              <a:srgbClr val="81C9BA"/>
            </a:solidFill>
            <a:ln w="0">
              <a:noFill/>
              <a:prstDash val="solid"/>
            </a:ln>
          </p:spPr>
        </p:sp>
        <p:sp>
          <p:nvSpPr>
            <p:cNvPr id="2700" name="four:temporal-output:rotated-tᵦ-cell-112:2700">
              <a:extLst>
                <a:ext uri="{FF2B5EF4-FFF2-40B4-BE49-F238E27FC236}">
                  <ns2:creationId id="{CDF25389-6C6A-4009-9BEF-B10FF35CAEA2}"/>
                </a:ext>
              </a:extLst>
            </p:cNvPr>
            <p:cNvSpPr>
              <a:spLocks noGrp="1"/>
            </p:cNvSpPr>
            <p:nvPr/>
          </p:nvSpPr>
          <p:spPr>
            <a:xfrm>
              <a:off x="21950363" y="6490097"/>
              <a:ext cx="709613" cy="5953"/>
            </a:xfrm>
            <a:prstGeom prst="rect">
              <a:avLst/>
            </a:prstGeom>
            <a:solidFill>
              <a:srgbClr val="81C9BA"/>
            </a:solidFill>
            <a:ln w="0">
              <a:noFill/>
              <a:prstDash val="solid"/>
            </a:ln>
          </p:spPr>
        </p:sp>
        <p:sp>
          <p:nvSpPr>
            <p:cNvPr id="2701" name="four:temporal-output:rotated-tᵦ-cell-113:2701">
              <a:extLst>
                <a:ext uri="{FF2B5EF4-FFF2-40B4-BE49-F238E27FC236}">
                  <ns2:creationId id="{E66B641D-95E9-4475-9B1D-87EC3C7AC303}"/>
                </a:ext>
              </a:extLst>
            </p:cNvPr>
            <p:cNvSpPr>
              <a:spLocks noGrp="1"/>
            </p:cNvSpPr>
            <p:nvPr/>
          </p:nvSpPr>
          <p:spPr>
            <a:xfrm>
              <a:off x="21950363" y="6484144"/>
              <a:ext cx="709613" cy="5953"/>
            </a:xfrm>
            <a:prstGeom prst="rect">
              <a:avLst/>
            </a:prstGeom>
            <a:solidFill>
              <a:srgbClr val="81C9BA"/>
            </a:solidFill>
            <a:ln w="0">
              <a:noFill/>
              <a:prstDash val="solid"/>
            </a:ln>
          </p:spPr>
        </p:sp>
        <p:sp>
          <p:nvSpPr>
            <p:cNvPr id="2702" name="four:temporal-output:rotated-tᵦ-cell-114:2702">
              <a:extLst>
                <a:ext uri="{FF2B5EF4-FFF2-40B4-BE49-F238E27FC236}">
                  <ns2:creationId id="{AA722F6D-39C7-4CC5-A43C-D3E7A0B67461}"/>
                </a:ext>
              </a:extLst>
            </p:cNvPr>
            <p:cNvSpPr>
              <a:spLocks noGrp="1"/>
            </p:cNvSpPr>
            <p:nvPr/>
          </p:nvSpPr>
          <p:spPr>
            <a:xfrm>
              <a:off x="21950363" y="6478191"/>
              <a:ext cx="709613" cy="5953"/>
            </a:xfrm>
            <a:prstGeom prst="rect">
              <a:avLst/>
            </a:prstGeom>
            <a:solidFill>
              <a:srgbClr val="81C9BA"/>
            </a:solidFill>
            <a:ln w="0">
              <a:noFill/>
              <a:prstDash val="solid"/>
            </a:ln>
          </p:spPr>
        </p:sp>
        <p:sp>
          <p:nvSpPr>
            <p:cNvPr id="2703" name="four:temporal-output:rotated-tᵦ-cell-115:2703">
              <a:extLst>
                <a:ext uri="{FF2B5EF4-FFF2-40B4-BE49-F238E27FC236}">
                  <ns2:creationId id="{61D60F0A-828D-46A8-A060-16199D2407FE}"/>
                </a:ext>
              </a:extLst>
            </p:cNvPr>
            <p:cNvSpPr>
              <a:spLocks noGrp="1"/>
            </p:cNvSpPr>
            <p:nvPr/>
          </p:nvSpPr>
          <p:spPr>
            <a:xfrm>
              <a:off x="21950363" y="6472238"/>
              <a:ext cx="709613" cy="5953"/>
            </a:xfrm>
            <a:prstGeom prst="rect">
              <a:avLst/>
            </a:prstGeom>
            <a:solidFill>
              <a:srgbClr val="7FC9B9"/>
            </a:solidFill>
            <a:ln w="0">
              <a:noFill/>
              <a:prstDash val="solid"/>
            </a:ln>
          </p:spPr>
        </p:sp>
        <p:sp>
          <p:nvSpPr>
            <p:cNvPr id="2704" name="four:temporal-output:rotated-tᵦ-cell-116:2704">
              <a:extLst>
                <a:ext uri="{FF2B5EF4-FFF2-40B4-BE49-F238E27FC236}">
                  <ns2:creationId id="{C4BD26B9-1299-4A19-AFBB-5D97E2F908BB}"/>
                </a:ext>
              </a:extLst>
            </p:cNvPr>
            <p:cNvSpPr>
              <a:spLocks noGrp="1"/>
            </p:cNvSpPr>
            <p:nvPr/>
          </p:nvSpPr>
          <p:spPr>
            <a:xfrm>
              <a:off x="21950363" y="6466284"/>
              <a:ext cx="709613" cy="5953"/>
            </a:xfrm>
            <a:prstGeom prst="rect">
              <a:avLst/>
            </a:prstGeom>
            <a:solidFill>
              <a:srgbClr val="73C5B3"/>
            </a:solidFill>
            <a:ln w="0">
              <a:noFill/>
              <a:prstDash val="solid"/>
            </a:ln>
          </p:spPr>
        </p:sp>
        <p:sp>
          <p:nvSpPr>
            <p:cNvPr id="2705" name="four:temporal-output:rotated-tᵦ-cell-117:2705">
              <a:extLst>
                <a:ext uri="{FF2B5EF4-FFF2-40B4-BE49-F238E27FC236}">
                  <ns2:creationId id="{8DCB0985-0DB5-4B3E-A2A0-572EED341056}"/>
                </a:ext>
              </a:extLst>
            </p:cNvPr>
            <p:cNvSpPr>
              <a:spLocks noGrp="1"/>
            </p:cNvSpPr>
            <p:nvPr/>
          </p:nvSpPr>
          <p:spPr>
            <a:xfrm>
              <a:off x="21950363" y="6460331"/>
              <a:ext cx="709613" cy="5953"/>
            </a:xfrm>
            <a:prstGeom prst="rect">
              <a:avLst/>
            </a:prstGeom>
            <a:solidFill>
              <a:srgbClr val="60BEA8"/>
            </a:solidFill>
            <a:ln w="0">
              <a:noFill/>
              <a:prstDash val="solid"/>
            </a:ln>
          </p:spPr>
        </p:sp>
        <p:sp>
          <p:nvSpPr>
            <p:cNvPr id="2706" name="four:temporal-output:rotated-tᵦ-cell-118:2706">
              <a:extLst>
                <a:ext uri="{FF2B5EF4-FFF2-40B4-BE49-F238E27FC236}">
                  <ns2:creationId id="{1D798F2E-350A-4F71-AA26-F649EAF0FDA4}"/>
                </a:ext>
              </a:extLst>
            </p:cNvPr>
            <p:cNvSpPr>
              <a:spLocks noGrp="1"/>
            </p:cNvSpPr>
            <p:nvPr/>
          </p:nvSpPr>
          <p:spPr>
            <a:xfrm>
              <a:off x="21950363" y="6454378"/>
              <a:ext cx="709613" cy="5953"/>
            </a:xfrm>
            <a:prstGeom prst="rect">
              <a:avLst/>
            </a:prstGeom>
            <a:solidFill>
              <a:srgbClr val="48B69B"/>
            </a:solidFill>
            <a:ln w="0">
              <a:noFill/>
              <a:prstDash val="solid"/>
            </a:ln>
          </p:spPr>
        </p:sp>
        <p:sp>
          <p:nvSpPr>
            <p:cNvPr id="2707" name="four:temporal-output:rotated-tᵦ-cell-119:2707">
              <a:extLst>
                <a:ext uri="{FF2B5EF4-FFF2-40B4-BE49-F238E27FC236}">
                  <ns2:creationId id="{11F0C475-FA7F-40A8-A197-EAAABFCCFF51}"/>
                </a:ext>
              </a:extLst>
            </p:cNvPr>
            <p:cNvSpPr>
              <a:spLocks noGrp="1"/>
            </p:cNvSpPr>
            <p:nvPr/>
          </p:nvSpPr>
          <p:spPr>
            <a:xfrm>
              <a:off x="21950363" y="6448425"/>
              <a:ext cx="709613" cy="5953"/>
            </a:xfrm>
            <a:prstGeom prst="rect">
              <a:avLst/>
            </a:prstGeom>
            <a:solidFill>
              <a:srgbClr val="2EAE8D"/>
            </a:solidFill>
            <a:ln w="0">
              <a:noFill/>
              <a:prstDash val="solid"/>
            </a:ln>
          </p:spPr>
        </p:sp>
        <p:sp>
          <p:nvSpPr>
            <p:cNvPr id="2708" name="four:temporal-output:rotated-tᵦ-cell-120:2708">
              <a:extLst>
                <a:ext uri="{FF2B5EF4-FFF2-40B4-BE49-F238E27FC236}">
                  <ns2:creationId id="{E6CEFCC7-410C-418A-81F3-A8CA4CC8CEF1}"/>
                </a:ext>
              </a:extLst>
            </p:cNvPr>
            <p:cNvSpPr>
              <a:spLocks noGrp="1"/>
            </p:cNvSpPr>
            <p:nvPr/>
          </p:nvSpPr>
          <p:spPr>
            <a:xfrm>
              <a:off x="21950363" y="6442472"/>
              <a:ext cx="709613" cy="5953"/>
            </a:xfrm>
            <a:prstGeom prst="rect">
              <a:avLst/>
            </a:prstGeom>
            <a:solidFill>
              <a:srgbClr val="1AA781"/>
            </a:solidFill>
            <a:ln w="0">
              <a:noFill/>
              <a:prstDash val="solid"/>
            </a:ln>
          </p:spPr>
        </p:sp>
        <p:sp>
          <p:nvSpPr>
            <p:cNvPr id="2709" name="four:temporal-output:rotated-tᵦ-cell-121:2709">
              <a:extLst>
                <a:ext uri="{FF2B5EF4-FFF2-40B4-BE49-F238E27FC236}">
                  <ns2:creationId id="{2CA6C0FB-8048-47EE-8B69-0467D9BBED9D}"/>
                </a:ext>
              </a:extLst>
            </p:cNvPr>
            <p:cNvSpPr>
              <a:spLocks noGrp="1"/>
            </p:cNvSpPr>
            <p:nvPr/>
          </p:nvSpPr>
          <p:spPr>
            <a:xfrm>
              <a:off x="21950363" y="6436519"/>
              <a:ext cx="709613" cy="5953"/>
            </a:xfrm>
            <a:prstGeom prst="rect">
              <a:avLst/>
            </a:prstGeom>
            <a:solidFill>
              <a:srgbClr val="07A177"/>
            </a:solidFill>
            <a:ln w="0">
              <a:noFill/>
              <a:prstDash val="solid"/>
            </a:ln>
          </p:spPr>
        </p:sp>
        <p:sp>
          <p:nvSpPr>
            <p:cNvPr id="2710" name="four:temporal-output:rotated-tᵦ-cell-122:2710">
              <a:extLst>
                <a:ext uri="{FF2B5EF4-FFF2-40B4-BE49-F238E27FC236}">
                  <ns2:creationId id="{BCDDEEC8-E7EB-4B06-8C63-E97D71424C93}"/>
                </a:ext>
              </a:extLst>
            </p:cNvPr>
            <p:cNvSpPr>
              <a:spLocks noGrp="1"/>
            </p:cNvSpPr>
            <p:nvPr/>
          </p:nvSpPr>
          <p:spPr>
            <a:xfrm>
              <a:off x="21950363" y="6430566"/>
              <a:ext cx="709613" cy="5953"/>
            </a:xfrm>
            <a:prstGeom prst="rect">
              <a:avLst/>
            </a:prstGeom>
            <a:solidFill>
              <a:srgbClr val="009E73"/>
            </a:solidFill>
            <a:ln w="0">
              <a:noFill/>
              <a:prstDash val="solid"/>
            </a:ln>
          </p:spPr>
        </p:sp>
        <p:sp>
          <p:nvSpPr>
            <p:cNvPr id="2711" name="four:temporal-output:rotated-tᵦ-cell-123:2711">
              <a:extLst>
                <a:ext uri="{FF2B5EF4-FFF2-40B4-BE49-F238E27FC236}">
                  <ns2:creationId id="{9AD7E6DC-0431-42A8-B774-21C64CFC71F8}"/>
                </a:ext>
              </a:extLst>
            </p:cNvPr>
            <p:cNvSpPr>
              <a:spLocks noGrp="1"/>
            </p:cNvSpPr>
            <p:nvPr/>
          </p:nvSpPr>
          <p:spPr>
            <a:xfrm>
              <a:off x="21950363" y="6424613"/>
              <a:ext cx="709613" cy="5953"/>
            </a:xfrm>
            <a:prstGeom prst="rect">
              <a:avLst/>
            </a:prstGeom>
            <a:solidFill>
              <a:srgbClr val="009E73"/>
            </a:solidFill>
            <a:ln w="0">
              <a:noFill/>
              <a:prstDash val="solid"/>
            </a:ln>
          </p:spPr>
        </p:sp>
        <p:sp>
          <p:nvSpPr>
            <p:cNvPr id="2712" name="four:temporal-output:rotated-tᵦ-cell-124:2712">
              <a:extLst>
                <a:ext uri="{FF2B5EF4-FFF2-40B4-BE49-F238E27FC236}">
                  <ns2:creationId id="{E0B37114-5D38-4FD4-BC5F-DA23E6BDD11E}"/>
                </a:ext>
              </a:extLst>
            </p:cNvPr>
            <p:cNvSpPr>
              <a:spLocks noGrp="1"/>
            </p:cNvSpPr>
            <p:nvPr/>
          </p:nvSpPr>
          <p:spPr>
            <a:xfrm>
              <a:off x="21950363" y="6418659"/>
              <a:ext cx="709613" cy="5953"/>
            </a:xfrm>
            <a:prstGeom prst="rect">
              <a:avLst/>
            </a:prstGeom>
            <a:solidFill>
              <a:srgbClr val="009E73"/>
            </a:solidFill>
            <a:ln w="0">
              <a:noFill/>
              <a:prstDash val="solid"/>
            </a:ln>
          </p:spPr>
        </p:sp>
        <p:sp>
          <p:nvSpPr>
            <p:cNvPr id="2713" name="four:temporal-output:rotated-tᵦ-cell-125:2713">
              <a:extLst>
                <a:ext uri="{FF2B5EF4-FFF2-40B4-BE49-F238E27FC236}">
                  <ns2:creationId id="{85DFEC10-91ED-4554-BCC6-C92C45240B5D}"/>
                </a:ext>
              </a:extLst>
            </p:cNvPr>
            <p:cNvSpPr>
              <a:spLocks noGrp="1"/>
            </p:cNvSpPr>
            <p:nvPr/>
          </p:nvSpPr>
          <p:spPr>
            <a:xfrm>
              <a:off x="21950363" y="6412706"/>
              <a:ext cx="709613" cy="5953"/>
            </a:xfrm>
            <a:prstGeom prst="rect">
              <a:avLst/>
            </a:prstGeom>
            <a:solidFill>
              <a:srgbClr val="009E73"/>
            </a:solidFill>
            <a:ln w="0">
              <a:noFill/>
              <a:prstDash val="solid"/>
            </a:ln>
          </p:spPr>
        </p:sp>
        <p:sp>
          <p:nvSpPr>
            <p:cNvPr id="2714" name="four:temporal-output:rotated-tᵦ-cell-126:2714">
              <a:extLst>
                <a:ext uri="{FF2B5EF4-FFF2-40B4-BE49-F238E27FC236}">
                  <ns2:creationId id="{06FFAD9C-0C31-4ED0-87D0-8C75087F1645}"/>
                </a:ext>
              </a:extLst>
            </p:cNvPr>
            <p:cNvSpPr>
              <a:spLocks noGrp="1"/>
            </p:cNvSpPr>
            <p:nvPr/>
          </p:nvSpPr>
          <p:spPr>
            <a:xfrm>
              <a:off x="21950363" y="6406753"/>
              <a:ext cx="709613" cy="5953"/>
            </a:xfrm>
            <a:prstGeom prst="rect">
              <a:avLst/>
            </a:prstGeom>
            <a:solidFill>
              <a:srgbClr val="009E73"/>
            </a:solidFill>
            <a:ln w="0">
              <a:noFill/>
              <a:prstDash val="solid"/>
            </a:ln>
          </p:spPr>
        </p:sp>
        <p:sp>
          <p:nvSpPr>
            <p:cNvPr id="2715" name="four:temporal-output:rotated-tᵦ-cell-127:2715">
              <a:extLst>
                <a:ext uri="{FF2B5EF4-FFF2-40B4-BE49-F238E27FC236}">
                  <ns2:creationId id="{10460F8C-A764-4207-B476-0F631ABD40D9}"/>
                </a:ext>
              </a:extLst>
            </p:cNvPr>
            <p:cNvSpPr>
              <a:spLocks noGrp="1"/>
            </p:cNvSpPr>
            <p:nvPr/>
          </p:nvSpPr>
          <p:spPr>
            <a:xfrm>
              <a:off x="21950363" y="6400800"/>
              <a:ext cx="709613" cy="5953"/>
            </a:xfrm>
            <a:prstGeom prst="rect">
              <a:avLst/>
            </a:prstGeom>
            <a:solidFill>
              <a:srgbClr val="009E73"/>
            </a:solidFill>
            <a:ln w="0">
              <a:noFill/>
              <a:prstDash val="solid"/>
            </a:ln>
          </p:spPr>
        </p:sp>
        <p:sp>
          <p:nvSpPr>
            <p:cNvPr id="2716" name="four:temporal-output:rotated-tᵦ-cell-128:2716">
              <a:extLst>
                <a:ext uri="{FF2B5EF4-FFF2-40B4-BE49-F238E27FC236}">
                  <ns2:creationId id="{EA47AAC8-5C9B-454C-8FE9-6C00D5881881}"/>
                </a:ext>
              </a:extLst>
            </p:cNvPr>
            <p:cNvSpPr>
              <a:spLocks noGrp="1"/>
            </p:cNvSpPr>
            <p:nvPr/>
          </p:nvSpPr>
          <p:spPr>
            <a:xfrm>
              <a:off x="21950363" y="6394847"/>
              <a:ext cx="709613" cy="5953"/>
            </a:xfrm>
            <a:prstGeom prst="rect">
              <a:avLst/>
            </a:prstGeom>
            <a:solidFill>
              <a:srgbClr val="009E73"/>
            </a:solidFill>
            <a:ln w="0">
              <a:noFill/>
              <a:prstDash val="solid"/>
            </a:ln>
          </p:spPr>
        </p:sp>
        <p:sp>
          <p:nvSpPr>
            <p:cNvPr id="2717" name="four:temporal-output:rotated-tᵦ-cell-129:2717">
              <a:extLst>
                <a:ext uri="{FF2B5EF4-FFF2-40B4-BE49-F238E27FC236}">
                  <ns2:creationId id="{BCBEB7F3-6FA9-48AE-AF78-6836C1C6EAFC}"/>
                </a:ext>
              </a:extLst>
            </p:cNvPr>
            <p:cNvSpPr>
              <a:spLocks noGrp="1"/>
            </p:cNvSpPr>
            <p:nvPr/>
          </p:nvSpPr>
          <p:spPr>
            <a:xfrm>
              <a:off x="21950363" y="6388894"/>
              <a:ext cx="709613" cy="5953"/>
            </a:xfrm>
            <a:prstGeom prst="rect">
              <a:avLst/>
            </a:prstGeom>
            <a:solidFill>
              <a:srgbClr val="009E73"/>
            </a:solidFill>
            <a:ln w="0">
              <a:noFill/>
              <a:prstDash val="solid"/>
            </a:ln>
          </p:spPr>
        </p:sp>
        <p:sp>
          <p:nvSpPr>
            <p:cNvPr id="2718" name="four:temporal-output:rotated-tᵦ-cell-130:2718">
              <a:extLst>
                <a:ext uri="{FF2B5EF4-FFF2-40B4-BE49-F238E27FC236}">
                  <ns2:creationId id="{7AA107A8-7A99-49AA-BD53-F3B16566477E}"/>
                </a:ext>
              </a:extLst>
            </p:cNvPr>
            <p:cNvSpPr>
              <a:spLocks noGrp="1"/>
            </p:cNvSpPr>
            <p:nvPr/>
          </p:nvSpPr>
          <p:spPr>
            <a:xfrm>
              <a:off x="21950363" y="6382941"/>
              <a:ext cx="709613" cy="5953"/>
            </a:xfrm>
            <a:prstGeom prst="rect">
              <a:avLst/>
            </a:prstGeom>
            <a:solidFill>
              <a:srgbClr val="009E73"/>
            </a:solidFill>
            <a:ln w="0">
              <a:noFill/>
              <a:prstDash val="solid"/>
            </a:ln>
          </p:spPr>
        </p:sp>
        <p:sp>
          <p:nvSpPr>
            <p:cNvPr id="2719" name="four:temporal-output:rotated-tᵦ-cell-131:2719">
              <a:extLst>
                <a:ext uri="{FF2B5EF4-FFF2-40B4-BE49-F238E27FC236}">
                  <ns2:creationId id="{2DB58438-70C0-43D1-A603-8B7C67B628B9}"/>
                </a:ext>
              </a:extLst>
            </p:cNvPr>
            <p:cNvSpPr>
              <a:spLocks noGrp="1"/>
            </p:cNvSpPr>
            <p:nvPr/>
          </p:nvSpPr>
          <p:spPr>
            <a:xfrm>
              <a:off x="21950363" y="6376988"/>
              <a:ext cx="709613" cy="5953"/>
            </a:xfrm>
            <a:prstGeom prst="rect">
              <a:avLst/>
            </a:prstGeom>
            <a:solidFill>
              <a:srgbClr val="009E73"/>
            </a:solidFill>
            <a:ln w="0">
              <a:noFill/>
              <a:prstDash val="solid"/>
            </a:ln>
          </p:spPr>
        </p:sp>
        <p:sp>
          <p:nvSpPr>
            <p:cNvPr id="2720" name="four:temporal-output:rotated-tᵦ-cell-132:2720">
              <a:extLst>
                <a:ext uri="{FF2B5EF4-FFF2-40B4-BE49-F238E27FC236}">
                  <ns2:creationId id="{EF38E5BE-2CA7-4C27-8902-9DDCD61B4D67}"/>
                </a:ext>
              </a:extLst>
            </p:cNvPr>
            <p:cNvSpPr>
              <a:spLocks noGrp="1"/>
            </p:cNvSpPr>
            <p:nvPr/>
          </p:nvSpPr>
          <p:spPr>
            <a:xfrm>
              <a:off x="21950363" y="6371034"/>
              <a:ext cx="709613" cy="5953"/>
            </a:xfrm>
            <a:prstGeom prst="rect">
              <a:avLst/>
            </a:prstGeom>
            <a:solidFill>
              <a:srgbClr val="06A076"/>
            </a:solidFill>
            <a:ln w="0">
              <a:noFill/>
              <a:prstDash val="solid"/>
            </a:ln>
          </p:spPr>
        </p:sp>
        <p:sp>
          <p:nvSpPr>
            <p:cNvPr id="2721" name="four:temporal-output:rotated-tᵦ-cell-133:2721">
              <a:extLst>
                <a:ext uri="{FF2B5EF4-FFF2-40B4-BE49-F238E27FC236}">
                  <ns2:creationId id="{0B63A7A8-F143-4BB2-A699-1F7CD01CBF21}"/>
                </a:ext>
              </a:extLst>
            </p:cNvPr>
            <p:cNvSpPr>
              <a:spLocks noGrp="1"/>
            </p:cNvSpPr>
            <p:nvPr/>
          </p:nvSpPr>
          <p:spPr>
            <a:xfrm>
              <a:off x="21950363" y="6365081"/>
              <a:ext cx="709613" cy="5953"/>
            </a:xfrm>
            <a:prstGeom prst="rect">
              <a:avLst/>
            </a:prstGeom>
            <a:solidFill>
              <a:srgbClr val="1DA883"/>
            </a:solidFill>
            <a:ln w="0">
              <a:noFill/>
              <a:prstDash val="solid"/>
            </a:ln>
          </p:spPr>
        </p:sp>
        <p:sp>
          <p:nvSpPr>
            <p:cNvPr id="2722" name="four:temporal-output:rotated-tᵦ-cell-134:2722">
              <a:extLst>
                <a:ext uri="{FF2B5EF4-FFF2-40B4-BE49-F238E27FC236}">
                  <ns2:creationId id="{7DF49706-A124-485A-9204-0A9DD6163E1E}"/>
                </a:ext>
              </a:extLst>
            </p:cNvPr>
            <p:cNvSpPr>
              <a:spLocks noGrp="1"/>
            </p:cNvSpPr>
            <p:nvPr/>
          </p:nvSpPr>
          <p:spPr>
            <a:xfrm>
              <a:off x="21950363" y="6359128"/>
              <a:ext cx="709613" cy="5953"/>
            </a:xfrm>
            <a:prstGeom prst="rect">
              <a:avLst/>
            </a:prstGeom>
            <a:solidFill>
              <a:srgbClr val="40B396"/>
            </a:solidFill>
            <a:ln w="0">
              <a:noFill/>
              <a:prstDash val="solid"/>
            </a:ln>
          </p:spPr>
        </p:sp>
        <p:sp>
          <p:nvSpPr>
            <p:cNvPr id="2723" name="four:temporal-output:rotated-tᵦ-cell-135:2723">
              <a:extLst>
                <a:ext uri="{FF2B5EF4-FFF2-40B4-BE49-F238E27FC236}">
                  <ns2:creationId id="{CA8BC452-344A-4877-8F03-FD9B4A327230}"/>
                </a:ext>
              </a:extLst>
            </p:cNvPr>
            <p:cNvSpPr>
              <a:spLocks noGrp="1"/>
            </p:cNvSpPr>
            <p:nvPr/>
          </p:nvSpPr>
          <p:spPr>
            <a:xfrm>
              <a:off x="21950363" y="6353175"/>
              <a:ext cx="709613" cy="5953"/>
            </a:xfrm>
            <a:prstGeom prst="rect">
              <a:avLst/>
            </a:prstGeom>
            <a:solidFill>
              <a:srgbClr val="6AC2AE"/>
            </a:solidFill>
            <a:ln w="0">
              <a:noFill/>
              <a:prstDash val="solid"/>
            </a:ln>
          </p:spPr>
        </p:sp>
        <p:sp>
          <p:nvSpPr>
            <p:cNvPr id="2724" name="four:temporal-output:rotated-tᵦ-cell-136:2724">
              <a:extLst>
                <a:ext uri="{FF2B5EF4-FFF2-40B4-BE49-F238E27FC236}">
                  <ns2:creationId id="{831D77E6-C56D-42B7-B408-E0E3421922E1}"/>
                </a:ext>
              </a:extLst>
            </p:cNvPr>
            <p:cNvSpPr>
              <a:spLocks noGrp="1"/>
            </p:cNvSpPr>
            <p:nvPr/>
          </p:nvSpPr>
          <p:spPr>
            <a:xfrm>
              <a:off x="21950363" y="6347222"/>
              <a:ext cx="709613" cy="5953"/>
            </a:xfrm>
            <a:prstGeom prst="rect">
              <a:avLst/>
            </a:prstGeom>
            <a:solidFill>
              <a:srgbClr val="93D0C5"/>
            </a:solidFill>
            <a:ln w="0">
              <a:noFill/>
              <a:prstDash val="solid"/>
            </a:ln>
          </p:spPr>
        </p:sp>
        <p:sp>
          <p:nvSpPr>
            <p:cNvPr id="2725" name="four:temporal-output:rotated-tᵦ-cell-137:2725">
              <a:extLst>
                <a:ext uri="{FF2B5EF4-FFF2-40B4-BE49-F238E27FC236}">
                  <ns2:creationId id="{A86A49F3-04CA-4A63-8DB2-773110B4C241}"/>
                </a:ext>
              </a:extLst>
            </p:cNvPr>
            <p:cNvSpPr>
              <a:spLocks noGrp="1"/>
            </p:cNvSpPr>
            <p:nvPr/>
          </p:nvSpPr>
          <p:spPr>
            <a:xfrm>
              <a:off x="21950363" y="6341269"/>
              <a:ext cx="709613" cy="5953"/>
            </a:xfrm>
            <a:prstGeom prst="rect">
              <a:avLst/>
            </a:prstGeom>
            <a:solidFill>
              <a:srgbClr val="B8DCD9"/>
            </a:solidFill>
            <a:ln w="0">
              <a:noFill/>
              <a:prstDash val="solid"/>
            </a:ln>
          </p:spPr>
        </p:sp>
        <p:sp>
          <p:nvSpPr>
            <p:cNvPr id="2726" name="four:temporal-output:rotated-tᵦ-cell-138:2726">
              <a:extLst>
                <a:ext uri="{FF2B5EF4-FFF2-40B4-BE49-F238E27FC236}">
                  <ns2:creationId id="{252B30B1-72A5-4F08-8130-F0EDBE26CA2D}"/>
                </a:ext>
              </a:extLst>
            </p:cNvPr>
            <p:cNvSpPr>
              <a:spLocks noGrp="1"/>
            </p:cNvSpPr>
            <p:nvPr/>
          </p:nvSpPr>
          <p:spPr>
            <a:xfrm>
              <a:off x="21950363" y="6335316"/>
              <a:ext cx="709613" cy="5953"/>
            </a:xfrm>
            <a:prstGeom prst="rect">
              <a:avLst/>
            </a:prstGeom>
            <a:solidFill>
              <a:srgbClr val="D9E4EB"/>
            </a:solidFill>
            <a:ln w="0">
              <a:noFill/>
              <a:prstDash val="solid"/>
            </a:ln>
          </p:spPr>
        </p:sp>
        <p:sp>
          <p:nvSpPr>
            <p:cNvPr id="2727" name="four:temporal-output:rotated-tᵦ-cell-139:2727">
              <a:extLst>
                <a:ext uri="{FF2B5EF4-FFF2-40B4-BE49-F238E27FC236}">
                  <ns2:creationId id="{28B4A6EC-A46C-4CD0-A0AE-C5CD139686C1}"/>
                </a:ext>
              </a:extLst>
            </p:cNvPr>
            <p:cNvSpPr>
              <a:spLocks noGrp="1"/>
            </p:cNvSpPr>
            <p:nvPr/>
          </p:nvSpPr>
          <p:spPr>
            <a:xfrm>
              <a:off x="21950363" y="6329363"/>
              <a:ext cx="709613" cy="5953"/>
            </a:xfrm>
            <a:prstGeom prst="rect">
              <a:avLst/>
            </a:prstGeom>
            <a:solidFill>
              <a:srgbClr val="DCE8ED"/>
            </a:solidFill>
            <a:ln w="0">
              <a:noFill/>
              <a:prstDash val="solid"/>
            </a:ln>
          </p:spPr>
        </p:sp>
        <p:sp>
          <p:nvSpPr>
            <p:cNvPr id="2728" name="four:temporal-output:rotated-tᵦ-cell-140:2728">
              <a:extLst>
                <a:ext uri="{FF2B5EF4-FFF2-40B4-BE49-F238E27FC236}">
                  <ns2:creationId id="{CB087061-3CB2-4AB7-ABBC-1FEEF2170682}"/>
                </a:ext>
              </a:extLst>
            </p:cNvPr>
            <p:cNvSpPr>
              <a:spLocks noGrp="1"/>
            </p:cNvSpPr>
            <p:nvPr/>
          </p:nvSpPr>
          <p:spPr>
            <a:xfrm>
              <a:off x="21950363" y="6323409"/>
              <a:ext cx="709613" cy="5953"/>
            </a:xfrm>
            <a:prstGeom prst="rect">
              <a:avLst/>
            </a:prstGeom>
            <a:solidFill>
              <a:srgbClr val="DCE8ED"/>
            </a:solidFill>
            <a:ln w="0">
              <a:noFill/>
              <a:prstDash val="solid"/>
            </a:ln>
          </p:spPr>
        </p:sp>
        <p:sp>
          <p:nvSpPr>
            <p:cNvPr id="2729" name="four:temporal-output:rotated-tᵦ-cell-141:2729">
              <a:extLst>
                <a:ext uri="{FF2B5EF4-FFF2-40B4-BE49-F238E27FC236}">
                  <ns2:creationId id="{75E80C24-918D-40D2-84F1-253D1FC9D894}"/>
                </a:ext>
              </a:extLst>
            </p:cNvPr>
            <p:cNvSpPr>
              <a:spLocks noGrp="1"/>
            </p:cNvSpPr>
            <p:nvPr/>
          </p:nvSpPr>
          <p:spPr>
            <a:xfrm>
              <a:off x="21950363" y="6317456"/>
              <a:ext cx="709613" cy="5953"/>
            </a:xfrm>
            <a:prstGeom prst="rect">
              <a:avLst/>
            </a:prstGeom>
            <a:solidFill>
              <a:srgbClr val="DCE8ED"/>
            </a:solidFill>
            <a:ln w="0">
              <a:noFill/>
              <a:prstDash val="solid"/>
            </a:ln>
          </p:spPr>
        </p:sp>
        <p:sp>
          <p:nvSpPr>
            <p:cNvPr id="2730" name="four:temporal-output:rotated-tᵦ-cell-142:2730">
              <a:extLst>
                <a:ext uri="{FF2B5EF4-FFF2-40B4-BE49-F238E27FC236}">
                  <ns2:creationId id="{015F8077-16F0-485C-9CB5-707181BFA673}"/>
                </a:ext>
              </a:extLst>
            </p:cNvPr>
            <p:cNvSpPr>
              <a:spLocks noGrp="1"/>
            </p:cNvSpPr>
            <p:nvPr/>
          </p:nvSpPr>
          <p:spPr>
            <a:xfrm>
              <a:off x="21950363" y="6311503"/>
              <a:ext cx="709613" cy="5953"/>
            </a:xfrm>
            <a:prstGeom prst="rect">
              <a:avLst/>
            </a:prstGeom>
            <a:solidFill>
              <a:srgbClr val="DCE8ED"/>
            </a:solidFill>
            <a:ln w="0">
              <a:noFill/>
              <a:prstDash val="solid"/>
            </a:ln>
          </p:spPr>
        </p:sp>
        <p:sp>
          <p:nvSpPr>
            <p:cNvPr id="2731" name="four:temporal-output:rotated-tᵦ-cell-143:2731">
              <a:extLst>
                <a:ext uri="{FF2B5EF4-FFF2-40B4-BE49-F238E27FC236}">
                  <ns2:creationId id="{3A70250B-8E6E-4468-A708-82840587BF2B}"/>
                </a:ext>
              </a:extLst>
            </p:cNvPr>
            <p:cNvSpPr>
              <a:spLocks noGrp="1"/>
            </p:cNvSpPr>
            <p:nvPr/>
          </p:nvSpPr>
          <p:spPr>
            <a:xfrm>
              <a:off x="21950363" y="6305550"/>
              <a:ext cx="709613" cy="5953"/>
            </a:xfrm>
            <a:prstGeom prst="rect">
              <a:avLst/>
            </a:prstGeom>
            <a:solidFill>
              <a:srgbClr val="DCE8ED"/>
            </a:solidFill>
            <a:ln w="0">
              <a:noFill/>
              <a:prstDash val="solid"/>
            </a:ln>
          </p:spPr>
        </p:sp>
        <p:sp>
          <p:nvSpPr>
            <p:cNvPr id="2732" name="four:temporal-output:rotated-tᵦ-cell-144:2732">
              <a:extLst>
                <a:ext uri="{FF2B5EF4-FFF2-40B4-BE49-F238E27FC236}">
                  <ns2:creationId id="{69D579D3-0119-4F9F-B101-D154DCD3F096}"/>
                </a:ext>
              </a:extLst>
            </p:cNvPr>
            <p:cNvSpPr>
              <a:spLocks noGrp="1"/>
            </p:cNvSpPr>
            <p:nvPr/>
          </p:nvSpPr>
          <p:spPr>
            <a:xfrm>
              <a:off x="21950363" y="6299597"/>
              <a:ext cx="709613" cy="5953"/>
            </a:xfrm>
            <a:prstGeom prst="rect">
              <a:avLst/>
            </a:prstGeom>
            <a:solidFill>
              <a:srgbClr val="DCE8ED"/>
            </a:solidFill>
            <a:ln w="0">
              <a:noFill/>
              <a:prstDash val="solid"/>
            </a:ln>
          </p:spPr>
        </p:sp>
        <p:sp>
          <p:nvSpPr>
            <p:cNvPr id="2733" name="four:temporal-output:rotated-tᵦ-cell-145:2733">
              <a:extLst>
                <a:ext uri="{FF2B5EF4-FFF2-40B4-BE49-F238E27FC236}">
                  <ns2:creationId id="{1E6DE4F8-46C2-4B9C-ADA4-7ABD0365F3E7}"/>
                </a:ext>
              </a:extLst>
            </p:cNvPr>
            <p:cNvSpPr>
              <a:spLocks noGrp="1"/>
            </p:cNvSpPr>
            <p:nvPr/>
          </p:nvSpPr>
          <p:spPr>
            <a:xfrm>
              <a:off x="21950363" y="6293644"/>
              <a:ext cx="709613" cy="5953"/>
            </a:xfrm>
            <a:prstGeom prst="rect">
              <a:avLst/>
            </a:prstGeom>
            <a:solidFill>
              <a:srgbClr val="DCE8ED"/>
            </a:solidFill>
            <a:ln w="0">
              <a:noFill/>
              <a:prstDash val="solid"/>
            </a:ln>
          </p:spPr>
        </p:sp>
        <p:sp>
          <p:nvSpPr>
            <p:cNvPr id="2734" name="four:temporal-output:rotated-tᵦ-cell-146:2734">
              <a:extLst>
                <a:ext uri="{FF2B5EF4-FFF2-40B4-BE49-F238E27FC236}">
                  <ns2:creationId id="{4A286040-CC82-4D4F-A917-77A788FD5C0D}"/>
                </a:ext>
              </a:extLst>
            </p:cNvPr>
            <p:cNvSpPr>
              <a:spLocks noGrp="1"/>
            </p:cNvSpPr>
            <p:nvPr/>
          </p:nvSpPr>
          <p:spPr>
            <a:xfrm>
              <a:off x="21950363" y="6287691"/>
              <a:ext cx="709613" cy="5953"/>
            </a:xfrm>
            <a:prstGeom prst="rect">
              <a:avLst/>
            </a:prstGeom>
            <a:solidFill>
              <a:srgbClr val="DCE8ED"/>
            </a:solidFill>
            <a:ln w="0">
              <a:noFill/>
              <a:prstDash val="solid"/>
            </a:ln>
          </p:spPr>
        </p:sp>
        <p:sp>
          <p:nvSpPr>
            <p:cNvPr id="2735" name="four:temporal-output:rotated-tᵦ-cell-147:2735">
              <a:extLst>
                <a:ext uri="{FF2B5EF4-FFF2-40B4-BE49-F238E27FC236}">
                  <ns2:creationId id="{066A6E5A-C4E1-4695-9CAF-7D6E6C7CACB5}"/>
                </a:ext>
              </a:extLst>
            </p:cNvPr>
            <p:cNvSpPr>
              <a:spLocks noGrp="1"/>
            </p:cNvSpPr>
            <p:nvPr/>
          </p:nvSpPr>
          <p:spPr>
            <a:xfrm>
              <a:off x="21950363" y="6281738"/>
              <a:ext cx="709613" cy="5953"/>
            </a:xfrm>
            <a:prstGeom prst="rect">
              <a:avLst/>
            </a:prstGeom>
            <a:solidFill>
              <a:srgbClr val="DCE8ED"/>
            </a:solidFill>
            <a:ln w="0">
              <a:noFill/>
              <a:prstDash val="solid"/>
            </a:ln>
          </p:spPr>
        </p:sp>
        <p:sp>
          <p:nvSpPr>
            <p:cNvPr id="2736" name="four:temporal-output:rotated-tᵦ-cell-148:2736">
              <a:extLst>
                <a:ext uri="{FF2B5EF4-FFF2-40B4-BE49-F238E27FC236}">
                  <ns2:creationId id="{23AA0098-76F5-479A-8DF2-C5C9A7F47D79}"/>
                </a:ext>
              </a:extLst>
            </p:cNvPr>
            <p:cNvSpPr>
              <a:spLocks noGrp="1"/>
            </p:cNvSpPr>
            <p:nvPr/>
          </p:nvSpPr>
          <p:spPr>
            <a:xfrm>
              <a:off x="21950363" y="6275784"/>
              <a:ext cx="709613" cy="5953"/>
            </a:xfrm>
            <a:prstGeom prst="rect">
              <a:avLst/>
            </a:prstGeom>
            <a:solidFill>
              <a:srgbClr val="DCE8ED"/>
            </a:solidFill>
            <a:ln w="0">
              <a:noFill/>
              <a:prstDash val="solid"/>
            </a:ln>
          </p:spPr>
        </p:sp>
        <p:sp>
          <p:nvSpPr>
            <p:cNvPr id="2737" name="four:temporal-output:rotated-tᵦ-cell-149:2737">
              <a:extLst>
                <a:ext uri="{FF2B5EF4-FFF2-40B4-BE49-F238E27FC236}">
                  <ns2:creationId id="{3FAEF8F8-9C26-4482-A35F-3822356C1C79}"/>
                </a:ext>
              </a:extLst>
            </p:cNvPr>
            <p:cNvSpPr>
              <a:spLocks noGrp="1"/>
            </p:cNvSpPr>
            <p:nvPr/>
          </p:nvSpPr>
          <p:spPr>
            <a:xfrm>
              <a:off x="21950363" y="6269831"/>
              <a:ext cx="709613" cy="5953"/>
            </a:xfrm>
            <a:prstGeom prst="rect">
              <a:avLst/>
            </a:prstGeom>
            <a:solidFill>
              <a:srgbClr val="DCE8ED"/>
            </a:solidFill>
            <a:ln w="0">
              <a:noFill/>
              <a:prstDash val="solid"/>
            </a:ln>
          </p:spPr>
        </p:sp>
        <p:sp>
          <p:nvSpPr>
            <p:cNvPr id="2738" name="four:temporal-output:rotated-tᵦ-cell-150:2738">
              <a:extLst>
                <a:ext uri="{FF2B5EF4-FFF2-40B4-BE49-F238E27FC236}">
                  <ns2:creationId id="{BE011307-7B92-48EB-99F2-26364F794784}"/>
                </a:ext>
              </a:extLst>
            </p:cNvPr>
            <p:cNvSpPr>
              <a:spLocks noGrp="1"/>
            </p:cNvSpPr>
            <p:nvPr/>
          </p:nvSpPr>
          <p:spPr>
            <a:xfrm>
              <a:off x="21950363" y="6263878"/>
              <a:ext cx="709613" cy="5953"/>
            </a:xfrm>
            <a:prstGeom prst="rect">
              <a:avLst/>
            </a:prstGeom>
            <a:solidFill>
              <a:srgbClr val="DCE8ED"/>
            </a:solidFill>
            <a:ln w="0">
              <a:noFill/>
              <a:prstDash val="solid"/>
            </a:ln>
          </p:spPr>
        </p:sp>
        <p:sp>
          <p:nvSpPr>
            <p:cNvPr id="2739" name="four:temporal-output:rotated-tᵦ-cell-151:2739">
              <a:extLst>
                <a:ext uri="{FF2B5EF4-FFF2-40B4-BE49-F238E27FC236}">
                  <ns2:creationId id="{5E424BE2-13F1-4285-9D19-BF3EACF8E641}"/>
                </a:ext>
              </a:extLst>
            </p:cNvPr>
            <p:cNvSpPr>
              <a:spLocks noGrp="1"/>
            </p:cNvSpPr>
            <p:nvPr/>
          </p:nvSpPr>
          <p:spPr>
            <a:xfrm>
              <a:off x="21950363" y="6257925"/>
              <a:ext cx="709613" cy="5953"/>
            </a:xfrm>
            <a:prstGeom prst="rect">
              <a:avLst/>
            </a:prstGeom>
            <a:solidFill>
              <a:srgbClr val="DCE8ED"/>
            </a:solidFill>
            <a:ln w="0">
              <a:noFill/>
              <a:prstDash val="solid"/>
            </a:ln>
          </p:spPr>
        </p:sp>
        <p:sp>
          <p:nvSpPr>
            <p:cNvPr id="2740" name="four:temporal-output:rotated-tᵦ-cell-152:2740">
              <a:extLst>
                <a:ext uri="{FF2B5EF4-FFF2-40B4-BE49-F238E27FC236}">
                  <ns2:creationId id="{72F59FE3-071B-4D1F-AF27-7175C61E67E2}"/>
                </a:ext>
              </a:extLst>
            </p:cNvPr>
            <p:cNvSpPr>
              <a:spLocks noGrp="1"/>
            </p:cNvSpPr>
            <p:nvPr/>
          </p:nvSpPr>
          <p:spPr>
            <a:xfrm>
              <a:off x="21950363" y="6251972"/>
              <a:ext cx="709613" cy="5953"/>
            </a:xfrm>
            <a:prstGeom prst="rect">
              <a:avLst/>
            </a:prstGeom>
            <a:solidFill>
              <a:srgbClr val="DCE8ED"/>
            </a:solidFill>
            <a:ln w="0">
              <a:noFill/>
              <a:prstDash val="solid"/>
            </a:ln>
          </p:spPr>
        </p:sp>
        <p:sp>
          <p:nvSpPr>
            <p:cNvPr id="2741" name="four:temporal-output:rotated-tᵦ-cell-153:2741">
              <a:extLst>
                <a:ext uri="{FF2B5EF4-FFF2-40B4-BE49-F238E27FC236}">
                  <ns2:creationId id="{DB71158A-3C12-47F4-883D-B2A87C0621F6}"/>
                </a:ext>
              </a:extLst>
            </p:cNvPr>
            <p:cNvSpPr>
              <a:spLocks noGrp="1"/>
            </p:cNvSpPr>
            <p:nvPr/>
          </p:nvSpPr>
          <p:spPr>
            <a:xfrm>
              <a:off x="21950363" y="6246019"/>
              <a:ext cx="709613" cy="5953"/>
            </a:xfrm>
            <a:prstGeom prst="rect">
              <a:avLst/>
            </a:prstGeom>
            <a:solidFill>
              <a:srgbClr val="DCE8ED"/>
            </a:solidFill>
            <a:ln w="0">
              <a:noFill/>
              <a:prstDash val="solid"/>
            </a:ln>
          </p:spPr>
        </p:sp>
        <p:sp>
          <p:nvSpPr>
            <p:cNvPr id="2742" name="four:temporal-output:rotated-tᵦ-cell-154:2742">
              <a:extLst>
                <a:ext uri="{FF2B5EF4-FFF2-40B4-BE49-F238E27FC236}">
                  <ns2:creationId id="{A5DF542B-ABA3-4EFD-9F75-4F222CFD8534}"/>
                </a:ext>
              </a:extLst>
            </p:cNvPr>
            <p:cNvSpPr>
              <a:spLocks noGrp="1"/>
            </p:cNvSpPr>
            <p:nvPr/>
          </p:nvSpPr>
          <p:spPr>
            <a:xfrm>
              <a:off x="21950363" y="6240066"/>
              <a:ext cx="709613" cy="5953"/>
            </a:xfrm>
            <a:prstGeom prst="rect">
              <a:avLst/>
            </a:prstGeom>
            <a:solidFill>
              <a:srgbClr val="DCE8ED"/>
            </a:solidFill>
            <a:ln w="0">
              <a:noFill/>
              <a:prstDash val="solid"/>
            </a:ln>
          </p:spPr>
        </p:sp>
        <p:sp>
          <p:nvSpPr>
            <p:cNvPr id="2743" name="four:temporal-output:rotated-tᵦ-cell-155:2743">
              <a:extLst>
                <a:ext uri="{FF2B5EF4-FFF2-40B4-BE49-F238E27FC236}">
                  <ns2:creationId id="{C2B0296A-91B2-457B-8868-E639D7B8ED4E}"/>
                </a:ext>
              </a:extLst>
            </p:cNvPr>
            <p:cNvSpPr>
              <a:spLocks noGrp="1"/>
            </p:cNvSpPr>
            <p:nvPr/>
          </p:nvSpPr>
          <p:spPr>
            <a:xfrm>
              <a:off x="21950363" y="6234113"/>
              <a:ext cx="709613" cy="5953"/>
            </a:xfrm>
            <a:prstGeom prst="rect">
              <a:avLst/>
            </a:prstGeom>
            <a:solidFill>
              <a:srgbClr val="DCE8ED"/>
            </a:solidFill>
            <a:ln w="0">
              <a:noFill/>
              <a:prstDash val="solid"/>
            </a:ln>
          </p:spPr>
        </p:sp>
        <p:sp>
          <p:nvSpPr>
            <p:cNvPr id="2744" name="four:temporal-output:rotated-tᵦ-cell-156:2744">
              <a:extLst>
                <a:ext uri="{FF2B5EF4-FFF2-40B4-BE49-F238E27FC236}">
                  <ns2:creationId id="{BD7F30FA-C03A-4298-AF0D-9BD58CDFC532}"/>
                </a:ext>
              </a:extLst>
            </p:cNvPr>
            <p:cNvSpPr>
              <a:spLocks noGrp="1"/>
            </p:cNvSpPr>
            <p:nvPr/>
          </p:nvSpPr>
          <p:spPr>
            <a:xfrm>
              <a:off x="21950363" y="6228159"/>
              <a:ext cx="709613" cy="5953"/>
            </a:xfrm>
            <a:prstGeom prst="rect">
              <a:avLst/>
            </a:prstGeom>
            <a:solidFill>
              <a:srgbClr val="DCE8ED"/>
            </a:solidFill>
            <a:ln w="0">
              <a:noFill/>
              <a:prstDash val="solid"/>
            </a:ln>
          </p:spPr>
        </p:sp>
        <p:sp>
          <p:nvSpPr>
            <p:cNvPr id="2745" name="four:temporal-output:rotated-tᵦ-cell-157:2745">
              <a:extLst>
                <a:ext uri="{FF2B5EF4-FFF2-40B4-BE49-F238E27FC236}">
                  <ns2:creationId id="{C2D8316D-CA61-4EE7-82AE-D154497446B0}"/>
                </a:ext>
              </a:extLst>
            </p:cNvPr>
            <p:cNvSpPr>
              <a:spLocks noGrp="1"/>
            </p:cNvSpPr>
            <p:nvPr/>
          </p:nvSpPr>
          <p:spPr>
            <a:xfrm>
              <a:off x="21950363" y="6222206"/>
              <a:ext cx="709613" cy="5953"/>
            </a:xfrm>
            <a:prstGeom prst="rect">
              <a:avLst/>
            </a:prstGeom>
            <a:solidFill>
              <a:srgbClr val="DCE8ED"/>
            </a:solidFill>
            <a:ln w="0">
              <a:noFill/>
              <a:prstDash val="solid"/>
            </a:ln>
          </p:spPr>
        </p:sp>
        <p:sp>
          <p:nvSpPr>
            <p:cNvPr id="2746" name="four:temporal-output:rotated-tᵦ-cell-158:2746">
              <a:extLst>
                <a:ext uri="{FF2B5EF4-FFF2-40B4-BE49-F238E27FC236}">
                  <ns2:creationId id="{A167BBC4-9779-4D9E-91FD-03A12BF94337}"/>
                </a:ext>
              </a:extLst>
            </p:cNvPr>
            <p:cNvSpPr>
              <a:spLocks noGrp="1"/>
            </p:cNvSpPr>
            <p:nvPr/>
          </p:nvSpPr>
          <p:spPr>
            <a:xfrm>
              <a:off x="21950363" y="6216253"/>
              <a:ext cx="709613" cy="5953"/>
            </a:xfrm>
            <a:prstGeom prst="rect">
              <a:avLst/>
            </a:prstGeom>
            <a:solidFill>
              <a:srgbClr val="DCE8ED"/>
            </a:solidFill>
            <a:ln w="0">
              <a:noFill/>
              <a:prstDash val="solid"/>
            </a:ln>
          </p:spPr>
        </p:sp>
        <p:sp>
          <p:nvSpPr>
            <p:cNvPr id="2747" name="four:temporal-output:rotated-tᵦ-cell-159:2747">
              <a:extLst>
                <a:ext uri="{FF2B5EF4-FFF2-40B4-BE49-F238E27FC236}">
                  <ns2:creationId id="{EDA23007-3C96-4966-8D1D-BE1618165026}"/>
                </a:ext>
              </a:extLst>
            </p:cNvPr>
            <p:cNvSpPr>
              <a:spLocks noGrp="1"/>
            </p:cNvSpPr>
            <p:nvPr/>
          </p:nvSpPr>
          <p:spPr>
            <a:xfrm>
              <a:off x="21950363" y="6210300"/>
              <a:ext cx="709613" cy="5953"/>
            </a:xfrm>
            <a:prstGeom prst="rect">
              <a:avLst/>
            </a:prstGeom>
            <a:solidFill>
              <a:srgbClr val="DCE8ED"/>
            </a:solidFill>
            <a:ln w="0">
              <a:noFill/>
              <a:prstDash val="solid"/>
            </a:ln>
          </p:spPr>
        </p:sp>
        <p:sp>
          <p:nvSpPr>
            <p:cNvPr id="2748" name="four:temporal-output:rotated-tᵦ-cell-160:2748">
              <a:extLst>
                <a:ext uri="{FF2B5EF4-FFF2-40B4-BE49-F238E27FC236}">
                  <ns2:creationId id="{BE23B4C9-CB2E-4DDA-9CD2-B056D72E6E19}"/>
                </a:ext>
              </a:extLst>
            </p:cNvPr>
            <p:cNvSpPr>
              <a:spLocks noGrp="1"/>
            </p:cNvSpPr>
            <p:nvPr/>
          </p:nvSpPr>
          <p:spPr>
            <a:xfrm>
              <a:off x="21950363" y="6204347"/>
              <a:ext cx="709613" cy="5953"/>
            </a:xfrm>
            <a:prstGeom prst="rect">
              <a:avLst/>
            </a:prstGeom>
            <a:solidFill>
              <a:srgbClr val="DCE8ED"/>
            </a:solidFill>
            <a:ln w="0">
              <a:noFill/>
              <a:prstDash val="solid"/>
            </a:ln>
          </p:spPr>
        </p:sp>
        <p:sp>
          <p:nvSpPr>
            <p:cNvPr id="2749" name="four:temporal-output:rotated-tᵦ-cell-161:2749">
              <a:extLst>
                <a:ext uri="{FF2B5EF4-FFF2-40B4-BE49-F238E27FC236}">
                  <ns2:creationId id="{7BBE642A-5337-40AB-A0D9-28205D0A5604}"/>
                </a:ext>
              </a:extLst>
            </p:cNvPr>
            <p:cNvSpPr>
              <a:spLocks noGrp="1"/>
            </p:cNvSpPr>
            <p:nvPr/>
          </p:nvSpPr>
          <p:spPr>
            <a:xfrm>
              <a:off x="21950363" y="6198394"/>
              <a:ext cx="709613" cy="5953"/>
            </a:xfrm>
            <a:prstGeom prst="rect">
              <a:avLst/>
            </a:prstGeom>
            <a:solidFill>
              <a:srgbClr val="DCE8ED"/>
            </a:solidFill>
            <a:ln w="0">
              <a:noFill/>
              <a:prstDash val="solid"/>
            </a:ln>
          </p:spPr>
        </p:sp>
        <p:sp>
          <p:nvSpPr>
            <p:cNvPr id="2750" name="four:temporal-output:rotated-tᵦ-cell-162:2750">
              <a:extLst>
                <a:ext uri="{FF2B5EF4-FFF2-40B4-BE49-F238E27FC236}">
                  <ns2:creationId id="{A4108961-24CB-472A-BF1C-E1B67DF7997F}"/>
                </a:ext>
              </a:extLst>
            </p:cNvPr>
            <p:cNvSpPr>
              <a:spLocks noGrp="1"/>
            </p:cNvSpPr>
            <p:nvPr/>
          </p:nvSpPr>
          <p:spPr>
            <a:xfrm>
              <a:off x="21950363" y="6192441"/>
              <a:ext cx="709613" cy="5953"/>
            </a:xfrm>
            <a:prstGeom prst="rect">
              <a:avLst/>
            </a:prstGeom>
            <a:solidFill>
              <a:srgbClr val="DCE8ED"/>
            </a:solidFill>
            <a:ln w="0">
              <a:noFill/>
              <a:prstDash val="solid"/>
            </a:ln>
          </p:spPr>
        </p:sp>
        <p:sp>
          <p:nvSpPr>
            <p:cNvPr id="2751" name="four:temporal-output:rotated-tᵦ-cell-163:2751">
              <a:extLst>
                <a:ext uri="{FF2B5EF4-FFF2-40B4-BE49-F238E27FC236}">
                  <ns2:creationId id="{5ED0865A-FAC3-4BFD-9F96-DC4202B65260}"/>
                </a:ext>
              </a:extLst>
            </p:cNvPr>
            <p:cNvSpPr>
              <a:spLocks noGrp="1"/>
            </p:cNvSpPr>
            <p:nvPr/>
          </p:nvSpPr>
          <p:spPr>
            <a:xfrm>
              <a:off x="21950363" y="6186488"/>
              <a:ext cx="709613" cy="5953"/>
            </a:xfrm>
            <a:prstGeom prst="rect">
              <a:avLst/>
            </a:prstGeom>
            <a:solidFill>
              <a:srgbClr val="DCE8ED"/>
            </a:solidFill>
            <a:ln w="0">
              <a:noFill/>
              <a:prstDash val="solid"/>
            </a:ln>
          </p:spPr>
        </p:sp>
        <p:sp>
          <p:nvSpPr>
            <p:cNvPr id="2752" name="four:temporal-output:rotated-tᵦ-cell-164:2752">
              <a:extLst>
                <a:ext uri="{FF2B5EF4-FFF2-40B4-BE49-F238E27FC236}">
                  <ns2:creationId id="{990D6472-B95C-4C83-A2FF-E01E193CD089}"/>
                </a:ext>
              </a:extLst>
            </p:cNvPr>
            <p:cNvSpPr>
              <a:spLocks noGrp="1"/>
            </p:cNvSpPr>
            <p:nvPr/>
          </p:nvSpPr>
          <p:spPr>
            <a:xfrm>
              <a:off x="21950363" y="6180534"/>
              <a:ext cx="709613" cy="5953"/>
            </a:xfrm>
            <a:prstGeom prst="rect">
              <a:avLst/>
            </a:prstGeom>
            <a:solidFill>
              <a:srgbClr val="DCE8ED"/>
            </a:solidFill>
            <a:ln w="0">
              <a:noFill/>
              <a:prstDash val="solid"/>
            </a:ln>
          </p:spPr>
        </p:sp>
        <p:sp>
          <p:nvSpPr>
            <p:cNvPr id="2753" name="four:temporal-output:rotated-tᵦ-cell-165:2753">
              <a:extLst>
                <a:ext uri="{FF2B5EF4-FFF2-40B4-BE49-F238E27FC236}">
                  <ns2:creationId id="{2AD82365-219A-4FC9-B9AD-955FFC399780}"/>
                </a:ext>
              </a:extLst>
            </p:cNvPr>
            <p:cNvSpPr>
              <a:spLocks noGrp="1"/>
            </p:cNvSpPr>
            <p:nvPr/>
          </p:nvSpPr>
          <p:spPr>
            <a:xfrm>
              <a:off x="21950363" y="6174581"/>
              <a:ext cx="709613" cy="5953"/>
            </a:xfrm>
            <a:prstGeom prst="rect">
              <a:avLst/>
            </a:prstGeom>
            <a:solidFill>
              <a:srgbClr val="DCE8ED"/>
            </a:solidFill>
            <a:ln w="0">
              <a:noFill/>
              <a:prstDash val="solid"/>
            </a:ln>
          </p:spPr>
        </p:sp>
        <p:sp>
          <p:nvSpPr>
            <p:cNvPr id="2754" name="four:temporal-output:rotated-tᵦ-cell-166:2754">
              <a:extLst>
                <a:ext uri="{FF2B5EF4-FFF2-40B4-BE49-F238E27FC236}">
                  <ns2:creationId id="{5212D3DA-3967-4299-8CF8-6ABCB3A3AFA7}"/>
                </a:ext>
              </a:extLst>
            </p:cNvPr>
            <p:cNvSpPr>
              <a:spLocks noGrp="1"/>
            </p:cNvSpPr>
            <p:nvPr/>
          </p:nvSpPr>
          <p:spPr>
            <a:xfrm>
              <a:off x="21950363" y="6168628"/>
              <a:ext cx="709613" cy="5953"/>
            </a:xfrm>
            <a:prstGeom prst="rect">
              <a:avLst/>
            </a:prstGeom>
            <a:solidFill>
              <a:srgbClr val="DBE2E5"/>
            </a:solidFill>
            <a:ln w="0">
              <a:noFill/>
              <a:prstDash val="solid"/>
            </a:ln>
          </p:spPr>
        </p:sp>
        <p:sp>
          <p:nvSpPr>
            <p:cNvPr id="2755" name="four:temporal-output:rotated-tᵦ-cell-167:2755">
              <a:extLst>
                <a:ext uri="{FF2B5EF4-FFF2-40B4-BE49-F238E27FC236}">
                  <ns2:creationId id="{A3D4C130-0E7E-4336-8E9F-BF7ED919AD1F}"/>
                </a:ext>
              </a:extLst>
            </p:cNvPr>
            <p:cNvSpPr>
              <a:spLocks noGrp="1"/>
            </p:cNvSpPr>
            <p:nvPr/>
          </p:nvSpPr>
          <p:spPr>
            <a:xfrm>
              <a:off x="21950363" y="6162675"/>
              <a:ext cx="709613" cy="5953"/>
            </a:xfrm>
            <a:prstGeom prst="rect">
              <a:avLst/>
            </a:prstGeom>
            <a:solidFill>
              <a:srgbClr val="D9D3E0"/>
            </a:solidFill>
            <a:ln w="0">
              <a:noFill/>
              <a:prstDash val="solid"/>
            </a:ln>
          </p:spPr>
        </p:sp>
        <p:sp>
          <p:nvSpPr>
            <p:cNvPr id="2756" name="four:temporal-output:rotated-tᵦ-cell-168:2756">
              <a:extLst>
                <a:ext uri="{FF2B5EF4-FFF2-40B4-BE49-F238E27FC236}">
                  <ns2:creationId id="{1E2C52C9-5FC7-4026-884F-08B41B63A56F}"/>
                </a:ext>
              </a:extLst>
            </p:cNvPr>
            <p:cNvSpPr>
              <a:spLocks noGrp="1"/>
            </p:cNvSpPr>
            <p:nvPr/>
          </p:nvSpPr>
          <p:spPr>
            <a:xfrm>
              <a:off x="21950363" y="6156722"/>
              <a:ext cx="709613" cy="5953"/>
            </a:xfrm>
            <a:prstGeom prst="rect">
              <a:avLst/>
            </a:prstGeom>
            <a:solidFill>
              <a:srgbClr val="D6C0D4"/>
            </a:solidFill>
            <a:ln w="0">
              <a:noFill/>
              <a:prstDash val="solid"/>
            </a:ln>
          </p:spPr>
        </p:sp>
        <p:sp>
          <p:nvSpPr>
            <p:cNvPr id="2757" name="four:temporal-output:rotated-tᵦ-cell-169:2757">
              <a:extLst>
                <a:ext uri="{FF2B5EF4-FFF2-40B4-BE49-F238E27FC236}">
                  <ns2:creationId id="{A6DF73FE-811F-4D6A-B53A-EC095CBC7917}"/>
                </a:ext>
              </a:extLst>
            </p:cNvPr>
            <p:cNvSpPr>
              <a:spLocks noGrp="1"/>
            </p:cNvSpPr>
            <p:nvPr/>
          </p:nvSpPr>
          <p:spPr>
            <a:xfrm>
              <a:off x="21950363" y="6150769"/>
              <a:ext cx="709613" cy="5953"/>
            </a:xfrm>
            <a:prstGeom prst="rect">
              <a:avLst/>
            </a:prstGeom>
            <a:solidFill>
              <a:srgbClr val="D3AAC6"/>
            </a:solidFill>
            <a:ln w="0">
              <a:noFill/>
              <a:prstDash val="solid"/>
            </a:ln>
          </p:spPr>
        </p:sp>
        <p:sp>
          <p:nvSpPr>
            <p:cNvPr id="2758" name="four:temporal-output:rotated-tᵦ-cell-170:2758">
              <a:extLst>
                <a:ext uri="{FF2B5EF4-FFF2-40B4-BE49-F238E27FC236}">
                  <ns2:creationId id="{503309A7-08FD-49D9-B37A-8A436ECE0C7E}"/>
                </a:ext>
              </a:extLst>
            </p:cNvPr>
            <p:cNvSpPr>
              <a:spLocks noGrp="1"/>
            </p:cNvSpPr>
            <p:nvPr/>
          </p:nvSpPr>
          <p:spPr>
            <a:xfrm>
              <a:off x="21950363" y="6144816"/>
              <a:ext cx="709613" cy="5953"/>
            </a:xfrm>
            <a:prstGeom prst="rect">
              <a:avLst/>
            </a:prstGeom>
            <a:solidFill>
              <a:srgbClr val="D095B9"/>
            </a:solidFill>
            <a:ln w="0">
              <a:noFill/>
              <a:prstDash val="solid"/>
            </a:ln>
          </p:spPr>
        </p:sp>
        <p:sp>
          <p:nvSpPr>
            <p:cNvPr id="2759" name="four:temporal-output:rotated-tᵦ-cell-171:2759">
              <a:extLst>
                <a:ext uri="{FF2B5EF4-FFF2-40B4-BE49-F238E27FC236}">
                  <ns2:creationId id="{872C54F0-62EA-43CE-B5BF-567D3410C41E}"/>
                </a:ext>
              </a:extLst>
            </p:cNvPr>
            <p:cNvSpPr>
              <a:spLocks noGrp="1"/>
            </p:cNvSpPr>
            <p:nvPr/>
          </p:nvSpPr>
          <p:spPr>
            <a:xfrm>
              <a:off x="21950363" y="6138863"/>
              <a:ext cx="709613" cy="5953"/>
            </a:xfrm>
            <a:prstGeom prst="rect">
              <a:avLst/>
            </a:prstGeom>
            <a:solidFill>
              <a:srgbClr val="CE85AE"/>
            </a:solidFill>
            <a:ln w="0">
              <a:noFill/>
              <a:prstDash val="solid"/>
            </a:ln>
          </p:spPr>
        </p:sp>
        <p:sp>
          <p:nvSpPr>
            <p:cNvPr id="2760" name="four:temporal-output:rotated-tᵦ-cell-172:2760">
              <a:extLst>
                <a:ext uri="{FF2B5EF4-FFF2-40B4-BE49-F238E27FC236}">
                  <ns2:creationId id="{399A49B2-7303-4EC0-9DA2-C038852D41F8}"/>
                </a:ext>
              </a:extLst>
            </p:cNvPr>
            <p:cNvSpPr>
              <a:spLocks noGrp="1"/>
            </p:cNvSpPr>
            <p:nvPr/>
          </p:nvSpPr>
          <p:spPr>
            <a:xfrm>
              <a:off x="21950363" y="6132909"/>
              <a:ext cx="709613" cy="5953"/>
            </a:xfrm>
            <a:prstGeom prst="rect">
              <a:avLst/>
            </a:prstGeom>
            <a:solidFill>
              <a:srgbClr val="CC7AA8"/>
            </a:solidFill>
            <a:ln w="0">
              <a:noFill/>
              <a:prstDash val="solid"/>
            </a:ln>
          </p:spPr>
        </p:sp>
        <p:sp>
          <p:nvSpPr>
            <p:cNvPr id="2761" name="four:temporal-output:rotated-tᵦ-cell-173:2761">
              <a:extLst>
                <a:ext uri="{FF2B5EF4-FFF2-40B4-BE49-F238E27FC236}">
                  <ns2:creationId id="{57CF0404-AA57-4441-AF3B-630F50D61371}"/>
                </a:ext>
              </a:extLst>
            </p:cNvPr>
            <p:cNvSpPr>
              <a:spLocks noGrp="1"/>
            </p:cNvSpPr>
            <p:nvPr/>
          </p:nvSpPr>
          <p:spPr>
            <a:xfrm>
              <a:off x="21950363" y="6126956"/>
              <a:ext cx="709613" cy="5953"/>
            </a:xfrm>
            <a:prstGeom prst="rect">
              <a:avLst/>
            </a:prstGeom>
            <a:solidFill>
              <a:srgbClr val="CC79A7"/>
            </a:solidFill>
            <a:ln w="0">
              <a:noFill/>
              <a:prstDash val="solid"/>
            </a:ln>
          </p:spPr>
        </p:sp>
        <p:sp>
          <p:nvSpPr>
            <p:cNvPr id="2762" name="four:temporal-output:rotated-tᵦ-cell-174:2762">
              <a:extLst>
                <a:ext uri="{FF2B5EF4-FFF2-40B4-BE49-F238E27FC236}">
                  <ns2:creationId id="{8238B029-318F-41CA-ACDF-45F9E51DA634}"/>
                </a:ext>
              </a:extLst>
            </p:cNvPr>
            <p:cNvSpPr>
              <a:spLocks noGrp="1"/>
            </p:cNvSpPr>
            <p:nvPr/>
          </p:nvSpPr>
          <p:spPr>
            <a:xfrm>
              <a:off x="21950363" y="6121003"/>
              <a:ext cx="709613" cy="5953"/>
            </a:xfrm>
            <a:prstGeom prst="rect">
              <a:avLst/>
            </a:prstGeom>
            <a:solidFill>
              <a:srgbClr val="CC79A7"/>
            </a:solidFill>
            <a:ln w="0">
              <a:noFill/>
              <a:prstDash val="solid"/>
            </a:ln>
          </p:spPr>
        </p:sp>
        <p:sp>
          <p:nvSpPr>
            <p:cNvPr id="2763" name="four:temporal-output:rotated-tᵦ-cell-175:2763">
              <a:extLst>
                <a:ext uri="{FF2B5EF4-FFF2-40B4-BE49-F238E27FC236}">
                  <ns2:creationId id="{79781C6E-A8DE-4BE5-BE08-221CD06674DC}"/>
                </a:ext>
              </a:extLst>
            </p:cNvPr>
            <p:cNvSpPr>
              <a:spLocks noGrp="1"/>
            </p:cNvSpPr>
            <p:nvPr/>
          </p:nvSpPr>
          <p:spPr>
            <a:xfrm>
              <a:off x="21950363" y="6115050"/>
              <a:ext cx="709613" cy="5953"/>
            </a:xfrm>
            <a:prstGeom prst="rect">
              <a:avLst/>
            </a:prstGeom>
            <a:solidFill>
              <a:srgbClr val="CC79A7"/>
            </a:solidFill>
            <a:ln w="0">
              <a:noFill/>
              <a:prstDash val="solid"/>
            </a:ln>
          </p:spPr>
        </p:sp>
        <p:sp>
          <p:nvSpPr>
            <p:cNvPr id="2764" name="four:temporal-output:rotated-tᵦ-cell-176:2764">
              <a:extLst>
                <a:ext uri="{FF2B5EF4-FFF2-40B4-BE49-F238E27FC236}">
                  <ns2:creationId id="{4BAE71A4-CEE3-4D6F-AC98-EB8820D8DFAB}"/>
                </a:ext>
              </a:extLst>
            </p:cNvPr>
            <p:cNvSpPr>
              <a:spLocks noGrp="1"/>
            </p:cNvSpPr>
            <p:nvPr/>
          </p:nvSpPr>
          <p:spPr>
            <a:xfrm>
              <a:off x="21950363" y="6109097"/>
              <a:ext cx="709613" cy="5953"/>
            </a:xfrm>
            <a:prstGeom prst="rect">
              <a:avLst/>
            </a:prstGeom>
            <a:solidFill>
              <a:srgbClr val="CC79A7"/>
            </a:solidFill>
            <a:ln w="0">
              <a:noFill/>
              <a:prstDash val="solid"/>
            </a:ln>
          </p:spPr>
        </p:sp>
        <p:sp>
          <p:nvSpPr>
            <p:cNvPr id="2765" name="four:temporal-output:rotated-tᵦ-cell-177:2765">
              <a:extLst>
                <a:ext uri="{FF2B5EF4-FFF2-40B4-BE49-F238E27FC236}">
                  <ns2:creationId id="{37F508C7-5C59-460D-9130-BD9B7BE176DC}"/>
                </a:ext>
              </a:extLst>
            </p:cNvPr>
            <p:cNvSpPr>
              <a:spLocks noGrp="1"/>
            </p:cNvSpPr>
            <p:nvPr/>
          </p:nvSpPr>
          <p:spPr>
            <a:xfrm>
              <a:off x="21950363" y="6103144"/>
              <a:ext cx="709613" cy="5953"/>
            </a:xfrm>
            <a:prstGeom prst="rect">
              <a:avLst/>
            </a:prstGeom>
            <a:solidFill>
              <a:srgbClr val="CC79A7"/>
            </a:solidFill>
            <a:ln w="0">
              <a:noFill/>
              <a:prstDash val="solid"/>
            </a:ln>
          </p:spPr>
        </p:sp>
        <p:sp>
          <p:nvSpPr>
            <p:cNvPr id="2766" name="four:temporal-output:rotated-tᵦ-cell-178:2766">
              <a:extLst>
                <a:ext uri="{FF2B5EF4-FFF2-40B4-BE49-F238E27FC236}">
                  <ns2:creationId id="{897762A6-44AD-4BC8-9773-76E8533FF0F9}"/>
                </a:ext>
              </a:extLst>
            </p:cNvPr>
            <p:cNvSpPr>
              <a:spLocks noGrp="1"/>
            </p:cNvSpPr>
            <p:nvPr/>
          </p:nvSpPr>
          <p:spPr>
            <a:xfrm>
              <a:off x="21950363" y="6097191"/>
              <a:ext cx="709613" cy="5953"/>
            </a:xfrm>
            <a:prstGeom prst="rect">
              <a:avLst/>
            </a:prstGeom>
            <a:solidFill>
              <a:srgbClr val="CC79A7"/>
            </a:solidFill>
            <a:ln w="0">
              <a:noFill/>
              <a:prstDash val="solid"/>
            </a:ln>
          </p:spPr>
        </p:sp>
        <p:sp>
          <p:nvSpPr>
            <p:cNvPr id="2767" name="four:temporal-output:rotated-tᵦ-cell-179:2767">
              <a:extLst>
                <a:ext uri="{FF2B5EF4-FFF2-40B4-BE49-F238E27FC236}">
                  <ns2:creationId id="{7AE5D612-E64B-4A1C-9449-F7734D244ADA}"/>
                </a:ext>
              </a:extLst>
            </p:cNvPr>
            <p:cNvSpPr>
              <a:spLocks noGrp="1"/>
            </p:cNvSpPr>
            <p:nvPr/>
          </p:nvSpPr>
          <p:spPr>
            <a:xfrm>
              <a:off x="21950363" y="6091238"/>
              <a:ext cx="709613" cy="5953"/>
            </a:xfrm>
            <a:prstGeom prst="rect">
              <a:avLst/>
            </a:prstGeom>
            <a:solidFill>
              <a:srgbClr val="CC79A7"/>
            </a:solidFill>
            <a:ln w="0">
              <a:noFill/>
              <a:prstDash val="solid"/>
            </a:ln>
          </p:spPr>
        </p:sp>
        <p:sp>
          <p:nvSpPr>
            <p:cNvPr id="2768" name="four:temporal-output:rotated-tᵦ-cell-180:2768">
              <a:extLst>
                <a:ext uri="{FF2B5EF4-FFF2-40B4-BE49-F238E27FC236}">
                  <ns2:creationId id="{176BD2BE-E07E-415D-B822-A7F053ACA972}"/>
                </a:ext>
              </a:extLst>
            </p:cNvPr>
            <p:cNvSpPr>
              <a:spLocks noGrp="1"/>
            </p:cNvSpPr>
            <p:nvPr/>
          </p:nvSpPr>
          <p:spPr>
            <a:xfrm>
              <a:off x="21950363" y="6085284"/>
              <a:ext cx="709613" cy="5953"/>
            </a:xfrm>
            <a:prstGeom prst="rect">
              <a:avLst/>
            </a:prstGeom>
            <a:solidFill>
              <a:srgbClr val="CC79A7"/>
            </a:solidFill>
            <a:ln w="0">
              <a:noFill/>
              <a:prstDash val="solid"/>
            </a:ln>
          </p:spPr>
        </p:sp>
        <p:sp>
          <p:nvSpPr>
            <p:cNvPr id="2769" name="four:temporal-output:rotated-tᵦ-cell-181:2769">
              <a:extLst>
                <a:ext uri="{FF2B5EF4-FFF2-40B4-BE49-F238E27FC236}">
                  <ns2:creationId id="{933B12FB-8C22-4098-AD13-3D40A3BE9E70}"/>
                </a:ext>
              </a:extLst>
            </p:cNvPr>
            <p:cNvSpPr>
              <a:spLocks noGrp="1"/>
            </p:cNvSpPr>
            <p:nvPr/>
          </p:nvSpPr>
          <p:spPr>
            <a:xfrm>
              <a:off x="21950363" y="6079331"/>
              <a:ext cx="709613" cy="5953"/>
            </a:xfrm>
            <a:prstGeom prst="rect">
              <a:avLst/>
            </a:prstGeom>
            <a:solidFill>
              <a:srgbClr val="CD7EAA"/>
            </a:solidFill>
            <a:ln w="0">
              <a:noFill/>
              <a:prstDash val="solid"/>
            </a:ln>
          </p:spPr>
        </p:sp>
        <p:sp>
          <p:nvSpPr>
            <p:cNvPr id="2770" name="four:temporal-output:rotated-tᵦ-cell-182:2770">
              <a:extLst>
                <a:ext uri="{FF2B5EF4-FFF2-40B4-BE49-F238E27FC236}">
                  <ns2:creationId id="{F9C4BE83-D393-4B2E-B4A2-7DE4FE02F4C4}"/>
                </a:ext>
              </a:extLst>
            </p:cNvPr>
            <p:cNvSpPr>
              <a:spLocks noGrp="1"/>
            </p:cNvSpPr>
            <p:nvPr/>
          </p:nvSpPr>
          <p:spPr>
            <a:xfrm>
              <a:off x="21950363" y="6073378"/>
              <a:ext cx="709613" cy="5953"/>
            </a:xfrm>
            <a:prstGeom prst="rect">
              <a:avLst/>
            </a:prstGeom>
            <a:solidFill>
              <a:srgbClr val="D091B6"/>
            </a:solidFill>
            <a:ln w="0">
              <a:noFill/>
              <a:prstDash val="solid"/>
            </a:ln>
          </p:spPr>
        </p:sp>
        <p:sp>
          <p:nvSpPr>
            <p:cNvPr id="2771" name="four:temporal-output:rotated-tᵦ-cell-183:2771">
              <a:extLst>
                <a:ext uri="{FF2B5EF4-FFF2-40B4-BE49-F238E27FC236}">
                  <ns2:creationId id="{5C4CDF39-ABC6-45C5-9D6A-733AE971ED57}"/>
                </a:ext>
              </a:extLst>
            </p:cNvPr>
            <p:cNvSpPr>
              <a:spLocks noGrp="1"/>
            </p:cNvSpPr>
            <p:nvPr/>
          </p:nvSpPr>
          <p:spPr>
            <a:xfrm>
              <a:off x="21950363" y="6067425"/>
              <a:ext cx="709613" cy="5953"/>
            </a:xfrm>
            <a:prstGeom prst="rect">
              <a:avLst/>
            </a:prstGeom>
            <a:solidFill>
              <a:srgbClr val="D4AEC8"/>
            </a:solidFill>
            <a:ln w="0">
              <a:noFill/>
              <a:prstDash val="solid"/>
            </a:ln>
          </p:spPr>
        </p:sp>
        <p:sp>
          <p:nvSpPr>
            <p:cNvPr id="2772" name="four:temporal-output:rotated-tᵦ-cell-184:2772">
              <a:extLst>
                <a:ext uri="{FF2B5EF4-FFF2-40B4-BE49-F238E27FC236}">
                  <ns2:creationId id="{AA1C1DE5-860D-418C-9189-8BB2DEA61280}"/>
                </a:ext>
              </a:extLst>
            </p:cNvPr>
            <p:cNvSpPr>
              <a:spLocks noGrp="1"/>
            </p:cNvSpPr>
            <p:nvPr/>
          </p:nvSpPr>
          <p:spPr>
            <a:xfrm>
              <a:off x="21950363" y="6061472"/>
              <a:ext cx="709613" cy="5953"/>
            </a:xfrm>
            <a:prstGeom prst="rect">
              <a:avLst/>
            </a:prstGeom>
            <a:solidFill>
              <a:srgbClr val="D8CADA"/>
            </a:solidFill>
            <a:ln w="0">
              <a:noFill/>
              <a:prstDash val="solid"/>
            </a:ln>
          </p:spPr>
        </p:sp>
        <p:sp>
          <p:nvSpPr>
            <p:cNvPr id="2773" name="four:temporal-output:rotated-tᵦ-cell-185:2773">
              <a:extLst>
                <a:ext uri="{FF2B5EF4-FFF2-40B4-BE49-F238E27FC236}">
                  <ns2:creationId id="{7A081C21-C618-46AD-941C-C32CE64D4444}"/>
                </a:ext>
              </a:extLst>
            </p:cNvPr>
            <p:cNvSpPr>
              <a:spLocks noGrp="1"/>
            </p:cNvSpPr>
            <p:nvPr/>
          </p:nvSpPr>
          <p:spPr>
            <a:xfrm>
              <a:off x="21950363" y="6055519"/>
              <a:ext cx="709613" cy="5953"/>
            </a:xfrm>
            <a:prstGeom prst="rect">
              <a:avLst/>
            </a:prstGeom>
            <a:solidFill>
              <a:srgbClr val="DBE1E3"/>
            </a:solidFill>
            <a:ln w="0">
              <a:noFill/>
              <a:prstDash val="solid"/>
            </a:ln>
          </p:spPr>
        </p:sp>
        <p:sp>
          <p:nvSpPr>
            <p:cNvPr id="2774" name="four:temporal-output:rotated-tᵦ-cell-186:2774">
              <a:extLst>
                <a:ext uri="{FF2B5EF4-FFF2-40B4-BE49-F238E27FC236}">
                  <ns2:creationId id="{7C41226B-FB39-458C-B002-6C6C735F31A2}"/>
                </a:ext>
              </a:extLst>
            </p:cNvPr>
            <p:cNvSpPr>
              <a:spLocks noGrp="1"/>
            </p:cNvSpPr>
            <p:nvPr/>
          </p:nvSpPr>
          <p:spPr>
            <a:xfrm>
              <a:off x="21950363" y="6049566"/>
              <a:ext cx="709613" cy="5953"/>
            </a:xfrm>
            <a:prstGeom prst="rect">
              <a:avLst/>
            </a:prstGeom>
            <a:solidFill>
              <a:srgbClr val="DCE8ED"/>
            </a:solidFill>
            <a:ln w="0">
              <a:noFill/>
              <a:prstDash val="solid"/>
            </a:ln>
          </p:spPr>
        </p:sp>
        <p:sp>
          <p:nvSpPr>
            <p:cNvPr id="2775" name="four:temporal-output:rotated-tᵦ-cell-187:2775">
              <a:extLst>
                <a:ext uri="{FF2B5EF4-FFF2-40B4-BE49-F238E27FC236}">
                  <ns2:creationId id="{3DBF6E62-8160-48A3-8228-F03DD7A6851D}"/>
                </a:ext>
              </a:extLst>
            </p:cNvPr>
            <p:cNvSpPr>
              <a:spLocks noGrp="1"/>
            </p:cNvSpPr>
            <p:nvPr/>
          </p:nvSpPr>
          <p:spPr>
            <a:xfrm>
              <a:off x="21950363" y="6043613"/>
              <a:ext cx="709613" cy="5953"/>
            </a:xfrm>
            <a:prstGeom prst="rect">
              <a:avLst/>
            </a:prstGeom>
            <a:solidFill>
              <a:srgbClr val="DCE8ED"/>
            </a:solidFill>
            <a:ln w="0">
              <a:noFill/>
              <a:prstDash val="solid"/>
            </a:ln>
          </p:spPr>
        </p:sp>
        <p:sp>
          <p:nvSpPr>
            <p:cNvPr id="2776" name="four:temporal-output:rotated-tᵦ-cell-188:2776">
              <a:extLst>
                <a:ext uri="{FF2B5EF4-FFF2-40B4-BE49-F238E27FC236}">
                  <ns2:creationId id="{F39A0971-7639-4E4D-A750-9D9F7D58B613}"/>
                </a:ext>
              </a:extLst>
            </p:cNvPr>
            <p:cNvSpPr>
              <a:spLocks noGrp="1"/>
            </p:cNvSpPr>
            <p:nvPr/>
          </p:nvSpPr>
          <p:spPr>
            <a:xfrm>
              <a:off x="21950363" y="6037659"/>
              <a:ext cx="709613" cy="5953"/>
            </a:xfrm>
            <a:prstGeom prst="rect">
              <a:avLst/>
            </a:prstGeom>
            <a:solidFill>
              <a:srgbClr val="DCE8ED"/>
            </a:solidFill>
            <a:ln w="0">
              <a:noFill/>
              <a:prstDash val="solid"/>
            </a:ln>
          </p:spPr>
        </p:sp>
        <p:sp>
          <p:nvSpPr>
            <p:cNvPr id="2777" name="four:temporal-output:rotated-tᵦ-cell-189:2777">
              <a:extLst>
                <a:ext uri="{FF2B5EF4-FFF2-40B4-BE49-F238E27FC236}">
                  <ns2:creationId id="{F072F90D-5ED2-4AC1-AF94-427EEB557AD8}"/>
                </a:ext>
              </a:extLst>
            </p:cNvPr>
            <p:cNvSpPr>
              <a:spLocks noGrp="1"/>
            </p:cNvSpPr>
            <p:nvPr/>
          </p:nvSpPr>
          <p:spPr>
            <a:xfrm>
              <a:off x="21950363" y="6031706"/>
              <a:ext cx="709613" cy="5953"/>
            </a:xfrm>
            <a:prstGeom prst="rect">
              <a:avLst/>
            </a:prstGeom>
            <a:solidFill>
              <a:srgbClr val="DCE8ED"/>
            </a:solidFill>
            <a:ln w="0">
              <a:noFill/>
              <a:prstDash val="solid"/>
            </a:ln>
          </p:spPr>
        </p:sp>
        <p:sp>
          <p:nvSpPr>
            <p:cNvPr id="2778" name="four:temporal-output:rotated-tᵦ-cell-190:2778">
              <a:extLst>
                <a:ext uri="{FF2B5EF4-FFF2-40B4-BE49-F238E27FC236}">
                  <ns2:creationId id="{C98CB5B4-F383-49BB-A009-2FB0CD211AF0}"/>
                </a:ext>
              </a:extLst>
            </p:cNvPr>
            <p:cNvSpPr>
              <a:spLocks noGrp="1"/>
            </p:cNvSpPr>
            <p:nvPr/>
          </p:nvSpPr>
          <p:spPr>
            <a:xfrm>
              <a:off x="21950363" y="6025753"/>
              <a:ext cx="709613" cy="5953"/>
            </a:xfrm>
            <a:prstGeom prst="rect">
              <a:avLst/>
            </a:prstGeom>
            <a:solidFill>
              <a:srgbClr val="DCE8ED"/>
            </a:solidFill>
            <a:ln w="0">
              <a:noFill/>
              <a:prstDash val="solid"/>
            </a:ln>
          </p:spPr>
        </p:sp>
        <p:sp>
          <p:nvSpPr>
            <p:cNvPr id="2779" name="four:temporal-output:rotated-tᵦ-cell-191:2779">
              <a:extLst>
                <a:ext uri="{FF2B5EF4-FFF2-40B4-BE49-F238E27FC236}">
                  <ns2:creationId id="{1C6DAB0F-6204-4EB5-A7D8-F03A25CC088C}"/>
                </a:ext>
              </a:extLst>
            </p:cNvPr>
            <p:cNvSpPr>
              <a:spLocks noGrp="1"/>
            </p:cNvSpPr>
            <p:nvPr/>
          </p:nvSpPr>
          <p:spPr>
            <a:xfrm>
              <a:off x="21950363" y="6019800"/>
              <a:ext cx="709613" cy="5953"/>
            </a:xfrm>
            <a:prstGeom prst="rect">
              <a:avLst/>
            </a:prstGeom>
            <a:solidFill>
              <a:srgbClr val="DCE8ED"/>
            </a:solidFill>
            <a:ln w="0">
              <a:noFill/>
              <a:prstDash val="solid"/>
            </a:ln>
          </p:spPr>
        </p:sp>
        <p:sp>
          <p:nvSpPr>
            <p:cNvPr id="2780" name="four:temporal-output:textbox:2780">
              <a:extLst>
                <a:ext uri="{FF2B5EF4-FFF2-40B4-BE49-F238E27FC236}">
                  <ns2:creationId id="{FB2A0265-DC99-436D-9300-30E3AC0022A1}"/>
                </a:ext>
              </a:extLst>
            </p:cNvPr>
            <p:cNvSpPr>
              <a:spLocks noGrp="1"/>
            </p:cNvSpPr>
            <p:nvPr/>
          </p:nvSpPr>
          <p:spPr>
            <a:xfrm>
              <a:off x="22659975" y="5743575"/>
              <a:ext cx="709613" cy="342900"/>
            </a:xfrm>
            <a:prstGeom prst="rect">
              <a:avLst/>
            </a:prstGeom>
            <a:noFill/>
            <a:ln w="0">
              <a:noFill/>
              <a:prstDash val="solid"/>
            </a:ln>
          </p:spPr>
          <p:txBody>
            <a:bodyPr wrap="none" lIns="0" tIns="0" rIns="0" bIns="0" anchor="ctr">
              <a:normAutofit fontScale="100000"/>
            </a:bodyPr>
            <a:lstStyle>
              <a:defPPr algn="ctr">
                <a:defRPr sz="1650" b="0">
                  <a:solidFill>
                    <a:srgbClr val="263238"/>
                  </a:solidFill>
                  <a:latin typeface="Arial"/>
                  <a:ea typeface="Arial"/>
                  <a:cs typeface="Arial"/>
                </a:defRPr>
              </a:defPPr>
            </a:lstStyle>
            <a:p>
              <a:pPr algn="ctr">
                <a:defRPr sz="1650" b="0">
                  <a:solidFill>
                    <a:srgbClr val="263238"/>
                  </a:solidFill>
                  <a:latin typeface="Arial"/>
                  <a:ea typeface="Arial"/>
                  <a:cs typeface="Arial"/>
                </a:defRPr>
              </a:pPr>
              <a:r>
                <a:rPr sz="1650" b="0">
                  <a:solidFill>
                    <a:srgbClr val="263238"/>
                  </a:solidFill>
                  <a:latin typeface="Arial"/>
                  <a:ea typeface="Arial"/>
                  <a:cs typeface="Arial"/>
                </a:rPr>
                <a:t>tᵢ</a:t>
              </a:r>
            </a:p>
          </p:txBody>
        </p:sp>
        <p:sp>
          <p:nvSpPr>
            <p:cNvPr id="2781" name="four:temporal-output:rotated-tᵢ-cell-0:2781">
              <a:extLst>
                <a:ext uri="{FF2B5EF4-FFF2-40B4-BE49-F238E27FC236}">
                  <ns2:creationId id="{E2E0DB5D-6F4E-46D4-A777-9975CE5A0B98}"/>
                </a:ext>
              </a:extLst>
            </p:cNvPr>
            <p:cNvSpPr>
              <a:spLocks noGrp="1"/>
            </p:cNvSpPr>
            <p:nvPr/>
          </p:nvSpPr>
          <p:spPr>
            <a:xfrm>
              <a:off x="22659975" y="7156847"/>
              <a:ext cx="709613" cy="5953"/>
            </a:xfrm>
            <a:prstGeom prst="rect">
              <a:avLst/>
            </a:prstGeom>
            <a:solidFill>
              <a:srgbClr val="DCE8ED"/>
            </a:solidFill>
            <a:ln w="0">
              <a:noFill/>
              <a:prstDash val="solid"/>
            </a:ln>
          </p:spPr>
        </p:sp>
        <p:sp>
          <p:nvSpPr>
            <p:cNvPr id="2782" name="four:temporal-output:rotated-tᵢ-cell-1:2782">
              <a:extLst>
                <a:ext uri="{FF2B5EF4-FFF2-40B4-BE49-F238E27FC236}">
                  <ns2:creationId id="{C7E22930-E144-44A8-BC63-E36574B4EC65}"/>
                </a:ext>
              </a:extLst>
            </p:cNvPr>
            <p:cNvSpPr>
              <a:spLocks noGrp="1"/>
            </p:cNvSpPr>
            <p:nvPr/>
          </p:nvSpPr>
          <p:spPr>
            <a:xfrm>
              <a:off x="22659975" y="7150894"/>
              <a:ext cx="709613" cy="5953"/>
            </a:xfrm>
            <a:prstGeom prst="rect">
              <a:avLst/>
            </a:prstGeom>
            <a:solidFill>
              <a:srgbClr val="DCE8ED"/>
            </a:solidFill>
            <a:ln w="0">
              <a:noFill/>
              <a:prstDash val="solid"/>
            </a:ln>
          </p:spPr>
        </p:sp>
        <p:sp>
          <p:nvSpPr>
            <p:cNvPr id="2783" name="four:temporal-output:rotated-tᵢ-cell-2:2783">
              <a:extLst>
                <a:ext uri="{FF2B5EF4-FFF2-40B4-BE49-F238E27FC236}">
                  <ns2:creationId id="{CD7DDFF0-213B-453E-8821-9A8021567253}"/>
                </a:ext>
              </a:extLst>
            </p:cNvPr>
            <p:cNvSpPr>
              <a:spLocks noGrp="1"/>
            </p:cNvSpPr>
            <p:nvPr/>
          </p:nvSpPr>
          <p:spPr>
            <a:xfrm>
              <a:off x="22659975" y="7144941"/>
              <a:ext cx="709613" cy="5953"/>
            </a:xfrm>
            <a:prstGeom prst="rect">
              <a:avLst/>
            </a:prstGeom>
            <a:solidFill>
              <a:srgbClr val="DCE8ED"/>
            </a:solidFill>
            <a:ln w="0">
              <a:noFill/>
              <a:prstDash val="solid"/>
            </a:ln>
          </p:spPr>
        </p:sp>
        <p:sp>
          <p:nvSpPr>
            <p:cNvPr id="2784" name="four:temporal-output:rotated-tᵢ-cell-3:2784">
              <a:extLst>
                <a:ext uri="{FF2B5EF4-FFF2-40B4-BE49-F238E27FC236}">
                  <ns2:creationId id="{46A0A22C-5721-467D-B682-01EBC2F83D01}"/>
                </a:ext>
              </a:extLst>
            </p:cNvPr>
            <p:cNvSpPr>
              <a:spLocks noGrp="1"/>
            </p:cNvSpPr>
            <p:nvPr/>
          </p:nvSpPr>
          <p:spPr>
            <a:xfrm>
              <a:off x="22659975" y="7138988"/>
              <a:ext cx="709613" cy="5953"/>
            </a:xfrm>
            <a:prstGeom prst="rect">
              <a:avLst/>
            </a:prstGeom>
            <a:solidFill>
              <a:srgbClr val="DCE8ED"/>
            </a:solidFill>
            <a:ln w="0">
              <a:noFill/>
              <a:prstDash val="solid"/>
            </a:ln>
          </p:spPr>
        </p:sp>
        <p:sp>
          <p:nvSpPr>
            <p:cNvPr id="2785" name="four:temporal-output:rotated-tᵢ-cell-4:2785">
              <a:extLst>
                <a:ext uri="{FF2B5EF4-FFF2-40B4-BE49-F238E27FC236}">
                  <ns2:creationId id="{898EC499-3F8C-4C5D-BB4C-55937785444A}"/>
                </a:ext>
              </a:extLst>
            </p:cNvPr>
            <p:cNvSpPr>
              <a:spLocks noGrp="1"/>
            </p:cNvSpPr>
            <p:nvPr/>
          </p:nvSpPr>
          <p:spPr>
            <a:xfrm>
              <a:off x="22659975" y="7133034"/>
              <a:ext cx="709613" cy="5953"/>
            </a:xfrm>
            <a:prstGeom prst="rect">
              <a:avLst/>
            </a:prstGeom>
            <a:solidFill>
              <a:srgbClr val="DCE8ED"/>
            </a:solidFill>
            <a:ln w="0">
              <a:noFill/>
              <a:prstDash val="solid"/>
            </a:ln>
          </p:spPr>
        </p:sp>
        <p:sp>
          <p:nvSpPr>
            <p:cNvPr id="2786" name="four:temporal-output:rotated-tᵢ-cell-5:2786">
              <a:extLst>
                <a:ext uri="{FF2B5EF4-FFF2-40B4-BE49-F238E27FC236}">
                  <ns2:creationId id="{33D8655E-34FB-44A0-880A-F8113E7CF93D}"/>
                </a:ext>
              </a:extLst>
            </p:cNvPr>
            <p:cNvSpPr>
              <a:spLocks noGrp="1"/>
            </p:cNvSpPr>
            <p:nvPr/>
          </p:nvSpPr>
          <p:spPr>
            <a:xfrm>
              <a:off x="22659975" y="7127081"/>
              <a:ext cx="709613" cy="5953"/>
            </a:xfrm>
            <a:prstGeom prst="rect">
              <a:avLst/>
            </a:prstGeom>
            <a:solidFill>
              <a:srgbClr val="DCE8ED"/>
            </a:solidFill>
            <a:ln w="0">
              <a:noFill/>
              <a:prstDash val="solid"/>
            </a:ln>
          </p:spPr>
        </p:sp>
        <p:sp>
          <p:nvSpPr>
            <p:cNvPr id="2787" name="four:temporal-output:rotated-tᵢ-cell-6:2787">
              <a:extLst>
                <a:ext uri="{FF2B5EF4-FFF2-40B4-BE49-F238E27FC236}">
                  <ns2:creationId id="{9830E3DB-86BD-41B0-9534-CA3FED6ED3AC}"/>
                </a:ext>
              </a:extLst>
            </p:cNvPr>
            <p:cNvSpPr>
              <a:spLocks noGrp="1"/>
            </p:cNvSpPr>
            <p:nvPr/>
          </p:nvSpPr>
          <p:spPr>
            <a:xfrm>
              <a:off x="22659975" y="7121128"/>
              <a:ext cx="709613" cy="5953"/>
            </a:xfrm>
            <a:prstGeom prst="rect">
              <a:avLst/>
            </a:prstGeom>
            <a:solidFill>
              <a:srgbClr val="D2E1E8"/>
            </a:solidFill>
            <a:ln w="0">
              <a:noFill/>
              <a:prstDash val="solid"/>
            </a:ln>
          </p:spPr>
        </p:sp>
        <p:sp>
          <p:nvSpPr>
            <p:cNvPr id="2788" name="four:temporal-output:rotated-tᵢ-cell-7:2788">
              <a:extLst>
                <a:ext uri="{FF2B5EF4-FFF2-40B4-BE49-F238E27FC236}">
                  <ns2:creationId id="{0E13305B-668F-4719-8EE5-7F9DF397BD86}"/>
                </a:ext>
              </a:extLst>
            </p:cNvPr>
            <p:cNvSpPr>
              <a:spLocks noGrp="1"/>
            </p:cNvSpPr>
            <p:nvPr/>
          </p:nvSpPr>
          <p:spPr>
            <a:xfrm>
              <a:off x="22659975" y="7115175"/>
              <a:ext cx="709613" cy="5953"/>
            </a:xfrm>
            <a:prstGeom prst="rect">
              <a:avLst/>
            </a:prstGeom>
            <a:solidFill>
              <a:srgbClr val="A2C9DD"/>
            </a:solidFill>
            <a:ln w="0">
              <a:noFill/>
              <a:prstDash val="solid"/>
            </a:ln>
          </p:spPr>
        </p:sp>
        <p:sp>
          <p:nvSpPr>
            <p:cNvPr id="2789" name="four:temporal-output:rotated-tᵢ-cell-8:2789">
              <a:extLst>
                <a:ext uri="{FF2B5EF4-FFF2-40B4-BE49-F238E27FC236}">
                  <ns2:creationId id="{CC6DBD93-BEB1-4B46-883F-388AFAC9296B}"/>
                </a:ext>
              </a:extLst>
            </p:cNvPr>
            <p:cNvSpPr>
              <a:spLocks noGrp="1"/>
            </p:cNvSpPr>
            <p:nvPr/>
          </p:nvSpPr>
          <p:spPr>
            <a:xfrm>
              <a:off x="22659975" y="7109222"/>
              <a:ext cx="709613" cy="5953"/>
            </a:xfrm>
            <a:prstGeom prst="rect">
              <a:avLst/>
            </a:prstGeom>
            <a:solidFill>
              <a:srgbClr val="68AACE"/>
            </a:solidFill>
            <a:ln w="0">
              <a:noFill/>
              <a:prstDash val="solid"/>
            </a:ln>
          </p:spPr>
        </p:sp>
        <p:sp>
          <p:nvSpPr>
            <p:cNvPr id="2790" name="four:temporal-output:rotated-tᵢ-cell-9:2790">
              <a:extLst>
                <a:ext uri="{FF2B5EF4-FFF2-40B4-BE49-F238E27FC236}">
                  <ns2:creationId id="{5B1B3180-7ECB-4A0E-887A-F1BAC1807B96}"/>
                </a:ext>
              </a:extLst>
            </p:cNvPr>
            <p:cNvSpPr>
              <a:spLocks noGrp="1"/>
            </p:cNvSpPr>
            <p:nvPr/>
          </p:nvSpPr>
          <p:spPr>
            <a:xfrm>
              <a:off x="22659975" y="7103269"/>
              <a:ext cx="709613" cy="5953"/>
            </a:xfrm>
            <a:prstGeom prst="rect">
              <a:avLst/>
            </a:prstGeom>
            <a:solidFill>
              <a:srgbClr val="318CBF"/>
            </a:solidFill>
            <a:ln w="0">
              <a:noFill/>
              <a:prstDash val="solid"/>
            </a:ln>
          </p:spPr>
        </p:sp>
        <p:sp>
          <p:nvSpPr>
            <p:cNvPr id="2791" name="four:temporal-output:rotated-tᵢ-cell-10:2791">
              <a:extLst>
                <a:ext uri="{FF2B5EF4-FFF2-40B4-BE49-F238E27FC236}">
                  <ns2:creationId id="{8E78A7CB-70EF-4351-9FBA-F05BFFED077B}"/>
                </a:ext>
              </a:extLst>
            </p:cNvPr>
            <p:cNvSpPr>
              <a:spLocks noGrp="1"/>
            </p:cNvSpPr>
            <p:nvPr/>
          </p:nvSpPr>
          <p:spPr>
            <a:xfrm>
              <a:off x="22659975" y="7097316"/>
              <a:ext cx="709613" cy="5953"/>
            </a:xfrm>
            <a:prstGeom prst="rect">
              <a:avLst/>
            </a:prstGeom>
            <a:solidFill>
              <a:srgbClr val="0977B4"/>
            </a:solidFill>
            <a:ln w="0">
              <a:noFill/>
              <a:prstDash val="solid"/>
            </a:ln>
          </p:spPr>
        </p:sp>
        <p:sp>
          <p:nvSpPr>
            <p:cNvPr id="2792" name="four:temporal-output:rotated-tᵢ-cell-11:2792">
              <a:extLst>
                <a:ext uri="{FF2B5EF4-FFF2-40B4-BE49-F238E27FC236}">
                  <ns2:creationId id="{8AA0E139-989C-427C-8CAA-16EF76752AB1}"/>
                </a:ext>
              </a:extLst>
            </p:cNvPr>
            <p:cNvSpPr>
              <a:spLocks noGrp="1"/>
            </p:cNvSpPr>
            <p:nvPr/>
          </p:nvSpPr>
          <p:spPr>
            <a:xfrm>
              <a:off x="22659975" y="7091363"/>
              <a:ext cx="709613" cy="5953"/>
            </a:xfrm>
            <a:prstGeom prst="rect">
              <a:avLst/>
            </a:prstGeom>
            <a:solidFill>
              <a:srgbClr val="0072B2"/>
            </a:solidFill>
            <a:ln w="0">
              <a:noFill/>
              <a:prstDash val="solid"/>
            </a:ln>
          </p:spPr>
        </p:sp>
        <p:sp>
          <p:nvSpPr>
            <p:cNvPr id="2793" name="four:temporal-output:rotated-tᵢ-cell-12:2793">
              <a:extLst>
                <a:ext uri="{FF2B5EF4-FFF2-40B4-BE49-F238E27FC236}">
                  <ns2:creationId id="{98D93E74-01F4-4C85-8D1B-79A13F8A5461}"/>
                </a:ext>
              </a:extLst>
            </p:cNvPr>
            <p:cNvSpPr>
              <a:spLocks noGrp="1"/>
            </p:cNvSpPr>
            <p:nvPr/>
          </p:nvSpPr>
          <p:spPr>
            <a:xfrm>
              <a:off x="22659975" y="7085409"/>
              <a:ext cx="709613" cy="5953"/>
            </a:xfrm>
            <a:prstGeom prst="rect">
              <a:avLst/>
            </a:prstGeom>
            <a:solidFill>
              <a:srgbClr val="0072B2"/>
            </a:solidFill>
            <a:ln w="0">
              <a:noFill/>
              <a:prstDash val="solid"/>
            </a:ln>
          </p:spPr>
        </p:sp>
        <p:sp>
          <p:nvSpPr>
            <p:cNvPr id="2794" name="four:temporal-output:rotated-tᵢ-cell-13:2794">
              <a:extLst>
                <a:ext uri="{FF2B5EF4-FFF2-40B4-BE49-F238E27FC236}">
                  <ns2:creationId id="{5A169B9C-7256-4211-9D1D-207E802D3EAB}"/>
                </a:ext>
              </a:extLst>
            </p:cNvPr>
            <p:cNvSpPr>
              <a:spLocks noGrp="1"/>
            </p:cNvSpPr>
            <p:nvPr/>
          </p:nvSpPr>
          <p:spPr>
            <a:xfrm>
              <a:off x="22659975" y="7079456"/>
              <a:ext cx="709613" cy="5953"/>
            </a:xfrm>
            <a:prstGeom prst="rect">
              <a:avLst/>
            </a:prstGeom>
            <a:solidFill>
              <a:srgbClr val="0072B2"/>
            </a:solidFill>
            <a:ln w="0">
              <a:noFill/>
              <a:prstDash val="solid"/>
            </a:ln>
          </p:spPr>
        </p:sp>
        <p:sp>
          <p:nvSpPr>
            <p:cNvPr id="2795" name="four:temporal-output:rotated-tᵢ-cell-14:2795">
              <a:extLst>
                <a:ext uri="{FF2B5EF4-FFF2-40B4-BE49-F238E27FC236}">
                  <ns2:creationId id="{35E52ECA-9086-440E-85D1-A6F04EDF6D84}"/>
                </a:ext>
              </a:extLst>
            </p:cNvPr>
            <p:cNvSpPr>
              <a:spLocks noGrp="1"/>
            </p:cNvSpPr>
            <p:nvPr/>
          </p:nvSpPr>
          <p:spPr>
            <a:xfrm>
              <a:off x="22659975" y="7073503"/>
              <a:ext cx="709613" cy="5953"/>
            </a:xfrm>
            <a:prstGeom prst="rect">
              <a:avLst/>
            </a:prstGeom>
            <a:solidFill>
              <a:srgbClr val="0072B2"/>
            </a:solidFill>
            <a:ln w="0">
              <a:noFill/>
              <a:prstDash val="solid"/>
            </a:ln>
          </p:spPr>
        </p:sp>
        <p:sp>
          <p:nvSpPr>
            <p:cNvPr id="2796" name="four:temporal-output:rotated-tᵢ-cell-15:2796">
              <a:extLst>
                <a:ext uri="{FF2B5EF4-FFF2-40B4-BE49-F238E27FC236}">
                  <ns2:creationId id="{B00AEF71-C98C-43C2-A593-634D9E73B597}"/>
                </a:ext>
              </a:extLst>
            </p:cNvPr>
            <p:cNvSpPr>
              <a:spLocks noGrp="1"/>
            </p:cNvSpPr>
            <p:nvPr/>
          </p:nvSpPr>
          <p:spPr>
            <a:xfrm>
              <a:off x="22659975" y="7067550"/>
              <a:ext cx="709613" cy="5953"/>
            </a:xfrm>
            <a:prstGeom prst="rect">
              <a:avLst/>
            </a:prstGeom>
            <a:solidFill>
              <a:srgbClr val="0072B2"/>
            </a:solidFill>
            <a:ln w="0">
              <a:noFill/>
              <a:prstDash val="solid"/>
            </a:ln>
          </p:spPr>
        </p:sp>
        <p:sp>
          <p:nvSpPr>
            <p:cNvPr id="2797" name="four:temporal-output:rotated-tᵢ-cell-16:2797">
              <a:extLst>
                <a:ext uri="{FF2B5EF4-FFF2-40B4-BE49-F238E27FC236}">
                  <ns2:creationId id="{C09754D8-98F8-4ABF-9F0C-9FEE6735D6F0}"/>
                </a:ext>
              </a:extLst>
            </p:cNvPr>
            <p:cNvSpPr>
              <a:spLocks noGrp="1"/>
            </p:cNvSpPr>
            <p:nvPr/>
          </p:nvSpPr>
          <p:spPr>
            <a:xfrm>
              <a:off x="22659975" y="7061597"/>
              <a:ext cx="709613" cy="5953"/>
            </a:xfrm>
            <a:prstGeom prst="rect">
              <a:avLst/>
            </a:prstGeom>
            <a:solidFill>
              <a:srgbClr val="0072B2"/>
            </a:solidFill>
            <a:ln w="0">
              <a:noFill/>
              <a:prstDash val="solid"/>
            </a:ln>
          </p:spPr>
        </p:sp>
        <p:sp>
          <p:nvSpPr>
            <p:cNvPr id="2798" name="four:temporal-output:rotated-tᵢ-cell-17:2798">
              <a:extLst>
                <a:ext uri="{FF2B5EF4-FFF2-40B4-BE49-F238E27FC236}">
                  <ns2:creationId id="{2BC60893-1412-43A2-8411-012885699A42}"/>
                </a:ext>
              </a:extLst>
            </p:cNvPr>
            <p:cNvSpPr>
              <a:spLocks noGrp="1"/>
            </p:cNvSpPr>
            <p:nvPr/>
          </p:nvSpPr>
          <p:spPr>
            <a:xfrm>
              <a:off x="22659975" y="7055644"/>
              <a:ext cx="709613" cy="5953"/>
            </a:xfrm>
            <a:prstGeom prst="rect">
              <a:avLst/>
            </a:prstGeom>
            <a:solidFill>
              <a:srgbClr val="0072B2"/>
            </a:solidFill>
            <a:ln w="0">
              <a:noFill/>
              <a:prstDash val="solid"/>
            </a:ln>
          </p:spPr>
        </p:sp>
        <p:sp>
          <p:nvSpPr>
            <p:cNvPr id="2799" name="four:temporal-output:rotated-tᵢ-cell-18:2799">
              <a:extLst>
                <a:ext uri="{FF2B5EF4-FFF2-40B4-BE49-F238E27FC236}">
                  <ns2:creationId id="{C74228C7-27BA-49F7-AD60-2CA6637E4AA2}"/>
                </a:ext>
              </a:extLst>
            </p:cNvPr>
            <p:cNvSpPr>
              <a:spLocks noGrp="1"/>
            </p:cNvSpPr>
            <p:nvPr/>
          </p:nvSpPr>
          <p:spPr>
            <a:xfrm>
              <a:off x="22659975" y="7049691"/>
              <a:ext cx="709613" cy="5953"/>
            </a:xfrm>
            <a:prstGeom prst="rect">
              <a:avLst/>
            </a:prstGeom>
            <a:solidFill>
              <a:srgbClr val="0072B2"/>
            </a:solidFill>
            <a:ln w="0">
              <a:noFill/>
              <a:prstDash val="solid"/>
            </a:ln>
          </p:spPr>
        </p:sp>
        <p:sp>
          <p:nvSpPr>
            <p:cNvPr id="2800" name="four:temporal-output:rotated-tᵢ-cell-19:2800">
              <a:extLst>
                <a:ext uri="{FF2B5EF4-FFF2-40B4-BE49-F238E27FC236}">
                  <ns2:creationId id="{13F98423-2B85-487F-9565-0A0B10A44F0F}"/>
                </a:ext>
              </a:extLst>
            </p:cNvPr>
            <p:cNvSpPr>
              <a:spLocks noGrp="1"/>
            </p:cNvSpPr>
            <p:nvPr/>
          </p:nvSpPr>
          <p:spPr>
            <a:xfrm>
              <a:off x="22659975" y="7043738"/>
              <a:ext cx="709613" cy="5953"/>
            </a:xfrm>
            <a:prstGeom prst="rect">
              <a:avLst/>
            </a:prstGeom>
            <a:solidFill>
              <a:srgbClr val="0072B2"/>
            </a:solidFill>
            <a:ln w="0">
              <a:noFill/>
              <a:prstDash val="solid"/>
            </a:ln>
          </p:spPr>
        </p:sp>
        <p:sp>
          <p:nvSpPr>
            <p:cNvPr id="2801" name="four:temporal-output:rotated-tᵢ-cell-20:2801">
              <a:extLst>
                <a:ext uri="{FF2B5EF4-FFF2-40B4-BE49-F238E27FC236}">
                  <ns2:creationId id="{BC1F24C5-7784-4016-AA3D-CE0F07E7B5BF}"/>
                </a:ext>
              </a:extLst>
            </p:cNvPr>
            <p:cNvSpPr>
              <a:spLocks noGrp="1"/>
            </p:cNvSpPr>
            <p:nvPr/>
          </p:nvSpPr>
          <p:spPr>
            <a:xfrm>
              <a:off x="22659975" y="7037784"/>
              <a:ext cx="709613" cy="5953"/>
            </a:xfrm>
            <a:prstGeom prst="rect">
              <a:avLst/>
            </a:prstGeom>
            <a:solidFill>
              <a:srgbClr val="0072B2"/>
            </a:solidFill>
            <a:ln w="0">
              <a:noFill/>
              <a:prstDash val="solid"/>
            </a:ln>
          </p:spPr>
        </p:sp>
        <p:sp>
          <p:nvSpPr>
            <p:cNvPr id="2802" name="four:temporal-output:rotated-tᵢ-cell-21:2802">
              <a:extLst>
                <a:ext uri="{FF2B5EF4-FFF2-40B4-BE49-F238E27FC236}">
                  <ns2:creationId id="{E931724E-6C41-419D-A923-5AC411BB610F}"/>
                </a:ext>
              </a:extLst>
            </p:cNvPr>
            <p:cNvSpPr>
              <a:spLocks noGrp="1"/>
            </p:cNvSpPr>
            <p:nvPr/>
          </p:nvSpPr>
          <p:spPr>
            <a:xfrm>
              <a:off x="22659975" y="7031831"/>
              <a:ext cx="709613" cy="5953"/>
            </a:xfrm>
            <a:prstGeom prst="rect">
              <a:avLst/>
            </a:prstGeom>
            <a:solidFill>
              <a:srgbClr val="0072B2"/>
            </a:solidFill>
            <a:ln w="0">
              <a:noFill/>
              <a:prstDash val="solid"/>
            </a:ln>
          </p:spPr>
        </p:sp>
        <p:sp>
          <p:nvSpPr>
            <p:cNvPr id="2803" name="four:temporal-output:rotated-tᵢ-cell-22:2803">
              <a:extLst>
                <a:ext uri="{FF2B5EF4-FFF2-40B4-BE49-F238E27FC236}">
                  <ns2:creationId id="{DA12EEF5-688C-4FC6-816A-448F69676C27}"/>
                </a:ext>
              </a:extLst>
            </p:cNvPr>
            <p:cNvSpPr>
              <a:spLocks noGrp="1"/>
            </p:cNvSpPr>
            <p:nvPr/>
          </p:nvSpPr>
          <p:spPr>
            <a:xfrm>
              <a:off x="22659975" y="7025878"/>
              <a:ext cx="709613" cy="5953"/>
            </a:xfrm>
            <a:prstGeom prst="rect">
              <a:avLst/>
            </a:prstGeom>
            <a:solidFill>
              <a:srgbClr val="0D79B6"/>
            </a:solidFill>
            <a:ln w="0">
              <a:noFill/>
              <a:prstDash val="solid"/>
            </a:ln>
          </p:spPr>
        </p:sp>
        <p:sp>
          <p:nvSpPr>
            <p:cNvPr id="2804" name="four:temporal-output:rotated-tᵢ-cell-23:2804">
              <a:extLst>
                <a:ext uri="{FF2B5EF4-FFF2-40B4-BE49-F238E27FC236}">
                  <ns2:creationId id="{5549A1F6-5DB0-47C7-AD09-D5387BA4FD2C}"/>
                </a:ext>
              </a:extLst>
            </p:cNvPr>
            <p:cNvSpPr>
              <a:spLocks noGrp="1"/>
            </p:cNvSpPr>
            <p:nvPr/>
          </p:nvSpPr>
          <p:spPr>
            <a:xfrm>
              <a:off x="22659975" y="7019925"/>
              <a:ext cx="709613" cy="5953"/>
            </a:xfrm>
            <a:prstGeom prst="rect">
              <a:avLst/>
            </a:prstGeom>
            <a:solidFill>
              <a:srgbClr val="2A88BD"/>
            </a:solidFill>
            <a:ln w="0">
              <a:noFill/>
              <a:prstDash val="solid"/>
            </a:ln>
          </p:spPr>
        </p:sp>
        <p:sp>
          <p:nvSpPr>
            <p:cNvPr id="2805" name="four:temporal-output:rotated-tᵢ-cell-24:2805">
              <a:extLst>
                <a:ext uri="{FF2B5EF4-FFF2-40B4-BE49-F238E27FC236}">
                  <ns2:creationId id="{FE66B7F8-D01C-40E5-9C7D-9A6650071C7D}"/>
                </a:ext>
              </a:extLst>
            </p:cNvPr>
            <p:cNvSpPr>
              <a:spLocks noGrp="1"/>
            </p:cNvSpPr>
            <p:nvPr/>
          </p:nvSpPr>
          <p:spPr>
            <a:xfrm>
              <a:off x="22659975" y="7013972"/>
              <a:ext cx="709613" cy="5953"/>
            </a:xfrm>
            <a:prstGeom prst="rect">
              <a:avLst/>
            </a:prstGeom>
            <a:solidFill>
              <a:srgbClr val="519DC8"/>
            </a:solidFill>
            <a:ln w="0">
              <a:noFill/>
              <a:prstDash val="solid"/>
            </a:ln>
          </p:spPr>
        </p:sp>
        <p:sp>
          <p:nvSpPr>
            <p:cNvPr id="2806" name="four:temporal-output:rotated-tᵢ-cell-25:2806">
              <a:extLst>
                <a:ext uri="{FF2B5EF4-FFF2-40B4-BE49-F238E27FC236}">
                  <ns2:creationId id="{9BE95B8F-1DFC-4FD5-947C-3A56149DA8B5}"/>
                </a:ext>
              </a:extLst>
            </p:cNvPr>
            <p:cNvSpPr>
              <a:spLocks noGrp="1"/>
            </p:cNvSpPr>
            <p:nvPr/>
          </p:nvSpPr>
          <p:spPr>
            <a:xfrm>
              <a:off x="22659975" y="7008019"/>
              <a:ext cx="709613" cy="5953"/>
            </a:xfrm>
            <a:prstGeom prst="rect">
              <a:avLst/>
            </a:prstGeom>
            <a:solidFill>
              <a:srgbClr val="7BB4D3"/>
            </a:solidFill>
            <a:ln w="0">
              <a:noFill/>
              <a:prstDash val="solid"/>
            </a:ln>
          </p:spPr>
        </p:sp>
        <p:sp>
          <p:nvSpPr>
            <p:cNvPr id="2807" name="four:temporal-output:rotated-tᵢ-cell-26:2807">
              <a:extLst>
                <a:ext uri="{FF2B5EF4-FFF2-40B4-BE49-F238E27FC236}">
                  <ns2:creationId id="{B7C73917-29C0-456F-8005-738E12EC955E}"/>
                </a:ext>
              </a:extLst>
            </p:cNvPr>
            <p:cNvSpPr>
              <a:spLocks noGrp="1"/>
            </p:cNvSpPr>
            <p:nvPr/>
          </p:nvSpPr>
          <p:spPr>
            <a:xfrm>
              <a:off x="22659975" y="7002066"/>
              <a:ext cx="709613" cy="5953"/>
            </a:xfrm>
            <a:prstGeom prst="rect">
              <a:avLst/>
            </a:prstGeom>
            <a:solidFill>
              <a:srgbClr val="A4CADE"/>
            </a:solidFill>
            <a:ln w="0">
              <a:noFill/>
              <a:prstDash val="solid"/>
            </a:ln>
          </p:spPr>
        </p:sp>
        <p:sp>
          <p:nvSpPr>
            <p:cNvPr id="2808" name="four:temporal-output:rotated-tᵢ-cell-27:2808">
              <a:extLst>
                <a:ext uri="{FF2B5EF4-FFF2-40B4-BE49-F238E27FC236}">
                  <ns2:creationId id="{92075A1A-B3E7-4C22-AEC8-370D8C8CA111}"/>
                </a:ext>
              </a:extLst>
            </p:cNvPr>
            <p:cNvSpPr>
              <a:spLocks noGrp="1"/>
            </p:cNvSpPr>
            <p:nvPr/>
          </p:nvSpPr>
          <p:spPr>
            <a:xfrm>
              <a:off x="22659975" y="6996113"/>
              <a:ext cx="709613" cy="5953"/>
            </a:xfrm>
            <a:prstGeom prst="rect">
              <a:avLst/>
            </a:prstGeom>
            <a:solidFill>
              <a:srgbClr val="CDDEE5"/>
            </a:solidFill>
            <a:ln w="0">
              <a:noFill/>
              <a:prstDash val="solid"/>
            </a:ln>
          </p:spPr>
        </p:sp>
        <p:sp>
          <p:nvSpPr>
            <p:cNvPr id="2809" name="four:temporal-output:rotated-tᵢ-cell-28:2809">
              <a:extLst>
                <a:ext uri="{FF2B5EF4-FFF2-40B4-BE49-F238E27FC236}">
                  <ns2:creationId id="{D2807ACE-98EE-422C-B330-A663E9DD9B4B}"/>
                </a:ext>
              </a:extLst>
            </p:cNvPr>
            <p:cNvSpPr>
              <a:spLocks noGrp="1"/>
            </p:cNvSpPr>
            <p:nvPr/>
          </p:nvSpPr>
          <p:spPr>
            <a:xfrm>
              <a:off x="22659975" y="6990159"/>
              <a:ext cx="709613" cy="5953"/>
            </a:xfrm>
            <a:prstGeom prst="rect">
              <a:avLst/>
            </a:prstGeom>
            <a:solidFill>
              <a:srgbClr val="DAE7EC"/>
            </a:solidFill>
            <a:ln w="0">
              <a:noFill/>
              <a:prstDash val="solid"/>
            </a:ln>
          </p:spPr>
        </p:sp>
        <p:sp>
          <p:nvSpPr>
            <p:cNvPr id="2810" name="four:temporal-output:rotated-tᵢ-cell-29:2810">
              <a:extLst>
                <a:ext uri="{FF2B5EF4-FFF2-40B4-BE49-F238E27FC236}">
                  <ns2:creationId id="{FDDFB2E8-9D34-40E2-B930-0D0DCD1DBBDC}"/>
                </a:ext>
              </a:extLst>
            </p:cNvPr>
            <p:cNvSpPr>
              <a:spLocks noGrp="1"/>
            </p:cNvSpPr>
            <p:nvPr/>
          </p:nvSpPr>
          <p:spPr>
            <a:xfrm>
              <a:off x="22659975" y="6984206"/>
              <a:ext cx="709613" cy="5953"/>
            </a:xfrm>
            <a:prstGeom prst="rect">
              <a:avLst/>
            </a:prstGeom>
            <a:solidFill>
              <a:srgbClr val="DCE8ED"/>
            </a:solidFill>
            <a:ln w="0">
              <a:noFill/>
              <a:prstDash val="solid"/>
            </a:ln>
          </p:spPr>
        </p:sp>
        <p:sp>
          <p:nvSpPr>
            <p:cNvPr id="2811" name="four:temporal-output:rotated-tᵢ-cell-30:2811">
              <a:extLst>
                <a:ext uri="{FF2B5EF4-FFF2-40B4-BE49-F238E27FC236}">
                  <ns2:creationId id="{26D2BD20-0671-4F53-9650-6224636E0249}"/>
                </a:ext>
              </a:extLst>
            </p:cNvPr>
            <p:cNvSpPr>
              <a:spLocks noGrp="1"/>
            </p:cNvSpPr>
            <p:nvPr/>
          </p:nvSpPr>
          <p:spPr>
            <a:xfrm>
              <a:off x="22659975" y="6978253"/>
              <a:ext cx="709613" cy="5953"/>
            </a:xfrm>
            <a:prstGeom prst="rect">
              <a:avLst/>
            </a:prstGeom>
            <a:solidFill>
              <a:srgbClr val="DCE8ED"/>
            </a:solidFill>
            <a:ln w="0">
              <a:noFill/>
              <a:prstDash val="solid"/>
            </a:ln>
          </p:spPr>
        </p:sp>
        <p:sp>
          <p:nvSpPr>
            <p:cNvPr id="2812" name="four:temporal-output:rotated-tᵢ-cell-31:2812">
              <a:extLst>
                <a:ext uri="{FF2B5EF4-FFF2-40B4-BE49-F238E27FC236}">
                  <ns2:creationId id="{0A8C9CC4-9851-4983-A355-0E576D87869E}"/>
                </a:ext>
              </a:extLst>
            </p:cNvPr>
            <p:cNvSpPr>
              <a:spLocks noGrp="1"/>
            </p:cNvSpPr>
            <p:nvPr/>
          </p:nvSpPr>
          <p:spPr>
            <a:xfrm>
              <a:off x="22659975" y="6972300"/>
              <a:ext cx="709613" cy="5953"/>
            </a:xfrm>
            <a:prstGeom prst="rect">
              <a:avLst/>
            </a:prstGeom>
            <a:solidFill>
              <a:srgbClr val="DCE8ED"/>
            </a:solidFill>
            <a:ln w="0">
              <a:noFill/>
              <a:prstDash val="solid"/>
            </a:ln>
          </p:spPr>
        </p:sp>
        <p:sp>
          <p:nvSpPr>
            <p:cNvPr id="2813" name="four:temporal-output:rotated-tᵢ-cell-32:2813">
              <a:extLst>
                <a:ext uri="{FF2B5EF4-FFF2-40B4-BE49-F238E27FC236}">
                  <ns2:creationId id="{9BA829EF-33E6-4C42-B5D2-1D199CD830CB}"/>
                </a:ext>
              </a:extLst>
            </p:cNvPr>
            <p:cNvSpPr>
              <a:spLocks noGrp="1"/>
            </p:cNvSpPr>
            <p:nvPr/>
          </p:nvSpPr>
          <p:spPr>
            <a:xfrm>
              <a:off x="22659975" y="6966347"/>
              <a:ext cx="709613" cy="5953"/>
            </a:xfrm>
            <a:prstGeom prst="rect">
              <a:avLst/>
            </a:prstGeom>
            <a:solidFill>
              <a:srgbClr val="DCE8ED"/>
            </a:solidFill>
            <a:ln w="0">
              <a:noFill/>
              <a:prstDash val="solid"/>
            </a:ln>
          </p:spPr>
        </p:sp>
        <p:sp>
          <p:nvSpPr>
            <p:cNvPr id="2814" name="four:temporal-output:rotated-tᵢ-cell-33:2814">
              <a:extLst>
                <a:ext uri="{FF2B5EF4-FFF2-40B4-BE49-F238E27FC236}">
                  <ns2:creationId id="{6ECFF6D3-B74F-4531-962D-4A051057127A}"/>
                </a:ext>
              </a:extLst>
            </p:cNvPr>
            <p:cNvSpPr>
              <a:spLocks noGrp="1"/>
            </p:cNvSpPr>
            <p:nvPr/>
          </p:nvSpPr>
          <p:spPr>
            <a:xfrm>
              <a:off x="22659975" y="6960394"/>
              <a:ext cx="709613" cy="5953"/>
            </a:xfrm>
            <a:prstGeom prst="rect">
              <a:avLst/>
            </a:prstGeom>
            <a:solidFill>
              <a:srgbClr val="DCE8ED"/>
            </a:solidFill>
            <a:ln w="0">
              <a:noFill/>
              <a:prstDash val="solid"/>
            </a:ln>
          </p:spPr>
        </p:sp>
        <p:sp>
          <p:nvSpPr>
            <p:cNvPr id="2815" name="four:temporal-output:rotated-tᵢ-cell-34:2815">
              <a:extLst>
                <a:ext uri="{FF2B5EF4-FFF2-40B4-BE49-F238E27FC236}">
                  <ns2:creationId id="{2AAA89ED-8811-4E61-B309-BEC24B3C6CE8}"/>
                </a:ext>
              </a:extLst>
            </p:cNvPr>
            <p:cNvSpPr>
              <a:spLocks noGrp="1"/>
            </p:cNvSpPr>
            <p:nvPr/>
          </p:nvSpPr>
          <p:spPr>
            <a:xfrm>
              <a:off x="22659975" y="6954441"/>
              <a:ext cx="709613" cy="5953"/>
            </a:xfrm>
            <a:prstGeom prst="rect">
              <a:avLst/>
            </a:prstGeom>
            <a:solidFill>
              <a:srgbClr val="DCE8ED"/>
            </a:solidFill>
            <a:ln w="0">
              <a:noFill/>
              <a:prstDash val="solid"/>
            </a:ln>
          </p:spPr>
        </p:sp>
        <p:sp>
          <p:nvSpPr>
            <p:cNvPr id="2816" name="four:temporal-output:rotated-tᵢ-cell-35:2816">
              <a:extLst>
                <a:ext uri="{FF2B5EF4-FFF2-40B4-BE49-F238E27FC236}">
                  <ns2:creationId id="{09E814F0-9F23-4C38-B4E7-9FC409A43707}"/>
                </a:ext>
              </a:extLst>
            </p:cNvPr>
            <p:cNvSpPr>
              <a:spLocks noGrp="1"/>
            </p:cNvSpPr>
            <p:nvPr/>
          </p:nvSpPr>
          <p:spPr>
            <a:xfrm>
              <a:off x="22659975" y="6948488"/>
              <a:ext cx="709613" cy="5953"/>
            </a:xfrm>
            <a:prstGeom prst="rect">
              <a:avLst/>
            </a:prstGeom>
            <a:solidFill>
              <a:srgbClr val="DCE8ED"/>
            </a:solidFill>
            <a:ln w="0">
              <a:noFill/>
              <a:prstDash val="solid"/>
            </a:ln>
          </p:spPr>
        </p:sp>
        <p:sp>
          <p:nvSpPr>
            <p:cNvPr id="2817" name="four:temporal-output:rotated-tᵢ-cell-36:2817">
              <a:extLst>
                <a:ext uri="{FF2B5EF4-FFF2-40B4-BE49-F238E27FC236}">
                  <ns2:creationId id="{94C18440-E846-4A37-9ED5-C3C8AC8C70FD}"/>
                </a:ext>
              </a:extLst>
            </p:cNvPr>
            <p:cNvSpPr>
              <a:spLocks noGrp="1"/>
            </p:cNvSpPr>
            <p:nvPr/>
          </p:nvSpPr>
          <p:spPr>
            <a:xfrm>
              <a:off x="22659975" y="6942534"/>
              <a:ext cx="709613" cy="5953"/>
            </a:xfrm>
            <a:prstGeom prst="rect">
              <a:avLst/>
            </a:prstGeom>
            <a:solidFill>
              <a:srgbClr val="DCE8ED"/>
            </a:solidFill>
            <a:ln w="0">
              <a:noFill/>
              <a:prstDash val="solid"/>
            </a:ln>
          </p:spPr>
        </p:sp>
        <p:sp>
          <p:nvSpPr>
            <p:cNvPr id="2818" name="four:temporal-output:rotated-tᵢ-cell-37:2818">
              <a:extLst>
                <a:ext uri="{FF2B5EF4-FFF2-40B4-BE49-F238E27FC236}">
                  <ns2:creationId id="{5D0753BE-C725-4943-80E0-82466D355265}"/>
                </a:ext>
              </a:extLst>
            </p:cNvPr>
            <p:cNvSpPr>
              <a:spLocks noGrp="1"/>
            </p:cNvSpPr>
            <p:nvPr/>
          </p:nvSpPr>
          <p:spPr>
            <a:xfrm>
              <a:off x="22659975" y="6936581"/>
              <a:ext cx="709613" cy="5953"/>
            </a:xfrm>
            <a:prstGeom prst="rect">
              <a:avLst/>
            </a:prstGeom>
            <a:solidFill>
              <a:srgbClr val="DCE8ED"/>
            </a:solidFill>
            <a:ln w="0">
              <a:noFill/>
              <a:prstDash val="solid"/>
            </a:ln>
          </p:spPr>
        </p:sp>
        <p:sp>
          <p:nvSpPr>
            <p:cNvPr id="2819" name="four:temporal-output:rotated-tᵢ-cell-38:2819">
              <a:extLst>
                <a:ext uri="{FF2B5EF4-FFF2-40B4-BE49-F238E27FC236}">
                  <ns2:creationId id="{F8C2950D-9EBF-4B07-9758-380F5711FFE4}"/>
                </a:ext>
              </a:extLst>
            </p:cNvPr>
            <p:cNvSpPr>
              <a:spLocks noGrp="1"/>
            </p:cNvSpPr>
            <p:nvPr/>
          </p:nvSpPr>
          <p:spPr>
            <a:xfrm>
              <a:off x="22659975" y="6930628"/>
              <a:ext cx="709613" cy="5953"/>
            </a:xfrm>
            <a:prstGeom prst="rect">
              <a:avLst/>
            </a:prstGeom>
            <a:solidFill>
              <a:srgbClr val="DCE8ED"/>
            </a:solidFill>
            <a:ln w="0">
              <a:noFill/>
              <a:prstDash val="solid"/>
            </a:ln>
          </p:spPr>
        </p:sp>
        <p:sp>
          <p:nvSpPr>
            <p:cNvPr id="2820" name="four:temporal-output:rotated-tᵢ-cell-39:2820">
              <a:extLst>
                <a:ext uri="{FF2B5EF4-FFF2-40B4-BE49-F238E27FC236}">
                  <ns2:creationId id="{957FCA3B-2F18-4F7A-A779-CCF9650ECAF3}"/>
                </a:ext>
              </a:extLst>
            </p:cNvPr>
            <p:cNvSpPr>
              <a:spLocks noGrp="1"/>
            </p:cNvSpPr>
            <p:nvPr/>
          </p:nvSpPr>
          <p:spPr>
            <a:xfrm>
              <a:off x="22659975" y="6924675"/>
              <a:ext cx="709613" cy="5953"/>
            </a:xfrm>
            <a:prstGeom prst="rect">
              <a:avLst/>
            </a:prstGeom>
            <a:solidFill>
              <a:srgbClr val="DCE8ED"/>
            </a:solidFill>
            <a:ln w="0">
              <a:noFill/>
              <a:prstDash val="solid"/>
            </a:ln>
          </p:spPr>
        </p:sp>
        <p:sp>
          <p:nvSpPr>
            <p:cNvPr id="2821" name="four:temporal-output:rotated-tᵢ-cell-40:2821">
              <a:extLst>
                <a:ext uri="{FF2B5EF4-FFF2-40B4-BE49-F238E27FC236}">
                  <ns2:creationId id="{EA36AB51-71EF-4A5E-A245-7DEA3230C140}"/>
                </a:ext>
              </a:extLst>
            </p:cNvPr>
            <p:cNvSpPr>
              <a:spLocks noGrp="1"/>
            </p:cNvSpPr>
            <p:nvPr/>
          </p:nvSpPr>
          <p:spPr>
            <a:xfrm>
              <a:off x="22659975" y="6918722"/>
              <a:ext cx="709613" cy="5953"/>
            </a:xfrm>
            <a:prstGeom prst="rect">
              <a:avLst/>
            </a:prstGeom>
            <a:solidFill>
              <a:srgbClr val="DCE8ED"/>
            </a:solidFill>
            <a:ln w="0">
              <a:noFill/>
              <a:prstDash val="solid"/>
            </a:ln>
          </p:spPr>
        </p:sp>
        <p:sp>
          <p:nvSpPr>
            <p:cNvPr id="2822" name="four:temporal-output:rotated-tᵢ-cell-41:2822">
              <a:extLst>
                <a:ext uri="{FF2B5EF4-FFF2-40B4-BE49-F238E27FC236}">
                  <ns2:creationId id="{DE06B5D3-7EBD-49D3-8600-2898238D36C4}"/>
                </a:ext>
              </a:extLst>
            </p:cNvPr>
            <p:cNvSpPr>
              <a:spLocks noGrp="1"/>
            </p:cNvSpPr>
            <p:nvPr/>
          </p:nvSpPr>
          <p:spPr>
            <a:xfrm>
              <a:off x="22659975" y="6912769"/>
              <a:ext cx="709613" cy="5953"/>
            </a:xfrm>
            <a:prstGeom prst="rect">
              <a:avLst/>
            </a:prstGeom>
            <a:solidFill>
              <a:srgbClr val="DCE8ED"/>
            </a:solidFill>
            <a:ln w="0">
              <a:noFill/>
              <a:prstDash val="solid"/>
            </a:ln>
          </p:spPr>
        </p:sp>
        <p:sp>
          <p:nvSpPr>
            <p:cNvPr id="2823" name="four:temporal-output:rotated-tᵢ-cell-42:2823">
              <a:extLst>
                <a:ext uri="{FF2B5EF4-FFF2-40B4-BE49-F238E27FC236}">
                  <ns2:creationId id="{04BDC6AC-77AF-417C-B9AF-76A17F0A7024}"/>
                </a:ext>
              </a:extLst>
            </p:cNvPr>
            <p:cNvSpPr>
              <a:spLocks noGrp="1"/>
            </p:cNvSpPr>
            <p:nvPr/>
          </p:nvSpPr>
          <p:spPr>
            <a:xfrm>
              <a:off x="22659975" y="6906816"/>
              <a:ext cx="709613" cy="5953"/>
            </a:xfrm>
            <a:prstGeom prst="rect">
              <a:avLst/>
            </a:prstGeom>
            <a:solidFill>
              <a:srgbClr val="DCE8ED"/>
            </a:solidFill>
            <a:ln w="0">
              <a:noFill/>
              <a:prstDash val="solid"/>
            </a:ln>
          </p:spPr>
        </p:sp>
        <p:sp>
          <p:nvSpPr>
            <p:cNvPr id="2824" name="four:temporal-output:rotated-tᵢ-cell-43:2824">
              <a:extLst>
                <a:ext uri="{FF2B5EF4-FFF2-40B4-BE49-F238E27FC236}">
                  <ns2:creationId id="{41FDF149-E622-4F3E-B81B-7723E344E703}"/>
                </a:ext>
              </a:extLst>
            </p:cNvPr>
            <p:cNvSpPr>
              <a:spLocks noGrp="1"/>
            </p:cNvSpPr>
            <p:nvPr/>
          </p:nvSpPr>
          <p:spPr>
            <a:xfrm>
              <a:off x="22659975" y="6900863"/>
              <a:ext cx="709613" cy="5953"/>
            </a:xfrm>
            <a:prstGeom prst="rect">
              <a:avLst/>
            </a:prstGeom>
            <a:solidFill>
              <a:srgbClr val="DCE8ED"/>
            </a:solidFill>
            <a:ln w="0">
              <a:noFill/>
              <a:prstDash val="solid"/>
            </a:ln>
          </p:spPr>
        </p:sp>
        <p:sp>
          <p:nvSpPr>
            <p:cNvPr id="2825" name="four:temporal-output:rotated-tᵢ-cell-44:2825">
              <a:extLst>
                <a:ext uri="{FF2B5EF4-FFF2-40B4-BE49-F238E27FC236}">
                  <ns2:creationId id="{15BD7BA5-8FA8-4B72-B829-4DE8DFE69E94}"/>
                </a:ext>
              </a:extLst>
            </p:cNvPr>
            <p:cNvSpPr>
              <a:spLocks noGrp="1"/>
            </p:cNvSpPr>
            <p:nvPr/>
          </p:nvSpPr>
          <p:spPr>
            <a:xfrm>
              <a:off x="22659975" y="6894909"/>
              <a:ext cx="709613" cy="5953"/>
            </a:xfrm>
            <a:prstGeom prst="rect">
              <a:avLst/>
            </a:prstGeom>
            <a:solidFill>
              <a:srgbClr val="DCE8ED"/>
            </a:solidFill>
            <a:ln w="0">
              <a:noFill/>
              <a:prstDash val="solid"/>
            </a:ln>
          </p:spPr>
        </p:sp>
        <p:sp>
          <p:nvSpPr>
            <p:cNvPr id="2826" name="four:temporal-output:rotated-tᵢ-cell-45:2826">
              <a:extLst>
                <a:ext uri="{FF2B5EF4-FFF2-40B4-BE49-F238E27FC236}">
                  <ns2:creationId id="{65E06477-04D9-43F7-8F9E-510D7E4A4E98}"/>
                </a:ext>
              </a:extLst>
            </p:cNvPr>
            <p:cNvSpPr>
              <a:spLocks noGrp="1"/>
            </p:cNvSpPr>
            <p:nvPr/>
          </p:nvSpPr>
          <p:spPr>
            <a:xfrm>
              <a:off x="22659975" y="6888956"/>
              <a:ext cx="709613" cy="5953"/>
            </a:xfrm>
            <a:prstGeom prst="rect">
              <a:avLst/>
            </a:prstGeom>
            <a:solidFill>
              <a:srgbClr val="DCE8ED"/>
            </a:solidFill>
            <a:ln w="0">
              <a:noFill/>
              <a:prstDash val="solid"/>
            </a:ln>
          </p:spPr>
        </p:sp>
        <p:sp>
          <p:nvSpPr>
            <p:cNvPr id="2827" name="four:temporal-output:rotated-tᵢ-cell-46:2827">
              <a:extLst>
                <a:ext uri="{FF2B5EF4-FFF2-40B4-BE49-F238E27FC236}">
                  <ns2:creationId id="{F1CD9F41-7AE8-45F2-8B51-5A0C955ED3DC}"/>
                </a:ext>
              </a:extLst>
            </p:cNvPr>
            <p:cNvSpPr>
              <a:spLocks noGrp="1"/>
            </p:cNvSpPr>
            <p:nvPr/>
          </p:nvSpPr>
          <p:spPr>
            <a:xfrm>
              <a:off x="22659975" y="6883003"/>
              <a:ext cx="709613" cy="5953"/>
            </a:xfrm>
            <a:prstGeom prst="rect">
              <a:avLst/>
            </a:prstGeom>
            <a:solidFill>
              <a:srgbClr val="DCE8ED"/>
            </a:solidFill>
            <a:ln w="0">
              <a:noFill/>
              <a:prstDash val="solid"/>
            </a:ln>
          </p:spPr>
        </p:sp>
        <p:sp>
          <p:nvSpPr>
            <p:cNvPr id="2828" name="four:temporal-output:rotated-tᵢ-cell-47:2828">
              <a:extLst>
                <a:ext uri="{FF2B5EF4-FFF2-40B4-BE49-F238E27FC236}">
                  <ns2:creationId id="{6509CAC6-131B-41C2-938A-A241D74CE55F}"/>
                </a:ext>
              </a:extLst>
            </p:cNvPr>
            <p:cNvSpPr>
              <a:spLocks noGrp="1"/>
            </p:cNvSpPr>
            <p:nvPr/>
          </p:nvSpPr>
          <p:spPr>
            <a:xfrm>
              <a:off x="22659975" y="6877050"/>
              <a:ext cx="709613" cy="5953"/>
            </a:xfrm>
            <a:prstGeom prst="rect">
              <a:avLst/>
            </a:prstGeom>
            <a:solidFill>
              <a:srgbClr val="DCE8ED"/>
            </a:solidFill>
            <a:ln w="0">
              <a:noFill/>
              <a:prstDash val="solid"/>
            </a:ln>
          </p:spPr>
        </p:sp>
        <p:sp>
          <p:nvSpPr>
            <p:cNvPr id="2829" name="four:temporal-output:rotated-tᵢ-cell-48:2829">
              <a:extLst>
                <a:ext uri="{FF2B5EF4-FFF2-40B4-BE49-F238E27FC236}">
                  <ns2:creationId id="{B3C5701B-EE9B-4F12-A20F-1CCFA5C925E6}"/>
                </a:ext>
              </a:extLst>
            </p:cNvPr>
            <p:cNvSpPr>
              <a:spLocks noGrp="1"/>
            </p:cNvSpPr>
            <p:nvPr/>
          </p:nvSpPr>
          <p:spPr>
            <a:xfrm>
              <a:off x="22659975" y="6871097"/>
              <a:ext cx="709613" cy="5953"/>
            </a:xfrm>
            <a:prstGeom prst="rect">
              <a:avLst/>
            </a:prstGeom>
            <a:solidFill>
              <a:srgbClr val="DCE8ED"/>
            </a:solidFill>
            <a:ln w="0">
              <a:noFill/>
              <a:prstDash val="solid"/>
            </a:ln>
          </p:spPr>
        </p:sp>
        <p:sp>
          <p:nvSpPr>
            <p:cNvPr id="2830" name="four:temporal-output:rotated-tᵢ-cell-49:2830">
              <a:extLst>
                <a:ext uri="{FF2B5EF4-FFF2-40B4-BE49-F238E27FC236}">
                  <ns2:creationId id="{B977EBD7-9334-47B1-8DF8-1694BC67011B}"/>
                </a:ext>
              </a:extLst>
            </p:cNvPr>
            <p:cNvSpPr>
              <a:spLocks noGrp="1"/>
            </p:cNvSpPr>
            <p:nvPr/>
          </p:nvSpPr>
          <p:spPr>
            <a:xfrm>
              <a:off x="22659975" y="6865144"/>
              <a:ext cx="709613" cy="5953"/>
            </a:xfrm>
            <a:prstGeom prst="rect">
              <a:avLst/>
            </a:prstGeom>
            <a:solidFill>
              <a:srgbClr val="DCE8ED"/>
            </a:solidFill>
            <a:ln w="0">
              <a:noFill/>
              <a:prstDash val="solid"/>
            </a:ln>
          </p:spPr>
        </p:sp>
        <p:sp>
          <p:nvSpPr>
            <p:cNvPr id="2831" name="four:temporal-output:rotated-tᵢ-cell-50:2831">
              <a:extLst>
                <a:ext uri="{FF2B5EF4-FFF2-40B4-BE49-F238E27FC236}">
                  <ns2:creationId id="{EED370F5-B214-44E4-8CFA-66C1F7765DD6}"/>
                </a:ext>
              </a:extLst>
            </p:cNvPr>
            <p:cNvSpPr>
              <a:spLocks noGrp="1"/>
            </p:cNvSpPr>
            <p:nvPr/>
          </p:nvSpPr>
          <p:spPr>
            <a:xfrm>
              <a:off x="22659975" y="6859191"/>
              <a:ext cx="709613" cy="5953"/>
            </a:xfrm>
            <a:prstGeom prst="rect">
              <a:avLst/>
            </a:prstGeom>
            <a:solidFill>
              <a:srgbClr val="DCE8ED"/>
            </a:solidFill>
            <a:ln w="0">
              <a:noFill/>
              <a:prstDash val="solid"/>
            </a:ln>
          </p:spPr>
        </p:sp>
        <p:sp>
          <p:nvSpPr>
            <p:cNvPr id="2832" name="four:temporal-output:rotated-tᵢ-cell-51:2832">
              <a:extLst>
                <a:ext uri="{FF2B5EF4-FFF2-40B4-BE49-F238E27FC236}">
                  <ns2:creationId id="{B38BF7E9-8AE9-4C31-B342-E2F5792BCCB0}"/>
                </a:ext>
              </a:extLst>
            </p:cNvPr>
            <p:cNvSpPr>
              <a:spLocks noGrp="1"/>
            </p:cNvSpPr>
            <p:nvPr/>
          </p:nvSpPr>
          <p:spPr>
            <a:xfrm>
              <a:off x="22659975" y="6853238"/>
              <a:ext cx="709613" cy="5953"/>
            </a:xfrm>
            <a:prstGeom prst="rect">
              <a:avLst/>
            </a:prstGeom>
            <a:solidFill>
              <a:srgbClr val="DCE8ED"/>
            </a:solidFill>
            <a:ln w="0">
              <a:noFill/>
              <a:prstDash val="solid"/>
            </a:ln>
          </p:spPr>
        </p:sp>
        <p:sp>
          <p:nvSpPr>
            <p:cNvPr id="2833" name="four:temporal-output:rotated-tᵢ-cell-52:2833">
              <a:extLst>
                <a:ext uri="{FF2B5EF4-FFF2-40B4-BE49-F238E27FC236}">
                  <ns2:creationId id="{0B2FA4FB-65E6-44A6-8EF2-FF08CC38A2D6}"/>
                </a:ext>
              </a:extLst>
            </p:cNvPr>
            <p:cNvSpPr>
              <a:spLocks noGrp="1"/>
            </p:cNvSpPr>
            <p:nvPr/>
          </p:nvSpPr>
          <p:spPr>
            <a:xfrm>
              <a:off x="22659975" y="6847284"/>
              <a:ext cx="709613" cy="5953"/>
            </a:xfrm>
            <a:prstGeom prst="rect">
              <a:avLst/>
            </a:prstGeom>
            <a:solidFill>
              <a:srgbClr val="DCE8ED"/>
            </a:solidFill>
            <a:ln w="0">
              <a:noFill/>
              <a:prstDash val="solid"/>
            </a:ln>
          </p:spPr>
        </p:sp>
        <p:sp>
          <p:nvSpPr>
            <p:cNvPr id="2834" name="four:temporal-output:rotated-tᵢ-cell-53:2834">
              <a:extLst>
                <a:ext uri="{FF2B5EF4-FFF2-40B4-BE49-F238E27FC236}">
                  <ns2:creationId id="{966867A7-DCF9-40FF-ACD4-DCF68555C386}"/>
                </a:ext>
              </a:extLst>
            </p:cNvPr>
            <p:cNvSpPr>
              <a:spLocks noGrp="1"/>
            </p:cNvSpPr>
            <p:nvPr/>
          </p:nvSpPr>
          <p:spPr>
            <a:xfrm>
              <a:off x="22659975" y="6841331"/>
              <a:ext cx="709613" cy="5953"/>
            </a:xfrm>
            <a:prstGeom prst="rect">
              <a:avLst/>
            </a:prstGeom>
            <a:solidFill>
              <a:srgbClr val="DCE8ED"/>
            </a:solidFill>
            <a:ln w="0">
              <a:noFill/>
              <a:prstDash val="solid"/>
            </a:ln>
          </p:spPr>
        </p:sp>
        <p:sp>
          <p:nvSpPr>
            <p:cNvPr id="2835" name="four:temporal-output:rotated-tᵢ-cell-54:2835">
              <a:extLst>
                <a:ext uri="{FF2B5EF4-FFF2-40B4-BE49-F238E27FC236}">
                  <ns2:creationId id="{84CBA934-AD10-444E-92B6-D82A9CE1A5FF}"/>
                </a:ext>
              </a:extLst>
            </p:cNvPr>
            <p:cNvSpPr>
              <a:spLocks noGrp="1"/>
            </p:cNvSpPr>
            <p:nvPr/>
          </p:nvSpPr>
          <p:spPr>
            <a:xfrm>
              <a:off x="22659975" y="6835378"/>
              <a:ext cx="709613" cy="5953"/>
            </a:xfrm>
            <a:prstGeom prst="rect">
              <a:avLst/>
            </a:prstGeom>
            <a:solidFill>
              <a:srgbClr val="DCE8ED"/>
            </a:solidFill>
            <a:ln w="0">
              <a:noFill/>
              <a:prstDash val="solid"/>
            </a:ln>
          </p:spPr>
        </p:sp>
        <p:sp>
          <p:nvSpPr>
            <p:cNvPr id="2836" name="four:temporal-output:rotated-tᵢ-cell-55:2836">
              <a:extLst>
                <a:ext uri="{FF2B5EF4-FFF2-40B4-BE49-F238E27FC236}">
                  <ns2:creationId id="{4403AC5E-8FA0-427E-8A84-C265F0F06DC8}"/>
                </a:ext>
              </a:extLst>
            </p:cNvPr>
            <p:cNvSpPr>
              <a:spLocks noGrp="1"/>
            </p:cNvSpPr>
            <p:nvPr/>
          </p:nvSpPr>
          <p:spPr>
            <a:xfrm>
              <a:off x="22659975" y="6829425"/>
              <a:ext cx="709613" cy="5953"/>
            </a:xfrm>
            <a:prstGeom prst="rect">
              <a:avLst/>
            </a:prstGeom>
            <a:solidFill>
              <a:srgbClr val="DBE7EC"/>
            </a:solidFill>
            <a:ln w="0">
              <a:noFill/>
              <a:prstDash val="solid"/>
            </a:ln>
          </p:spPr>
        </p:sp>
        <p:sp>
          <p:nvSpPr>
            <p:cNvPr id="2837" name="four:temporal-output:rotated-tᵢ-cell-56:2837">
              <a:extLst>
                <a:ext uri="{FF2B5EF4-FFF2-40B4-BE49-F238E27FC236}">
                  <ns2:creationId id="{DCD8C150-E36F-4475-884F-E2FC50F192D6}"/>
                </a:ext>
              </a:extLst>
            </p:cNvPr>
            <p:cNvSpPr>
              <a:spLocks noGrp="1"/>
            </p:cNvSpPr>
            <p:nvPr/>
          </p:nvSpPr>
          <p:spPr>
            <a:xfrm>
              <a:off x="22659975" y="6823472"/>
              <a:ext cx="709613" cy="5953"/>
            </a:xfrm>
            <a:prstGeom prst="rect">
              <a:avLst/>
            </a:prstGeom>
            <a:solidFill>
              <a:srgbClr val="D5DDE7"/>
            </a:solidFill>
            <a:ln w="0">
              <a:noFill/>
              <a:prstDash val="solid"/>
            </a:ln>
          </p:spPr>
        </p:sp>
        <p:sp>
          <p:nvSpPr>
            <p:cNvPr id="2838" name="four:temporal-output:rotated-tᵢ-cell-57:2838">
              <a:extLst>
                <a:ext uri="{FF2B5EF4-FFF2-40B4-BE49-F238E27FC236}">
                  <ns2:creationId id="{53D5B228-3BC8-48B9-AB35-C0161A919B9D}"/>
                </a:ext>
              </a:extLst>
            </p:cNvPr>
            <p:cNvSpPr>
              <a:spLocks noGrp="1"/>
            </p:cNvSpPr>
            <p:nvPr/>
          </p:nvSpPr>
          <p:spPr>
            <a:xfrm>
              <a:off x="22659975" y="6817519"/>
              <a:ext cx="709613" cy="5953"/>
            </a:xfrm>
            <a:prstGeom prst="rect">
              <a:avLst/>
            </a:prstGeom>
            <a:solidFill>
              <a:srgbClr val="A3D5CD"/>
            </a:solidFill>
            <a:ln w="0">
              <a:noFill/>
              <a:prstDash val="solid"/>
            </a:ln>
          </p:spPr>
        </p:sp>
        <p:sp>
          <p:nvSpPr>
            <p:cNvPr id="2839" name="four:temporal-output:rotated-tᵢ-cell-58:2839">
              <a:extLst>
                <a:ext uri="{FF2B5EF4-FFF2-40B4-BE49-F238E27FC236}">
                  <ns2:creationId id="{24D6B732-9AD6-4C66-A863-1C29038A3FB1}"/>
                </a:ext>
              </a:extLst>
            </p:cNvPr>
            <p:cNvSpPr>
              <a:spLocks noGrp="1"/>
            </p:cNvSpPr>
            <p:nvPr/>
          </p:nvSpPr>
          <p:spPr>
            <a:xfrm>
              <a:off x="22659975" y="6811566"/>
              <a:ext cx="709613" cy="5953"/>
            </a:xfrm>
            <a:prstGeom prst="rect">
              <a:avLst/>
            </a:prstGeom>
            <a:solidFill>
              <a:srgbClr val="7BC7B7"/>
            </a:solidFill>
            <a:ln w="0">
              <a:noFill/>
              <a:prstDash val="solid"/>
            </a:ln>
          </p:spPr>
        </p:sp>
        <p:sp>
          <p:nvSpPr>
            <p:cNvPr id="2840" name="four:temporal-output:rotated-tᵢ-cell-59:2840">
              <a:extLst>
                <a:ext uri="{FF2B5EF4-FFF2-40B4-BE49-F238E27FC236}">
                  <ns2:creationId id="{D6621404-A169-4525-85D5-67B809FF8F72}"/>
                </a:ext>
              </a:extLst>
            </p:cNvPr>
            <p:cNvSpPr>
              <a:spLocks noGrp="1"/>
            </p:cNvSpPr>
            <p:nvPr/>
          </p:nvSpPr>
          <p:spPr>
            <a:xfrm>
              <a:off x="22659975" y="6805613"/>
              <a:ext cx="709613" cy="5953"/>
            </a:xfrm>
            <a:prstGeom prst="rect">
              <a:avLst/>
            </a:prstGeom>
            <a:solidFill>
              <a:srgbClr val="50B9A0"/>
            </a:solidFill>
            <a:ln w="0">
              <a:noFill/>
              <a:prstDash val="solid"/>
            </a:ln>
          </p:spPr>
        </p:sp>
        <p:sp>
          <p:nvSpPr>
            <p:cNvPr id="2841" name="four:temporal-output:rotated-tᵢ-cell-60:2841">
              <a:extLst>
                <a:ext uri="{FF2B5EF4-FFF2-40B4-BE49-F238E27FC236}">
                  <ns2:creationId id="{5E36742C-378F-47BC-9E5B-56D7B96A4448}"/>
                </a:ext>
              </a:extLst>
            </p:cNvPr>
            <p:cNvSpPr>
              <a:spLocks noGrp="1"/>
            </p:cNvSpPr>
            <p:nvPr/>
          </p:nvSpPr>
          <p:spPr>
            <a:xfrm>
              <a:off x="22659975" y="6799659"/>
              <a:ext cx="709613" cy="5953"/>
            </a:xfrm>
            <a:prstGeom prst="rect">
              <a:avLst/>
            </a:prstGeom>
            <a:solidFill>
              <a:srgbClr val="2BAC8B"/>
            </a:solidFill>
            <a:ln w="0">
              <a:noFill/>
              <a:prstDash val="solid"/>
            </a:ln>
          </p:spPr>
        </p:sp>
        <p:sp>
          <p:nvSpPr>
            <p:cNvPr id="2842" name="four:temporal-output:rotated-tᵢ-cell-61:2842">
              <a:extLst>
                <a:ext uri="{FF2B5EF4-FFF2-40B4-BE49-F238E27FC236}">
                  <ns2:creationId id="{F7C980D3-9451-4BB0-8702-DD7400849F57}"/>
                </a:ext>
              </a:extLst>
            </p:cNvPr>
            <p:cNvSpPr>
              <a:spLocks noGrp="1"/>
            </p:cNvSpPr>
            <p:nvPr/>
          </p:nvSpPr>
          <p:spPr>
            <a:xfrm>
              <a:off x="22659975" y="6793706"/>
              <a:ext cx="709613" cy="5953"/>
            </a:xfrm>
            <a:prstGeom prst="rect">
              <a:avLst/>
            </a:prstGeom>
            <a:solidFill>
              <a:srgbClr val="0DA27A"/>
            </a:solidFill>
            <a:ln w="0">
              <a:noFill/>
              <a:prstDash val="solid"/>
            </a:ln>
          </p:spPr>
        </p:sp>
        <p:sp>
          <p:nvSpPr>
            <p:cNvPr id="2843" name="four:temporal-output:rotated-tᵢ-cell-62:2843">
              <a:extLst>
                <a:ext uri="{FF2B5EF4-FFF2-40B4-BE49-F238E27FC236}">
                  <ns2:creationId id="{AA84D93F-3235-44DB-9727-1BB9FB7856FE}"/>
                </a:ext>
              </a:extLst>
            </p:cNvPr>
            <p:cNvSpPr>
              <a:spLocks noGrp="1"/>
            </p:cNvSpPr>
            <p:nvPr/>
          </p:nvSpPr>
          <p:spPr>
            <a:xfrm>
              <a:off x="22659975" y="6787753"/>
              <a:ext cx="709613" cy="5953"/>
            </a:xfrm>
            <a:prstGeom prst="rect">
              <a:avLst/>
            </a:prstGeom>
            <a:solidFill>
              <a:srgbClr val="009E73"/>
            </a:solidFill>
            <a:ln w="0">
              <a:noFill/>
              <a:prstDash val="solid"/>
            </a:ln>
          </p:spPr>
        </p:sp>
        <p:sp>
          <p:nvSpPr>
            <p:cNvPr id="2844" name="four:temporal-output:rotated-tᵢ-cell-63:2844">
              <a:extLst>
                <a:ext uri="{FF2B5EF4-FFF2-40B4-BE49-F238E27FC236}">
                  <ns2:creationId id="{894A8145-473E-4F25-9081-B83A8BD62E43}"/>
                </a:ext>
              </a:extLst>
            </p:cNvPr>
            <p:cNvSpPr>
              <a:spLocks noGrp="1"/>
            </p:cNvSpPr>
            <p:nvPr/>
          </p:nvSpPr>
          <p:spPr>
            <a:xfrm>
              <a:off x="22659975" y="6781800"/>
              <a:ext cx="709613" cy="5953"/>
            </a:xfrm>
            <a:prstGeom prst="rect">
              <a:avLst/>
            </a:prstGeom>
            <a:solidFill>
              <a:srgbClr val="009E73"/>
            </a:solidFill>
            <a:ln w="0">
              <a:noFill/>
              <a:prstDash val="solid"/>
            </a:ln>
          </p:spPr>
        </p:sp>
        <p:sp>
          <p:nvSpPr>
            <p:cNvPr id="2845" name="four:temporal-output:rotated-tᵢ-cell-64:2845">
              <a:extLst>
                <a:ext uri="{FF2B5EF4-FFF2-40B4-BE49-F238E27FC236}">
                  <ns2:creationId id="{FFE01BD9-B32F-4FCD-BE40-5C8B4D7ED3C9}"/>
                </a:ext>
              </a:extLst>
            </p:cNvPr>
            <p:cNvSpPr>
              <a:spLocks noGrp="1"/>
            </p:cNvSpPr>
            <p:nvPr/>
          </p:nvSpPr>
          <p:spPr>
            <a:xfrm>
              <a:off x="22659975" y="6775847"/>
              <a:ext cx="709613" cy="5953"/>
            </a:xfrm>
            <a:prstGeom prst="rect">
              <a:avLst/>
            </a:prstGeom>
            <a:solidFill>
              <a:srgbClr val="009E73"/>
            </a:solidFill>
            <a:ln w="0">
              <a:noFill/>
              <a:prstDash val="solid"/>
            </a:ln>
          </p:spPr>
        </p:sp>
        <p:sp>
          <p:nvSpPr>
            <p:cNvPr id="2846" name="four:temporal-output:rotated-tᵢ-cell-65:2846">
              <a:extLst>
                <a:ext uri="{FF2B5EF4-FFF2-40B4-BE49-F238E27FC236}">
                  <ns2:creationId id="{D57D256C-B988-4103-8D9C-EC73B9789AE1}"/>
                </a:ext>
              </a:extLst>
            </p:cNvPr>
            <p:cNvSpPr>
              <a:spLocks noGrp="1"/>
            </p:cNvSpPr>
            <p:nvPr/>
          </p:nvSpPr>
          <p:spPr>
            <a:xfrm>
              <a:off x="22659975" y="6769894"/>
              <a:ext cx="709613" cy="5953"/>
            </a:xfrm>
            <a:prstGeom prst="rect">
              <a:avLst/>
            </a:prstGeom>
            <a:solidFill>
              <a:srgbClr val="009E73"/>
            </a:solidFill>
            <a:ln w="0">
              <a:noFill/>
              <a:prstDash val="solid"/>
            </a:ln>
          </p:spPr>
        </p:sp>
        <p:sp>
          <p:nvSpPr>
            <p:cNvPr id="2847" name="four:temporal-output:rotated-tᵢ-cell-66:2847">
              <a:extLst>
                <a:ext uri="{FF2B5EF4-FFF2-40B4-BE49-F238E27FC236}">
                  <ns2:creationId id="{B8DB6767-35D3-4C2B-97A0-E710505E54D9}"/>
                </a:ext>
              </a:extLst>
            </p:cNvPr>
            <p:cNvSpPr>
              <a:spLocks noGrp="1"/>
            </p:cNvSpPr>
            <p:nvPr/>
          </p:nvSpPr>
          <p:spPr>
            <a:xfrm>
              <a:off x="22659975" y="6763941"/>
              <a:ext cx="709613" cy="5953"/>
            </a:xfrm>
            <a:prstGeom prst="rect">
              <a:avLst/>
            </a:prstGeom>
            <a:solidFill>
              <a:srgbClr val="009E73"/>
            </a:solidFill>
            <a:ln w="0">
              <a:noFill/>
              <a:prstDash val="solid"/>
            </a:ln>
          </p:spPr>
        </p:sp>
        <p:sp>
          <p:nvSpPr>
            <p:cNvPr id="2848" name="four:temporal-output:rotated-tᵢ-cell-67:2848">
              <a:extLst>
                <a:ext uri="{FF2B5EF4-FFF2-40B4-BE49-F238E27FC236}">
                  <ns2:creationId id="{F01B647D-9C95-438D-BA7E-6BDDDBC5BA66}"/>
                </a:ext>
              </a:extLst>
            </p:cNvPr>
            <p:cNvSpPr>
              <a:spLocks noGrp="1"/>
            </p:cNvSpPr>
            <p:nvPr/>
          </p:nvSpPr>
          <p:spPr>
            <a:xfrm>
              <a:off x="22659975" y="6757988"/>
              <a:ext cx="709613" cy="5953"/>
            </a:xfrm>
            <a:prstGeom prst="rect">
              <a:avLst/>
            </a:prstGeom>
            <a:solidFill>
              <a:srgbClr val="009E73"/>
            </a:solidFill>
            <a:ln w="0">
              <a:noFill/>
              <a:prstDash val="solid"/>
            </a:ln>
          </p:spPr>
        </p:sp>
        <p:sp>
          <p:nvSpPr>
            <p:cNvPr id="2849" name="four:temporal-output:rotated-tᵢ-cell-68:2849">
              <a:extLst>
                <a:ext uri="{FF2B5EF4-FFF2-40B4-BE49-F238E27FC236}">
                  <ns2:creationId id="{1F557938-2836-4851-9841-33801B7E59FE}"/>
                </a:ext>
              </a:extLst>
            </p:cNvPr>
            <p:cNvSpPr>
              <a:spLocks noGrp="1"/>
            </p:cNvSpPr>
            <p:nvPr/>
          </p:nvSpPr>
          <p:spPr>
            <a:xfrm>
              <a:off x="22659975" y="6752034"/>
              <a:ext cx="709613" cy="5953"/>
            </a:xfrm>
            <a:prstGeom prst="rect">
              <a:avLst/>
            </a:prstGeom>
            <a:solidFill>
              <a:srgbClr val="009E73"/>
            </a:solidFill>
            <a:ln w="0">
              <a:noFill/>
              <a:prstDash val="solid"/>
            </a:ln>
          </p:spPr>
        </p:sp>
        <p:sp>
          <p:nvSpPr>
            <p:cNvPr id="2850" name="four:temporal-output:rotated-tᵢ-cell-69:2850">
              <a:extLst>
                <a:ext uri="{FF2B5EF4-FFF2-40B4-BE49-F238E27FC236}">
                  <ns2:creationId id="{F33C4658-8166-42D6-9873-080AE57D86BA}"/>
                </a:ext>
              </a:extLst>
            </p:cNvPr>
            <p:cNvSpPr>
              <a:spLocks noGrp="1"/>
            </p:cNvSpPr>
            <p:nvPr/>
          </p:nvSpPr>
          <p:spPr>
            <a:xfrm>
              <a:off x="22659975" y="6746081"/>
              <a:ext cx="709613" cy="5953"/>
            </a:xfrm>
            <a:prstGeom prst="rect">
              <a:avLst/>
            </a:prstGeom>
            <a:solidFill>
              <a:srgbClr val="009E73"/>
            </a:solidFill>
            <a:ln w="0">
              <a:noFill/>
              <a:prstDash val="solid"/>
            </a:ln>
          </p:spPr>
        </p:sp>
        <p:sp>
          <p:nvSpPr>
            <p:cNvPr id="2851" name="four:temporal-output:rotated-tᵢ-cell-70:2851">
              <a:extLst>
                <a:ext uri="{FF2B5EF4-FFF2-40B4-BE49-F238E27FC236}">
                  <ns2:creationId id="{3FAEDD3C-FABE-4B5D-A75C-1695F2577756}"/>
                </a:ext>
              </a:extLst>
            </p:cNvPr>
            <p:cNvSpPr>
              <a:spLocks noGrp="1"/>
            </p:cNvSpPr>
            <p:nvPr/>
          </p:nvSpPr>
          <p:spPr>
            <a:xfrm>
              <a:off x="22659975" y="6740128"/>
              <a:ext cx="709613" cy="5953"/>
            </a:xfrm>
            <a:prstGeom prst="rect">
              <a:avLst/>
            </a:prstGeom>
            <a:solidFill>
              <a:srgbClr val="009E73"/>
            </a:solidFill>
            <a:ln w="0">
              <a:noFill/>
              <a:prstDash val="solid"/>
            </a:ln>
          </p:spPr>
        </p:sp>
        <p:sp>
          <p:nvSpPr>
            <p:cNvPr id="2852" name="four:temporal-output:rotated-tᵢ-cell-71:2852">
              <a:extLst>
                <a:ext uri="{FF2B5EF4-FFF2-40B4-BE49-F238E27FC236}">
                  <ns2:creationId id="{EF80133C-D870-4568-877E-31C1FD12B4BE}"/>
                </a:ext>
              </a:extLst>
            </p:cNvPr>
            <p:cNvSpPr>
              <a:spLocks noGrp="1"/>
            </p:cNvSpPr>
            <p:nvPr/>
          </p:nvSpPr>
          <p:spPr>
            <a:xfrm>
              <a:off x="22659975" y="6734175"/>
              <a:ext cx="709613" cy="5953"/>
            </a:xfrm>
            <a:prstGeom prst="rect">
              <a:avLst/>
            </a:prstGeom>
            <a:solidFill>
              <a:srgbClr val="009E73"/>
            </a:solidFill>
            <a:ln w="0">
              <a:noFill/>
              <a:prstDash val="solid"/>
            </a:ln>
          </p:spPr>
        </p:sp>
        <p:sp>
          <p:nvSpPr>
            <p:cNvPr id="2853" name="four:temporal-output:rotated-tᵢ-cell-72:2853">
              <a:extLst>
                <a:ext uri="{FF2B5EF4-FFF2-40B4-BE49-F238E27FC236}">
                  <ns2:creationId id="{0DC173D8-29E0-4F01-BB1A-A2D0B1CCB313}"/>
                </a:ext>
              </a:extLst>
            </p:cNvPr>
            <p:cNvSpPr>
              <a:spLocks noGrp="1"/>
            </p:cNvSpPr>
            <p:nvPr/>
          </p:nvSpPr>
          <p:spPr>
            <a:xfrm>
              <a:off x="22659975" y="6728222"/>
              <a:ext cx="709613" cy="5953"/>
            </a:xfrm>
            <a:prstGeom prst="rect">
              <a:avLst/>
            </a:prstGeom>
            <a:solidFill>
              <a:srgbClr val="009E73"/>
            </a:solidFill>
            <a:ln w="0">
              <a:noFill/>
              <a:prstDash val="solid"/>
            </a:ln>
          </p:spPr>
        </p:sp>
        <p:sp>
          <p:nvSpPr>
            <p:cNvPr id="2854" name="four:temporal-output:rotated-tᵢ-cell-73:2854">
              <a:extLst>
                <a:ext uri="{FF2B5EF4-FFF2-40B4-BE49-F238E27FC236}">
                  <ns2:creationId id="{8F61D37F-B84B-4C6B-B2AC-5B8B3CBCCD3E}"/>
                </a:ext>
              </a:extLst>
            </p:cNvPr>
            <p:cNvSpPr>
              <a:spLocks noGrp="1"/>
            </p:cNvSpPr>
            <p:nvPr/>
          </p:nvSpPr>
          <p:spPr>
            <a:xfrm>
              <a:off x="22659975" y="6722269"/>
              <a:ext cx="709613" cy="5953"/>
            </a:xfrm>
            <a:prstGeom prst="rect">
              <a:avLst/>
            </a:prstGeom>
            <a:solidFill>
              <a:srgbClr val="009E73"/>
            </a:solidFill>
            <a:ln w="0">
              <a:noFill/>
              <a:prstDash val="solid"/>
            </a:ln>
          </p:spPr>
        </p:sp>
        <p:sp>
          <p:nvSpPr>
            <p:cNvPr id="2855" name="four:temporal-output:rotated-tᵢ-cell-74:2855">
              <a:extLst>
                <a:ext uri="{FF2B5EF4-FFF2-40B4-BE49-F238E27FC236}">
                  <ns2:creationId id="{D759F919-A29A-46E8-AC60-E5B2B2AA8CCB}"/>
                </a:ext>
              </a:extLst>
            </p:cNvPr>
            <p:cNvSpPr>
              <a:spLocks noGrp="1"/>
            </p:cNvSpPr>
            <p:nvPr/>
          </p:nvSpPr>
          <p:spPr>
            <a:xfrm>
              <a:off x="22659975" y="6716316"/>
              <a:ext cx="709613" cy="5953"/>
            </a:xfrm>
            <a:prstGeom prst="rect">
              <a:avLst/>
            </a:prstGeom>
            <a:solidFill>
              <a:srgbClr val="009E73"/>
            </a:solidFill>
            <a:ln w="0">
              <a:noFill/>
              <a:prstDash val="solid"/>
            </a:ln>
          </p:spPr>
        </p:sp>
        <p:sp>
          <p:nvSpPr>
            <p:cNvPr id="2856" name="four:temporal-output:rotated-tᵢ-cell-75:2856">
              <a:extLst>
                <a:ext uri="{FF2B5EF4-FFF2-40B4-BE49-F238E27FC236}">
                  <ns2:creationId id="{7AC9E7B4-DCA6-48AB-BE2F-6AEA10E5082C}"/>
                </a:ext>
              </a:extLst>
            </p:cNvPr>
            <p:cNvSpPr>
              <a:spLocks noGrp="1"/>
            </p:cNvSpPr>
            <p:nvPr/>
          </p:nvSpPr>
          <p:spPr>
            <a:xfrm>
              <a:off x="22659975" y="6710363"/>
              <a:ext cx="709613" cy="5953"/>
            </a:xfrm>
            <a:prstGeom prst="rect">
              <a:avLst/>
            </a:prstGeom>
            <a:solidFill>
              <a:srgbClr val="009E73"/>
            </a:solidFill>
            <a:ln w="0">
              <a:noFill/>
              <a:prstDash val="solid"/>
            </a:ln>
          </p:spPr>
        </p:sp>
        <p:sp>
          <p:nvSpPr>
            <p:cNvPr id="2857" name="four:temporal-output:rotated-tᵢ-cell-76:2857">
              <a:extLst>
                <a:ext uri="{FF2B5EF4-FFF2-40B4-BE49-F238E27FC236}">
                  <ns2:creationId id="{3B7468E8-4C61-4D8C-9F6B-7BD78D6784E8}"/>
                </a:ext>
              </a:extLst>
            </p:cNvPr>
            <p:cNvSpPr>
              <a:spLocks noGrp="1"/>
            </p:cNvSpPr>
            <p:nvPr/>
          </p:nvSpPr>
          <p:spPr>
            <a:xfrm>
              <a:off x="22659975" y="6704409"/>
              <a:ext cx="709613" cy="5953"/>
            </a:xfrm>
            <a:prstGeom prst="rect">
              <a:avLst/>
            </a:prstGeom>
            <a:solidFill>
              <a:srgbClr val="009E73"/>
            </a:solidFill>
            <a:ln w="0">
              <a:noFill/>
              <a:prstDash val="solid"/>
            </a:ln>
          </p:spPr>
        </p:sp>
        <p:sp>
          <p:nvSpPr>
            <p:cNvPr id="2858" name="four:temporal-output:rotated-tᵢ-cell-77:2858">
              <a:extLst>
                <a:ext uri="{FF2B5EF4-FFF2-40B4-BE49-F238E27FC236}">
                  <ns2:creationId id="{30ED2C48-8BFD-4676-ADF0-4C77CDA72163}"/>
                </a:ext>
              </a:extLst>
            </p:cNvPr>
            <p:cNvSpPr>
              <a:spLocks noGrp="1"/>
            </p:cNvSpPr>
            <p:nvPr/>
          </p:nvSpPr>
          <p:spPr>
            <a:xfrm>
              <a:off x="22659975" y="6698456"/>
              <a:ext cx="709613" cy="5953"/>
            </a:xfrm>
            <a:prstGeom prst="rect">
              <a:avLst/>
            </a:prstGeom>
            <a:solidFill>
              <a:srgbClr val="009E73"/>
            </a:solidFill>
            <a:ln w="0">
              <a:noFill/>
              <a:prstDash val="solid"/>
            </a:ln>
          </p:spPr>
        </p:sp>
        <p:sp>
          <p:nvSpPr>
            <p:cNvPr id="2859" name="four:temporal-output:rotated-tᵢ-cell-78:2859">
              <a:extLst>
                <a:ext uri="{FF2B5EF4-FFF2-40B4-BE49-F238E27FC236}">
                  <ns2:creationId id="{CB3414D6-0F6E-45EA-B270-82F647678B7E}"/>
                </a:ext>
              </a:extLst>
            </p:cNvPr>
            <p:cNvSpPr>
              <a:spLocks noGrp="1"/>
            </p:cNvSpPr>
            <p:nvPr/>
          </p:nvSpPr>
          <p:spPr>
            <a:xfrm>
              <a:off x="22659975" y="6692503"/>
              <a:ext cx="709613" cy="5953"/>
            </a:xfrm>
            <a:prstGeom prst="rect">
              <a:avLst/>
            </a:prstGeom>
            <a:solidFill>
              <a:srgbClr val="009E73"/>
            </a:solidFill>
            <a:ln w="0">
              <a:noFill/>
              <a:prstDash val="solid"/>
            </a:ln>
          </p:spPr>
        </p:sp>
        <p:sp>
          <p:nvSpPr>
            <p:cNvPr id="2860" name="four:temporal-output:rotated-tᵢ-cell-79:2860">
              <a:extLst>
                <a:ext uri="{FF2B5EF4-FFF2-40B4-BE49-F238E27FC236}">
                  <ns2:creationId id="{1FF979AD-0AFD-4D64-95E0-C00BBD5B65B1}"/>
                </a:ext>
              </a:extLst>
            </p:cNvPr>
            <p:cNvSpPr>
              <a:spLocks noGrp="1"/>
            </p:cNvSpPr>
            <p:nvPr/>
          </p:nvSpPr>
          <p:spPr>
            <a:xfrm>
              <a:off x="22659975" y="6686550"/>
              <a:ext cx="709613" cy="5953"/>
            </a:xfrm>
            <a:prstGeom prst="rect">
              <a:avLst/>
            </a:prstGeom>
            <a:solidFill>
              <a:srgbClr val="029F74"/>
            </a:solidFill>
            <a:ln w="0">
              <a:noFill/>
              <a:prstDash val="solid"/>
            </a:ln>
          </p:spPr>
        </p:sp>
        <p:sp>
          <p:nvSpPr>
            <p:cNvPr id="2861" name="four:temporal-output:rotated-tᵢ-cell-80:2861">
              <a:extLst>
                <a:ext uri="{FF2B5EF4-FFF2-40B4-BE49-F238E27FC236}">
                  <ns2:creationId id="{B2375F21-0F57-4E8A-AF93-C9C14E5384C5}"/>
                </a:ext>
              </a:extLst>
            </p:cNvPr>
            <p:cNvSpPr>
              <a:spLocks noGrp="1"/>
            </p:cNvSpPr>
            <p:nvPr/>
          </p:nvSpPr>
          <p:spPr>
            <a:xfrm>
              <a:off x="22659975" y="6680597"/>
              <a:ext cx="709613" cy="5953"/>
            </a:xfrm>
            <a:prstGeom prst="rect">
              <a:avLst/>
            </a:prstGeom>
            <a:solidFill>
              <a:srgbClr val="0EA37B"/>
            </a:solidFill>
            <a:ln w="0">
              <a:noFill/>
              <a:prstDash val="solid"/>
            </a:ln>
          </p:spPr>
        </p:sp>
        <p:sp>
          <p:nvSpPr>
            <p:cNvPr id="2862" name="four:temporal-output:rotated-tᵢ-cell-81:2862">
              <a:extLst>
                <a:ext uri="{FF2B5EF4-FFF2-40B4-BE49-F238E27FC236}">
                  <ns2:creationId id="{8149726D-9F10-47A9-A8EA-25F548391605}"/>
                </a:ext>
              </a:extLst>
            </p:cNvPr>
            <p:cNvSpPr>
              <a:spLocks noGrp="1"/>
            </p:cNvSpPr>
            <p:nvPr/>
          </p:nvSpPr>
          <p:spPr>
            <a:xfrm>
              <a:off x="22659975" y="6674644"/>
              <a:ext cx="709613" cy="5953"/>
            </a:xfrm>
            <a:prstGeom prst="rect">
              <a:avLst/>
            </a:prstGeom>
            <a:solidFill>
              <a:srgbClr val="21A985"/>
            </a:solidFill>
            <a:ln w="0">
              <a:noFill/>
              <a:prstDash val="solid"/>
            </a:ln>
          </p:spPr>
        </p:sp>
        <p:sp>
          <p:nvSpPr>
            <p:cNvPr id="2863" name="four:temporal-output:rotated-tᵢ-cell-82:2863">
              <a:extLst>
                <a:ext uri="{FF2B5EF4-FFF2-40B4-BE49-F238E27FC236}">
                  <ns2:creationId id="{534575C5-A402-4A71-A009-E3490B950874}"/>
                </a:ext>
              </a:extLst>
            </p:cNvPr>
            <p:cNvSpPr>
              <a:spLocks noGrp="1"/>
            </p:cNvSpPr>
            <p:nvPr/>
          </p:nvSpPr>
          <p:spPr>
            <a:xfrm>
              <a:off x="22659975" y="6668691"/>
              <a:ext cx="709613" cy="5953"/>
            </a:xfrm>
            <a:prstGeom prst="rect">
              <a:avLst/>
            </a:prstGeom>
            <a:solidFill>
              <a:srgbClr val="39B193"/>
            </a:solidFill>
            <a:ln w="0">
              <a:noFill/>
              <a:prstDash val="solid"/>
            </a:ln>
          </p:spPr>
        </p:sp>
        <p:sp>
          <p:nvSpPr>
            <p:cNvPr id="2864" name="four:temporal-output:rotated-tᵢ-cell-83:2864">
              <a:extLst>
                <a:ext uri="{FF2B5EF4-FFF2-40B4-BE49-F238E27FC236}">
                  <ns2:creationId id="{F08E1E59-ACB0-4F81-B688-05F734B4DCA6}"/>
                </a:ext>
              </a:extLst>
            </p:cNvPr>
            <p:cNvSpPr>
              <a:spLocks noGrp="1"/>
            </p:cNvSpPr>
            <p:nvPr/>
          </p:nvSpPr>
          <p:spPr>
            <a:xfrm>
              <a:off x="22659975" y="6662738"/>
              <a:ext cx="709613" cy="5953"/>
            </a:xfrm>
            <a:prstGeom prst="rect">
              <a:avLst/>
            </a:prstGeom>
            <a:solidFill>
              <a:srgbClr val="53BAA1"/>
            </a:solidFill>
            <a:ln w="0">
              <a:noFill/>
              <a:prstDash val="solid"/>
            </a:ln>
          </p:spPr>
        </p:sp>
        <p:sp>
          <p:nvSpPr>
            <p:cNvPr id="2865" name="four:temporal-output:rotated-tᵢ-cell-84:2865">
              <a:extLst>
                <a:ext uri="{FF2B5EF4-FFF2-40B4-BE49-F238E27FC236}">
                  <ns2:creationId id="{B5A8A0B3-1441-48A8-AA91-18DB7E9E114F}"/>
                </a:ext>
              </a:extLst>
            </p:cNvPr>
            <p:cNvSpPr>
              <a:spLocks noGrp="1"/>
            </p:cNvSpPr>
            <p:nvPr/>
          </p:nvSpPr>
          <p:spPr>
            <a:xfrm>
              <a:off x="22659975" y="6656784"/>
              <a:ext cx="709613" cy="5953"/>
            </a:xfrm>
            <a:prstGeom prst="rect">
              <a:avLst/>
            </a:prstGeom>
            <a:solidFill>
              <a:srgbClr val="67C1AC"/>
            </a:solidFill>
            <a:ln w="0">
              <a:noFill/>
              <a:prstDash val="solid"/>
            </a:ln>
          </p:spPr>
        </p:sp>
        <p:sp>
          <p:nvSpPr>
            <p:cNvPr id="2866" name="four:temporal-output:rotated-tᵢ-cell-85:2866">
              <a:extLst>
                <a:ext uri="{FF2B5EF4-FFF2-40B4-BE49-F238E27FC236}">
                  <ns2:creationId id="{7AA0551B-D2D0-4AE8-8575-D2A8F52EE47D}"/>
                </a:ext>
              </a:extLst>
            </p:cNvPr>
            <p:cNvSpPr>
              <a:spLocks noGrp="1"/>
            </p:cNvSpPr>
            <p:nvPr/>
          </p:nvSpPr>
          <p:spPr>
            <a:xfrm>
              <a:off x="22659975" y="6650831"/>
              <a:ext cx="709613" cy="5953"/>
            </a:xfrm>
            <a:prstGeom prst="rect">
              <a:avLst/>
            </a:prstGeom>
            <a:solidFill>
              <a:srgbClr val="79C7B6"/>
            </a:solidFill>
            <a:ln w="0">
              <a:noFill/>
              <a:prstDash val="solid"/>
            </a:ln>
          </p:spPr>
        </p:sp>
        <p:sp>
          <p:nvSpPr>
            <p:cNvPr id="2867" name="four:temporal-output:rotated-tᵢ-cell-86:2867">
              <a:extLst>
                <a:ext uri="{FF2B5EF4-FFF2-40B4-BE49-F238E27FC236}">
                  <ns2:creationId id="{16F481EE-17C6-4C45-8FDA-A748FAA6A70B}"/>
                </a:ext>
              </a:extLst>
            </p:cNvPr>
            <p:cNvSpPr>
              <a:spLocks noGrp="1"/>
            </p:cNvSpPr>
            <p:nvPr/>
          </p:nvSpPr>
          <p:spPr>
            <a:xfrm>
              <a:off x="22659975" y="6644878"/>
              <a:ext cx="709613" cy="5953"/>
            </a:xfrm>
            <a:prstGeom prst="rect">
              <a:avLst/>
            </a:prstGeom>
            <a:solidFill>
              <a:srgbClr val="81C9BA"/>
            </a:solidFill>
            <a:ln w="0">
              <a:noFill/>
              <a:prstDash val="solid"/>
            </a:ln>
          </p:spPr>
        </p:sp>
        <p:sp>
          <p:nvSpPr>
            <p:cNvPr id="2868" name="four:temporal-output:rotated-tᵢ-cell-87:2868">
              <a:extLst>
                <a:ext uri="{FF2B5EF4-FFF2-40B4-BE49-F238E27FC236}">
                  <ns2:creationId id="{5DDA8062-EC2C-473F-AB5F-4153D4DD9E6E}"/>
                </a:ext>
              </a:extLst>
            </p:cNvPr>
            <p:cNvSpPr>
              <a:spLocks noGrp="1"/>
            </p:cNvSpPr>
            <p:nvPr/>
          </p:nvSpPr>
          <p:spPr>
            <a:xfrm>
              <a:off x="22659975" y="6638925"/>
              <a:ext cx="709613" cy="5953"/>
            </a:xfrm>
            <a:prstGeom prst="rect">
              <a:avLst/>
            </a:prstGeom>
            <a:solidFill>
              <a:srgbClr val="81C9BA"/>
            </a:solidFill>
            <a:ln w="0">
              <a:noFill/>
              <a:prstDash val="solid"/>
            </a:ln>
          </p:spPr>
        </p:sp>
        <p:sp>
          <p:nvSpPr>
            <p:cNvPr id="2869" name="four:temporal-output:rotated-tᵢ-cell-88:2869">
              <a:extLst>
                <a:ext uri="{FF2B5EF4-FFF2-40B4-BE49-F238E27FC236}">
                  <ns2:creationId id="{49A7E932-83B8-466B-B3FF-CDD83AF6454B}"/>
                </a:ext>
              </a:extLst>
            </p:cNvPr>
            <p:cNvSpPr>
              <a:spLocks noGrp="1"/>
            </p:cNvSpPr>
            <p:nvPr/>
          </p:nvSpPr>
          <p:spPr>
            <a:xfrm>
              <a:off x="22659975" y="6632972"/>
              <a:ext cx="709613" cy="5953"/>
            </a:xfrm>
            <a:prstGeom prst="rect">
              <a:avLst/>
            </a:prstGeom>
            <a:solidFill>
              <a:srgbClr val="81C9BA"/>
            </a:solidFill>
            <a:ln w="0">
              <a:noFill/>
              <a:prstDash val="solid"/>
            </a:ln>
          </p:spPr>
        </p:sp>
        <p:sp>
          <p:nvSpPr>
            <p:cNvPr id="2870" name="four:temporal-output:rotated-tᵢ-cell-89:2870">
              <a:extLst>
                <a:ext uri="{FF2B5EF4-FFF2-40B4-BE49-F238E27FC236}">
                  <ns2:creationId id="{105DEBD7-CD1F-445F-A5F6-2EAB7F02B9F1}"/>
                </a:ext>
              </a:extLst>
            </p:cNvPr>
            <p:cNvSpPr>
              <a:spLocks noGrp="1"/>
            </p:cNvSpPr>
            <p:nvPr/>
          </p:nvSpPr>
          <p:spPr>
            <a:xfrm>
              <a:off x="22659975" y="6627019"/>
              <a:ext cx="709613" cy="5953"/>
            </a:xfrm>
            <a:prstGeom prst="rect">
              <a:avLst/>
            </a:prstGeom>
            <a:solidFill>
              <a:srgbClr val="81C9BA"/>
            </a:solidFill>
            <a:ln w="0">
              <a:noFill/>
              <a:prstDash val="solid"/>
            </a:ln>
          </p:spPr>
        </p:sp>
        <p:sp>
          <p:nvSpPr>
            <p:cNvPr id="2871" name="four:temporal-output:rotated-tᵢ-cell-90:2871">
              <a:extLst>
                <a:ext uri="{FF2B5EF4-FFF2-40B4-BE49-F238E27FC236}">
                  <ns2:creationId id="{3816FD44-4597-4D5A-8DD1-AA249EBF13C8}"/>
                </a:ext>
              </a:extLst>
            </p:cNvPr>
            <p:cNvSpPr>
              <a:spLocks noGrp="1"/>
            </p:cNvSpPr>
            <p:nvPr/>
          </p:nvSpPr>
          <p:spPr>
            <a:xfrm>
              <a:off x="22659975" y="6621066"/>
              <a:ext cx="709613" cy="5953"/>
            </a:xfrm>
            <a:prstGeom prst="rect">
              <a:avLst/>
            </a:prstGeom>
            <a:solidFill>
              <a:srgbClr val="81C9BA"/>
            </a:solidFill>
            <a:ln w="0">
              <a:noFill/>
              <a:prstDash val="solid"/>
            </a:ln>
          </p:spPr>
        </p:sp>
        <p:sp>
          <p:nvSpPr>
            <p:cNvPr id="2872" name="four:temporal-output:rotated-tᵢ-cell-91:2872">
              <a:extLst>
                <a:ext uri="{FF2B5EF4-FFF2-40B4-BE49-F238E27FC236}">
                  <ns2:creationId id="{A8377881-746A-4B0C-AB13-7FBAC01EB3C7}"/>
                </a:ext>
              </a:extLst>
            </p:cNvPr>
            <p:cNvSpPr>
              <a:spLocks noGrp="1"/>
            </p:cNvSpPr>
            <p:nvPr/>
          </p:nvSpPr>
          <p:spPr>
            <a:xfrm>
              <a:off x="22659975" y="6615113"/>
              <a:ext cx="709613" cy="5953"/>
            </a:xfrm>
            <a:prstGeom prst="rect">
              <a:avLst/>
            </a:prstGeom>
            <a:solidFill>
              <a:srgbClr val="81C9BA"/>
            </a:solidFill>
            <a:ln w="0">
              <a:noFill/>
              <a:prstDash val="solid"/>
            </a:ln>
          </p:spPr>
        </p:sp>
        <p:sp>
          <p:nvSpPr>
            <p:cNvPr id="2873" name="four:temporal-output:rotated-tᵢ-cell-92:2873">
              <a:extLst>
                <a:ext uri="{FF2B5EF4-FFF2-40B4-BE49-F238E27FC236}">
                  <ns2:creationId id="{DDC6FEDE-D4BC-48C8-8A4E-9C7C48F7C661}"/>
                </a:ext>
              </a:extLst>
            </p:cNvPr>
            <p:cNvSpPr>
              <a:spLocks noGrp="1"/>
            </p:cNvSpPr>
            <p:nvPr/>
          </p:nvSpPr>
          <p:spPr>
            <a:xfrm>
              <a:off x="22659975" y="6609159"/>
              <a:ext cx="709613" cy="5953"/>
            </a:xfrm>
            <a:prstGeom prst="rect">
              <a:avLst/>
            </a:prstGeom>
            <a:solidFill>
              <a:srgbClr val="81C9BA"/>
            </a:solidFill>
            <a:ln w="0">
              <a:noFill/>
              <a:prstDash val="solid"/>
            </a:ln>
          </p:spPr>
        </p:sp>
        <p:sp>
          <p:nvSpPr>
            <p:cNvPr id="2874" name="four:temporal-output:rotated-tᵢ-cell-93:2874">
              <a:extLst>
                <a:ext uri="{FF2B5EF4-FFF2-40B4-BE49-F238E27FC236}">
                  <ns2:creationId id="{C7869F20-4E00-431F-94FD-6F0B122B8598}"/>
                </a:ext>
              </a:extLst>
            </p:cNvPr>
            <p:cNvSpPr>
              <a:spLocks noGrp="1"/>
            </p:cNvSpPr>
            <p:nvPr/>
          </p:nvSpPr>
          <p:spPr>
            <a:xfrm>
              <a:off x="22659975" y="6603206"/>
              <a:ext cx="709613" cy="5953"/>
            </a:xfrm>
            <a:prstGeom prst="rect">
              <a:avLst/>
            </a:prstGeom>
            <a:solidFill>
              <a:srgbClr val="81C9BA"/>
            </a:solidFill>
            <a:ln w="0">
              <a:noFill/>
              <a:prstDash val="solid"/>
            </a:ln>
          </p:spPr>
        </p:sp>
        <p:sp>
          <p:nvSpPr>
            <p:cNvPr id="2875" name="four:temporal-output:rotated-tᵢ-cell-94:2875">
              <a:extLst>
                <a:ext uri="{FF2B5EF4-FFF2-40B4-BE49-F238E27FC236}">
                  <ns2:creationId id="{81C9095B-B905-4F10-92EF-69170B1288A6}"/>
                </a:ext>
              </a:extLst>
            </p:cNvPr>
            <p:cNvSpPr>
              <a:spLocks noGrp="1"/>
            </p:cNvSpPr>
            <p:nvPr/>
          </p:nvSpPr>
          <p:spPr>
            <a:xfrm>
              <a:off x="22659975" y="6597253"/>
              <a:ext cx="709613" cy="5953"/>
            </a:xfrm>
            <a:prstGeom prst="rect">
              <a:avLst/>
            </a:prstGeom>
            <a:solidFill>
              <a:srgbClr val="81C9BA"/>
            </a:solidFill>
            <a:ln w="0">
              <a:noFill/>
              <a:prstDash val="solid"/>
            </a:ln>
          </p:spPr>
        </p:sp>
        <p:sp>
          <p:nvSpPr>
            <p:cNvPr id="2876" name="four:temporal-output:rotated-tᵢ-cell-95:2876">
              <a:extLst>
                <a:ext uri="{FF2B5EF4-FFF2-40B4-BE49-F238E27FC236}">
                  <ns2:creationId id="{E720932B-B315-41C7-A1FB-90986AE893D8}"/>
                </a:ext>
              </a:extLst>
            </p:cNvPr>
            <p:cNvSpPr>
              <a:spLocks noGrp="1"/>
            </p:cNvSpPr>
            <p:nvPr/>
          </p:nvSpPr>
          <p:spPr>
            <a:xfrm>
              <a:off x="22659975" y="6591300"/>
              <a:ext cx="709613" cy="5953"/>
            </a:xfrm>
            <a:prstGeom prst="rect">
              <a:avLst/>
            </a:prstGeom>
            <a:solidFill>
              <a:srgbClr val="81C9BA"/>
            </a:solidFill>
            <a:ln w="0">
              <a:noFill/>
              <a:prstDash val="solid"/>
            </a:ln>
          </p:spPr>
        </p:sp>
        <p:sp>
          <p:nvSpPr>
            <p:cNvPr id="2877" name="four:temporal-output:rotated-tᵢ-cell-96:2877">
              <a:extLst>
                <a:ext uri="{FF2B5EF4-FFF2-40B4-BE49-F238E27FC236}">
                  <ns2:creationId id="{0E4FEEEE-640F-4582-8C92-B376079019B8}"/>
                </a:ext>
              </a:extLst>
            </p:cNvPr>
            <p:cNvSpPr>
              <a:spLocks noGrp="1"/>
            </p:cNvSpPr>
            <p:nvPr/>
          </p:nvSpPr>
          <p:spPr>
            <a:xfrm>
              <a:off x="22659975" y="6585347"/>
              <a:ext cx="709613" cy="5953"/>
            </a:xfrm>
            <a:prstGeom prst="rect">
              <a:avLst/>
            </a:prstGeom>
            <a:solidFill>
              <a:srgbClr val="81C9BA"/>
            </a:solidFill>
            <a:ln w="0">
              <a:noFill/>
              <a:prstDash val="solid"/>
            </a:ln>
          </p:spPr>
        </p:sp>
        <p:sp>
          <p:nvSpPr>
            <p:cNvPr id="2878" name="four:temporal-output:rotated-tᵢ-cell-97:2878">
              <a:extLst>
                <a:ext uri="{FF2B5EF4-FFF2-40B4-BE49-F238E27FC236}">
                  <ns2:creationId id="{F0B2DDD5-E53B-43E0-A801-F844E447F026}"/>
                </a:ext>
              </a:extLst>
            </p:cNvPr>
            <p:cNvSpPr>
              <a:spLocks noGrp="1"/>
            </p:cNvSpPr>
            <p:nvPr/>
          </p:nvSpPr>
          <p:spPr>
            <a:xfrm>
              <a:off x="22659975" y="6579394"/>
              <a:ext cx="709613" cy="5953"/>
            </a:xfrm>
            <a:prstGeom prst="rect">
              <a:avLst/>
            </a:prstGeom>
            <a:solidFill>
              <a:srgbClr val="81C9BA"/>
            </a:solidFill>
            <a:ln w="0">
              <a:noFill/>
              <a:prstDash val="solid"/>
            </a:ln>
          </p:spPr>
        </p:sp>
        <p:sp>
          <p:nvSpPr>
            <p:cNvPr id="2879" name="four:temporal-output:rotated-tᵢ-cell-98:2879">
              <a:extLst>
                <a:ext uri="{FF2B5EF4-FFF2-40B4-BE49-F238E27FC236}">
                  <ns2:creationId id="{BA3F42F2-203D-4D96-BF68-2F30F72CE01E}"/>
                </a:ext>
              </a:extLst>
            </p:cNvPr>
            <p:cNvSpPr>
              <a:spLocks noGrp="1"/>
            </p:cNvSpPr>
            <p:nvPr/>
          </p:nvSpPr>
          <p:spPr>
            <a:xfrm>
              <a:off x="22659975" y="6573441"/>
              <a:ext cx="709613" cy="5953"/>
            </a:xfrm>
            <a:prstGeom prst="rect">
              <a:avLst/>
            </a:prstGeom>
            <a:solidFill>
              <a:srgbClr val="81C9BA"/>
            </a:solidFill>
            <a:ln w="0">
              <a:noFill/>
              <a:prstDash val="solid"/>
            </a:ln>
          </p:spPr>
        </p:sp>
        <p:sp>
          <p:nvSpPr>
            <p:cNvPr id="2880" name="four:temporal-output:rotated-tᵢ-cell-99:2880">
              <a:extLst>
                <a:ext uri="{FF2B5EF4-FFF2-40B4-BE49-F238E27FC236}">
                  <ns2:creationId id="{F3513628-3FB3-4D97-A0C7-65574E6D4A5D}"/>
                </a:ext>
              </a:extLst>
            </p:cNvPr>
            <p:cNvSpPr>
              <a:spLocks noGrp="1"/>
            </p:cNvSpPr>
            <p:nvPr/>
          </p:nvSpPr>
          <p:spPr>
            <a:xfrm>
              <a:off x="22659975" y="6567488"/>
              <a:ext cx="709613" cy="5953"/>
            </a:xfrm>
            <a:prstGeom prst="rect">
              <a:avLst/>
            </a:prstGeom>
            <a:solidFill>
              <a:srgbClr val="81C9BA"/>
            </a:solidFill>
            <a:ln w="0">
              <a:noFill/>
              <a:prstDash val="solid"/>
            </a:ln>
          </p:spPr>
        </p:sp>
        <p:sp>
          <p:nvSpPr>
            <p:cNvPr id="2881" name="four:temporal-output:rotated-tᵢ-cell-100:2881">
              <a:extLst>
                <a:ext uri="{FF2B5EF4-FFF2-40B4-BE49-F238E27FC236}">
                  <ns2:creationId id="{FF960D5A-7357-4C69-905F-BC2A79E5BD95}"/>
                </a:ext>
              </a:extLst>
            </p:cNvPr>
            <p:cNvSpPr>
              <a:spLocks noGrp="1"/>
            </p:cNvSpPr>
            <p:nvPr/>
          </p:nvSpPr>
          <p:spPr>
            <a:xfrm>
              <a:off x="22659975" y="6561534"/>
              <a:ext cx="709613" cy="5953"/>
            </a:xfrm>
            <a:prstGeom prst="rect">
              <a:avLst/>
            </a:prstGeom>
            <a:solidFill>
              <a:srgbClr val="81C9BA"/>
            </a:solidFill>
            <a:ln w="0">
              <a:noFill/>
              <a:prstDash val="solid"/>
            </a:ln>
          </p:spPr>
        </p:sp>
        <p:sp>
          <p:nvSpPr>
            <p:cNvPr id="2882" name="four:temporal-output:rotated-tᵢ-cell-101:2882">
              <a:extLst>
                <a:ext uri="{FF2B5EF4-FFF2-40B4-BE49-F238E27FC236}">
                  <ns2:creationId id="{C19B4E20-2C6A-41BB-A795-6486D39F9BB8}"/>
                </a:ext>
              </a:extLst>
            </p:cNvPr>
            <p:cNvSpPr>
              <a:spLocks noGrp="1"/>
            </p:cNvSpPr>
            <p:nvPr/>
          </p:nvSpPr>
          <p:spPr>
            <a:xfrm>
              <a:off x="22659975" y="6555581"/>
              <a:ext cx="709613" cy="5953"/>
            </a:xfrm>
            <a:prstGeom prst="rect">
              <a:avLst/>
            </a:prstGeom>
            <a:solidFill>
              <a:srgbClr val="81C9BA"/>
            </a:solidFill>
            <a:ln w="0">
              <a:noFill/>
              <a:prstDash val="solid"/>
            </a:ln>
          </p:spPr>
        </p:sp>
        <p:sp>
          <p:nvSpPr>
            <p:cNvPr id="2883" name="four:temporal-output:rotated-tᵢ-cell-102:2883">
              <a:extLst>
                <a:ext uri="{FF2B5EF4-FFF2-40B4-BE49-F238E27FC236}">
                  <ns2:creationId id="{8A419D80-0A8D-47B1-8277-70F624040DFF}"/>
                </a:ext>
              </a:extLst>
            </p:cNvPr>
            <p:cNvSpPr>
              <a:spLocks noGrp="1"/>
            </p:cNvSpPr>
            <p:nvPr/>
          </p:nvSpPr>
          <p:spPr>
            <a:xfrm>
              <a:off x="22659975" y="6549628"/>
              <a:ext cx="709613" cy="5953"/>
            </a:xfrm>
            <a:prstGeom prst="rect">
              <a:avLst/>
            </a:prstGeom>
            <a:solidFill>
              <a:srgbClr val="81C9BA"/>
            </a:solidFill>
            <a:ln w="0">
              <a:noFill/>
              <a:prstDash val="solid"/>
            </a:ln>
          </p:spPr>
        </p:sp>
        <p:sp>
          <p:nvSpPr>
            <p:cNvPr id="2884" name="four:temporal-output:rotated-tᵢ-cell-103:2884">
              <a:extLst>
                <a:ext uri="{FF2B5EF4-FFF2-40B4-BE49-F238E27FC236}">
                  <ns2:creationId id="{A494E7F0-F213-417A-B6CD-11DEED427356}"/>
                </a:ext>
              </a:extLst>
            </p:cNvPr>
            <p:cNvSpPr>
              <a:spLocks noGrp="1"/>
            </p:cNvSpPr>
            <p:nvPr/>
          </p:nvSpPr>
          <p:spPr>
            <a:xfrm>
              <a:off x="22659975" y="6543675"/>
              <a:ext cx="709613" cy="5953"/>
            </a:xfrm>
            <a:prstGeom prst="rect">
              <a:avLst/>
            </a:prstGeom>
            <a:solidFill>
              <a:srgbClr val="81C9BA"/>
            </a:solidFill>
            <a:ln w="0">
              <a:noFill/>
              <a:prstDash val="solid"/>
            </a:ln>
          </p:spPr>
        </p:sp>
        <p:sp>
          <p:nvSpPr>
            <p:cNvPr id="2885" name="four:temporal-output:rotated-tᵢ-cell-104:2885">
              <a:extLst>
                <a:ext uri="{FF2B5EF4-FFF2-40B4-BE49-F238E27FC236}">
                  <ns2:creationId id="{E4115931-9AB6-4F39-9130-B3E12FC742BF}"/>
                </a:ext>
              </a:extLst>
            </p:cNvPr>
            <p:cNvSpPr>
              <a:spLocks noGrp="1"/>
            </p:cNvSpPr>
            <p:nvPr/>
          </p:nvSpPr>
          <p:spPr>
            <a:xfrm>
              <a:off x="22659975" y="6537722"/>
              <a:ext cx="709613" cy="5953"/>
            </a:xfrm>
            <a:prstGeom prst="rect">
              <a:avLst/>
            </a:prstGeom>
            <a:solidFill>
              <a:srgbClr val="81C9BA"/>
            </a:solidFill>
            <a:ln w="0">
              <a:noFill/>
              <a:prstDash val="solid"/>
            </a:ln>
          </p:spPr>
        </p:sp>
        <p:sp>
          <p:nvSpPr>
            <p:cNvPr id="2886" name="four:temporal-output:rotated-tᵢ-cell-105:2886">
              <a:extLst>
                <a:ext uri="{FF2B5EF4-FFF2-40B4-BE49-F238E27FC236}">
                  <ns2:creationId id="{0258A688-1767-40FF-9866-F39828177398}"/>
                </a:ext>
              </a:extLst>
            </p:cNvPr>
            <p:cNvSpPr>
              <a:spLocks noGrp="1"/>
            </p:cNvSpPr>
            <p:nvPr/>
          </p:nvSpPr>
          <p:spPr>
            <a:xfrm>
              <a:off x="22659975" y="6531769"/>
              <a:ext cx="709613" cy="5953"/>
            </a:xfrm>
            <a:prstGeom prst="rect">
              <a:avLst/>
            </a:prstGeom>
            <a:solidFill>
              <a:srgbClr val="81C9BA"/>
            </a:solidFill>
            <a:ln w="0">
              <a:noFill/>
              <a:prstDash val="solid"/>
            </a:ln>
          </p:spPr>
        </p:sp>
        <p:sp>
          <p:nvSpPr>
            <p:cNvPr id="2887" name="four:temporal-output:rotated-tᵢ-cell-106:2887">
              <a:extLst>
                <a:ext uri="{FF2B5EF4-FFF2-40B4-BE49-F238E27FC236}">
                  <ns2:creationId id="{7734AFED-53B5-4A72-937B-5352F6451ECD}"/>
                </a:ext>
              </a:extLst>
            </p:cNvPr>
            <p:cNvSpPr>
              <a:spLocks noGrp="1"/>
            </p:cNvSpPr>
            <p:nvPr/>
          </p:nvSpPr>
          <p:spPr>
            <a:xfrm>
              <a:off x="22659975" y="6525816"/>
              <a:ext cx="709613" cy="5953"/>
            </a:xfrm>
            <a:prstGeom prst="rect">
              <a:avLst/>
            </a:prstGeom>
            <a:solidFill>
              <a:srgbClr val="81C9BA"/>
            </a:solidFill>
            <a:ln w="0">
              <a:noFill/>
              <a:prstDash val="solid"/>
            </a:ln>
          </p:spPr>
        </p:sp>
        <p:sp>
          <p:nvSpPr>
            <p:cNvPr id="2888" name="four:temporal-output:rotated-tᵢ-cell-107:2888">
              <a:extLst>
                <a:ext uri="{FF2B5EF4-FFF2-40B4-BE49-F238E27FC236}">
                  <ns2:creationId id="{43C538C1-79B5-4F11-9D71-A4B49742196B}"/>
                </a:ext>
              </a:extLst>
            </p:cNvPr>
            <p:cNvSpPr>
              <a:spLocks noGrp="1"/>
            </p:cNvSpPr>
            <p:nvPr/>
          </p:nvSpPr>
          <p:spPr>
            <a:xfrm>
              <a:off x="22659975" y="6519863"/>
              <a:ext cx="709613" cy="5953"/>
            </a:xfrm>
            <a:prstGeom prst="rect">
              <a:avLst/>
            </a:prstGeom>
            <a:solidFill>
              <a:srgbClr val="81C9BA"/>
            </a:solidFill>
            <a:ln w="0">
              <a:noFill/>
              <a:prstDash val="solid"/>
            </a:ln>
          </p:spPr>
        </p:sp>
        <p:sp>
          <p:nvSpPr>
            <p:cNvPr id="2889" name="four:temporal-output:rotated-tᵢ-cell-108:2889">
              <a:extLst>
                <a:ext uri="{FF2B5EF4-FFF2-40B4-BE49-F238E27FC236}">
                  <ns2:creationId id="{E16561D9-A2DE-4A73-8A26-5173569CFBAF}"/>
                </a:ext>
              </a:extLst>
            </p:cNvPr>
            <p:cNvSpPr>
              <a:spLocks noGrp="1"/>
            </p:cNvSpPr>
            <p:nvPr/>
          </p:nvSpPr>
          <p:spPr>
            <a:xfrm>
              <a:off x="22659975" y="6513909"/>
              <a:ext cx="709613" cy="5953"/>
            </a:xfrm>
            <a:prstGeom prst="rect">
              <a:avLst/>
            </a:prstGeom>
            <a:solidFill>
              <a:srgbClr val="81C9BA"/>
            </a:solidFill>
            <a:ln w="0">
              <a:noFill/>
              <a:prstDash val="solid"/>
            </a:ln>
          </p:spPr>
        </p:sp>
        <p:sp>
          <p:nvSpPr>
            <p:cNvPr id="2890" name="four:temporal-output:rotated-tᵢ-cell-109:2890">
              <a:extLst>
                <a:ext uri="{FF2B5EF4-FFF2-40B4-BE49-F238E27FC236}">
                  <ns2:creationId id="{BD3523D8-DC93-4FAF-83A7-A3155D1D0A11}"/>
                </a:ext>
              </a:extLst>
            </p:cNvPr>
            <p:cNvSpPr>
              <a:spLocks noGrp="1"/>
            </p:cNvSpPr>
            <p:nvPr/>
          </p:nvSpPr>
          <p:spPr>
            <a:xfrm>
              <a:off x="22659975" y="6507956"/>
              <a:ext cx="709613" cy="5953"/>
            </a:xfrm>
            <a:prstGeom prst="rect">
              <a:avLst/>
            </a:prstGeom>
            <a:solidFill>
              <a:srgbClr val="81C9BA"/>
            </a:solidFill>
            <a:ln w="0">
              <a:noFill/>
              <a:prstDash val="solid"/>
            </a:ln>
          </p:spPr>
        </p:sp>
        <p:sp>
          <p:nvSpPr>
            <p:cNvPr id="2891" name="four:temporal-output:rotated-tᵢ-cell-110:2891">
              <a:extLst>
                <a:ext uri="{FF2B5EF4-FFF2-40B4-BE49-F238E27FC236}">
                  <ns2:creationId id="{237E62E2-38AA-4AFB-A3F3-5B23CECB07F3}"/>
                </a:ext>
              </a:extLst>
            </p:cNvPr>
            <p:cNvSpPr>
              <a:spLocks noGrp="1"/>
            </p:cNvSpPr>
            <p:nvPr/>
          </p:nvSpPr>
          <p:spPr>
            <a:xfrm>
              <a:off x="22659975" y="6502003"/>
              <a:ext cx="709613" cy="5953"/>
            </a:xfrm>
            <a:prstGeom prst="rect">
              <a:avLst/>
            </a:prstGeom>
            <a:solidFill>
              <a:srgbClr val="81C9BA"/>
            </a:solidFill>
            <a:ln w="0">
              <a:noFill/>
              <a:prstDash val="solid"/>
            </a:ln>
          </p:spPr>
        </p:sp>
        <p:sp>
          <p:nvSpPr>
            <p:cNvPr id="2892" name="four:temporal-output:rotated-tᵢ-cell-111:2892">
              <a:extLst>
                <a:ext uri="{FF2B5EF4-FFF2-40B4-BE49-F238E27FC236}">
                  <ns2:creationId id="{817DF46D-83B0-4BA8-BA58-8FB6879799CC}"/>
                </a:ext>
              </a:extLst>
            </p:cNvPr>
            <p:cNvSpPr>
              <a:spLocks noGrp="1"/>
            </p:cNvSpPr>
            <p:nvPr/>
          </p:nvSpPr>
          <p:spPr>
            <a:xfrm>
              <a:off x="22659975" y="6496050"/>
              <a:ext cx="709613" cy="5953"/>
            </a:xfrm>
            <a:prstGeom prst="rect">
              <a:avLst/>
            </a:prstGeom>
            <a:solidFill>
              <a:srgbClr val="81C9BA"/>
            </a:solidFill>
            <a:ln w="0">
              <a:noFill/>
              <a:prstDash val="solid"/>
            </a:ln>
          </p:spPr>
        </p:sp>
        <p:sp>
          <p:nvSpPr>
            <p:cNvPr id="2893" name="four:temporal-output:rotated-tᵢ-cell-112:2893">
              <a:extLst>
                <a:ext uri="{FF2B5EF4-FFF2-40B4-BE49-F238E27FC236}">
                  <ns2:creationId id="{2B04BB0D-FDD5-4BCF-A31C-940BF2208C4A}"/>
                </a:ext>
              </a:extLst>
            </p:cNvPr>
            <p:cNvSpPr>
              <a:spLocks noGrp="1"/>
            </p:cNvSpPr>
            <p:nvPr/>
          </p:nvSpPr>
          <p:spPr>
            <a:xfrm>
              <a:off x="22659975" y="6490097"/>
              <a:ext cx="709613" cy="5953"/>
            </a:xfrm>
            <a:prstGeom prst="rect">
              <a:avLst/>
            </a:prstGeom>
            <a:solidFill>
              <a:srgbClr val="81C9BA"/>
            </a:solidFill>
            <a:ln w="0">
              <a:noFill/>
              <a:prstDash val="solid"/>
            </a:ln>
          </p:spPr>
        </p:sp>
        <p:sp>
          <p:nvSpPr>
            <p:cNvPr id="2894" name="four:temporal-output:rotated-tᵢ-cell-113:2894">
              <a:extLst>
                <a:ext uri="{FF2B5EF4-FFF2-40B4-BE49-F238E27FC236}">
                  <ns2:creationId id="{2F38C558-355F-4E06-8447-003CEA4682B9}"/>
                </a:ext>
              </a:extLst>
            </p:cNvPr>
            <p:cNvSpPr>
              <a:spLocks noGrp="1"/>
            </p:cNvSpPr>
            <p:nvPr/>
          </p:nvSpPr>
          <p:spPr>
            <a:xfrm>
              <a:off x="22659975" y="6484144"/>
              <a:ext cx="709613" cy="5953"/>
            </a:xfrm>
            <a:prstGeom prst="rect">
              <a:avLst/>
            </a:prstGeom>
            <a:solidFill>
              <a:srgbClr val="81C9BA"/>
            </a:solidFill>
            <a:ln w="0">
              <a:noFill/>
              <a:prstDash val="solid"/>
            </a:ln>
          </p:spPr>
        </p:sp>
        <p:sp>
          <p:nvSpPr>
            <p:cNvPr id="2895" name="four:temporal-output:rotated-tᵢ-cell-114:2895">
              <a:extLst>
                <a:ext uri="{FF2B5EF4-FFF2-40B4-BE49-F238E27FC236}">
                  <ns2:creationId id="{ABDB569A-3FB1-48F1-AB9A-5FBD94BF1A7C}"/>
                </a:ext>
              </a:extLst>
            </p:cNvPr>
            <p:cNvSpPr>
              <a:spLocks noGrp="1"/>
            </p:cNvSpPr>
            <p:nvPr/>
          </p:nvSpPr>
          <p:spPr>
            <a:xfrm>
              <a:off x="22659975" y="6478191"/>
              <a:ext cx="709613" cy="5953"/>
            </a:xfrm>
            <a:prstGeom prst="rect">
              <a:avLst/>
            </a:prstGeom>
            <a:solidFill>
              <a:srgbClr val="7EC8B9"/>
            </a:solidFill>
            <a:ln w="0">
              <a:noFill/>
              <a:prstDash val="solid"/>
            </a:ln>
          </p:spPr>
        </p:sp>
        <p:sp>
          <p:nvSpPr>
            <p:cNvPr id="2896" name="four:temporal-output:rotated-tᵢ-cell-115:2896">
              <a:extLst>
                <a:ext uri="{FF2B5EF4-FFF2-40B4-BE49-F238E27FC236}">
                  <ns2:creationId id="{284AA3E6-621D-4855-A2FB-FD8AACD2EA8C}"/>
                </a:ext>
              </a:extLst>
            </p:cNvPr>
            <p:cNvSpPr>
              <a:spLocks noGrp="1"/>
            </p:cNvSpPr>
            <p:nvPr/>
          </p:nvSpPr>
          <p:spPr>
            <a:xfrm>
              <a:off x="22659975" y="6472238"/>
              <a:ext cx="709613" cy="5953"/>
            </a:xfrm>
            <a:prstGeom prst="rect">
              <a:avLst/>
            </a:prstGeom>
            <a:solidFill>
              <a:srgbClr val="6FC3B0"/>
            </a:solidFill>
            <a:ln w="0">
              <a:noFill/>
              <a:prstDash val="solid"/>
            </a:ln>
          </p:spPr>
        </p:sp>
        <p:sp>
          <p:nvSpPr>
            <p:cNvPr id="2897" name="four:temporal-output:rotated-tᵢ-cell-116:2897">
              <a:extLst>
                <a:ext uri="{FF2B5EF4-FFF2-40B4-BE49-F238E27FC236}">
                  <ns2:creationId id="{750F2EED-039F-4E34-BB56-E256C7D319AA}"/>
                </a:ext>
              </a:extLst>
            </p:cNvPr>
            <p:cNvSpPr>
              <a:spLocks noGrp="1"/>
            </p:cNvSpPr>
            <p:nvPr/>
          </p:nvSpPr>
          <p:spPr>
            <a:xfrm>
              <a:off x="22659975" y="6466284"/>
              <a:ext cx="709613" cy="5953"/>
            </a:xfrm>
            <a:prstGeom prst="rect">
              <a:avLst/>
            </a:prstGeom>
            <a:solidFill>
              <a:srgbClr val="AEB2C1"/>
            </a:solidFill>
            <a:ln w="0">
              <a:noFill/>
              <a:prstDash val="solid"/>
            </a:ln>
          </p:spPr>
        </p:sp>
        <p:sp>
          <p:nvSpPr>
            <p:cNvPr id="2898" name="four:temporal-output:rotated-tᵢ-cell-117:2898">
              <a:extLst>
                <a:ext uri="{FF2B5EF4-FFF2-40B4-BE49-F238E27FC236}">
                  <ns2:creationId id="{C81F7129-FA20-49F8-B008-98D00D11118E}"/>
                </a:ext>
              </a:extLst>
            </p:cNvPr>
            <p:cNvSpPr>
              <a:spLocks noGrp="1"/>
            </p:cNvSpPr>
            <p:nvPr/>
          </p:nvSpPr>
          <p:spPr>
            <a:xfrm>
              <a:off x="22659975" y="6460331"/>
              <a:ext cx="709613" cy="5953"/>
            </a:xfrm>
            <a:prstGeom prst="rect">
              <a:avLst/>
            </a:prstGeom>
            <a:solidFill>
              <a:srgbClr val="9EAFB2"/>
            </a:solidFill>
            <a:ln w="0">
              <a:noFill/>
              <a:prstDash val="solid"/>
            </a:ln>
          </p:spPr>
        </p:sp>
        <p:sp>
          <p:nvSpPr>
            <p:cNvPr id="2899" name="four:temporal-output:rotated-tᵢ-cell-118:2899">
              <a:extLst>
                <a:ext uri="{FF2B5EF4-FFF2-40B4-BE49-F238E27FC236}">
                  <ns2:creationId id="{62410075-A14D-4844-AEFB-E18E578098BA}"/>
                </a:ext>
              </a:extLst>
            </p:cNvPr>
            <p:cNvSpPr>
              <a:spLocks noGrp="1"/>
            </p:cNvSpPr>
            <p:nvPr/>
          </p:nvSpPr>
          <p:spPr>
            <a:xfrm>
              <a:off x="22659975" y="6454378"/>
              <a:ext cx="709613" cy="5953"/>
            </a:xfrm>
            <a:prstGeom prst="rect">
              <a:avLst/>
            </a:prstGeom>
            <a:solidFill>
              <a:srgbClr val="D77E36"/>
            </a:solidFill>
            <a:ln w="0">
              <a:noFill/>
              <a:prstDash val="solid"/>
            </a:ln>
          </p:spPr>
        </p:sp>
        <p:sp>
          <p:nvSpPr>
            <p:cNvPr id="2900" name="four:temporal-output:rotated-tᵢ-cell-119:2900">
              <a:extLst>
                <a:ext uri="{FF2B5EF4-FFF2-40B4-BE49-F238E27FC236}">
                  <ns2:creationId id="{9B8E3DAE-951F-4692-99D5-A398C9355816}"/>
                </a:ext>
              </a:extLst>
            </p:cNvPr>
            <p:cNvSpPr>
              <a:spLocks noGrp="1"/>
            </p:cNvSpPr>
            <p:nvPr/>
          </p:nvSpPr>
          <p:spPr>
            <a:xfrm>
              <a:off x="22659975" y="6448425"/>
              <a:ext cx="709613" cy="5953"/>
            </a:xfrm>
            <a:prstGeom prst="rect">
              <a:avLst/>
            </a:prstGeom>
            <a:solidFill>
              <a:srgbClr val="D66E1B"/>
            </a:solidFill>
            <a:ln w="0">
              <a:noFill/>
              <a:prstDash val="solid"/>
            </a:ln>
          </p:spPr>
        </p:sp>
        <p:sp>
          <p:nvSpPr>
            <p:cNvPr id="2901" name="four:temporal-output:rotated-tᵢ-cell-120:2901">
              <a:extLst>
                <a:ext uri="{FF2B5EF4-FFF2-40B4-BE49-F238E27FC236}">
                  <ns2:creationId id="{2D69A148-4A43-4991-8440-AABBBF295CA2}"/>
                </a:ext>
              </a:extLst>
            </p:cNvPr>
            <p:cNvSpPr>
              <a:spLocks noGrp="1"/>
            </p:cNvSpPr>
            <p:nvPr/>
          </p:nvSpPr>
          <p:spPr>
            <a:xfrm>
              <a:off x="22659975" y="6442472"/>
              <a:ext cx="709613" cy="5953"/>
            </a:xfrm>
            <a:prstGeom prst="rect">
              <a:avLst/>
            </a:prstGeom>
            <a:solidFill>
              <a:srgbClr val="D56207"/>
            </a:solidFill>
            <a:ln w="0">
              <a:noFill/>
              <a:prstDash val="solid"/>
            </a:ln>
          </p:spPr>
        </p:sp>
        <p:sp>
          <p:nvSpPr>
            <p:cNvPr id="2902" name="four:temporal-output:rotated-tᵢ-cell-121:2902">
              <a:extLst>
                <a:ext uri="{FF2B5EF4-FFF2-40B4-BE49-F238E27FC236}">
                  <ns2:creationId id="{6075267A-BC6E-4444-B64C-28E5A598AF37}"/>
                </a:ext>
              </a:extLst>
            </p:cNvPr>
            <p:cNvSpPr>
              <a:spLocks noGrp="1"/>
            </p:cNvSpPr>
            <p:nvPr/>
          </p:nvSpPr>
          <p:spPr>
            <a:xfrm>
              <a:off x="22659975" y="6436519"/>
              <a:ext cx="709613" cy="5953"/>
            </a:xfrm>
            <a:prstGeom prst="rect">
              <a:avLst/>
            </a:prstGeom>
            <a:solidFill>
              <a:srgbClr val="D55E00"/>
            </a:solidFill>
            <a:ln w="0">
              <a:noFill/>
              <a:prstDash val="solid"/>
            </a:ln>
          </p:spPr>
        </p:sp>
        <p:sp>
          <p:nvSpPr>
            <p:cNvPr id="2903" name="four:temporal-output:rotated-tᵢ-cell-122:2903">
              <a:extLst>
                <a:ext uri="{FF2B5EF4-FFF2-40B4-BE49-F238E27FC236}">
                  <ns2:creationId id="{82293105-B638-47A9-8243-F42746E00A89}"/>
                </a:ext>
              </a:extLst>
            </p:cNvPr>
            <p:cNvSpPr>
              <a:spLocks noGrp="1"/>
            </p:cNvSpPr>
            <p:nvPr/>
          </p:nvSpPr>
          <p:spPr>
            <a:xfrm>
              <a:off x="22659975" y="6430566"/>
              <a:ext cx="709613" cy="5953"/>
            </a:xfrm>
            <a:prstGeom prst="rect">
              <a:avLst/>
            </a:prstGeom>
            <a:solidFill>
              <a:srgbClr val="D55E00"/>
            </a:solidFill>
            <a:ln w="0">
              <a:noFill/>
              <a:prstDash val="solid"/>
            </a:ln>
          </p:spPr>
        </p:sp>
        <p:sp>
          <p:nvSpPr>
            <p:cNvPr id="2904" name="four:temporal-output:rotated-tᵢ-cell-123:2904">
              <a:extLst>
                <a:ext uri="{FF2B5EF4-FFF2-40B4-BE49-F238E27FC236}">
                  <ns2:creationId id="{76592034-74A0-4210-9215-5AED9173A531}"/>
                </a:ext>
              </a:extLst>
            </p:cNvPr>
            <p:cNvSpPr>
              <a:spLocks noGrp="1"/>
            </p:cNvSpPr>
            <p:nvPr/>
          </p:nvSpPr>
          <p:spPr>
            <a:xfrm>
              <a:off x="22659975" y="6424613"/>
              <a:ext cx="709613" cy="5953"/>
            </a:xfrm>
            <a:prstGeom prst="rect">
              <a:avLst/>
            </a:prstGeom>
            <a:solidFill>
              <a:srgbClr val="D55E00"/>
            </a:solidFill>
            <a:ln w="0">
              <a:noFill/>
              <a:prstDash val="solid"/>
            </a:ln>
          </p:spPr>
        </p:sp>
        <p:sp>
          <p:nvSpPr>
            <p:cNvPr id="2905" name="four:temporal-output:rotated-tᵢ-cell-124:2905">
              <a:extLst>
                <a:ext uri="{FF2B5EF4-FFF2-40B4-BE49-F238E27FC236}">
                  <ns2:creationId id="{1CF8379B-AB9E-46E6-AA5C-C597EBFE09A4}"/>
                </a:ext>
              </a:extLst>
            </p:cNvPr>
            <p:cNvSpPr>
              <a:spLocks noGrp="1"/>
            </p:cNvSpPr>
            <p:nvPr/>
          </p:nvSpPr>
          <p:spPr>
            <a:xfrm>
              <a:off x="22659975" y="6418659"/>
              <a:ext cx="709613" cy="5953"/>
            </a:xfrm>
            <a:prstGeom prst="rect">
              <a:avLst/>
            </a:prstGeom>
            <a:solidFill>
              <a:srgbClr val="D55E00"/>
            </a:solidFill>
            <a:ln w="0">
              <a:noFill/>
              <a:prstDash val="solid"/>
            </a:ln>
          </p:spPr>
        </p:sp>
        <p:sp>
          <p:nvSpPr>
            <p:cNvPr id="2906" name="four:temporal-output:rotated-tᵢ-cell-125:2906">
              <a:extLst>
                <a:ext uri="{FF2B5EF4-FFF2-40B4-BE49-F238E27FC236}">
                  <ns2:creationId id="{2B25B9D3-9748-4703-89BA-02B27B502F07}"/>
                </a:ext>
              </a:extLst>
            </p:cNvPr>
            <p:cNvSpPr>
              <a:spLocks noGrp="1"/>
            </p:cNvSpPr>
            <p:nvPr/>
          </p:nvSpPr>
          <p:spPr>
            <a:xfrm>
              <a:off x="22659975" y="6412706"/>
              <a:ext cx="709613" cy="5953"/>
            </a:xfrm>
            <a:prstGeom prst="rect">
              <a:avLst/>
            </a:prstGeom>
            <a:solidFill>
              <a:srgbClr val="D55E00"/>
            </a:solidFill>
            <a:ln w="0">
              <a:noFill/>
              <a:prstDash val="solid"/>
            </a:ln>
          </p:spPr>
        </p:sp>
        <p:sp>
          <p:nvSpPr>
            <p:cNvPr id="2907" name="four:temporal-output:rotated-tᵢ-cell-126:2907">
              <a:extLst>
                <a:ext uri="{FF2B5EF4-FFF2-40B4-BE49-F238E27FC236}">
                  <ns2:creationId id="{24D10111-51FA-4760-9B9E-2E252633C3E4}"/>
                </a:ext>
              </a:extLst>
            </p:cNvPr>
            <p:cNvSpPr>
              <a:spLocks noGrp="1"/>
            </p:cNvSpPr>
            <p:nvPr/>
          </p:nvSpPr>
          <p:spPr>
            <a:xfrm>
              <a:off x="22659975" y="6406753"/>
              <a:ext cx="709613" cy="5953"/>
            </a:xfrm>
            <a:prstGeom prst="rect">
              <a:avLst/>
            </a:prstGeom>
            <a:solidFill>
              <a:srgbClr val="D55E00"/>
            </a:solidFill>
            <a:ln w="0">
              <a:noFill/>
              <a:prstDash val="solid"/>
            </a:ln>
          </p:spPr>
        </p:sp>
        <p:sp>
          <p:nvSpPr>
            <p:cNvPr id="2908" name="four:temporal-output:rotated-tᵢ-cell-127:2908">
              <a:extLst>
                <a:ext uri="{FF2B5EF4-FFF2-40B4-BE49-F238E27FC236}">
                  <ns2:creationId id="{7D036380-26A0-413A-885B-EC56D73CCB9C}"/>
                </a:ext>
              </a:extLst>
            </p:cNvPr>
            <p:cNvSpPr>
              <a:spLocks noGrp="1"/>
            </p:cNvSpPr>
            <p:nvPr/>
          </p:nvSpPr>
          <p:spPr>
            <a:xfrm>
              <a:off x="22659975" y="6400800"/>
              <a:ext cx="709613" cy="5953"/>
            </a:xfrm>
            <a:prstGeom prst="rect">
              <a:avLst/>
            </a:prstGeom>
            <a:solidFill>
              <a:srgbClr val="D55E00"/>
            </a:solidFill>
            <a:ln w="0">
              <a:noFill/>
              <a:prstDash val="solid"/>
            </a:ln>
          </p:spPr>
        </p:sp>
        <p:sp>
          <p:nvSpPr>
            <p:cNvPr id="2909" name="four:temporal-output:rotated-tᵢ-cell-128:2909">
              <a:extLst>
                <a:ext uri="{FF2B5EF4-FFF2-40B4-BE49-F238E27FC236}">
                  <ns2:creationId id="{4E2A8329-C8AD-4D16-B4D8-8B3B9AA830A4}"/>
                </a:ext>
              </a:extLst>
            </p:cNvPr>
            <p:cNvSpPr>
              <a:spLocks noGrp="1"/>
            </p:cNvSpPr>
            <p:nvPr/>
          </p:nvSpPr>
          <p:spPr>
            <a:xfrm>
              <a:off x="22659975" y="6394847"/>
              <a:ext cx="709613" cy="5953"/>
            </a:xfrm>
            <a:prstGeom prst="rect">
              <a:avLst/>
            </a:prstGeom>
            <a:solidFill>
              <a:srgbClr val="D55E00"/>
            </a:solidFill>
            <a:ln w="0">
              <a:noFill/>
              <a:prstDash val="solid"/>
            </a:ln>
          </p:spPr>
        </p:sp>
        <p:sp>
          <p:nvSpPr>
            <p:cNvPr id="2910" name="four:temporal-output:rotated-tᵢ-cell-129:2910">
              <a:extLst>
                <a:ext uri="{FF2B5EF4-FFF2-40B4-BE49-F238E27FC236}">
                  <ns2:creationId id="{DC24CA7C-0359-414F-97F6-65AC9D824C6D}"/>
                </a:ext>
              </a:extLst>
            </p:cNvPr>
            <p:cNvSpPr>
              <a:spLocks noGrp="1"/>
            </p:cNvSpPr>
            <p:nvPr/>
          </p:nvSpPr>
          <p:spPr>
            <a:xfrm>
              <a:off x="22659975" y="6388894"/>
              <a:ext cx="709613" cy="5953"/>
            </a:xfrm>
            <a:prstGeom prst="rect">
              <a:avLst/>
            </a:prstGeom>
            <a:solidFill>
              <a:srgbClr val="D55E00"/>
            </a:solidFill>
            <a:ln w="0">
              <a:noFill/>
              <a:prstDash val="solid"/>
            </a:ln>
          </p:spPr>
        </p:sp>
        <p:sp>
          <p:nvSpPr>
            <p:cNvPr id="2911" name="four:temporal-output:rotated-tᵢ-cell-130:2911">
              <a:extLst>
                <a:ext uri="{FF2B5EF4-FFF2-40B4-BE49-F238E27FC236}">
                  <ns2:creationId id="{EA867E1C-0B13-4933-A904-115831AA9393}"/>
                </a:ext>
              </a:extLst>
            </p:cNvPr>
            <p:cNvSpPr>
              <a:spLocks noGrp="1"/>
            </p:cNvSpPr>
            <p:nvPr/>
          </p:nvSpPr>
          <p:spPr>
            <a:xfrm>
              <a:off x="22659975" y="6382941"/>
              <a:ext cx="709613" cy="5953"/>
            </a:xfrm>
            <a:prstGeom prst="rect">
              <a:avLst/>
            </a:prstGeom>
            <a:solidFill>
              <a:srgbClr val="D55E00"/>
            </a:solidFill>
            <a:ln w="0">
              <a:noFill/>
              <a:prstDash val="solid"/>
            </a:ln>
          </p:spPr>
        </p:sp>
        <p:sp>
          <p:nvSpPr>
            <p:cNvPr id="2912" name="four:temporal-output:rotated-tᵢ-cell-131:2912">
              <a:extLst>
                <a:ext uri="{FF2B5EF4-FFF2-40B4-BE49-F238E27FC236}">
                  <ns2:creationId id="{E569D168-2C2F-4964-8C5A-E78B734394AE}"/>
                </a:ext>
              </a:extLst>
            </p:cNvPr>
            <p:cNvSpPr>
              <a:spLocks noGrp="1"/>
            </p:cNvSpPr>
            <p:nvPr/>
          </p:nvSpPr>
          <p:spPr>
            <a:xfrm>
              <a:off x="22659975" y="6376988"/>
              <a:ext cx="709613" cy="5953"/>
            </a:xfrm>
            <a:prstGeom prst="rect">
              <a:avLst/>
            </a:prstGeom>
            <a:solidFill>
              <a:srgbClr val="D55E00"/>
            </a:solidFill>
            <a:ln w="0">
              <a:noFill/>
              <a:prstDash val="solid"/>
            </a:ln>
          </p:spPr>
        </p:sp>
        <p:sp>
          <p:nvSpPr>
            <p:cNvPr id="2913" name="four:temporal-output:rotated-tᵢ-cell-132:2913">
              <a:extLst>
                <a:ext uri="{FF2B5EF4-FFF2-40B4-BE49-F238E27FC236}">
                  <ns2:creationId id="{FE07CF10-DDDE-4A49-ABD3-1FA66294A3B4}"/>
                </a:ext>
              </a:extLst>
            </p:cNvPr>
            <p:cNvSpPr>
              <a:spLocks noGrp="1"/>
            </p:cNvSpPr>
            <p:nvPr/>
          </p:nvSpPr>
          <p:spPr>
            <a:xfrm>
              <a:off x="22659975" y="6371034"/>
              <a:ext cx="709613" cy="5953"/>
            </a:xfrm>
            <a:prstGeom prst="rect">
              <a:avLst/>
            </a:prstGeom>
            <a:solidFill>
              <a:srgbClr val="D55E00"/>
            </a:solidFill>
            <a:ln w="0">
              <a:noFill/>
              <a:prstDash val="solid"/>
            </a:ln>
          </p:spPr>
        </p:sp>
        <p:sp>
          <p:nvSpPr>
            <p:cNvPr id="2914" name="four:temporal-output:rotated-tᵢ-cell-133:2914">
              <a:extLst>
                <a:ext uri="{FF2B5EF4-FFF2-40B4-BE49-F238E27FC236}">
                  <ns2:creationId id="{240A52DD-AB2A-44EF-83FE-1D90D419ABAA}"/>
                </a:ext>
              </a:extLst>
            </p:cNvPr>
            <p:cNvSpPr>
              <a:spLocks noGrp="1"/>
            </p:cNvSpPr>
            <p:nvPr/>
          </p:nvSpPr>
          <p:spPr>
            <a:xfrm>
              <a:off x="22659975" y="6365081"/>
              <a:ext cx="709613" cy="5953"/>
            </a:xfrm>
            <a:prstGeom prst="rect">
              <a:avLst/>
            </a:prstGeom>
            <a:solidFill>
              <a:srgbClr val="D55E00"/>
            </a:solidFill>
            <a:ln w="0">
              <a:noFill/>
              <a:prstDash val="solid"/>
            </a:ln>
          </p:spPr>
        </p:sp>
        <p:sp>
          <p:nvSpPr>
            <p:cNvPr id="2915" name="four:temporal-output:rotated-tᵢ-cell-134:2915">
              <a:extLst>
                <a:ext uri="{FF2B5EF4-FFF2-40B4-BE49-F238E27FC236}">
                  <ns2:creationId id="{3F1E573F-ECA3-45E3-8FA2-7DFA531B6685}"/>
                </a:ext>
              </a:extLst>
            </p:cNvPr>
            <p:cNvSpPr>
              <a:spLocks noGrp="1"/>
            </p:cNvSpPr>
            <p:nvPr/>
          </p:nvSpPr>
          <p:spPr>
            <a:xfrm>
              <a:off x="22659975" y="6359128"/>
              <a:ext cx="709613" cy="5953"/>
            </a:xfrm>
            <a:prstGeom prst="rect">
              <a:avLst/>
            </a:prstGeom>
            <a:solidFill>
              <a:srgbClr val="D55E00"/>
            </a:solidFill>
            <a:ln w="0">
              <a:noFill/>
              <a:prstDash val="solid"/>
            </a:ln>
          </p:spPr>
        </p:sp>
        <p:sp>
          <p:nvSpPr>
            <p:cNvPr id="2916" name="four:temporal-output:rotated-tᵢ-cell-135:2916">
              <a:extLst>
                <a:ext uri="{FF2B5EF4-FFF2-40B4-BE49-F238E27FC236}">
                  <ns2:creationId id="{C848C9DD-3552-4838-8B80-112EE8CCB9AE}"/>
                </a:ext>
              </a:extLst>
            </p:cNvPr>
            <p:cNvSpPr>
              <a:spLocks noGrp="1"/>
            </p:cNvSpPr>
            <p:nvPr/>
          </p:nvSpPr>
          <p:spPr>
            <a:xfrm>
              <a:off x="22659975" y="6353175"/>
              <a:ext cx="709613" cy="5953"/>
            </a:xfrm>
            <a:prstGeom prst="rect">
              <a:avLst/>
            </a:prstGeom>
            <a:solidFill>
              <a:srgbClr val="D55E00"/>
            </a:solidFill>
            <a:ln w="0">
              <a:noFill/>
              <a:prstDash val="solid"/>
            </a:ln>
          </p:spPr>
        </p:sp>
        <p:sp>
          <p:nvSpPr>
            <p:cNvPr id="2917" name="four:temporal-output:rotated-tᵢ-cell-136:2917">
              <a:extLst>
                <a:ext uri="{FF2B5EF4-FFF2-40B4-BE49-F238E27FC236}">
                  <ns2:creationId id="{AEDD25D7-18E6-4329-95E1-9ED6DC46C7A5}"/>
                </a:ext>
              </a:extLst>
            </p:cNvPr>
            <p:cNvSpPr>
              <a:spLocks noGrp="1"/>
            </p:cNvSpPr>
            <p:nvPr/>
          </p:nvSpPr>
          <p:spPr>
            <a:xfrm>
              <a:off x="22659975" y="6347222"/>
              <a:ext cx="709613" cy="5953"/>
            </a:xfrm>
            <a:prstGeom prst="rect">
              <a:avLst/>
            </a:prstGeom>
            <a:solidFill>
              <a:srgbClr val="D5660E"/>
            </a:solidFill>
            <a:ln w="0">
              <a:noFill/>
              <a:prstDash val="solid"/>
            </a:ln>
          </p:spPr>
        </p:sp>
        <p:sp>
          <p:nvSpPr>
            <p:cNvPr id="2918" name="four:temporal-output:rotated-tᵢ-cell-137:2918">
              <a:extLst>
                <a:ext uri="{FF2B5EF4-FFF2-40B4-BE49-F238E27FC236}">
                  <ns2:creationId id="{69D16E17-9074-4968-89B1-DD1D0FD26C46}"/>
                </a:ext>
              </a:extLst>
            </p:cNvPr>
            <p:cNvSpPr>
              <a:spLocks noGrp="1"/>
            </p:cNvSpPr>
            <p:nvPr/>
          </p:nvSpPr>
          <p:spPr>
            <a:xfrm>
              <a:off x="22659975" y="6341269"/>
              <a:ext cx="709613" cy="5953"/>
            </a:xfrm>
            <a:prstGeom prst="rect">
              <a:avLst/>
            </a:prstGeom>
            <a:solidFill>
              <a:srgbClr val="D6782D"/>
            </a:solidFill>
            <a:ln w="0">
              <a:noFill/>
              <a:prstDash val="solid"/>
            </a:ln>
          </p:spPr>
        </p:sp>
        <p:sp>
          <p:nvSpPr>
            <p:cNvPr id="2919" name="four:temporal-output:rotated-tᵢ-cell-138:2919">
              <a:extLst>
                <a:ext uri="{FF2B5EF4-FFF2-40B4-BE49-F238E27FC236}">
                  <ns2:creationId id="{1A784510-346C-478E-9374-72AB818B3FA0}"/>
                </a:ext>
              </a:extLst>
            </p:cNvPr>
            <p:cNvSpPr>
              <a:spLocks noGrp="1"/>
            </p:cNvSpPr>
            <p:nvPr/>
          </p:nvSpPr>
          <p:spPr>
            <a:xfrm>
              <a:off x="22659975" y="6335316"/>
              <a:ext cx="709613" cy="5953"/>
            </a:xfrm>
            <a:prstGeom prst="rect">
              <a:avLst/>
            </a:prstGeom>
            <a:solidFill>
              <a:srgbClr val="D89056"/>
            </a:solidFill>
            <a:ln w="0">
              <a:noFill/>
              <a:prstDash val="solid"/>
            </a:ln>
          </p:spPr>
        </p:sp>
        <p:sp>
          <p:nvSpPr>
            <p:cNvPr id="2920" name="four:temporal-output:rotated-tᵢ-cell-139:2920">
              <a:extLst>
                <a:ext uri="{FF2B5EF4-FFF2-40B4-BE49-F238E27FC236}">
                  <ns2:creationId id="{618243BC-6170-4E27-A1EE-8C9A86245892}"/>
                </a:ext>
              </a:extLst>
            </p:cNvPr>
            <p:cNvSpPr>
              <a:spLocks noGrp="1"/>
            </p:cNvSpPr>
            <p:nvPr/>
          </p:nvSpPr>
          <p:spPr>
            <a:xfrm>
              <a:off x="22659975" y="6329363"/>
              <a:ext cx="709613" cy="5953"/>
            </a:xfrm>
            <a:prstGeom prst="rect">
              <a:avLst/>
            </a:prstGeom>
            <a:solidFill>
              <a:srgbClr val="D9AB84"/>
            </a:solidFill>
            <a:ln w="0">
              <a:noFill/>
              <a:prstDash val="solid"/>
            </a:ln>
          </p:spPr>
        </p:sp>
        <p:sp>
          <p:nvSpPr>
            <p:cNvPr id="2921" name="four:temporal-output:rotated-tᵢ-cell-140:2921">
              <a:extLst>
                <a:ext uri="{FF2B5EF4-FFF2-40B4-BE49-F238E27FC236}">
                  <ns2:creationId id="{293FAFA3-50D5-4D92-94E3-F2A29973F1DD}"/>
                </a:ext>
              </a:extLst>
            </p:cNvPr>
            <p:cNvSpPr>
              <a:spLocks noGrp="1"/>
            </p:cNvSpPr>
            <p:nvPr/>
          </p:nvSpPr>
          <p:spPr>
            <a:xfrm>
              <a:off x="22659975" y="6323409"/>
              <a:ext cx="709613" cy="5953"/>
            </a:xfrm>
            <a:prstGeom prst="rect">
              <a:avLst/>
            </a:prstGeom>
            <a:solidFill>
              <a:srgbClr val="DAC5B1"/>
            </a:solidFill>
            <a:ln w="0">
              <a:noFill/>
              <a:prstDash val="solid"/>
            </a:ln>
          </p:spPr>
        </p:sp>
        <p:sp>
          <p:nvSpPr>
            <p:cNvPr id="2922" name="four:temporal-output:rotated-tᵢ-cell-141:2922">
              <a:extLst>
                <a:ext uri="{FF2B5EF4-FFF2-40B4-BE49-F238E27FC236}">
                  <ns2:creationId id="{0A6FFA0E-12D1-4E82-ACE6-BF821AE0D7B5}"/>
                </a:ext>
              </a:extLst>
            </p:cNvPr>
            <p:cNvSpPr>
              <a:spLocks noGrp="1"/>
            </p:cNvSpPr>
            <p:nvPr/>
          </p:nvSpPr>
          <p:spPr>
            <a:xfrm>
              <a:off x="22659975" y="6317456"/>
              <a:ext cx="709613" cy="5953"/>
            </a:xfrm>
            <a:prstGeom prst="rect">
              <a:avLst/>
            </a:prstGeom>
            <a:solidFill>
              <a:srgbClr val="D1E1E3"/>
            </a:solidFill>
            <a:ln w="0">
              <a:noFill/>
              <a:prstDash val="solid"/>
            </a:ln>
          </p:spPr>
        </p:sp>
        <p:sp>
          <p:nvSpPr>
            <p:cNvPr id="2923" name="four:temporal-output:rotated-tᵢ-cell-142:2923">
              <a:extLst>
                <a:ext uri="{FF2B5EF4-FFF2-40B4-BE49-F238E27FC236}">
                  <ns2:creationId id="{24D015E8-859B-49DE-9547-F630344CEE5B}"/>
                </a:ext>
              </a:extLst>
            </p:cNvPr>
            <p:cNvSpPr>
              <a:spLocks noGrp="1"/>
            </p:cNvSpPr>
            <p:nvPr/>
          </p:nvSpPr>
          <p:spPr>
            <a:xfrm>
              <a:off x="22659975" y="6311503"/>
              <a:ext cx="709613" cy="5953"/>
            </a:xfrm>
            <a:prstGeom prst="rect">
              <a:avLst/>
            </a:prstGeom>
            <a:solidFill>
              <a:srgbClr val="DBE7EC"/>
            </a:solidFill>
            <a:ln w="0">
              <a:noFill/>
              <a:prstDash val="solid"/>
            </a:ln>
          </p:spPr>
        </p:sp>
        <p:sp>
          <p:nvSpPr>
            <p:cNvPr id="2924" name="four:temporal-output:rotated-tᵢ-cell-143:2924">
              <a:extLst>
                <a:ext uri="{FF2B5EF4-FFF2-40B4-BE49-F238E27FC236}">
                  <ns2:creationId id="{1CE60A67-99F3-4843-9629-1C14AB2310A0}"/>
                </a:ext>
              </a:extLst>
            </p:cNvPr>
            <p:cNvSpPr>
              <a:spLocks noGrp="1"/>
            </p:cNvSpPr>
            <p:nvPr/>
          </p:nvSpPr>
          <p:spPr>
            <a:xfrm>
              <a:off x="22659975" y="6305550"/>
              <a:ext cx="709613" cy="5953"/>
            </a:xfrm>
            <a:prstGeom prst="rect">
              <a:avLst/>
            </a:prstGeom>
            <a:solidFill>
              <a:srgbClr val="DCE8ED"/>
            </a:solidFill>
            <a:ln w="0">
              <a:noFill/>
              <a:prstDash val="solid"/>
            </a:ln>
          </p:spPr>
        </p:sp>
        <p:sp>
          <p:nvSpPr>
            <p:cNvPr id="2925" name="four:temporal-output:rotated-tᵢ-cell-144:2925">
              <a:extLst>
                <a:ext uri="{FF2B5EF4-FFF2-40B4-BE49-F238E27FC236}">
                  <ns2:creationId id="{70803704-7BFE-4052-972A-5325E57FCCA6}"/>
                </a:ext>
              </a:extLst>
            </p:cNvPr>
            <p:cNvSpPr>
              <a:spLocks noGrp="1"/>
            </p:cNvSpPr>
            <p:nvPr/>
          </p:nvSpPr>
          <p:spPr>
            <a:xfrm>
              <a:off x="22659975" y="6299597"/>
              <a:ext cx="709613" cy="5953"/>
            </a:xfrm>
            <a:prstGeom prst="rect">
              <a:avLst/>
            </a:prstGeom>
            <a:solidFill>
              <a:srgbClr val="DCE8ED"/>
            </a:solidFill>
            <a:ln w="0">
              <a:noFill/>
              <a:prstDash val="solid"/>
            </a:ln>
          </p:spPr>
        </p:sp>
        <p:sp>
          <p:nvSpPr>
            <p:cNvPr id="2926" name="four:temporal-output:rotated-tᵢ-cell-145:2926">
              <a:extLst>
                <a:ext uri="{FF2B5EF4-FFF2-40B4-BE49-F238E27FC236}">
                  <ns2:creationId id="{1FF776BC-E1A3-4980-B915-FE4DBEB2B62B}"/>
                </a:ext>
              </a:extLst>
            </p:cNvPr>
            <p:cNvSpPr>
              <a:spLocks noGrp="1"/>
            </p:cNvSpPr>
            <p:nvPr/>
          </p:nvSpPr>
          <p:spPr>
            <a:xfrm>
              <a:off x="22659975" y="6293644"/>
              <a:ext cx="709613" cy="5953"/>
            </a:xfrm>
            <a:prstGeom prst="rect">
              <a:avLst/>
            </a:prstGeom>
            <a:solidFill>
              <a:srgbClr val="DCE8ED"/>
            </a:solidFill>
            <a:ln w="0">
              <a:noFill/>
              <a:prstDash val="solid"/>
            </a:ln>
          </p:spPr>
        </p:sp>
        <p:sp>
          <p:nvSpPr>
            <p:cNvPr id="2927" name="four:temporal-output:rotated-tᵢ-cell-146:2927">
              <a:extLst>
                <a:ext uri="{FF2B5EF4-FFF2-40B4-BE49-F238E27FC236}">
                  <ns2:creationId id="{01799859-DE80-4EE4-8DF4-14E17F966F17}"/>
                </a:ext>
              </a:extLst>
            </p:cNvPr>
            <p:cNvSpPr>
              <a:spLocks noGrp="1"/>
            </p:cNvSpPr>
            <p:nvPr/>
          </p:nvSpPr>
          <p:spPr>
            <a:xfrm>
              <a:off x="22659975" y="6287691"/>
              <a:ext cx="709613" cy="5953"/>
            </a:xfrm>
            <a:prstGeom prst="rect">
              <a:avLst/>
            </a:prstGeom>
            <a:solidFill>
              <a:srgbClr val="DCE8ED"/>
            </a:solidFill>
            <a:ln w="0">
              <a:noFill/>
              <a:prstDash val="solid"/>
            </a:ln>
          </p:spPr>
        </p:sp>
        <p:sp>
          <p:nvSpPr>
            <p:cNvPr id="2928" name="four:temporal-output:rotated-tᵢ-cell-147:2928">
              <a:extLst>
                <a:ext uri="{FF2B5EF4-FFF2-40B4-BE49-F238E27FC236}">
                  <ns2:creationId id="{50A415C8-BD0A-4408-A4C7-873CEA7691B5}"/>
                </a:ext>
              </a:extLst>
            </p:cNvPr>
            <p:cNvSpPr>
              <a:spLocks noGrp="1"/>
            </p:cNvSpPr>
            <p:nvPr/>
          </p:nvSpPr>
          <p:spPr>
            <a:xfrm>
              <a:off x="22659975" y="6281738"/>
              <a:ext cx="709613" cy="5953"/>
            </a:xfrm>
            <a:prstGeom prst="rect">
              <a:avLst/>
            </a:prstGeom>
            <a:solidFill>
              <a:srgbClr val="DCE8ED"/>
            </a:solidFill>
            <a:ln w="0">
              <a:noFill/>
              <a:prstDash val="solid"/>
            </a:ln>
          </p:spPr>
        </p:sp>
        <p:sp>
          <p:nvSpPr>
            <p:cNvPr id="2929" name="four:temporal-output:rotated-tᵢ-cell-148:2929">
              <a:extLst>
                <a:ext uri="{FF2B5EF4-FFF2-40B4-BE49-F238E27FC236}">
                  <ns2:creationId id="{4B1159F0-2983-49EB-8741-8FE97A431F09}"/>
                </a:ext>
              </a:extLst>
            </p:cNvPr>
            <p:cNvSpPr>
              <a:spLocks noGrp="1"/>
            </p:cNvSpPr>
            <p:nvPr/>
          </p:nvSpPr>
          <p:spPr>
            <a:xfrm>
              <a:off x="22659975" y="6275784"/>
              <a:ext cx="709613" cy="5953"/>
            </a:xfrm>
            <a:prstGeom prst="rect">
              <a:avLst/>
            </a:prstGeom>
            <a:solidFill>
              <a:srgbClr val="DCE8ED"/>
            </a:solidFill>
            <a:ln w="0">
              <a:noFill/>
              <a:prstDash val="solid"/>
            </a:ln>
          </p:spPr>
        </p:sp>
        <p:sp>
          <p:nvSpPr>
            <p:cNvPr id="2930" name="four:temporal-output:rotated-tᵢ-cell-149:2930">
              <a:extLst>
                <a:ext uri="{FF2B5EF4-FFF2-40B4-BE49-F238E27FC236}">
                  <ns2:creationId id="{6C50D489-EA49-478F-A2C6-69CBCA48C286}"/>
                </a:ext>
              </a:extLst>
            </p:cNvPr>
            <p:cNvSpPr>
              <a:spLocks noGrp="1"/>
            </p:cNvSpPr>
            <p:nvPr/>
          </p:nvSpPr>
          <p:spPr>
            <a:xfrm>
              <a:off x="22659975" y="6269831"/>
              <a:ext cx="709613" cy="5953"/>
            </a:xfrm>
            <a:prstGeom prst="rect">
              <a:avLst/>
            </a:prstGeom>
            <a:solidFill>
              <a:srgbClr val="DCE8ED"/>
            </a:solidFill>
            <a:ln w="0">
              <a:noFill/>
              <a:prstDash val="solid"/>
            </a:ln>
          </p:spPr>
        </p:sp>
        <p:sp>
          <p:nvSpPr>
            <p:cNvPr id="2931" name="four:temporal-output:rotated-tᵢ-cell-150:2931">
              <a:extLst>
                <a:ext uri="{FF2B5EF4-FFF2-40B4-BE49-F238E27FC236}">
                  <ns2:creationId id="{A0B9B6AE-85FA-4316-B54C-5B34729BD7B2}"/>
                </a:ext>
              </a:extLst>
            </p:cNvPr>
            <p:cNvSpPr>
              <a:spLocks noGrp="1"/>
            </p:cNvSpPr>
            <p:nvPr/>
          </p:nvSpPr>
          <p:spPr>
            <a:xfrm>
              <a:off x="22659975" y="6263878"/>
              <a:ext cx="709613" cy="5953"/>
            </a:xfrm>
            <a:prstGeom prst="rect">
              <a:avLst/>
            </a:prstGeom>
            <a:solidFill>
              <a:srgbClr val="DCE8ED"/>
            </a:solidFill>
            <a:ln w="0">
              <a:noFill/>
              <a:prstDash val="solid"/>
            </a:ln>
          </p:spPr>
        </p:sp>
        <p:sp>
          <p:nvSpPr>
            <p:cNvPr id="2932" name="four:temporal-output:rotated-tᵢ-cell-151:2932">
              <a:extLst>
                <a:ext uri="{FF2B5EF4-FFF2-40B4-BE49-F238E27FC236}">
                  <ns2:creationId id="{7099B749-CA41-4913-B05D-26B9C3C09361}"/>
                </a:ext>
              </a:extLst>
            </p:cNvPr>
            <p:cNvSpPr>
              <a:spLocks noGrp="1"/>
            </p:cNvSpPr>
            <p:nvPr/>
          </p:nvSpPr>
          <p:spPr>
            <a:xfrm>
              <a:off x="22659975" y="6257925"/>
              <a:ext cx="709613" cy="5953"/>
            </a:xfrm>
            <a:prstGeom prst="rect">
              <a:avLst/>
            </a:prstGeom>
            <a:solidFill>
              <a:srgbClr val="DCE8ED"/>
            </a:solidFill>
            <a:ln w="0">
              <a:noFill/>
              <a:prstDash val="solid"/>
            </a:ln>
          </p:spPr>
        </p:sp>
        <p:sp>
          <p:nvSpPr>
            <p:cNvPr id="2933" name="four:temporal-output:rotated-tᵢ-cell-152:2933">
              <a:extLst>
                <a:ext uri="{FF2B5EF4-FFF2-40B4-BE49-F238E27FC236}">
                  <ns2:creationId id="{E8328673-F36F-47D4-9F03-AE0AB6E70A3E}"/>
                </a:ext>
              </a:extLst>
            </p:cNvPr>
            <p:cNvSpPr>
              <a:spLocks noGrp="1"/>
            </p:cNvSpPr>
            <p:nvPr/>
          </p:nvSpPr>
          <p:spPr>
            <a:xfrm>
              <a:off x="22659975" y="6251972"/>
              <a:ext cx="709613" cy="5953"/>
            </a:xfrm>
            <a:prstGeom prst="rect">
              <a:avLst/>
            </a:prstGeom>
            <a:solidFill>
              <a:srgbClr val="DCE8ED"/>
            </a:solidFill>
            <a:ln w="0">
              <a:noFill/>
              <a:prstDash val="solid"/>
            </a:ln>
          </p:spPr>
        </p:sp>
        <p:sp>
          <p:nvSpPr>
            <p:cNvPr id="2934" name="four:temporal-output:rotated-tᵢ-cell-153:2934">
              <a:extLst>
                <a:ext uri="{FF2B5EF4-FFF2-40B4-BE49-F238E27FC236}">
                  <ns2:creationId id="{421544B6-5841-4A26-BEBB-1BBBFBD72CD5}"/>
                </a:ext>
              </a:extLst>
            </p:cNvPr>
            <p:cNvSpPr>
              <a:spLocks noGrp="1"/>
            </p:cNvSpPr>
            <p:nvPr/>
          </p:nvSpPr>
          <p:spPr>
            <a:xfrm>
              <a:off x="22659975" y="6246019"/>
              <a:ext cx="709613" cy="5953"/>
            </a:xfrm>
            <a:prstGeom prst="rect">
              <a:avLst/>
            </a:prstGeom>
            <a:solidFill>
              <a:srgbClr val="DCE8ED"/>
            </a:solidFill>
            <a:ln w="0">
              <a:noFill/>
              <a:prstDash val="solid"/>
            </a:ln>
          </p:spPr>
        </p:sp>
        <p:sp>
          <p:nvSpPr>
            <p:cNvPr id="2935" name="four:temporal-output:rotated-tᵢ-cell-154:2935">
              <a:extLst>
                <a:ext uri="{FF2B5EF4-FFF2-40B4-BE49-F238E27FC236}">
                  <ns2:creationId id="{B91641D3-DF96-4532-AEA6-117712ABB547}"/>
                </a:ext>
              </a:extLst>
            </p:cNvPr>
            <p:cNvSpPr>
              <a:spLocks noGrp="1"/>
            </p:cNvSpPr>
            <p:nvPr/>
          </p:nvSpPr>
          <p:spPr>
            <a:xfrm>
              <a:off x="22659975" y="6240066"/>
              <a:ext cx="709613" cy="5953"/>
            </a:xfrm>
            <a:prstGeom prst="rect">
              <a:avLst/>
            </a:prstGeom>
            <a:solidFill>
              <a:srgbClr val="DCE8ED"/>
            </a:solidFill>
            <a:ln w="0">
              <a:noFill/>
              <a:prstDash val="solid"/>
            </a:ln>
          </p:spPr>
        </p:sp>
        <p:sp>
          <p:nvSpPr>
            <p:cNvPr id="2936" name="four:temporal-output:rotated-tᵢ-cell-155:2936">
              <a:extLst>
                <a:ext uri="{FF2B5EF4-FFF2-40B4-BE49-F238E27FC236}">
                  <ns2:creationId id="{D6815AFD-F3BC-4E5E-87BA-C6116E052CE9}"/>
                </a:ext>
              </a:extLst>
            </p:cNvPr>
            <p:cNvSpPr>
              <a:spLocks noGrp="1"/>
            </p:cNvSpPr>
            <p:nvPr/>
          </p:nvSpPr>
          <p:spPr>
            <a:xfrm>
              <a:off x="22659975" y="6234113"/>
              <a:ext cx="709613" cy="5953"/>
            </a:xfrm>
            <a:prstGeom prst="rect">
              <a:avLst/>
            </a:prstGeom>
            <a:solidFill>
              <a:srgbClr val="DCE8ED"/>
            </a:solidFill>
            <a:ln w="0">
              <a:noFill/>
              <a:prstDash val="solid"/>
            </a:ln>
          </p:spPr>
        </p:sp>
        <p:sp>
          <p:nvSpPr>
            <p:cNvPr id="2937" name="four:temporal-output:rotated-tᵢ-cell-156:2937">
              <a:extLst>
                <a:ext uri="{FF2B5EF4-FFF2-40B4-BE49-F238E27FC236}">
                  <ns2:creationId id="{C5287E7B-A832-4634-A758-9C6FDC41C163}"/>
                </a:ext>
              </a:extLst>
            </p:cNvPr>
            <p:cNvSpPr>
              <a:spLocks noGrp="1"/>
            </p:cNvSpPr>
            <p:nvPr/>
          </p:nvSpPr>
          <p:spPr>
            <a:xfrm>
              <a:off x="22659975" y="6228159"/>
              <a:ext cx="709613" cy="5953"/>
            </a:xfrm>
            <a:prstGeom prst="rect">
              <a:avLst/>
            </a:prstGeom>
            <a:solidFill>
              <a:srgbClr val="DCE8ED"/>
            </a:solidFill>
            <a:ln w="0">
              <a:noFill/>
              <a:prstDash val="solid"/>
            </a:ln>
          </p:spPr>
        </p:sp>
        <p:sp>
          <p:nvSpPr>
            <p:cNvPr id="2938" name="four:temporal-output:rotated-tᵢ-cell-157:2938">
              <a:extLst>
                <a:ext uri="{FF2B5EF4-FFF2-40B4-BE49-F238E27FC236}">
                  <ns2:creationId id="{2854BB74-B435-48BE-9092-1ED18292D3BE}"/>
                </a:ext>
              </a:extLst>
            </p:cNvPr>
            <p:cNvSpPr>
              <a:spLocks noGrp="1"/>
            </p:cNvSpPr>
            <p:nvPr/>
          </p:nvSpPr>
          <p:spPr>
            <a:xfrm>
              <a:off x="22659975" y="6222206"/>
              <a:ext cx="709613" cy="5953"/>
            </a:xfrm>
            <a:prstGeom prst="rect">
              <a:avLst/>
            </a:prstGeom>
            <a:solidFill>
              <a:srgbClr val="DCE8ED"/>
            </a:solidFill>
            <a:ln w="0">
              <a:noFill/>
              <a:prstDash val="solid"/>
            </a:ln>
          </p:spPr>
        </p:sp>
        <p:sp>
          <p:nvSpPr>
            <p:cNvPr id="2939" name="four:temporal-output:rotated-tᵢ-cell-158:2939">
              <a:extLst>
                <a:ext uri="{FF2B5EF4-FFF2-40B4-BE49-F238E27FC236}">
                  <ns2:creationId id="{EA2BFCC1-20B8-405D-B52F-399B1CC3476B}"/>
                </a:ext>
              </a:extLst>
            </p:cNvPr>
            <p:cNvSpPr>
              <a:spLocks noGrp="1"/>
            </p:cNvSpPr>
            <p:nvPr/>
          </p:nvSpPr>
          <p:spPr>
            <a:xfrm>
              <a:off x="22659975" y="6216253"/>
              <a:ext cx="709613" cy="5953"/>
            </a:xfrm>
            <a:prstGeom prst="rect">
              <a:avLst/>
            </a:prstGeom>
            <a:solidFill>
              <a:srgbClr val="DCE8ED"/>
            </a:solidFill>
            <a:ln w="0">
              <a:noFill/>
              <a:prstDash val="solid"/>
            </a:ln>
          </p:spPr>
        </p:sp>
        <p:sp>
          <p:nvSpPr>
            <p:cNvPr id="2940" name="four:temporal-output:rotated-tᵢ-cell-159:2940">
              <a:extLst>
                <a:ext uri="{FF2B5EF4-FFF2-40B4-BE49-F238E27FC236}">
                  <ns2:creationId id="{6BEB2D38-EA1B-4F08-84D7-75FB30247719}"/>
                </a:ext>
              </a:extLst>
            </p:cNvPr>
            <p:cNvSpPr>
              <a:spLocks noGrp="1"/>
            </p:cNvSpPr>
            <p:nvPr/>
          </p:nvSpPr>
          <p:spPr>
            <a:xfrm>
              <a:off x="22659975" y="6210300"/>
              <a:ext cx="709613" cy="5953"/>
            </a:xfrm>
            <a:prstGeom prst="rect">
              <a:avLst/>
            </a:prstGeom>
            <a:solidFill>
              <a:srgbClr val="DCE8ED"/>
            </a:solidFill>
            <a:ln w="0">
              <a:noFill/>
              <a:prstDash val="solid"/>
            </a:ln>
          </p:spPr>
        </p:sp>
        <p:sp>
          <p:nvSpPr>
            <p:cNvPr id="2941" name="four:temporal-output:rotated-tᵢ-cell-160:2941">
              <a:extLst>
                <a:ext uri="{FF2B5EF4-FFF2-40B4-BE49-F238E27FC236}">
                  <ns2:creationId id="{6E17F3FB-4749-45F4-853B-0FF5E545C1E0}"/>
                </a:ext>
              </a:extLst>
            </p:cNvPr>
            <p:cNvSpPr>
              <a:spLocks noGrp="1"/>
            </p:cNvSpPr>
            <p:nvPr/>
          </p:nvSpPr>
          <p:spPr>
            <a:xfrm>
              <a:off x="22659975" y="6204347"/>
              <a:ext cx="709613" cy="5953"/>
            </a:xfrm>
            <a:prstGeom prst="rect">
              <a:avLst/>
            </a:prstGeom>
            <a:solidFill>
              <a:srgbClr val="DCE8ED"/>
            </a:solidFill>
            <a:ln w="0">
              <a:noFill/>
              <a:prstDash val="solid"/>
            </a:ln>
          </p:spPr>
        </p:sp>
        <p:sp>
          <p:nvSpPr>
            <p:cNvPr id="2942" name="four:temporal-output:rotated-tᵢ-cell-161:2942">
              <a:extLst>
                <a:ext uri="{FF2B5EF4-FFF2-40B4-BE49-F238E27FC236}">
                  <ns2:creationId id="{7694E595-8DC9-41C2-BD10-965DAD0D0DA4}"/>
                </a:ext>
              </a:extLst>
            </p:cNvPr>
            <p:cNvSpPr>
              <a:spLocks noGrp="1"/>
            </p:cNvSpPr>
            <p:nvPr/>
          </p:nvSpPr>
          <p:spPr>
            <a:xfrm>
              <a:off x="22659975" y="6198394"/>
              <a:ext cx="709613" cy="5953"/>
            </a:xfrm>
            <a:prstGeom prst="rect">
              <a:avLst/>
            </a:prstGeom>
            <a:solidFill>
              <a:srgbClr val="DCE8ED"/>
            </a:solidFill>
            <a:ln w="0">
              <a:noFill/>
              <a:prstDash val="solid"/>
            </a:ln>
          </p:spPr>
        </p:sp>
        <p:sp>
          <p:nvSpPr>
            <p:cNvPr id="2943" name="four:temporal-output:rotated-tᵢ-cell-162:2943">
              <a:extLst>
                <a:ext uri="{FF2B5EF4-FFF2-40B4-BE49-F238E27FC236}">
                  <ns2:creationId id="{ADC9925A-3AD1-416C-853B-19306FF6C75E}"/>
                </a:ext>
              </a:extLst>
            </p:cNvPr>
            <p:cNvSpPr>
              <a:spLocks noGrp="1"/>
            </p:cNvSpPr>
            <p:nvPr/>
          </p:nvSpPr>
          <p:spPr>
            <a:xfrm>
              <a:off x="22659975" y="6192441"/>
              <a:ext cx="709613" cy="5953"/>
            </a:xfrm>
            <a:prstGeom prst="rect">
              <a:avLst/>
            </a:prstGeom>
            <a:solidFill>
              <a:srgbClr val="DCE8ED"/>
            </a:solidFill>
            <a:ln w="0">
              <a:noFill/>
              <a:prstDash val="solid"/>
            </a:ln>
          </p:spPr>
        </p:sp>
        <p:sp>
          <p:nvSpPr>
            <p:cNvPr id="2944" name="four:temporal-output:rotated-tᵢ-cell-163:2944">
              <a:extLst>
                <a:ext uri="{FF2B5EF4-FFF2-40B4-BE49-F238E27FC236}">
                  <ns2:creationId id="{4DF935C3-F1E4-44B5-902E-3D03CC7DA913}"/>
                </a:ext>
              </a:extLst>
            </p:cNvPr>
            <p:cNvSpPr>
              <a:spLocks noGrp="1"/>
            </p:cNvSpPr>
            <p:nvPr/>
          </p:nvSpPr>
          <p:spPr>
            <a:xfrm>
              <a:off x="22659975" y="6186488"/>
              <a:ext cx="709613" cy="5953"/>
            </a:xfrm>
            <a:prstGeom prst="rect">
              <a:avLst/>
            </a:prstGeom>
            <a:solidFill>
              <a:srgbClr val="DCE8ED"/>
            </a:solidFill>
            <a:ln w="0">
              <a:noFill/>
              <a:prstDash val="solid"/>
            </a:ln>
          </p:spPr>
        </p:sp>
        <p:sp>
          <p:nvSpPr>
            <p:cNvPr id="2945" name="four:temporal-output:rotated-tᵢ-cell-164:2945">
              <a:extLst>
                <a:ext uri="{FF2B5EF4-FFF2-40B4-BE49-F238E27FC236}">
                  <ns2:creationId id="{9F6C3FE5-BAFB-4ED0-9200-21BC57203C99}"/>
                </a:ext>
              </a:extLst>
            </p:cNvPr>
            <p:cNvSpPr>
              <a:spLocks noGrp="1"/>
            </p:cNvSpPr>
            <p:nvPr/>
          </p:nvSpPr>
          <p:spPr>
            <a:xfrm>
              <a:off x="22659975" y="6180534"/>
              <a:ext cx="709613" cy="5953"/>
            </a:xfrm>
            <a:prstGeom prst="rect">
              <a:avLst/>
            </a:prstGeom>
            <a:solidFill>
              <a:srgbClr val="DCE8ED"/>
            </a:solidFill>
            <a:ln w="0">
              <a:noFill/>
              <a:prstDash val="solid"/>
            </a:ln>
          </p:spPr>
        </p:sp>
        <p:sp>
          <p:nvSpPr>
            <p:cNvPr id="2946" name="four:temporal-output:rotated-tᵢ-cell-165:2946">
              <a:extLst>
                <a:ext uri="{FF2B5EF4-FFF2-40B4-BE49-F238E27FC236}">
                  <ns2:creationId id="{91E7583A-3B36-4141-9AB2-2D50EA4E9C55}"/>
                </a:ext>
              </a:extLst>
            </p:cNvPr>
            <p:cNvSpPr>
              <a:spLocks noGrp="1"/>
            </p:cNvSpPr>
            <p:nvPr/>
          </p:nvSpPr>
          <p:spPr>
            <a:xfrm>
              <a:off x="22659975" y="6174581"/>
              <a:ext cx="709613" cy="5953"/>
            </a:xfrm>
            <a:prstGeom prst="rect">
              <a:avLst/>
            </a:prstGeom>
            <a:solidFill>
              <a:srgbClr val="DCE8ED"/>
            </a:solidFill>
            <a:ln w="0">
              <a:noFill/>
              <a:prstDash val="solid"/>
            </a:ln>
          </p:spPr>
        </p:sp>
        <p:sp>
          <p:nvSpPr>
            <p:cNvPr id="2947" name="four:temporal-output:rotated-tᵢ-cell-166:2947">
              <a:extLst>
                <a:ext uri="{FF2B5EF4-FFF2-40B4-BE49-F238E27FC236}">
                  <ns2:creationId id="{52C84F70-61E4-4E5F-899E-675F3A69E9B5}"/>
                </a:ext>
              </a:extLst>
            </p:cNvPr>
            <p:cNvSpPr>
              <a:spLocks noGrp="1"/>
            </p:cNvSpPr>
            <p:nvPr/>
          </p:nvSpPr>
          <p:spPr>
            <a:xfrm>
              <a:off x="22659975" y="6168628"/>
              <a:ext cx="709613" cy="5953"/>
            </a:xfrm>
            <a:prstGeom prst="rect">
              <a:avLst/>
            </a:prstGeom>
            <a:solidFill>
              <a:srgbClr val="DCE8ED"/>
            </a:solidFill>
            <a:ln w="0">
              <a:noFill/>
              <a:prstDash val="solid"/>
            </a:ln>
          </p:spPr>
        </p:sp>
        <p:sp>
          <p:nvSpPr>
            <p:cNvPr id="2948" name="four:temporal-output:rotated-tᵢ-cell-167:2948">
              <a:extLst>
                <a:ext uri="{FF2B5EF4-FFF2-40B4-BE49-F238E27FC236}">
                  <ns2:creationId id="{A636D8A4-A2E8-4A8A-8189-33EA73599E9F}"/>
                </a:ext>
              </a:extLst>
            </p:cNvPr>
            <p:cNvSpPr>
              <a:spLocks noGrp="1"/>
            </p:cNvSpPr>
            <p:nvPr/>
          </p:nvSpPr>
          <p:spPr>
            <a:xfrm>
              <a:off x="22659975" y="6162675"/>
              <a:ext cx="709613" cy="5953"/>
            </a:xfrm>
            <a:prstGeom prst="rect">
              <a:avLst/>
            </a:prstGeom>
            <a:solidFill>
              <a:srgbClr val="DCE8ED"/>
            </a:solidFill>
            <a:ln w="0">
              <a:noFill/>
              <a:prstDash val="solid"/>
            </a:ln>
          </p:spPr>
        </p:sp>
        <p:sp>
          <p:nvSpPr>
            <p:cNvPr id="2949" name="four:temporal-output:rotated-tᵢ-cell-168:2949">
              <a:extLst>
                <a:ext uri="{FF2B5EF4-FFF2-40B4-BE49-F238E27FC236}">
                  <ns2:creationId id="{EE9D3672-E738-469F-B5A9-2ED7E01E2C13}"/>
                </a:ext>
              </a:extLst>
            </p:cNvPr>
            <p:cNvSpPr>
              <a:spLocks noGrp="1"/>
            </p:cNvSpPr>
            <p:nvPr/>
          </p:nvSpPr>
          <p:spPr>
            <a:xfrm>
              <a:off x="22659975" y="6156722"/>
              <a:ext cx="709613" cy="5953"/>
            </a:xfrm>
            <a:prstGeom prst="rect">
              <a:avLst/>
            </a:prstGeom>
            <a:solidFill>
              <a:srgbClr val="DCE8ED"/>
            </a:solidFill>
            <a:ln w="0">
              <a:noFill/>
              <a:prstDash val="solid"/>
            </a:ln>
          </p:spPr>
        </p:sp>
        <p:sp>
          <p:nvSpPr>
            <p:cNvPr id="2950" name="four:temporal-output:rotated-tᵢ-cell-169:2950">
              <a:extLst>
                <a:ext uri="{FF2B5EF4-FFF2-40B4-BE49-F238E27FC236}">
                  <ns2:creationId id="{810149ED-C1F7-4C07-A413-3592D60F6426}"/>
                </a:ext>
              </a:extLst>
            </p:cNvPr>
            <p:cNvSpPr>
              <a:spLocks noGrp="1"/>
            </p:cNvSpPr>
            <p:nvPr/>
          </p:nvSpPr>
          <p:spPr>
            <a:xfrm>
              <a:off x="22659975" y="6150769"/>
              <a:ext cx="709613" cy="5953"/>
            </a:xfrm>
            <a:prstGeom prst="rect">
              <a:avLst/>
            </a:prstGeom>
            <a:solidFill>
              <a:srgbClr val="DCE8ED"/>
            </a:solidFill>
            <a:ln w="0">
              <a:noFill/>
              <a:prstDash val="solid"/>
            </a:ln>
          </p:spPr>
        </p:sp>
        <p:sp>
          <p:nvSpPr>
            <p:cNvPr id="2951" name="four:temporal-output:rotated-tᵢ-cell-170:2951">
              <a:extLst>
                <a:ext uri="{FF2B5EF4-FFF2-40B4-BE49-F238E27FC236}">
                  <ns2:creationId id="{6EE9789C-C8B9-40EE-8CBB-4EEE21592986}"/>
                </a:ext>
              </a:extLst>
            </p:cNvPr>
            <p:cNvSpPr>
              <a:spLocks noGrp="1"/>
            </p:cNvSpPr>
            <p:nvPr/>
          </p:nvSpPr>
          <p:spPr>
            <a:xfrm>
              <a:off x="22659975" y="6144816"/>
              <a:ext cx="709613" cy="5953"/>
            </a:xfrm>
            <a:prstGeom prst="rect">
              <a:avLst/>
            </a:prstGeom>
            <a:solidFill>
              <a:srgbClr val="DCE7EC"/>
            </a:solidFill>
            <a:ln w="0">
              <a:noFill/>
              <a:prstDash val="solid"/>
            </a:ln>
          </p:spPr>
        </p:sp>
        <p:sp>
          <p:nvSpPr>
            <p:cNvPr id="2952" name="four:temporal-output:rotated-tᵢ-cell-171:2952">
              <a:extLst>
                <a:ext uri="{FF2B5EF4-FFF2-40B4-BE49-F238E27FC236}">
                  <ns2:creationId id="{939CB4A9-CC86-4782-A267-D8D4B0C129B2}"/>
                </a:ext>
              </a:extLst>
            </p:cNvPr>
            <p:cNvSpPr>
              <a:spLocks noGrp="1"/>
            </p:cNvSpPr>
            <p:nvPr/>
          </p:nvSpPr>
          <p:spPr>
            <a:xfrm>
              <a:off x="22659975" y="6138863"/>
              <a:ext cx="709613" cy="5953"/>
            </a:xfrm>
            <a:prstGeom prst="rect">
              <a:avLst/>
            </a:prstGeom>
            <a:solidFill>
              <a:srgbClr val="DBE0E2"/>
            </a:solidFill>
            <a:ln w="0">
              <a:noFill/>
              <a:prstDash val="solid"/>
            </a:ln>
          </p:spPr>
        </p:sp>
        <p:sp>
          <p:nvSpPr>
            <p:cNvPr id="2953" name="four:temporal-output:rotated-tᵢ-cell-172:2953">
              <a:extLst>
                <a:ext uri="{FF2B5EF4-FFF2-40B4-BE49-F238E27FC236}">
                  <ns2:creationId id="{73FFDE70-88D1-40F0-B89B-5EE28529F6EE}"/>
                </a:ext>
              </a:extLst>
            </p:cNvPr>
            <p:cNvSpPr>
              <a:spLocks noGrp="1"/>
            </p:cNvSpPr>
            <p:nvPr/>
          </p:nvSpPr>
          <p:spPr>
            <a:xfrm>
              <a:off x="22659975" y="6132909"/>
              <a:ext cx="709613" cy="5953"/>
            </a:xfrm>
            <a:prstGeom prst="rect">
              <a:avLst/>
            </a:prstGeom>
            <a:solidFill>
              <a:srgbClr val="D8D0DE"/>
            </a:solidFill>
            <a:ln w="0">
              <a:noFill/>
              <a:prstDash val="solid"/>
            </a:ln>
          </p:spPr>
        </p:sp>
        <p:sp>
          <p:nvSpPr>
            <p:cNvPr id="2954" name="four:temporal-output:rotated-tᵢ-cell-173:2954">
              <a:extLst>
                <a:ext uri="{FF2B5EF4-FFF2-40B4-BE49-F238E27FC236}">
                  <ns2:creationId id="{D45A4470-CB97-412A-AE1F-8ABC3B6EB06E}"/>
                </a:ext>
              </a:extLst>
            </p:cNvPr>
            <p:cNvSpPr>
              <a:spLocks noGrp="1"/>
            </p:cNvSpPr>
            <p:nvPr/>
          </p:nvSpPr>
          <p:spPr>
            <a:xfrm>
              <a:off x="22659975" y="6126956"/>
              <a:ext cx="709613" cy="5953"/>
            </a:xfrm>
            <a:prstGeom prst="rect">
              <a:avLst/>
            </a:prstGeom>
            <a:solidFill>
              <a:srgbClr val="D6BBD1"/>
            </a:solidFill>
            <a:ln w="0">
              <a:noFill/>
              <a:prstDash val="solid"/>
            </a:ln>
          </p:spPr>
        </p:sp>
        <p:sp>
          <p:nvSpPr>
            <p:cNvPr id="2955" name="four:temporal-output:rotated-tᵢ-cell-174:2955">
              <a:extLst>
                <a:ext uri="{FF2B5EF4-FFF2-40B4-BE49-F238E27FC236}">
                  <ns2:creationId id="{87DD7171-DDFD-4C82-908D-FAF6F0490530}"/>
                </a:ext>
              </a:extLst>
            </p:cNvPr>
            <p:cNvSpPr>
              <a:spLocks noGrp="1"/>
            </p:cNvSpPr>
            <p:nvPr/>
          </p:nvSpPr>
          <p:spPr>
            <a:xfrm>
              <a:off x="22659975" y="6121003"/>
              <a:ext cx="709613" cy="5953"/>
            </a:xfrm>
            <a:prstGeom prst="rect">
              <a:avLst/>
            </a:prstGeom>
            <a:solidFill>
              <a:srgbClr val="D2A6C3"/>
            </a:solidFill>
            <a:ln w="0">
              <a:noFill/>
              <a:prstDash val="solid"/>
            </a:ln>
          </p:spPr>
        </p:sp>
        <p:sp>
          <p:nvSpPr>
            <p:cNvPr id="2956" name="four:temporal-output:rotated-tᵢ-cell-175:2956">
              <a:extLst>
                <a:ext uri="{FF2B5EF4-FFF2-40B4-BE49-F238E27FC236}">
                  <ns2:creationId id="{57E0D798-6936-421B-B841-FD93EF29C2AD}"/>
                </a:ext>
              </a:extLst>
            </p:cNvPr>
            <p:cNvSpPr>
              <a:spLocks noGrp="1"/>
            </p:cNvSpPr>
            <p:nvPr/>
          </p:nvSpPr>
          <p:spPr>
            <a:xfrm>
              <a:off x="22659975" y="6115050"/>
              <a:ext cx="709613" cy="5953"/>
            </a:xfrm>
            <a:prstGeom prst="rect">
              <a:avLst/>
            </a:prstGeom>
            <a:solidFill>
              <a:srgbClr val="D091B6"/>
            </a:solidFill>
            <a:ln w="0">
              <a:noFill/>
              <a:prstDash val="solid"/>
            </a:ln>
          </p:spPr>
        </p:sp>
        <p:sp>
          <p:nvSpPr>
            <p:cNvPr id="2957" name="four:temporal-output:rotated-tᵢ-cell-176:2957">
              <a:extLst>
                <a:ext uri="{FF2B5EF4-FFF2-40B4-BE49-F238E27FC236}">
                  <ns2:creationId id="{66463BCE-9CD6-4260-BF94-4C40E3848FB9}"/>
                </a:ext>
              </a:extLst>
            </p:cNvPr>
            <p:cNvSpPr>
              <a:spLocks noGrp="1"/>
            </p:cNvSpPr>
            <p:nvPr/>
          </p:nvSpPr>
          <p:spPr>
            <a:xfrm>
              <a:off x="22659975" y="6109097"/>
              <a:ext cx="709613" cy="5953"/>
            </a:xfrm>
            <a:prstGeom prst="rect">
              <a:avLst/>
            </a:prstGeom>
            <a:solidFill>
              <a:srgbClr val="CD82AD"/>
            </a:solidFill>
            <a:ln w="0">
              <a:noFill/>
              <a:prstDash val="solid"/>
            </a:ln>
          </p:spPr>
        </p:sp>
        <p:sp>
          <p:nvSpPr>
            <p:cNvPr id="2958" name="four:temporal-output:rotated-tᵢ-cell-177:2958">
              <a:extLst>
                <a:ext uri="{FF2B5EF4-FFF2-40B4-BE49-F238E27FC236}">
                  <ns2:creationId id="{312C0234-4342-4DF4-88EE-8FDB2C7B9512}"/>
                </a:ext>
              </a:extLst>
            </p:cNvPr>
            <p:cNvSpPr>
              <a:spLocks noGrp="1"/>
            </p:cNvSpPr>
            <p:nvPr/>
          </p:nvSpPr>
          <p:spPr>
            <a:xfrm>
              <a:off x="22659975" y="6103144"/>
              <a:ext cx="709613" cy="5953"/>
            </a:xfrm>
            <a:prstGeom prst="rect">
              <a:avLst/>
            </a:prstGeom>
            <a:solidFill>
              <a:srgbClr val="CC7AA8"/>
            </a:solidFill>
            <a:ln w="0">
              <a:noFill/>
              <a:prstDash val="solid"/>
            </a:ln>
          </p:spPr>
        </p:sp>
        <p:sp>
          <p:nvSpPr>
            <p:cNvPr id="2959" name="four:temporal-output:rotated-tᵢ-cell-178:2959">
              <a:extLst>
                <a:ext uri="{FF2B5EF4-FFF2-40B4-BE49-F238E27FC236}">
                  <ns2:creationId id="{969683C5-CA9C-4736-A1A7-9C3820C1B1DB}"/>
                </a:ext>
              </a:extLst>
            </p:cNvPr>
            <p:cNvSpPr>
              <a:spLocks noGrp="1"/>
            </p:cNvSpPr>
            <p:nvPr/>
          </p:nvSpPr>
          <p:spPr>
            <a:xfrm>
              <a:off x="22659975" y="6097191"/>
              <a:ext cx="709613" cy="5953"/>
            </a:xfrm>
            <a:prstGeom prst="rect">
              <a:avLst/>
            </a:prstGeom>
            <a:solidFill>
              <a:srgbClr val="CC79A7"/>
            </a:solidFill>
            <a:ln w="0">
              <a:noFill/>
              <a:prstDash val="solid"/>
            </a:ln>
          </p:spPr>
        </p:sp>
        <p:sp>
          <p:nvSpPr>
            <p:cNvPr id="2960" name="four:temporal-output:rotated-tᵢ-cell-179:2960">
              <a:extLst>
                <a:ext uri="{FF2B5EF4-FFF2-40B4-BE49-F238E27FC236}">
                  <ns2:creationId id="{5DBC4DAF-DFD6-4DBB-AF98-D09974D88084}"/>
                </a:ext>
              </a:extLst>
            </p:cNvPr>
            <p:cNvSpPr>
              <a:spLocks noGrp="1"/>
            </p:cNvSpPr>
            <p:nvPr/>
          </p:nvSpPr>
          <p:spPr>
            <a:xfrm>
              <a:off x="22659975" y="6091238"/>
              <a:ext cx="709613" cy="5953"/>
            </a:xfrm>
            <a:prstGeom prst="rect">
              <a:avLst/>
            </a:prstGeom>
            <a:solidFill>
              <a:srgbClr val="CC79A7"/>
            </a:solidFill>
            <a:ln w="0">
              <a:noFill/>
              <a:prstDash val="solid"/>
            </a:ln>
          </p:spPr>
        </p:sp>
        <p:sp>
          <p:nvSpPr>
            <p:cNvPr id="2961" name="four:temporal-output:rotated-tᵢ-cell-180:2961">
              <a:extLst>
                <a:ext uri="{FF2B5EF4-FFF2-40B4-BE49-F238E27FC236}">
                  <ns2:creationId id="{48624CEC-75F3-4093-B63A-EF6F1EEA7E7C}"/>
                </a:ext>
              </a:extLst>
            </p:cNvPr>
            <p:cNvSpPr>
              <a:spLocks noGrp="1"/>
            </p:cNvSpPr>
            <p:nvPr/>
          </p:nvSpPr>
          <p:spPr>
            <a:xfrm>
              <a:off x="22659975" y="6085284"/>
              <a:ext cx="709613" cy="5953"/>
            </a:xfrm>
            <a:prstGeom prst="rect">
              <a:avLst/>
            </a:prstGeom>
            <a:solidFill>
              <a:srgbClr val="CC79A7"/>
            </a:solidFill>
            <a:ln w="0">
              <a:noFill/>
              <a:prstDash val="solid"/>
            </a:ln>
          </p:spPr>
        </p:sp>
        <p:sp>
          <p:nvSpPr>
            <p:cNvPr id="2962" name="four:temporal-output:rotated-tᵢ-cell-181:2962">
              <a:extLst>
                <a:ext uri="{FF2B5EF4-FFF2-40B4-BE49-F238E27FC236}">
                  <ns2:creationId id="{49F83CD1-23E0-4090-B8F2-9EAE4C3B311D}"/>
                </a:ext>
              </a:extLst>
            </p:cNvPr>
            <p:cNvSpPr>
              <a:spLocks noGrp="1"/>
            </p:cNvSpPr>
            <p:nvPr/>
          </p:nvSpPr>
          <p:spPr>
            <a:xfrm>
              <a:off x="22659975" y="6079331"/>
              <a:ext cx="709613" cy="5953"/>
            </a:xfrm>
            <a:prstGeom prst="rect">
              <a:avLst/>
            </a:prstGeom>
            <a:solidFill>
              <a:srgbClr val="CC79A7"/>
            </a:solidFill>
            <a:ln w="0">
              <a:noFill/>
              <a:prstDash val="solid"/>
            </a:ln>
          </p:spPr>
        </p:sp>
        <p:sp>
          <p:nvSpPr>
            <p:cNvPr id="2963" name="four:temporal-output:rotated-tᵢ-cell-182:2963">
              <a:extLst>
                <a:ext uri="{FF2B5EF4-FFF2-40B4-BE49-F238E27FC236}">
                  <ns2:creationId id="{320C4AE1-F1A4-438D-99C4-D1F2652FD633}"/>
                </a:ext>
              </a:extLst>
            </p:cNvPr>
            <p:cNvSpPr>
              <a:spLocks noGrp="1"/>
            </p:cNvSpPr>
            <p:nvPr/>
          </p:nvSpPr>
          <p:spPr>
            <a:xfrm>
              <a:off x="22659975" y="6073378"/>
              <a:ext cx="709613" cy="5953"/>
            </a:xfrm>
            <a:prstGeom prst="rect">
              <a:avLst/>
            </a:prstGeom>
            <a:solidFill>
              <a:srgbClr val="CC79A7"/>
            </a:solidFill>
            <a:ln w="0">
              <a:noFill/>
              <a:prstDash val="solid"/>
            </a:ln>
          </p:spPr>
        </p:sp>
        <p:sp>
          <p:nvSpPr>
            <p:cNvPr id="2964" name="four:temporal-output:rotated-tᵢ-cell-183:2964">
              <a:extLst>
                <a:ext uri="{FF2B5EF4-FFF2-40B4-BE49-F238E27FC236}">
                  <ns2:creationId id="{FC1846ED-7C5E-43C3-9FB1-E57EB0D1ED10}"/>
                </a:ext>
              </a:extLst>
            </p:cNvPr>
            <p:cNvSpPr>
              <a:spLocks noGrp="1"/>
            </p:cNvSpPr>
            <p:nvPr/>
          </p:nvSpPr>
          <p:spPr>
            <a:xfrm>
              <a:off x="22659975" y="6067425"/>
              <a:ext cx="709613" cy="5953"/>
            </a:xfrm>
            <a:prstGeom prst="rect">
              <a:avLst/>
            </a:prstGeom>
            <a:solidFill>
              <a:srgbClr val="CC79A7"/>
            </a:solidFill>
            <a:ln w="0">
              <a:noFill/>
              <a:prstDash val="solid"/>
            </a:ln>
          </p:spPr>
        </p:sp>
        <p:sp>
          <p:nvSpPr>
            <p:cNvPr id="2965" name="four:temporal-output:rotated-tᵢ-cell-184:2965">
              <a:extLst>
                <a:ext uri="{FF2B5EF4-FFF2-40B4-BE49-F238E27FC236}">
                  <ns2:creationId id="{5F5DEDD7-1B49-45CF-A956-31281A0F5F7E}"/>
                </a:ext>
              </a:extLst>
            </p:cNvPr>
            <p:cNvSpPr>
              <a:spLocks noGrp="1"/>
            </p:cNvSpPr>
            <p:nvPr/>
          </p:nvSpPr>
          <p:spPr>
            <a:xfrm>
              <a:off x="22659975" y="6061472"/>
              <a:ext cx="709613" cy="5953"/>
            </a:xfrm>
            <a:prstGeom prst="rect">
              <a:avLst/>
            </a:prstGeom>
            <a:solidFill>
              <a:srgbClr val="CC79A7"/>
            </a:solidFill>
            <a:ln w="0">
              <a:noFill/>
              <a:prstDash val="solid"/>
            </a:ln>
          </p:spPr>
        </p:sp>
        <p:sp>
          <p:nvSpPr>
            <p:cNvPr id="2966" name="four:temporal-output:rotated-tᵢ-cell-185:2966">
              <a:extLst>
                <a:ext uri="{FF2B5EF4-FFF2-40B4-BE49-F238E27FC236}">
                  <ns2:creationId id="{D6F5AADD-B2A2-4E22-9DF3-96AEEB42745B}"/>
                </a:ext>
              </a:extLst>
            </p:cNvPr>
            <p:cNvSpPr>
              <a:spLocks noGrp="1"/>
            </p:cNvSpPr>
            <p:nvPr/>
          </p:nvSpPr>
          <p:spPr>
            <a:xfrm>
              <a:off x="22659975" y="6055519"/>
              <a:ext cx="709613" cy="5953"/>
            </a:xfrm>
            <a:prstGeom prst="rect">
              <a:avLst/>
            </a:prstGeom>
            <a:solidFill>
              <a:srgbClr val="CC79A7"/>
            </a:solidFill>
            <a:ln w="0">
              <a:noFill/>
              <a:prstDash val="solid"/>
            </a:ln>
          </p:spPr>
        </p:sp>
        <p:sp>
          <p:nvSpPr>
            <p:cNvPr id="2967" name="four:temporal-output:rotated-tᵢ-cell-186:2967">
              <a:extLst>
                <a:ext uri="{FF2B5EF4-FFF2-40B4-BE49-F238E27FC236}">
                  <ns2:creationId id="{E89C0BFD-305C-44A2-8756-F5B2F1A4CCDA}"/>
                </a:ext>
              </a:extLst>
            </p:cNvPr>
            <p:cNvSpPr>
              <a:spLocks noGrp="1"/>
            </p:cNvSpPr>
            <p:nvPr/>
          </p:nvSpPr>
          <p:spPr>
            <a:xfrm>
              <a:off x="22659975" y="6049566"/>
              <a:ext cx="709613" cy="5953"/>
            </a:xfrm>
            <a:prstGeom prst="rect">
              <a:avLst/>
            </a:prstGeom>
            <a:solidFill>
              <a:srgbClr val="CC79A7"/>
            </a:solidFill>
            <a:ln w="0">
              <a:noFill/>
              <a:prstDash val="solid"/>
            </a:ln>
          </p:spPr>
        </p:sp>
        <p:sp>
          <p:nvSpPr>
            <p:cNvPr id="2968" name="four:temporal-output:rotated-tᵢ-cell-187:2968">
              <a:extLst>
                <a:ext uri="{FF2B5EF4-FFF2-40B4-BE49-F238E27FC236}">
                  <ns2:creationId id="{43764176-0862-4BE5-BB48-6CB9B55DE8C3}"/>
                </a:ext>
              </a:extLst>
            </p:cNvPr>
            <p:cNvSpPr>
              <a:spLocks noGrp="1"/>
            </p:cNvSpPr>
            <p:nvPr/>
          </p:nvSpPr>
          <p:spPr>
            <a:xfrm>
              <a:off x="22659975" y="6043613"/>
              <a:ext cx="709613" cy="5953"/>
            </a:xfrm>
            <a:prstGeom prst="rect">
              <a:avLst/>
            </a:prstGeom>
            <a:solidFill>
              <a:srgbClr val="CD7EAA"/>
            </a:solidFill>
            <a:ln w="0">
              <a:noFill/>
              <a:prstDash val="solid"/>
            </a:ln>
          </p:spPr>
        </p:sp>
        <p:sp>
          <p:nvSpPr>
            <p:cNvPr id="2969" name="four:temporal-output:rotated-tᵢ-cell-188:2969">
              <a:extLst>
                <a:ext uri="{FF2B5EF4-FFF2-40B4-BE49-F238E27FC236}">
                  <ns2:creationId id="{1EE330D8-9048-43F8-BAA8-A78EF6ED0B24}"/>
                </a:ext>
              </a:extLst>
            </p:cNvPr>
            <p:cNvSpPr>
              <a:spLocks noGrp="1"/>
            </p:cNvSpPr>
            <p:nvPr/>
          </p:nvSpPr>
          <p:spPr>
            <a:xfrm>
              <a:off x="22659975" y="6037659"/>
              <a:ext cx="709613" cy="5953"/>
            </a:xfrm>
            <a:prstGeom prst="rect">
              <a:avLst/>
            </a:prstGeom>
            <a:solidFill>
              <a:srgbClr val="D5B7CE"/>
            </a:solidFill>
            <a:ln w="0">
              <a:noFill/>
              <a:prstDash val="solid"/>
            </a:ln>
          </p:spPr>
        </p:sp>
        <p:sp>
          <p:nvSpPr>
            <p:cNvPr id="2970" name="four:temporal-output:rotated-tᵢ-cell-189:2970">
              <a:extLst>
                <a:ext uri="{FF2B5EF4-FFF2-40B4-BE49-F238E27FC236}">
                  <ns2:creationId id="{E92077D6-3346-4C71-9438-57A53D5A3B2A}"/>
                </a:ext>
              </a:extLst>
            </p:cNvPr>
            <p:cNvSpPr>
              <a:spLocks noGrp="1"/>
            </p:cNvSpPr>
            <p:nvPr/>
          </p:nvSpPr>
          <p:spPr>
            <a:xfrm>
              <a:off x="22659975" y="6031706"/>
              <a:ext cx="709613" cy="5953"/>
            </a:xfrm>
            <a:prstGeom prst="rect">
              <a:avLst/>
            </a:prstGeom>
            <a:solidFill>
              <a:srgbClr val="DCE8EC"/>
            </a:solidFill>
            <a:ln w="0">
              <a:noFill/>
              <a:prstDash val="solid"/>
            </a:ln>
          </p:spPr>
        </p:sp>
        <p:sp>
          <p:nvSpPr>
            <p:cNvPr id="2971" name="four:temporal-output:rotated-tᵢ-cell-190:2971">
              <a:extLst>
                <a:ext uri="{FF2B5EF4-FFF2-40B4-BE49-F238E27FC236}">
                  <ns2:creationId id="{6EA719F1-BADE-487D-91E1-50B76C72EB33}"/>
                </a:ext>
              </a:extLst>
            </p:cNvPr>
            <p:cNvSpPr>
              <a:spLocks noGrp="1"/>
            </p:cNvSpPr>
            <p:nvPr/>
          </p:nvSpPr>
          <p:spPr>
            <a:xfrm>
              <a:off x="22659975" y="6025753"/>
              <a:ext cx="709613" cy="5953"/>
            </a:xfrm>
            <a:prstGeom prst="rect">
              <a:avLst/>
            </a:prstGeom>
            <a:solidFill>
              <a:srgbClr val="DCE8ED"/>
            </a:solidFill>
            <a:ln w="0">
              <a:noFill/>
              <a:prstDash val="solid"/>
            </a:ln>
          </p:spPr>
        </p:sp>
        <p:sp>
          <p:nvSpPr>
            <p:cNvPr id="2972" name="four:temporal-output:rotated-tᵢ-cell-191:2972">
              <a:extLst>
                <a:ext uri="{FF2B5EF4-FFF2-40B4-BE49-F238E27FC236}">
                  <ns2:creationId id="{2A4F6D2E-B347-49A6-916F-FEA2159737EE}"/>
                </a:ext>
              </a:extLst>
            </p:cNvPr>
            <p:cNvSpPr>
              <a:spLocks noGrp="1"/>
            </p:cNvSpPr>
            <p:nvPr/>
          </p:nvSpPr>
          <p:spPr>
            <a:xfrm>
              <a:off x="22659975" y="6019800"/>
              <a:ext cx="709613" cy="5953"/>
            </a:xfrm>
            <a:prstGeom prst="rect">
              <a:avLst/>
            </a:prstGeom>
            <a:solidFill>
              <a:srgbClr val="DCE8ED"/>
            </a:solidFill>
            <a:ln w="0">
              <a:noFill/>
              <a:prstDash val="solid"/>
            </a:ln>
          </p:spPr>
        </p:sp>
        <p:sp>
          <p:nvSpPr>
            <p:cNvPr id="2973" name="four:temporal-output:textbox:2973">
              <a:extLst>
                <a:ext uri="{FF2B5EF4-FFF2-40B4-BE49-F238E27FC236}">
                  <ns2:creationId id="{9747629A-3221-4E50-9119-ABAF3D2E3E3A}"/>
                </a:ext>
              </a:extLst>
            </p:cNvPr>
            <p:cNvSpPr>
              <a:spLocks noGrp="1"/>
            </p:cNvSpPr>
            <p:nvPr/>
          </p:nvSpPr>
          <p:spPr>
            <a:xfrm>
              <a:off x="23369588" y="5743575"/>
              <a:ext cx="709613" cy="342900"/>
            </a:xfrm>
            <a:prstGeom prst="rect">
              <a:avLst/>
            </a:prstGeom>
            <a:noFill/>
            <a:ln w="0">
              <a:noFill/>
              <a:prstDash val="solid"/>
            </a:ln>
          </p:spPr>
          <p:txBody>
            <a:bodyPr wrap="none" lIns="0" tIns="0" rIns="0" bIns="0" anchor="ctr">
              <a:normAutofit fontScale="100000"/>
            </a:bodyPr>
            <a:lstStyle>
              <a:defPPr algn="ctr">
                <a:defRPr sz="1650" b="0">
                  <a:solidFill>
                    <a:srgbClr val="263238"/>
                  </a:solidFill>
                  <a:latin typeface="Arial"/>
                  <a:ea typeface="Arial"/>
                  <a:cs typeface="Arial"/>
                </a:defRPr>
              </a:defPPr>
            </a:lstStyle>
            <a:p>
              <a:pPr algn="ctr">
                <a:defRPr sz="1650" b="0">
                  <a:solidFill>
                    <a:srgbClr val="263238"/>
                  </a:solidFill>
                  <a:latin typeface="Arial"/>
                  <a:ea typeface="Arial"/>
                  <a:cs typeface="Arial"/>
                </a:defRPr>
              </a:pPr>
              <a:r>
                <a:rPr sz="1650" b="0">
                  <a:solidFill>
                    <a:srgbClr val="263238"/>
                  </a:solidFill>
                  <a:latin typeface="Arial"/>
                  <a:ea typeface="Arial"/>
                  <a:cs typeface="Arial"/>
                </a:rPr>
                <a:t>t</a:t>
              </a:r>
              <a:r>
                <a:rPr sz="1188" b="0" baseline="-25000">
                  <a:solidFill>
                    <a:srgbClr val="263238"/>
                  </a:solidFill>
                  <a:latin typeface="Arial"/>
                  <a:ea typeface="Arial"/>
                  <a:cs typeface="Arial"/>
                </a:rPr>
                <a:t>n</a:t>
              </a:r>
            </a:p>
          </p:txBody>
        </p:sp>
        <p:sp>
          <p:nvSpPr>
            <p:cNvPr id="2974" name="four:temporal-output:rotated-tₙ-cell-0:2974">
              <a:extLst>
                <a:ext uri="{FF2B5EF4-FFF2-40B4-BE49-F238E27FC236}">
                  <ns2:creationId id="{448E1198-CF63-46C2-B5FA-D2606E4B7193}"/>
                </a:ext>
              </a:extLst>
            </p:cNvPr>
            <p:cNvSpPr>
              <a:spLocks noGrp="1"/>
            </p:cNvSpPr>
            <p:nvPr/>
          </p:nvSpPr>
          <p:spPr>
            <a:xfrm>
              <a:off x="23369588" y="7156847"/>
              <a:ext cx="709613" cy="5953"/>
            </a:xfrm>
            <a:prstGeom prst="rect">
              <a:avLst/>
            </a:prstGeom>
            <a:solidFill>
              <a:srgbClr val="DCE8ED"/>
            </a:solidFill>
            <a:ln w="0">
              <a:noFill/>
              <a:prstDash val="solid"/>
            </a:ln>
          </p:spPr>
        </p:sp>
        <p:sp>
          <p:nvSpPr>
            <p:cNvPr id="2975" name="four:temporal-output:rotated-tₙ-cell-1:2975">
              <a:extLst>
                <a:ext uri="{FF2B5EF4-FFF2-40B4-BE49-F238E27FC236}">
                  <ns2:creationId id="{81089D3B-9606-4DEE-869E-E11FB7C86816}"/>
                </a:ext>
              </a:extLst>
            </p:cNvPr>
            <p:cNvSpPr>
              <a:spLocks noGrp="1"/>
            </p:cNvSpPr>
            <p:nvPr/>
          </p:nvSpPr>
          <p:spPr>
            <a:xfrm>
              <a:off x="23369588" y="7150894"/>
              <a:ext cx="709613" cy="5953"/>
            </a:xfrm>
            <a:prstGeom prst="rect">
              <a:avLst/>
            </a:prstGeom>
            <a:solidFill>
              <a:srgbClr val="DCE8ED"/>
            </a:solidFill>
            <a:ln w="0">
              <a:noFill/>
              <a:prstDash val="solid"/>
            </a:ln>
          </p:spPr>
        </p:sp>
        <p:sp>
          <p:nvSpPr>
            <p:cNvPr id="2976" name="four:temporal-output:rotated-tₙ-cell-2:2976">
              <a:extLst>
                <a:ext uri="{FF2B5EF4-FFF2-40B4-BE49-F238E27FC236}">
                  <ns2:creationId id="{B6070720-0D11-4D16-8999-45A4CCBE0C46}"/>
                </a:ext>
              </a:extLst>
            </p:cNvPr>
            <p:cNvSpPr>
              <a:spLocks noGrp="1"/>
            </p:cNvSpPr>
            <p:nvPr/>
          </p:nvSpPr>
          <p:spPr>
            <a:xfrm>
              <a:off x="23369588" y="7144941"/>
              <a:ext cx="709613" cy="5953"/>
            </a:xfrm>
            <a:prstGeom prst="rect">
              <a:avLst/>
            </a:prstGeom>
            <a:solidFill>
              <a:srgbClr val="DCE8ED"/>
            </a:solidFill>
            <a:ln w="0">
              <a:noFill/>
              <a:prstDash val="solid"/>
            </a:ln>
          </p:spPr>
        </p:sp>
        <p:sp>
          <p:nvSpPr>
            <p:cNvPr id="2977" name="four:temporal-output:rotated-tₙ-cell-3:2977">
              <a:extLst>
                <a:ext uri="{FF2B5EF4-FFF2-40B4-BE49-F238E27FC236}">
                  <ns2:creationId id="{E8D4DCEE-41E9-4CD2-8216-C5C7B5D06F5B}"/>
                </a:ext>
              </a:extLst>
            </p:cNvPr>
            <p:cNvSpPr>
              <a:spLocks noGrp="1"/>
            </p:cNvSpPr>
            <p:nvPr/>
          </p:nvSpPr>
          <p:spPr>
            <a:xfrm>
              <a:off x="23369588" y="7138988"/>
              <a:ext cx="709613" cy="5953"/>
            </a:xfrm>
            <a:prstGeom prst="rect">
              <a:avLst/>
            </a:prstGeom>
            <a:solidFill>
              <a:srgbClr val="D9E6EB"/>
            </a:solidFill>
            <a:ln w="0">
              <a:noFill/>
              <a:prstDash val="solid"/>
            </a:ln>
          </p:spPr>
        </p:sp>
        <p:sp>
          <p:nvSpPr>
            <p:cNvPr id="2978" name="four:temporal-output:rotated-tₙ-cell-4:2978">
              <a:extLst>
                <a:ext uri="{FF2B5EF4-FFF2-40B4-BE49-F238E27FC236}">
                  <ns2:creationId id="{295AD931-2171-4C4F-8720-E933FF6B4C35}"/>
                </a:ext>
              </a:extLst>
            </p:cNvPr>
            <p:cNvSpPr>
              <a:spLocks noGrp="1"/>
            </p:cNvSpPr>
            <p:nvPr/>
          </p:nvSpPr>
          <p:spPr>
            <a:xfrm>
              <a:off x="23369588" y="7133034"/>
              <a:ext cx="709613" cy="5953"/>
            </a:xfrm>
            <a:prstGeom prst="rect">
              <a:avLst/>
            </a:prstGeom>
            <a:solidFill>
              <a:srgbClr val="D9B698"/>
            </a:solidFill>
            <a:ln w="0">
              <a:noFill/>
              <a:prstDash val="solid"/>
            </a:ln>
          </p:spPr>
        </p:sp>
        <p:sp>
          <p:nvSpPr>
            <p:cNvPr id="2979" name="four:temporal-output:rotated-tₙ-cell-5:2979">
              <a:extLst>
                <a:ext uri="{FF2B5EF4-FFF2-40B4-BE49-F238E27FC236}">
                  <ns2:creationId id="{1A277AD0-AF01-443A-8A12-9804D8E63E8B}"/>
                </a:ext>
              </a:extLst>
            </p:cNvPr>
            <p:cNvSpPr>
              <a:spLocks noGrp="1"/>
            </p:cNvSpPr>
            <p:nvPr/>
          </p:nvSpPr>
          <p:spPr>
            <a:xfrm>
              <a:off x="23369588" y="7127081"/>
              <a:ext cx="709613" cy="5953"/>
            </a:xfrm>
            <a:prstGeom prst="rect">
              <a:avLst/>
            </a:prstGeom>
            <a:solidFill>
              <a:srgbClr val="D6782D"/>
            </a:solidFill>
            <a:ln w="0">
              <a:noFill/>
              <a:prstDash val="solid"/>
            </a:ln>
          </p:spPr>
        </p:sp>
        <p:sp>
          <p:nvSpPr>
            <p:cNvPr id="2980" name="four:temporal-output:rotated-tₙ-cell-6:2980">
              <a:extLst>
                <a:ext uri="{FF2B5EF4-FFF2-40B4-BE49-F238E27FC236}">
                  <ns2:creationId id="{C1709E30-B070-4536-A9C1-CA3F7641726A}"/>
                </a:ext>
              </a:extLst>
            </p:cNvPr>
            <p:cNvSpPr>
              <a:spLocks noGrp="1"/>
            </p:cNvSpPr>
            <p:nvPr/>
          </p:nvSpPr>
          <p:spPr>
            <a:xfrm>
              <a:off x="23369588" y="7121128"/>
              <a:ext cx="709613" cy="5953"/>
            </a:xfrm>
            <a:prstGeom prst="rect">
              <a:avLst/>
            </a:prstGeom>
            <a:solidFill>
              <a:srgbClr val="D55E00"/>
            </a:solidFill>
            <a:ln w="0">
              <a:noFill/>
              <a:prstDash val="solid"/>
            </a:ln>
          </p:spPr>
        </p:sp>
        <p:sp>
          <p:nvSpPr>
            <p:cNvPr id="2981" name="four:temporal-output:rotated-tₙ-cell-7:2981">
              <a:extLst>
                <a:ext uri="{FF2B5EF4-FFF2-40B4-BE49-F238E27FC236}">
                  <ns2:creationId id="{826C7A3B-D820-48E9-821B-2BAD50D5E5D7}"/>
                </a:ext>
              </a:extLst>
            </p:cNvPr>
            <p:cNvSpPr>
              <a:spLocks noGrp="1"/>
            </p:cNvSpPr>
            <p:nvPr/>
          </p:nvSpPr>
          <p:spPr>
            <a:xfrm>
              <a:off x="23369588" y="7115175"/>
              <a:ext cx="709613" cy="5953"/>
            </a:xfrm>
            <a:prstGeom prst="rect">
              <a:avLst/>
            </a:prstGeom>
            <a:solidFill>
              <a:srgbClr val="D55E00"/>
            </a:solidFill>
            <a:ln w="0">
              <a:noFill/>
              <a:prstDash val="solid"/>
            </a:ln>
          </p:spPr>
        </p:sp>
        <p:sp>
          <p:nvSpPr>
            <p:cNvPr id="2982" name="four:temporal-output:rotated-tₙ-cell-8:2982">
              <a:extLst>
                <a:ext uri="{FF2B5EF4-FFF2-40B4-BE49-F238E27FC236}">
                  <ns2:creationId id="{94F94FEA-DD7E-4F1A-8718-F4A3AE712CC1}"/>
                </a:ext>
              </a:extLst>
            </p:cNvPr>
            <p:cNvSpPr>
              <a:spLocks noGrp="1"/>
            </p:cNvSpPr>
            <p:nvPr/>
          </p:nvSpPr>
          <p:spPr>
            <a:xfrm>
              <a:off x="23369588" y="7109222"/>
              <a:ext cx="709613" cy="5953"/>
            </a:xfrm>
            <a:prstGeom prst="rect">
              <a:avLst/>
            </a:prstGeom>
            <a:solidFill>
              <a:srgbClr val="D55E00"/>
            </a:solidFill>
            <a:ln w="0">
              <a:noFill/>
              <a:prstDash val="solid"/>
            </a:ln>
          </p:spPr>
        </p:sp>
        <p:sp>
          <p:nvSpPr>
            <p:cNvPr id="2983" name="four:temporal-output:rotated-tₙ-cell-9:2983">
              <a:extLst>
                <a:ext uri="{FF2B5EF4-FFF2-40B4-BE49-F238E27FC236}">
                  <ns2:creationId id="{836950C7-FFB1-4113-A1FD-6944C3CEC41B}"/>
                </a:ext>
              </a:extLst>
            </p:cNvPr>
            <p:cNvSpPr>
              <a:spLocks noGrp="1"/>
            </p:cNvSpPr>
            <p:nvPr/>
          </p:nvSpPr>
          <p:spPr>
            <a:xfrm>
              <a:off x="23369588" y="7103269"/>
              <a:ext cx="709613" cy="5953"/>
            </a:xfrm>
            <a:prstGeom prst="rect">
              <a:avLst/>
            </a:prstGeom>
            <a:solidFill>
              <a:srgbClr val="D55E00"/>
            </a:solidFill>
            <a:ln w="0">
              <a:noFill/>
              <a:prstDash val="solid"/>
            </a:ln>
          </p:spPr>
        </p:sp>
        <p:sp>
          <p:nvSpPr>
            <p:cNvPr id="2984" name="four:temporal-output:rotated-tₙ-cell-10:2984">
              <a:extLst>
                <a:ext uri="{FF2B5EF4-FFF2-40B4-BE49-F238E27FC236}">
                  <ns2:creationId id="{24E62709-678B-45DA-83C5-008FB5213A5B}"/>
                </a:ext>
              </a:extLst>
            </p:cNvPr>
            <p:cNvSpPr>
              <a:spLocks noGrp="1"/>
            </p:cNvSpPr>
            <p:nvPr/>
          </p:nvSpPr>
          <p:spPr>
            <a:xfrm>
              <a:off x="23369588" y="7097316"/>
              <a:ext cx="709613" cy="5953"/>
            </a:xfrm>
            <a:prstGeom prst="rect">
              <a:avLst/>
            </a:prstGeom>
            <a:solidFill>
              <a:srgbClr val="D55E00"/>
            </a:solidFill>
            <a:ln w="0">
              <a:noFill/>
              <a:prstDash val="solid"/>
            </a:ln>
          </p:spPr>
        </p:sp>
        <p:sp>
          <p:nvSpPr>
            <p:cNvPr id="2985" name="four:temporal-output:rotated-tₙ-cell-11:2985">
              <a:extLst>
                <a:ext uri="{FF2B5EF4-FFF2-40B4-BE49-F238E27FC236}">
                  <ns2:creationId id="{F40AB6D1-7606-440E-AC4E-FF973647C92B}"/>
                </a:ext>
              </a:extLst>
            </p:cNvPr>
            <p:cNvSpPr>
              <a:spLocks noGrp="1"/>
            </p:cNvSpPr>
            <p:nvPr/>
          </p:nvSpPr>
          <p:spPr>
            <a:xfrm>
              <a:off x="23369588" y="7091363"/>
              <a:ext cx="709613" cy="5953"/>
            </a:xfrm>
            <a:prstGeom prst="rect">
              <a:avLst/>
            </a:prstGeom>
            <a:solidFill>
              <a:srgbClr val="D55E00"/>
            </a:solidFill>
            <a:ln w="0">
              <a:noFill/>
              <a:prstDash val="solid"/>
            </a:ln>
          </p:spPr>
        </p:sp>
        <p:sp>
          <p:nvSpPr>
            <p:cNvPr id="2986" name="four:temporal-output:rotated-tₙ-cell-12:2986">
              <a:extLst>
                <a:ext uri="{FF2B5EF4-FFF2-40B4-BE49-F238E27FC236}">
                  <ns2:creationId id="{C6FAC5D4-29AA-42BC-B07E-9C596495E8D2}"/>
                </a:ext>
              </a:extLst>
            </p:cNvPr>
            <p:cNvSpPr>
              <a:spLocks noGrp="1"/>
            </p:cNvSpPr>
            <p:nvPr/>
          </p:nvSpPr>
          <p:spPr>
            <a:xfrm>
              <a:off x="23369588" y="7085409"/>
              <a:ext cx="709613" cy="5953"/>
            </a:xfrm>
            <a:prstGeom prst="rect">
              <a:avLst/>
            </a:prstGeom>
            <a:solidFill>
              <a:srgbClr val="D55E00"/>
            </a:solidFill>
            <a:ln w="0">
              <a:noFill/>
              <a:prstDash val="solid"/>
            </a:ln>
          </p:spPr>
        </p:sp>
        <p:sp>
          <p:nvSpPr>
            <p:cNvPr id="2987" name="four:temporal-output:rotated-tₙ-cell-13:2987">
              <a:extLst>
                <a:ext uri="{FF2B5EF4-FFF2-40B4-BE49-F238E27FC236}">
                  <ns2:creationId id="{34E08D8A-56D8-4759-810A-7406D97D3415}"/>
                </a:ext>
              </a:extLst>
            </p:cNvPr>
            <p:cNvSpPr>
              <a:spLocks noGrp="1"/>
            </p:cNvSpPr>
            <p:nvPr/>
          </p:nvSpPr>
          <p:spPr>
            <a:xfrm>
              <a:off x="23369588" y="7079456"/>
              <a:ext cx="709613" cy="5953"/>
            </a:xfrm>
            <a:prstGeom prst="rect">
              <a:avLst/>
            </a:prstGeom>
            <a:solidFill>
              <a:srgbClr val="D55E00"/>
            </a:solidFill>
            <a:ln w="0">
              <a:noFill/>
              <a:prstDash val="solid"/>
            </a:ln>
          </p:spPr>
        </p:sp>
        <p:sp>
          <p:nvSpPr>
            <p:cNvPr id="2988" name="four:temporal-output:rotated-tₙ-cell-14:2988">
              <a:extLst>
                <a:ext uri="{FF2B5EF4-FFF2-40B4-BE49-F238E27FC236}">
                  <ns2:creationId id="{41BB9C27-BE0A-45E2-A1EF-2104E58FADD1}"/>
                </a:ext>
              </a:extLst>
            </p:cNvPr>
            <p:cNvSpPr>
              <a:spLocks noGrp="1"/>
            </p:cNvSpPr>
            <p:nvPr/>
          </p:nvSpPr>
          <p:spPr>
            <a:xfrm>
              <a:off x="23369588" y="7073503"/>
              <a:ext cx="709613" cy="5953"/>
            </a:xfrm>
            <a:prstGeom prst="rect">
              <a:avLst/>
            </a:prstGeom>
            <a:solidFill>
              <a:srgbClr val="D55E00"/>
            </a:solidFill>
            <a:ln w="0">
              <a:noFill/>
              <a:prstDash val="solid"/>
            </a:ln>
          </p:spPr>
        </p:sp>
        <p:sp>
          <p:nvSpPr>
            <p:cNvPr id="2989" name="four:temporal-output:rotated-tₙ-cell-15:2989">
              <a:extLst>
                <a:ext uri="{FF2B5EF4-FFF2-40B4-BE49-F238E27FC236}">
                  <ns2:creationId id="{73E1D616-BEEF-4655-A81B-5937E12516BE}"/>
                </a:ext>
              </a:extLst>
            </p:cNvPr>
            <p:cNvSpPr>
              <a:spLocks noGrp="1"/>
            </p:cNvSpPr>
            <p:nvPr/>
          </p:nvSpPr>
          <p:spPr>
            <a:xfrm>
              <a:off x="23369588" y="7067550"/>
              <a:ext cx="709613" cy="5953"/>
            </a:xfrm>
            <a:prstGeom prst="rect">
              <a:avLst/>
            </a:prstGeom>
            <a:solidFill>
              <a:srgbClr val="D55E00"/>
            </a:solidFill>
            <a:ln w="0">
              <a:noFill/>
              <a:prstDash val="solid"/>
            </a:ln>
          </p:spPr>
        </p:sp>
        <p:sp>
          <p:nvSpPr>
            <p:cNvPr id="2990" name="four:temporal-output:rotated-tₙ-cell-16:2990">
              <a:extLst>
                <a:ext uri="{FF2B5EF4-FFF2-40B4-BE49-F238E27FC236}">
                  <ns2:creationId id="{7A275964-51E2-401F-B253-CB60925FD9F9}"/>
                </a:ext>
              </a:extLst>
            </p:cNvPr>
            <p:cNvSpPr>
              <a:spLocks noGrp="1"/>
            </p:cNvSpPr>
            <p:nvPr/>
          </p:nvSpPr>
          <p:spPr>
            <a:xfrm>
              <a:off x="23369588" y="7061597"/>
              <a:ext cx="709613" cy="5953"/>
            </a:xfrm>
            <a:prstGeom prst="rect">
              <a:avLst/>
            </a:prstGeom>
            <a:solidFill>
              <a:srgbClr val="D55E00"/>
            </a:solidFill>
            <a:ln w="0">
              <a:noFill/>
              <a:prstDash val="solid"/>
            </a:ln>
          </p:spPr>
        </p:sp>
        <p:sp>
          <p:nvSpPr>
            <p:cNvPr id="2991" name="four:temporal-output:rotated-tₙ-cell-17:2991">
              <a:extLst>
                <a:ext uri="{FF2B5EF4-FFF2-40B4-BE49-F238E27FC236}">
                  <ns2:creationId id="{BA1D46D5-207F-4118-9A10-E43FCEB8AB2C}"/>
                </a:ext>
              </a:extLst>
            </p:cNvPr>
            <p:cNvSpPr>
              <a:spLocks noGrp="1"/>
            </p:cNvSpPr>
            <p:nvPr/>
          </p:nvSpPr>
          <p:spPr>
            <a:xfrm>
              <a:off x="23369588" y="7055644"/>
              <a:ext cx="709613" cy="5953"/>
            </a:xfrm>
            <a:prstGeom prst="rect">
              <a:avLst/>
            </a:prstGeom>
            <a:solidFill>
              <a:srgbClr val="D55E00"/>
            </a:solidFill>
            <a:ln w="0">
              <a:noFill/>
              <a:prstDash val="solid"/>
            </a:ln>
          </p:spPr>
        </p:sp>
        <p:sp>
          <p:nvSpPr>
            <p:cNvPr id="2992" name="four:temporal-output:rotated-tₙ-cell-18:2992">
              <a:extLst>
                <a:ext uri="{FF2B5EF4-FFF2-40B4-BE49-F238E27FC236}">
                  <ns2:creationId id="{35EBBCED-D68F-43BD-BA14-BD04A50FBFEE}"/>
                </a:ext>
              </a:extLst>
            </p:cNvPr>
            <p:cNvSpPr>
              <a:spLocks noGrp="1"/>
            </p:cNvSpPr>
            <p:nvPr/>
          </p:nvSpPr>
          <p:spPr>
            <a:xfrm>
              <a:off x="23369588" y="7049691"/>
              <a:ext cx="709613" cy="5953"/>
            </a:xfrm>
            <a:prstGeom prst="rect">
              <a:avLst/>
            </a:prstGeom>
            <a:solidFill>
              <a:srgbClr val="D55E00"/>
            </a:solidFill>
            <a:ln w="0">
              <a:noFill/>
              <a:prstDash val="solid"/>
            </a:ln>
          </p:spPr>
        </p:sp>
        <p:sp>
          <p:nvSpPr>
            <p:cNvPr id="2993" name="four:temporal-output:rotated-tₙ-cell-19:2993">
              <a:extLst>
                <a:ext uri="{FF2B5EF4-FFF2-40B4-BE49-F238E27FC236}">
                  <ns2:creationId id="{3457D4B2-D6F4-456E-B592-A8EBF266B70F}"/>
                </a:ext>
              </a:extLst>
            </p:cNvPr>
            <p:cNvSpPr>
              <a:spLocks noGrp="1"/>
            </p:cNvSpPr>
            <p:nvPr/>
          </p:nvSpPr>
          <p:spPr>
            <a:xfrm>
              <a:off x="23369588" y="7043738"/>
              <a:ext cx="709613" cy="5953"/>
            </a:xfrm>
            <a:prstGeom prst="rect">
              <a:avLst/>
            </a:prstGeom>
            <a:solidFill>
              <a:srgbClr val="D55E00"/>
            </a:solidFill>
            <a:ln w="0">
              <a:noFill/>
              <a:prstDash val="solid"/>
            </a:ln>
          </p:spPr>
        </p:sp>
        <p:sp>
          <p:nvSpPr>
            <p:cNvPr id="2994" name="four:temporal-output:rotated-tₙ-cell-20:2994">
              <a:extLst>
                <a:ext uri="{FF2B5EF4-FFF2-40B4-BE49-F238E27FC236}">
                  <ns2:creationId id="{D5CE4A4F-A874-450E-A301-F961634D78FB}"/>
                </a:ext>
              </a:extLst>
            </p:cNvPr>
            <p:cNvSpPr>
              <a:spLocks noGrp="1"/>
            </p:cNvSpPr>
            <p:nvPr/>
          </p:nvSpPr>
          <p:spPr>
            <a:xfrm>
              <a:off x="23369588" y="7037784"/>
              <a:ext cx="709613" cy="5953"/>
            </a:xfrm>
            <a:prstGeom prst="rect">
              <a:avLst/>
            </a:prstGeom>
            <a:solidFill>
              <a:srgbClr val="D55E00"/>
            </a:solidFill>
            <a:ln w="0">
              <a:noFill/>
              <a:prstDash val="solid"/>
            </a:ln>
          </p:spPr>
        </p:sp>
        <p:sp>
          <p:nvSpPr>
            <p:cNvPr id="2995" name="four:temporal-output:rotated-tₙ-cell-21:2995">
              <a:extLst>
                <a:ext uri="{FF2B5EF4-FFF2-40B4-BE49-F238E27FC236}">
                  <ns2:creationId id="{92BE76EE-7D94-4C1E-9796-FA1A4F0DFC4A}"/>
                </a:ext>
              </a:extLst>
            </p:cNvPr>
            <p:cNvSpPr>
              <a:spLocks noGrp="1"/>
            </p:cNvSpPr>
            <p:nvPr/>
          </p:nvSpPr>
          <p:spPr>
            <a:xfrm>
              <a:off x="23369588" y="7031831"/>
              <a:ext cx="709613" cy="5953"/>
            </a:xfrm>
            <a:prstGeom prst="rect">
              <a:avLst/>
            </a:prstGeom>
            <a:solidFill>
              <a:srgbClr val="D55E00"/>
            </a:solidFill>
            <a:ln w="0">
              <a:noFill/>
              <a:prstDash val="solid"/>
            </a:ln>
          </p:spPr>
        </p:sp>
        <p:sp>
          <p:nvSpPr>
            <p:cNvPr id="2996" name="four:temporal-output:rotated-tₙ-cell-22:2996">
              <a:extLst>
                <a:ext uri="{FF2B5EF4-FFF2-40B4-BE49-F238E27FC236}">
                  <ns2:creationId id="{5EF265E6-B868-4D5D-931D-25B329931C8C}"/>
                </a:ext>
              </a:extLst>
            </p:cNvPr>
            <p:cNvSpPr>
              <a:spLocks noGrp="1"/>
            </p:cNvSpPr>
            <p:nvPr/>
          </p:nvSpPr>
          <p:spPr>
            <a:xfrm>
              <a:off x="23369588" y="7025878"/>
              <a:ext cx="709613" cy="5953"/>
            </a:xfrm>
            <a:prstGeom prst="rect">
              <a:avLst/>
            </a:prstGeom>
            <a:solidFill>
              <a:srgbClr val="D55E00"/>
            </a:solidFill>
            <a:ln w="0">
              <a:noFill/>
              <a:prstDash val="solid"/>
            </a:ln>
          </p:spPr>
        </p:sp>
        <p:sp>
          <p:nvSpPr>
            <p:cNvPr id="2997" name="four:temporal-output:rotated-tₙ-cell-23:2997">
              <a:extLst>
                <a:ext uri="{FF2B5EF4-FFF2-40B4-BE49-F238E27FC236}">
                  <ns2:creationId id="{9D345E7F-1406-4D20-A9F9-0CAFE9CBD425}"/>
                </a:ext>
              </a:extLst>
            </p:cNvPr>
            <p:cNvSpPr>
              <a:spLocks noGrp="1"/>
            </p:cNvSpPr>
            <p:nvPr/>
          </p:nvSpPr>
          <p:spPr>
            <a:xfrm>
              <a:off x="23369588" y="7019925"/>
              <a:ext cx="709613" cy="5953"/>
            </a:xfrm>
            <a:prstGeom prst="rect">
              <a:avLst/>
            </a:prstGeom>
            <a:solidFill>
              <a:srgbClr val="D55E00"/>
            </a:solidFill>
            <a:ln w="0">
              <a:noFill/>
              <a:prstDash val="solid"/>
            </a:ln>
          </p:spPr>
        </p:sp>
        <p:sp>
          <p:nvSpPr>
            <p:cNvPr id="2998" name="four:temporal-output:rotated-tₙ-cell-24:2998">
              <a:extLst>
                <a:ext uri="{FF2B5EF4-FFF2-40B4-BE49-F238E27FC236}">
                  <ns2:creationId id="{199A9DEB-A989-4B06-A112-3D07AC08AE93}"/>
                </a:ext>
              </a:extLst>
            </p:cNvPr>
            <p:cNvSpPr>
              <a:spLocks noGrp="1"/>
            </p:cNvSpPr>
            <p:nvPr/>
          </p:nvSpPr>
          <p:spPr>
            <a:xfrm>
              <a:off x="23369588" y="7013972"/>
              <a:ext cx="709613" cy="5953"/>
            </a:xfrm>
            <a:prstGeom prst="rect">
              <a:avLst/>
            </a:prstGeom>
            <a:solidFill>
              <a:srgbClr val="D55E00"/>
            </a:solidFill>
            <a:ln w="0">
              <a:noFill/>
              <a:prstDash val="solid"/>
            </a:ln>
          </p:spPr>
        </p:sp>
        <p:sp>
          <p:nvSpPr>
            <p:cNvPr id="2999" name="four:temporal-output:rotated-tₙ-cell-25:2999">
              <a:extLst>
                <a:ext uri="{FF2B5EF4-FFF2-40B4-BE49-F238E27FC236}">
                  <ns2:creationId id="{3939636C-9BF6-48D3-8B0B-598527A043C6}"/>
                </a:ext>
              </a:extLst>
            </p:cNvPr>
            <p:cNvSpPr>
              <a:spLocks noGrp="1"/>
            </p:cNvSpPr>
            <p:nvPr/>
          </p:nvSpPr>
          <p:spPr>
            <a:xfrm>
              <a:off x="23369588" y="7008019"/>
              <a:ext cx="709613" cy="5953"/>
            </a:xfrm>
            <a:prstGeom prst="rect">
              <a:avLst/>
            </a:prstGeom>
            <a:solidFill>
              <a:srgbClr val="D55F02"/>
            </a:solidFill>
            <a:ln w="0">
              <a:noFill/>
              <a:prstDash val="solid"/>
            </a:ln>
          </p:spPr>
        </p:sp>
        <p:sp>
          <p:nvSpPr>
            <p:cNvPr id="3000" name="four:temporal-output:rotated-tₙ-cell-26:3000">
              <a:extLst>
                <a:ext uri="{FF2B5EF4-FFF2-40B4-BE49-F238E27FC236}">
                  <ns2:creationId id="{D6B2D860-8218-4226-910C-D7C6373646F8}"/>
                </a:ext>
              </a:extLst>
            </p:cNvPr>
            <p:cNvSpPr>
              <a:spLocks noGrp="1"/>
            </p:cNvSpPr>
            <p:nvPr/>
          </p:nvSpPr>
          <p:spPr>
            <a:xfrm>
              <a:off x="23369588" y="7002066"/>
              <a:ext cx="709613" cy="5953"/>
            </a:xfrm>
            <a:prstGeom prst="rect">
              <a:avLst/>
            </a:prstGeom>
            <a:solidFill>
              <a:srgbClr val="D66811"/>
            </a:solidFill>
            <a:ln w="0">
              <a:noFill/>
              <a:prstDash val="solid"/>
            </a:ln>
          </p:spPr>
        </p:sp>
        <p:sp>
          <p:nvSpPr>
            <p:cNvPr id="3001" name="four:temporal-output:rotated-tₙ-cell-27:3001">
              <a:extLst>
                <a:ext uri="{FF2B5EF4-FFF2-40B4-BE49-F238E27FC236}">
                  <ns2:creationId id="{613D5182-FE69-434F-886B-0B2412D87733}"/>
                </a:ext>
              </a:extLst>
            </p:cNvPr>
            <p:cNvSpPr>
              <a:spLocks noGrp="1"/>
            </p:cNvSpPr>
            <p:nvPr/>
          </p:nvSpPr>
          <p:spPr>
            <a:xfrm>
              <a:off x="23369588" y="6996113"/>
              <a:ext cx="709613" cy="5953"/>
            </a:xfrm>
            <a:prstGeom prst="rect">
              <a:avLst/>
            </a:prstGeom>
            <a:solidFill>
              <a:srgbClr val="D6772B"/>
            </a:solidFill>
            <a:ln w="0">
              <a:noFill/>
              <a:prstDash val="solid"/>
            </a:ln>
          </p:spPr>
        </p:sp>
        <p:sp>
          <p:nvSpPr>
            <p:cNvPr id="3002" name="four:temporal-output:rotated-tₙ-cell-28:3002">
              <a:extLst>
                <a:ext uri="{FF2B5EF4-FFF2-40B4-BE49-F238E27FC236}">
                  <ns2:creationId id="{B9544D6F-E79A-4CA0-90D0-163CFF40DCF5}"/>
                </a:ext>
              </a:extLst>
            </p:cNvPr>
            <p:cNvSpPr>
              <a:spLocks noGrp="1"/>
            </p:cNvSpPr>
            <p:nvPr/>
          </p:nvSpPr>
          <p:spPr>
            <a:xfrm>
              <a:off x="23369588" y="6990159"/>
              <a:ext cx="709613" cy="5953"/>
            </a:xfrm>
            <a:prstGeom prst="rect">
              <a:avLst/>
            </a:prstGeom>
            <a:solidFill>
              <a:srgbClr val="98ADAC"/>
            </a:solidFill>
            <a:ln w="0">
              <a:noFill/>
              <a:prstDash val="solid"/>
            </a:ln>
          </p:spPr>
        </p:sp>
        <p:sp>
          <p:nvSpPr>
            <p:cNvPr id="3003" name="four:temporal-output:rotated-tₙ-cell-29:3003">
              <a:extLst>
                <a:ext uri="{FF2B5EF4-FFF2-40B4-BE49-F238E27FC236}">
                  <ns2:creationId id="{3ABDB2E3-C546-40D0-AD7F-A103C0CA2C7A}"/>
                </a:ext>
              </a:extLst>
            </p:cNvPr>
            <p:cNvSpPr>
              <a:spLocks noGrp="1"/>
            </p:cNvSpPr>
            <p:nvPr/>
          </p:nvSpPr>
          <p:spPr>
            <a:xfrm>
              <a:off x="23369588" y="6984206"/>
              <a:ext cx="709613" cy="5953"/>
            </a:xfrm>
            <a:prstGeom prst="rect">
              <a:avLst/>
            </a:prstGeom>
            <a:solidFill>
              <a:srgbClr val="A8B1BB"/>
            </a:solidFill>
            <a:ln w="0">
              <a:noFill/>
              <a:prstDash val="solid"/>
            </a:ln>
          </p:spPr>
        </p:sp>
        <p:sp>
          <p:nvSpPr>
            <p:cNvPr id="3004" name="four:temporal-output:rotated-tₙ-cell-30:3004">
              <a:extLst>
                <a:ext uri="{FF2B5EF4-FFF2-40B4-BE49-F238E27FC236}">
                  <ns2:creationId id="{80D0E04F-0BF1-4052-8E8F-C6DB50452B27}"/>
                </a:ext>
              </a:extLst>
            </p:cNvPr>
            <p:cNvSpPr>
              <a:spLocks noGrp="1"/>
            </p:cNvSpPr>
            <p:nvPr/>
          </p:nvSpPr>
          <p:spPr>
            <a:xfrm>
              <a:off x="23369588" y="6978253"/>
              <a:ext cx="709613" cy="5953"/>
            </a:xfrm>
            <a:prstGeom prst="rect">
              <a:avLst/>
            </a:prstGeom>
            <a:solidFill>
              <a:srgbClr val="65C0AB"/>
            </a:solidFill>
            <a:ln w="0">
              <a:noFill/>
              <a:prstDash val="solid"/>
            </a:ln>
          </p:spPr>
        </p:sp>
        <p:sp>
          <p:nvSpPr>
            <p:cNvPr id="3005" name="four:temporal-output:rotated-tₙ-cell-31:3005">
              <a:extLst>
                <a:ext uri="{FF2B5EF4-FFF2-40B4-BE49-F238E27FC236}">
                  <ns2:creationId id="{14C5CF51-994B-436D-9279-8796632CB942}"/>
                </a:ext>
              </a:extLst>
            </p:cNvPr>
            <p:cNvSpPr>
              <a:spLocks noGrp="1"/>
            </p:cNvSpPr>
            <p:nvPr/>
          </p:nvSpPr>
          <p:spPr>
            <a:xfrm>
              <a:off x="23369588" y="6972300"/>
              <a:ext cx="709613" cy="5953"/>
            </a:xfrm>
            <a:prstGeom prst="rect">
              <a:avLst/>
            </a:prstGeom>
            <a:solidFill>
              <a:srgbClr val="78C6B6"/>
            </a:solidFill>
            <a:ln w="0">
              <a:noFill/>
              <a:prstDash val="solid"/>
            </a:ln>
          </p:spPr>
        </p:sp>
        <p:sp>
          <p:nvSpPr>
            <p:cNvPr id="3006" name="four:temporal-output:rotated-tₙ-cell-32:3006">
              <a:extLst>
                <a:ext uri="{FF2B5EF4-FFF2-40B4-BE49-F238E27FC236}">
                  <ns2:creationId id="{C6263319-85BD-41D6-B957-73B2514C8277}"/>
                </a:ext>
              </a:extLst>
            </p:cNvPr>
            <p:cNvSpPr>
              <a:spLocks noGrp="1"/>
            </p:cNvSpPr>
            <p:nvPr/>
          </p:nvSpPr>
          <p:spPr>
            <a:xfrm>
              <a:off x="23369588" y="6966347"/>
              <a:ext cx="709613" cy="5953"/>
            </a:xfrm>
            <a:prstGeom prst="rect">
              <a:avLst/>
            </a:prstGeom>
            <a:solidFill>
              <a:srgbClr val="81C9BA"/>
            </a:solidFill>
            <a:ln w="0">
              <a:noFill/>
              <a:prstDash val="solid"/>
            </a:ln>
          </p:spPr>
        </p:sp>
        <p:sp>
          <p:nvSpPr>
            <p:cNvPr id="3007" name="four:temporal-output:rotated-tₙ-cell-33:3007">
              <a:extLst>
                <a:ext uri="{FF2B5EF4-FFF2-40B4-BE49-F238E27FC236}">
                  <ns2:creationId id="{EF31C997-CF0F-4E1C-8591-5783643F745F}"/>
                </a:ext>
              </a:extLst>
            </p:cNvPr>
            <p:cNvSpPr>
              <a:spLocks noGrp="1"/>
            </p:cNvSpPr>
            <p:nvPr/>
          </p:nvSpPr>
          <p:spPr>
            <a:xfrm>
              <a:off x="23369588" y="6960394"/>
              <a:ext cx="709613" cy="5953"/>
            </a:xfrm>
            <a:prstGeom prst="rect">
              <a:avLst/>
            </a:prstGeom>
            <a:solidFill>
              <a:srgbClr val="81C9BA"/>
            </a:solidFill>
            <a:ln w="0">
              <a:noFill/>
              <a:prstDash val="solid"/>
            </a:ln>
          </p:spPr>
        </p:sp>
        <p:sp>
          <p:nvSpPr>
            <p:cNvPr id="3008" name="four:temporal-output:rotated-tₙ-cell-34:3008">
              <a:extLst>
                <a:ext uri="{FF2B5EF4-FFF2-40B4-BE49-F238E27FC236}">
                  <ns2:creationId id="{41D987BF-A197-48D3-A63C-BE8A40A3ACC5}"/>
                </a:ext>
              </a:extLst>
            </p:cNvPr>
            <p:cNvSpPr>
              <a:spLocks noGrp="1"/>
            </p:cNvSpPr>
            <p:nvPr/>
          </p:nvSpPr>
          <p:spPr>
            <a:xfrm>
              <a:off x="23369588" y="6954441"/>
              <a:ext cx="709613" cy="5953"/>
            </a:xfrm>
            <a:prstGeom prst="rect">
              <a:avLst/>
            </a:prstGeom>
            <a:solidFill>
              <a:srgbClr val="81C9BA"/>
            </a:solidFill>
            <a:ln w="0">
              <a:noFill/>
              <a:prstDash val="solid"/>
            </a:ln>
          </p:spPr>
        </p:sp>
        <p:sp>
          <p:nvSpPr>
            <p:cNvPr id="3009" name="four:temporal-output:rotated-tₙ-cell-35:3009">
              <a:extLst>
                <a:ext uri="{FF2B5EF4-FFF2-40B4-BE49-F238E27FC236}">
                  <ns2:creationId id="{1187B010-CEAE-496E-BEBF-57CE4961B835}"/>
                </a:ext>
              </a:extLst>
            </p:cNvPr>
            <p:cNvSpPr>
              <a:spLocks noGrp="1"/>
            </p:cNvSpPr>
            <p:nvPr/>
          </p:nvSpPr>
          <p:spPr>
            <a:xfrm>
              <a:off x="23369588" y="6948488"/>
              <a:ext cx="709613" cy="5953"/>
            </a:xfrm>
            <a:prstGeom prst="rect">
              <a:avLst/>
            </a:prstGeom>
            <a:solidFill>
              <a:srgbClr val="81C9BA"/>
            </a:solidFill>
            <a:ln w="0">
              <a:noFill/>
              <a:prstDash val="solid"/>
            </a:ln>
          </p:spPr>
        </p:sp>
        <p:sp>
          <p:nvSpPr>
            <p:cNvPr id="3010" name="four:temporal-output:rotated-tₙ-cell-36:3010">
              <a:extLst>
                <a:ext uri="{FF2B5EF4-FFF2-40B4-BE49-F238E27FC236}">
                  <ns2:creationId id="{9009DBBD-150C-4755-9577-8C8A9D92151C}"/>
                </a:ext>
              </a:extLst>
            </p:cNvPr>
            <p:cNvSpPr>
              <a:spLocks noGrp="1"/>
            </p:cNvSpPr>
            <p:nvPr/>
          </p:nvSpPr>
          <p:spPr>
            <a:xfrm>
              <a:off x="23369588" y="6942534"/>
              <a:ext cx="709613" cy="5953"/>
            </a:xfrm>
            <a:prstGeom prst="rect">
              <a:avLst/>
            </a:prstGeom>
            <a:solidFill>
              <a:srgbClr val="81C9BA"/>
            </a:solidFill>
            <a:ln w="0">
              <a:noFill/>
              <a:prstDash val="solid"/>
            </a:ln>
          </p:spPr>
        </p:sp>
        <p:sp>
          <p:nvSpPr>
            <p:cNvPr id="3011" name="four:temporal-output:rotated-tₙ-cell-37:3011">
              <a:extLst>
                <a:ext uri="{FF2B5EF4-FFF2-40B4-BE49-F238E27FC236}">
                  <ns2:creationId id="{8E445F42-344A-44DC-B233-088D30B9B149}"/>
                </a:ext>
              </a:extLst>
            </p:cNvPr>
            <p:cNvSpPr>
              <a:spLocks noGrp="1"/>
            </p:cNvSpPr>
            <p:nvPr/>
          </p:nvSpPr>
          <p:spPr>
            <a:xfrm>
              <a:off x="23369588" y="6936581"/>
              <a:ext cx="709613" cy="5953"/>
            </a:xfrm>
            <a:prstGeom prst="rect">
              <a:avLst/>
            </a:prstGeom>
            <a:solidFill>
              <a:srgbClr val="81C9BA"/>
            </a:solidFill>
            <a:ln w="0">
              <a:noFill/>
              <a:prstDash val="solid"/>
            </a:ln>
          </p:spPr>
        </p:sp>
        <p:sp>
          <p:nvSpPr>
            <p:cNvPr id="3012" name="four:temporal-output:rotated-tₙ-cell-38:3012">
              <a:extLst>
                <a:ext uri="{FF2B5EF4-FFF2-40B4-BE49-F238E27FC236}">
                  <ns2:creationId id="{44E94B8B-8F00-47D6-B60D-57C600F96600}"/>
                </a:ext>
              </a:extLst>
            </p:cNvPr>
            <p:cNvSpPr>
              <a:spLocks noGrp="1"/>
            </p:cNvSpPr>
            <p:nvPr/>
          </p:nvSpPr>
          <p:spPr>
            <a:xfrm>
              <a:off x="23369588" y="6930628"/>
              <a:ext cx="709613" cy="5953"/>
            </a:xfrm>
            <a:prstGeom prst="rect">
              <a:avLst/>
            </a:prstGeom>
            <a:solidFill>
              <a:srgbClr val="81C9BA"/>
            </a:solidFill>
            <a:ln w="0">
              <a:noFill/>
              <a:prstDash val="solid"/>
            </a:ln>
          </p:spPr>
        </p:sp>
        <p:sp>
          <p:nvSpPr>
            <p:cNvPr id="3013" name="four:temporal-output:rotated-tₙ-cell-39:3013">
              <a:extLst>
                <a:ext uri="{FF2B5EF4-FFF2-40B4-BE49-F238E27FC236}">
                  <ns2:creationId id="{F0F0FD94-89A5-4D8D-84FE-E10B0EF696DA}"/>
                </a:ext>
              </a:extLst>
            </p:cNvPr>
            <p:cNvSpPr>
              <a:spLocks noGrp="1"/>
            </p:cNvSpPr>
            <p:nvPr/>
          </p:nvSpPr>
          <p:spPr>
            <a:xfrm>
              <a:off x="23369588" y="6924675"/>
              <a:ext cx="709613" cy="5953"/>
            </a:xfrm>
            <a:prstGeom prst="rect">
              <a:avLst/>
            </a:prstGeom>
            <a:solidFill>
              <a:srgbClr val="81C9BA"/>
            </a:solidFill>
            <a:ln w="0">
              <a:noFill/>
              <a:prstDash val="solid"/>
            </a:ln>
          </p:spPr>
        </p:sp>
        <p:sp>
          <p:nvSpPr>
            <p:cNvPr id="3014" name="four:temporal-output:rotated-tₙ-cell-40:3014">
              <a:extLst>
                <a:ext uri="{FF2B5EF4-FFF2-40B4-BE49-F238E27FC236}">
                  <ns2:creationId id="{2CCB4C02-98AC-4E0A-BA8B-F58EB2AAEC9A}"/>
                </a:ext>
              </a:extLst>
            </p:cNvPr>
            <p:cNvSpPr>
              <a:spLocks noGrp="1"/>
            </p:cNvSpPr>
            <p:nvPr/>
          </p:nvSpPr>
          <p:spPr>
            <a:xfrm>
              <a:off x="23369588" y="6918722"/>
              <a:ext cx="709613" cy="5953"/>
            </a:xfrm>
            <a:prstGeom prst="rect">
              <a:avLst/>
            </a:prstGeom>
            <a:solidFill>
              <a:srgbClr val="81C9BA"/>
            </a:solidFill>
            <a:ln w="0">
              <a:noFill/>
              <a:prstDash val="solid"/>
            </a:ln>
          </p:spPr>
        </p:sp>
        <p:sp>
          <p:nvSpPr>
            <p:cNvPr id="3015" name="four:temporal-output:rotated-tₙ-cell-41:3015">
              <a:extLst>
                <a:ext uri="{FF2B5EF4-FFF2-40B4-BE49-F238E27FC236}">
                  <ns2:creationId id="{91D2DB37-802C-4E5B-98FC-188D80AB999F}"/>
                </a:ext>
              </a:extLst>
            </p:cNvPr>
            <p:cNvSpPr>
              <a:spLocks noGrp="1"/>
            </p:cNvSpPr>
            <p:nvPr/>
          </p:nvSpPr>
          <p:spPr>
            <a:xfrm>
              <a:off x="23369588" y="6912769"/>
              <a:ext cx="709613" cy="5953"/>
            </a:xfrm>
            <a:prstGeom prst="rect">
              <a:avLst/>
            </a:prstGeom>
            <a:solidFill>
              <a:srgbClr val="81C9BA"/>
            </a:solidFill>
            <a:ln w="0">
              <a:noFill/>
              <a:prstDash val="solid"/>
            </a:ln>
          </p:spPr>
        </p:sp>
        <p:sp>
          <p:nvSpPr>
            <p:cNvPr id="3016" name="four:temporal-output:rotated-tₙ-cell-42:3016">
              <a:extLst>
                <a:ext uri="{FF2B5EF4-FFF2-40B4-BE49-F238E27FC236}">
                  <ns2:creationId id="{3ABA8B9C-341A-48BE-875F-B7CE46974A35}"/>
                </a:ext>
              </a:extLst>
            </p:cNvPr>
            <p:cNvSpPr>
              <a:spLocks noGrp="1"/>
            </p:cNvSpPr>
            <p:nvPr/>
          </p:nvSpPr>
          <p:spPr>
            <a:xfrm>
              <a:off x="23369588" y="6906816"/>
              <a:ext cx="709613" cy="5953"/>
            </a:xfrm>
            <a:prstGeom prst="rect">
              <a:avLst/>
            </a:prstGeom>
            <a:solidFill>
              <a:srgbClr val="81C9BA"/>
            </a:solidFill>
            <a:ln w="0">
              <a:noFill/>
              <a:prstDash val="solid"/>
            </a:ln>
          </p:spPr>
        </p:sp>
        <p:sp>
          <p:nvSpPr>
            <p:cNvPr id="3017" name="four:temporal-output:rotated-tₙ-cell-43:3017">
              <a:extLst>
                <a:ext uri="{FF2B5EF4-FFF2-40B4-BE49-F238E27FC236}">
                  <ns2:creationId id="{2D282448-9CA7-4D4B-BC5C-16BDF8C4E44B}"/>
                </a:ext>
              </a:extLst>
            </p:cNvPr>
            <p:cNvSpPr>
              <a:spLocks noGrp="1"/>
            </p:cNvSpPr>
            <p:nvPr/>
          </p:nvSpPr>
          <p:spPr>
            <a:xfrm>
              <a:off x="23369588" y="6900863"/>
              <a:ext cx="709613" cy="5953"/>
            </a:xfrm>
            <a:prstGeom prst="rect">
              <a:avLst/>
            </a:prstGeom>
            <a:solidFill>
              <a:srgbClr val="81C9BA"/>
            </a:solidFill>
            <a:ln w="0">
              <a:noFill/>
              <a:prstDash val="solid"/>
            </a:ln>
          </p:spPr>
        </p:sp>
        <p:sp>
          <p:nvSpPr>
            <p:cNvPr id="3018" name="four:temporal-output:rotated-tₙ-cell-44:3018">
              <a:extLst>
                <a:ext uri="{FF2B5EF4-FFF2-40B4-BE49-F238E27FC236}">
                  <ns2:creationId id="{9CC73755-210A-438D-98DE-A3990C543242}"/>
                </a:ext>
              </a:extLst>
            </p:cNvPr>
            <p:cNvSpPr>
              <a:spLocks noGrp="1"/>
            </p:cNvSpPr>
            <p:nvPr/>
          </p:nvSpPr>
          <p:spPr>
            <a:xfrm>
              <a:off x="23369588" y="6894909"/>
              <a:ext cx="709613" cy="5953"/>
            </a:xfrm>
            <a:prstGeom prst="rect">
              <a:avLst/>
            </a:prstGeom>
            <a:solidFill>
              <a:srgbClr val="81C9BA"/>
            </a:solidFill>
            <a:ln w="0">
              <a:noFill/>
              <a:prstDash val="solid"/>
            </a:ln>
          </p:spPr>
        </p:sp>
        <p:sp>
          <p:nvSpPr>
            <p:cNvPr id="3019" name="four:temporal-output:rotated-tₙ-cell-45:3019">
              <a:extLst>
                <a:ext uri="{FF2B5EF4-FFF2-40B4-BE49-F238E27FC236}">
                  <ns2:creationId id="{199D5CEA-1A25-4314-9CE4-DF9E6598A610}"/>
                </a:ext>
              </a:extLst>
            </p:cNvPr>
            <p:cNvSpPr>
              <a:spLocks noGrp="1"/>
            </p:cNvSpPr>
            <p:nvPr/>
          </p:nvSpPr>
          <p:spPr>
            <a:xfrm>
              <a:off x="23369588" y="6888956"/>
              <a:ext cx="709613" cy="5953"/>
            </a:xfrm>
            <a:prstGeom prst="rect">
              <a:avLst/>
            </a:prstGeom>
            <a:solidFill>
              <a:srgbClr val="81C9BA"/>
            </a:solidFill>
            <a:ln w="0">
              <a:noFill/>
              <a:prstDash val="solid"/>
            </a:ln>
          </p:spPr>
        </p:sp>
        <p:sp>
          <p:nvSpPr>
            <p:cNvPr id="3020" name="four:temporal-output:rotated-tₙ-cell-46:3020">
              <a:extLst>
                <a:ext uri="{FF2B5EF4-FFF2-40B4-BE49-F238E27FC236}">
                  <ns2:creationId id="{63C4F02F-41C5-4031-A2A9-7873912E58C6}"/>
                </a:ext>
              </a:extLst>
            </p:cNvPr>
            <p:cNvSpPr>
              <a:spLocks noGrp="1"/>
            </p:cNvSpPr>
            <p:nvPr/>
          </p:nvSpPr>
          <p:spPr>
            <a:xfrm>
              <a:off x="23369588" y="6883003"/>
              <a:ext cx="709613" cy="5953"/>
            </a:xfrm>
            <a:prstGeom prst="rect">
              <a:avLst/>
            </a:prstGeom>
            <a:solidFill>
              <a:srgbClr val="81C9BA"/>
            </a:solidFill>
            <a:ln w="0">
              <a:noFill/>
              <a:prstDash val="solid"/>
            </a:ln>
          </p:spPr>
        </p:sp>
        <p:sp>
          <p:nvSpPr>
            <p:cNvPr id="3021" name="four:temporal-output:rotated-tₙ-cell-47:3021">
              <a:extLst>
                <a:ext uri="{FF2B5EF4-FFF2-40B4-BE49-F238E27FC236}">
                  <ns2:creationId id="{1F4F6F9D-99BE-4BAF-B6B6-A69FE99FB5D4}"/>
                </a:ext>
              </a:extLst>
            </p:cNvPr>
            <p:cNvSpPr>
              <a:spLocks noGrp="1"/>
            </p:cNvSpPr>
            <p:nvPr/>
          </p:nvSpPr>
          <p:spPr>
            <a:xfrm>
              <a:off x="23369588" y="6877050"/>
              <a:ext cx="709613" cy="5953"/>
            </a:xfrm>
            <a:prstGeom prst="rect">
              <a:avLst/>
            </a:prstGeom>
            <a:solidFill>
              <a:srgbClr val="81C9BA"/>
            </a:solidFill>
            <a:ln w="0">
              <a:noFill/>
              <a:prstDash val="solid"/>
            </a:ln>
          </p:spPr>
        </p:sp>
        <p:sp>
          <p:nvSpPr>
            <p:cNvPr id="3022" name="four:temporal-output:rotated-tₙ-cell-48:3022">
              <a:extLst>
                <a:ext uri="{FF2B5EF4-FFF2-40B4-BE49-F238E27FC236}">
                  <ns2:creationId id="{2CB14AE8-3A0F-49D5-8485-7621FCE82A5A}"/>
                </a:ext>
              </a:extLst>
            </p:cNvPr>
            <p:cNvSpPr>
              <a:spLocks noGrp="1"/>
            </p:cNvSpPr>
            <p:nvPr/>
          </p:nvSpPr>
          <p:spPr>
            <a:xfrm>
              <a:off x="23369588" y="6871097"/>
              <a:ext cx="709613" cy="5953"/>
            </a:xfrm>
            <a:prstGeom prst="rect">
              <a:avLst/>
            </a:prstGeom>
            <a:solidFill>
              <a:srgbClr val="81C9BA"/>
            </a:solidFill>
            <a:ln w="0">
              <a:noFill/>
              <a:prstDash val="solid"/>
            </a:ln>
          </p:spPr>
        </p:sp>
        <p:sp>
          <p:nvSpPr>
            <p:cNvPr id="3023" name="four:temporal-output:rotated-tₙ-cell-49:3023">
              <a:extLst>
                <a:ext uri="{FF2B5EF4-FFF2-40B4-BE49-F238E27FC236}">
                  <ns2:creationId id="{E373794E-02EF-403F-8D21-9CB36B51170B}"/>
                </a:ext>
              </a:extLst>
            </p:cNvPr>
            <p:cNvSpPr>
              <a:spLocks noGrp="1"/>
            </p:cNvSpPr>
            <p:nvPr/>
          </p:nvSpPr>
          <p:spPr>
            <a:xfrm>
              <a:off x="23369588" y="6865144"/>
              <a:ext cx="709613" cy="5953"/>
            </a:xfrm>
            <a:prstGeom prst="rect">
              <a:avLst/>
            </a:prstGeom>
            <a:solidFill>
              <a:srgbClr val="81C9BA"/>
            </a:solidFill>
            <a:ln w="0">
              <a:noFill/>
              <a:prstDash val="solid"/>
            </a:ln>
          </p:spPr>
        </p:sp>
        <p:sp>
          <p:nvSpPr>
            <p:cNvPr id="3024" name="four:temporal-output:rotated-tₙ-cell-50:3024">
              <a:extLst>
                <a:ext uri="{FF2B5EF4-FFF2-40B4-BE49-F238E27FC236}">
                  <ns2:creationId id="{B75EF262-D798-468E-97E2-D82C35121748}"/>
                </a:ext>
              </a:extLst>
            </p:cNvPr>
            <p:cNvSpPr>
              <a:spLocks noGrp="1"/>
            </p:cNvSpPr>
            <p:nvPr/>
          </p:nvSpPr>
          <p:spPr>
            <a:xfrm>
              <a:off x="23369588" y="6859191"/>
              <a:ext cx="709613" cy="5953"/>
            </a:xfrm>
            <a:prstGeom prst="rect">
              <a:avLst/>
            </a:prstGeom>
            <a:solidFill>
              <a:srgbClr val="81C9BA"/>
            </a:solidFill>
            <a:ln w="0">
              <a:noFill/>
              <a:prstDash val="solid"/>
            </a:ln>
          </p:spPr>
        </p:sp>
        <p:sp>
          <p:nvSpPr>
            <p:cNvPr id="3025" name="four:temporal-output:rotated-tₙ-cell-51:3025">
              <a:extLst>
                <a:ext uri="{FF2B5EF4-FFF2-40B4-BE49-F238E27FC236}">
                  <ns2:creationId id="{86814F21-E6E6-4F96-943B-0BCAE58396BA}"/>
                </a:ext>
              </a:extLst>
            </p:cNvPr>
            <p:cNvSpPr>
              <a:spLocks noGrp="1"/>
            </p:cNvSpPr>
            <p:nvPr/>
          </p:nvSpPr>
          <p:spPr>
            <a:xfrm>
              <a:off x="23369588" y="6853238"/>
              <a:ext cx="709613" cy="5953"/>
            </a:xfrm>
            <a:prstGeom prst="rect">
              <a:avLst/>
            </a:prstGeom>
            <a:solidFill>
              <a:srgbClr val="81C9BA"/>
            </a:solidFill>
            <a:ln w="0">
              <a:noFill/>
              <a:prstDash val="solid"/>
            </a:ln>
          </p:spPr>
        </p:sp>
        <p:sp>
          <p:nvSpPr>
            <p:cNvPr id="3026" name="four:temporal-output:rotated-tₙ-cell-52:3026">
              <a:extLst>
                <a:ext uri="{FF2B5EF4-FFF2-40B4-BE49-F238E27FC236}">
                  <ns2:creationId id="{BC0DA4F3-6642-4B76-8257-2D1762904091}"/>
                </a:ext>
              </a:extLst>
            </p:cNvPr>
            <p:cNvSpPr>
              <a:spLocks noGrp="1"/>
            </p:cNvSpPr>
            <p:nvPr/>
          </p:nvSpPr>
          <p:spPr>
            <a:xfrm>
              <a:off x="23369588" y="6847284"/>
              <a:ext cx="709613" cy="5953"/>
            </a:xfrm>
            <a:prstGeom prst="rect">
              <a:avLst/>
            </a:prstGeom>
            <a:solidFill>
              <a:srgbClr val="81C9BA"/>
            </a:solidFill>
            <a:ln w="0">
              <a:noFill/>
              <a:prstDash val="solid"/>
            </a:ln>
          </p:spPr>
        </p:sp>
        <p:sp>
          <p:nvSpPr>
            <p:cNvPr id="3027" name="four:temporal-output:rotated-tₙ-cell-53:3027">
              <a:extLst>
                <a:ext uri="{FF2B5EF4-FFF2-40B4-BE49-F238E27FC236}">
                  <ns2:creationId id="{3D062242-0B54-4592-857B-84842C5EBC3E}"/>
                </a:ext>
              </a:extLst>
            </p:cNvPr>
            <p:cNvSpPr>
              <a:spLocks noGrp="1"/>
            </p:cNvSpPr>
            <p:nvPr/>
          </p:nvSpPr>
          <p:spPr>
            <a:xfrm>
              <a:off x="23369588" y="6841331"/>
              <a:ext cx="709613" cy="5953"/>
            </a:xfrm>
            <a:prstGeom prst="rect">
              <a:avLst/>
            </a:prstGeom>
            <a:solidFill>
              <a:srgbClr val="81C9BA"/>
            </a:solidFill>
            <a:ln w="0">
              <a:noFill/>
              <a:prstDash val="solid"/>
            </a:ln>
          </p:spPr>
        </p:sp>
        <p:sp>
          <p:nvSpPr>
            <p:cNvPr id="3028" name="four:temporal-output:rotated-tₙ-cell-54:3028">
              <a:extLst>
                <a:ext uri="{FF2B5EF4-FFF2-40B4-BE49-F238E27FC236}">
                  <ns2:creationId id="{50E36303-870A-4FB3-874A-F042E26E21B8}"/>
                </a:ext>
              </a:extLst>
            </p:cNvPr>
            <p:cNvSpPr>
              <a:spLocks noGrp="1"/>
            </p:cNvSpPr>
            <p:nvPr/>
          </p:nvSpPr>
          <p:spPr>
            <a:xfrm>
              <a:off x="23369588" y="6835378"/>
              <a:ext cx="709613" cy="5953"/>
            </a:xfrm>
            <a:prstGeom prst="rect">
              <a:avLst/>
            </a:prstGeom>
            <a:solidFill>
              <a:srgbClr val="81C9BA"/>
            </a:solidFill>
            <a:ln w="0">
              <a:noFill/>
              <a:prstDash val="solid"/>
            </a:ln>
          </p:spPr>
        </p:sp>
        <p:sp>
          <p:nvSpPr>
            <p:cNvPr id="3029" name="four:temporal-output:rotated-tₙ-cell-55:3029">
              <a:extLst>
                <a:ext uri="{FF2B5EF4-FFF2-40B4-BE49-F238E27FC236}">
                  <ns2:creationId id="{9FEC1A3B-64E5-41FA-BA9F-2188039ACB3D}"/>
                </a:ext>
              </a:extLst>
            </p:cNvPr>
            <p:cNvSpPr>
              <a:spLocks noGrp="1"/>
            </p:cNvSpPr>
            <p:nvPr/>
          </p:nvSpPr>
          <p:spPr>
            <a:xfrm>
              <a:off x="23369588" y="6829425"/>
              <a:ext cx="709613" cy="5953"/>
            </a:xfrm>
            <a:prstGeom prst="rect">
              <a:avLst/>
            </a:prstGeom>
            <a:solidFill>
              <a:srgbClr val="81C9BA"/>
            </a:solidFill>
            <a:ln w="0">
              <a:noFill/>
              <a:prstDash val="solid"/>
            </a:ln>
          </p:spPr>
        </p:sp>
        <p:sp>
          <p:nvSpPr>
            <p:cNvPr id="3030" name="four:temporal-output:rotated-tₙ-cell-56:3030">
              <a:extLst>
                <a:ext uri="{FF2B5EF4-FFF2-40B4-BE49-F238E27FC236}">
                  <ns2:creationId id="{69A12AE2-68AA-48CD-B27E-427FF4681B27}"/>
                </a:ext>
              </a:extLst>
            </p:cNvPr>
            <p:cNvSpPr>
              <a:spLocks noGrp="1"/>
            </p:cNvSpPr>
            <p:nvPr/>
          </p:nvSpPr>
          <p:spPr>
            <a:xfrm>
              <a:off x="23369588" y="6823472"/>
              <a:ext cx="709613" cy="5953"/>
            </a:xfrm>
            <a:prstGeom prst="rect">
              <a:avLst/>
            </a:prstGeom>
            <a:solidFill>
              <a:srgbClr val="81C9BA"/>
            </a:solidFill>
            <a:ln w="0">
              <a:noFill/>
              <a:prstDash val="solid"/>
            </a:ln>
          </p:spPr>
        </p:sp>
        <p:sp>
          <p:nvSpPr>
            <p:cNvPr id="3031" name="four:temporal-output:rotated-tₙ-cell-57:3031">
              <a:extLst>
                <a:ext uri="{FF2B5EF4-FFF2-40B4-BE49-F238E27FC236}">
                  <ns2:creationId id="{7DF97B29-34E3-4DD2-8BA8-1B4064FCAC15}"/>
                </a:ext>
              </a:extLst>
            </p:cNvPr>
            <p:cNvSpPr>
              <a:spLocks noGrp="1"/>
            </p:cNvSpPr>
            <p:nvPr/>
          </p:nvSpPr>
          <p:spPr>
            <a:xfrm>
              <a:off x="23369588" y="6817519"/>
              <a:ext cx="709613" cy="5953"/>
            </a:xfrm>
            <a:prstGeom prst="rect">
              <a:avLst/>
            </a:prstGeom>
            <a:solidFill>
              <a:srgbClr val="81C9BA"/>
            </a:solidFill>
            <a:ln w="0">
              <a:noFill/>
              <a:prstDash val="solid"/>
            </a:ln>
          </p:spPr>
        </p:sp>
        <p:sp>
          <p:nvSpPr>
            <p:cNvPr id="3032" name="four:temporal-output:rotated-tₙ-cell-58:3032">
              <a:extLst>
                <a:ext uri="{FF2B5EF4-FFF2-40B4-BE49-F238E27FC236}">
                  <ns2:creationId id="{AFA08EFA-B945-4DD7-AF1A-B4111F706733}"/>
                </a:ext>
              </a:extLst>
            </p:cNvPr>
            <p:cNvSpPr>
              <a:spLocks noGrp="1"/>
            </p:cNvSpPr>
            <p:nvPr/>
          </p:nvSpPr>
          <p:spPr>
            <a:xfrm>
              <a:off x="23369588" y="6811566"/>
              <a:ext cx="709613" cy="5953"/>
            </a:xfrm>
            <a:prstGeom prst="rect">
              <a:avLst/>
            </a:prstGeom>
            <a:solidFill>
              <a:srgbClr val="81C9BA"/>
            </a:solidFill>
            <a:ln w="0">
              <a:noFill/>
              <a:prstDash val="solid"/>
            </a:ln>
          </p:spPr>
        </p:sp>
        <p:sp>
          <p:nvSpPr>
            <p:cNvPr id="3033" name="four:temporal-output:rotated-tₙ-cell-59:3033">
              <a:extLst>
                <a:ext uri="{FF2B5EF4-FFF2-40B4-BE49-F238E27FC236}">
                  <ns2:creationId id="{DE75FEDD-BFFB-40DB-BE7E-E11DDCF34DDA}"/>
                </a:ext>
              </a:extLst>
            </p:cNvPr>
            <p:cNvSpPr>
              <a:spLocks noGrp="1"/>
            </p:cNvSpPr>
            <p:nvPr/>
          </p:nvSpPr>
          <p:spPr>
            <a:xfrm>
              <a:off x="23369588" y="6805613"/>
              <a:ext cx="709613" cy="5953"/>
            </a:xfrm>
            <a:prstGeom prst="rect">
              <a:avLst/>
            </a:prstGeom>
            <a:solidFill>
              <a:srgbClr val="81C9BA"/>
            </a:solidFill>
            <a:ln w="0">
              <a:noFill/>
              <a:prstDash val="solid"/>
            </a:ln>
          </p:spPr>
        </p:sp>
        <p:sp>
          <p:nvSpPr>
            <p:cNvPr id="3034" name="four:temporal-output:rotated-tₙ-cell-60:3034">
              <a:extLst>
                <a:ext uri="{FF2B5EF4-FFF2-40B4-BE49-F238E27FC236}">
                  <ns2:creationId id="{BE5F6E2C-7ED0-4EC1-97BA-579056332260}"/>
                </a:ext>
              </a:extLst>
            </p:cNvPr>
            <p:cNvSpPr>
              <a:spLocks noGrp="1"/>
            </p:cNvSpPr>
            <p:nvPr/>
          </p:nvSpPr>
          <p:spPr>
            <a:xfrm>
              <a:off x="23369588" y="6799659"/>
              <a:ext cx="709613" cy="5953"/>
            </a:xfrm>
            <a:prstGeom prst="rect">
              <a:avLst/>
            </a:prstGeom>
            <a:solidFill>
              <a:srgbClr val="7EC8B9"/>
            </a:solidFill>
            <a:ln w="0">
              <a:noFill/>
              <a:prstDash val="solid"/>
            </a:ln>
          </p:spPr>
        </p:sp>
        <p:sp>
          <p:nvSpPr>
            <p:cNvPr id="3035" name="four:temporal-output:rotated-tₙ-cell-61:3035">
              <a:extLst>
                <a:ext uri="{FF2B5EF4-FFF2-40B4-BE49-F238E27FC236}">
                  <ns2:creationId id="{0285648D-DAC7-4FDC-ADEB-0D5607393781}"/>
                </a:ext>
              </a:extLst>
            </p:cNvPr>
            <p:cNvSpPr>
              <a:spLocks noGrp="1"/>
            </p:cNvSpPr>
            <p:nvPr/>
          </p:nvSpPr>
          <p:spPr>
            <a:xfrm>
              <a:off x="23369588" y="6793706"/>
              <a:ext cx="709613" cy="5953"/>
            </a:xfrm>
            <a:prstGeom prst="rect">
              <a:avLst/>
            </a:prstGeom>
            <a:solidFill>
              <a:srgbClr val="70C4B1"/>
            </a:solidFill>
            <a:ln w="0">
              <a:noFill/>
              <a:prstDash val="solid"/>
            </a:ln>
          </p:spPr>
        </p:sp>
        <p:sp>
          <p:nvSpPr>
            <p:cNvPr id="3036" name="four:temporal-output:rotated-tₙ-cell-62:3036">
              <a:extLst>
                <a:ext uri="{FF2B5EF4-FFF2-40B4-BE49-F238E27FC236}">
                  <ns2:creationId id="{CB4E4560-A665-4C85-8DAF-606069EF5FE3}"/>
                </a:ext>
              </a:extLst>
            </p:cNvPr>
            <p:cNvSpPr>
              <a:spLocks noGrp="1"/>
            </p:cNvSpPr>
            <p:nvPr/>
          </p:nvSpPr>
          <p:spPr>
            <a:xfrm>
              <a:off x="23369588" y="6787753"/>
              <a:ext cx="709613" cy="5953"/>
            </a:xfrm>
            <a:prstGeom prst="rect">
              <a:avLst/>
            </a:prstGeom>
            <a:solidFill>
              <a:srgbClr val="5CBDA6"/>
            </a:solidFill>
            <a:ln w="0">
              <a:noFill/>
              <a:prstDash val="solid"/>
            </a:ln>
          </p:spPr>
        </p:sp>
        <p:sp>
          <p:nvSpPr>
            <p:cNvPr id="3037" name="four:temporal-output:rotated-tₙ-cell-63:3037">
              <a:extLst>
                <a:ext uri="{FF2B5EF4-FFF2-40B4-BE49-F238E27FC236}">
                  <ns2:creationId id="{A14E4EC2-D5AA-46CB-A539-45101EF49225}"/>
                </a:ext>
              </a:extLst>
            </p:cNvPr>
            <p:cNvSpPr>
              <a:spLocks noGrp="1"/>
            </p:cNvSpPr>
            <p:nvPr/>
          </p:nvSpPr>
          <p:spPr>
            <a:xfrm>
              <a:off x="23369588" y="6781800"/>
              <a:ext cx="709613" cy="5953"/>
            </a:xfrm>
            <a:prstGeom prst="rect">
              <a:avLst/>
            </a:prstGeom>
            <a:solidFill>
              <a:srgbClr val="42B498"/>
            </a:solidFill>
            <a:ln w="0">
              <a:noFill/>
              <a:prstDash val="solid"/>
            </a:ln>
          </p:spPr>
        </p:sp>
        <p:sp>
          <p:nvSpPr>
            <p:cNvPr id="3038" name="four:temporal-output:rotated-tₙ-cell-64:3038">
              <a:extLst>
                <a:ext uri="{FF2B5EF4-FFF2-40B4-BE49-F238E27FC236}">
                  <ns2:creationId id="{0EFCD9B2-231F-4348-A1B1-8C126D5919D3}"/>
                </a:ext>
              </a:extLst>
            </p:cNvPr>
            <p:cNvSpPr>
              <a:spLocks noGrp="1"/>
            </p:cNvSpPr>
            <p:nvPr/>
          </p:nvSpPr>
          <p:spPr>
            <a:xfrm>
              <a:off x="23369588" y="6775847"/>
              <a:ext cx="709613" cy="5953"/>
            </a:xfrm>
            <a:prstGeom prst="rect">
              <a:avLst/>
            </a:prstGeom>
            <a:solidFill>
              <a:srgbClr val="2AAC8A"/>
            </a:solidFill>
            <a:ln w="0">
              <a:noFill/>
              <a:prstDash val="solid"/>
            </a:ln>
          </p:spPr>
        </p:sp>
        <p:sp>
          <p:nvSpPr>
            <p:cNvPr id="3039" name="four:temporal-output:rotated-tₙ-cell-65:3039">
              <a:extLst>
                <a:ext uri="{FF2B5EF4-FFF2-40B4-BE49-F238E27FC236}">
                  <ns2:creationId id="{3AF30C96-62EA-4977-B2A5-3E8421F0730C}"/>
                </a:ext>
              </a:extLst>
            </p:cNvPr>
            <p:cNvSpPr>
              <a:spLocks noGrp="1"/>
            </p:cNvSpPr>
            <p:nvPr/>
          </p:nvSpPr>
          <p:spPr>
            <a:xfrm>
              <a:off x="23369588" y="6769894"/>
              <a:ext cx="709613" cy="5953"/>
            </a:xfrm>
            <a:prstGeom prst="rect">
              <a:avLst/>
            </a:prstGeom>
            <a:solidFill>
              <a:srgbClr val="15A57F"/>
            </a:solidFill>
            <a:ln w="0">
              <a:noFill/>
              <a:prstDash val="solid"/>
            </a:ln>
          </p:spPr>
        </p:sp>
        <p:sp>
          <p:nvSpPr>
            <p:cNvPr id="3040" name="four:temporal-output:rotated-tₙ-cell-66:3040">
              <a:extLst>
                <a:ext uri="{FF2B5EF4-FFF2-40B4-BE49-F238E27FC236}">
                  <ns2:creationId id="{60B8586F-D480-44DD-9CCF-A80C797F07C4}"/>
                </a:ext>
              </a:extLst>
            </p:cNvPr>
            <p:cNvSpPr>
              <a:spLocks noGrp="1"/>
            </p:cNvSpPr>
            <p:nvPr/>
          </p:nvSpPr>
          <p:spPr>
            <a:xfrm>
              <a:off x="23369588" y="6763941"/>
              <a:ext cx="709613" cy="5953"/>
            </a:xfrm>
            <a:prstGeom prst="rect">
              <a:avLst/>
            </a:prstGeom>
            <a:solidFill>
              <a:srgbClr val="05A076"/>
            </a:solidFill>
            <a:ln w="0">
              <a:noFill/>
              <a:prstDash val="solid"/>
            </a:ln>
          </p:spPr>
        </p:sp>
        <p:sp>
          <p:nvSpPr>
            <p:cNvPr id="3041" name="four:temporal-output:rotated-tₙ-cell-67:3041">
              <a:extLst>
                <a:ext uri="{FF2B5EF4-FFF2-40B4-BE49-F238E27FC236}">
                  <ns2:creationId id="{D6924ECC-CD05-4C36-8756-604A92197AC1}"/>
                </a:ext>
              </a:extLst>
            </p:cNvPr>
            <p:cNvSpPr>
              <a:spLocks noGrp="1"/>
            </p:cNvSpPr>
            <p:nvPr/>
          </p:nvSpPr>
          <p:spPr>
            <a:xfrm>
              <a:off x="23369588" y="6757988"/>
              <a:ext cx="709613" cy="5953"/>
            </a:xfrm>
            <a:prstGeom prst="rect">
              <a:avLst/>
            </a:prstGeom>
            <a:solidFill>
              <a:srgbClr val="009E73"/>
            </a:solidFill>
            <a:ln w="0">
              <a:noFill/>
              <a:prstDash val="solid"/>
            </a:ln>
          </p:spPr>
        </p:sp>
        <p:sp>
          <p:nvSpPr>
            <p:cNvPr id="3042" name="four:temporal-output:rotated-tₙ-cell-68:3042">
              <a:extLst>
                <a:ext uri="{FF2B5EF4-FFF2-40B4-BE49-F238E27FC236}">
                  <ns2:creationId id="{7DF9112B-1465-4FFF-96C1-37098D6208B7}"/>
                </a:ext>
              </a:extLst>
            </p:cNvPr>
            <p:cNvSpPr>
              <a:spLocks noGrp="1"/>
            </p:cNvSpPr>
            <p:nvPr/>
          </p:nvSpPr>
          <p:spPr>
            <a:xfrm>
              <a:off x="23369588" y="6752034"/>
              <a:ext cx="709613" cy="5953"/>
            </a:xfrm>
            <a:prstGeom prst="rect">
              <a:avLst/>
            </a:prstGeom>
            <a:solidFill>
              <a:srgbClr val="009E73"/>
            </a:solidFill>
            <a:ln w="0">
              <a:noFill/>
              <a:prstDash val="solid"/>
            </a:ln>
          </p:spPr>
        </p:sp>
        <p:sp>
          <p:nvSpPr>
            <p:cNvPr id="3043" name="four:temporal-output:rotated-tₙ-cell-69:3043">
              <a:extLst>
                <a:ext uri="{FF2B5EF4-FFF2-40B4-BE49-F238E27FC236}">
                  <ns2:creationId id="{1401B52F-4282-4DB7-90AD-835499416B8E}"/>
                </a:ext>
              </a:extLst>
            </p:cNvPr>
            <p:cNvSpPr>
              <a:spLocks noGrp="1"/>
            </p:cNvSpPr>
            <p:nvPr/>
          </p:nvSpPr>
          <p:spPr>
            <a:xfrm>
              <a:off x="23369588" y="6746081"/>
              <a:ext cx="709613" cy="5953"/>
            </a:xfrm>
            <a:prstGeom prst="rect">
              <a:avLst/>
            </a:prstGeom>
            <a:solidFill>
              <a:srgbClr val="009E73"/>
            </a:solidFill>
            <a:ln w="0">
              <a:noFill/>
              <a:prstDash val="solid"/>
            </a:ln>
          </p:spPr>
        </p:sp>
        <p:sp>
          <p:nvSpPr>
            <p:cNvPr id="3044" name="four:temporal-output:rotated-tₙ-cell-70:3044">
              <a:extLst>
                <a:ext uri="{FF2B5EF4-FFF2-40B4-BE49-F238E27FC236}">
                  <ns2:creationId id="{15DA2C15-41AC-4F6C-A045-79729BEF1B1F}"/>
                </a:ext>
              </a:extLst>
            </p:cNvPr>
            <p:cNvSpPr>
              <a:spLocks noGrp="1"/>
            </p:cNvSpPr>
            <p:nvPr/>
          </p:nvSpPr>
          <p:spPr>
            <a:xfrm>
              <a:off x="23369588" y="6740128"/>
              <a:ext cx="709613" cy="5953"/>
            </a:xfrm>
            <a:prstGeom prst="rect">
              <a:avLst/>
            </a:prstGeom>
            <a:solidFill>
              <a:srgbClr val="009E73"/>
            </a:solidFill>
            <a:ln w="0">
              <a:noFill/>
              <a:prstDash val="solid"/>
            </a:ln>
          </p:spPr>
        </p:sp>
        <p:sp>
          <p:nvSpPr>
            <p:cNvPr id="3045" name="four:temporal-output:rotated-tₙ-cell-71:3045">
              <a:extLst>
                <a:ext uri="{FF2B5EF4-FFF2-40B4-BE49-F238E27FC236}">
                  <ns2:creationId id="{185D4AB6-E3AE-4C7F-B5D5-99CF3446BFBF}"/>
                </a:ext>
              </a:extLst>
            </p:cNvPr>
            <p:cNvSpPr>
              <a:spLocks noGrp="1"/>
            </p:cNvSpPr>
            <p:nvPr/>
          </p:nvSpPr>
          <p:spPr>
            <a:xfrm>
              <a:off x="23369588" y="6734175"/>
              <a:ext cx="709613" cy="5953"/>
            </a:xfrm>
            <a:prstGeom prst="rect">
              <a:avLst/>
            </a:prstGeom>
            <a:solidFill>
              <a:srgbClr val="009E73"/>
            </a:solidFill>
            <a:ln w="0">
              <a:noFill/>
              <a:prstDash val="solid"/>
            </a:ln>
          </p:spPr>
        </p:sp>
        <p:sp>
          <p:nvSpPr>
            <p:cNvPr id="3046" name="four:temporal-output:rotated-tₙ-cell-72:3046">
              <a:extLst>
                <a:ext uri="{FF2B5EF4-FFF2-40B4-BE49-F238E27FC236}">
                  <ns2:creationId id="{5DA88FB9-9E0F-4124-99A5-A8842B106103}"/>
                </a:ext>
              </a:extLst>
            </p:cNvPr>
            <p:cNvSpPr>
              <a:spLocks noGrp="1"/>
            </p:cNvSpPr>
            <p:nvPr/>
          </p:nvSpPr>
          <p:spPr>
            <a:xfrm>
              <a:off x="23369588" y="6728222"/>
              <a:ext cx="709613" cy="5953"/>
            </a:xfrm>
            <a:prstGeom prst="rect">
              <a:avLst/>
            </a:prstGeom>
            <a:solidFill>
              <a:srgbClr val="009E73"/>
            </a:solidFill>
            <a:ln w="0">
              <a:noFill/>
              <a:prstDash val="solid"/>
            </a:ln>
          </p:spPr>
        </p:sp>
        <p:sp>
          <p:nvSpPr>
            <p:cNvPr id="3047" name="four:temporal-output:rotated-tₙ-cell-73:3047">
              <a:extLst>
                <a:ext uri="{FF2B5EF4-FFF2-40B4-BE49-F238E27FC236}">
                  <ns2:creationId id="{F22C0DE6-2EB7-4F65-8FE9-CA7936DB29C0}"/>
                </a:ext>
              </a:extLst>
            </p:cNvPr>
            <p:cNvSpPr>
              <a:spLocks noGrp="1"/>
            </p:cNvSpPr>
            <p:nvPr/>
          </p:nvSpPr>
          <p:spPr>
            <a:xfrm>
              <a:off x="23369588" y="6722269"/>
              <a:ext cx="709613" cy="5953"/>
            </a:xfrm>
            <a:prstGeom prst="rect">
              <a:avLst/>
            </a:prstGeom>
            <a:solidFill>
              <a:srgbClr val="009E73"/>
            </a:solidFill>
            <a:ln w="0">
              <a:noFill/>
              <a:prstDash val="solid"/>
            </a:ln>
          </p:spPr>
        </p:sp>
        <p:sp>
          <p:nvSpPr>
            <p:cNvPr id="3048" name="four:temporal-output:rotated-tₙ-cell-74:3048">
              <a:extLst>
                <a:ext uri="{FF2B5EF4-FFF2-40B4-BE49-F238E27FC236}">
                  <ns2:creationId id="{B6633673-4E37-4E88-BEEE-6E52962416FE}"/>
                </a:ext>
              </a:extLst>
            </p:cNvPr>
            <p:cNvSpPr>
              <a:spLocks noGrp="1"/>
            </p:cNvSpPr>
            <p:nvPr/>
          </p:nvSpPr>
          <p:spPr>
            <a:xfrm>
              <a:off x="23369588" y="6716316"/>
              <a:ext cx="709613" cy="5953"/>
            </a:xfrm>
            <a:prstGeom prst="rect">
              <a:avLst/>
            </a:prstGeom>
            <a:solidFill>
              <a:srgbClr val="009E73"/>
            </a:solidFill>
            <a:ln w="0">
              <a:noFill/>
              <a:prstDash val="solid"/>
            </a:ln>
          </p:spPr>
        </p:sp>
        <p:sp>
          <p:nvSpPr>
            <p:cNvPr id="3049" name="four:temporal-output:rotated-tₙ-cell-75:3049">
              <a:extLst>
                <a:ext uri="{FF2B5EF4-FFF2-40B4-BE49-F238E27FC236}">
                  <ns2:creationId id="{99300A0C-7BB0-4E28-B70E-762ED38A9D31}"/>
                </a:ext>
              </a:extLst>
            </p:cNvPr>
            <p:cNvSpPr>
              <a:spLocks noGrp="1"/>
            </p:cNvSpPr>
            <p:nvPr/>
          </p:nvSpPr>
          <p:spPr>
            <a:xfrm>
              <a:off x="23369588" y="6710363"/>
              <a:ext cx="709613" cy="5953"/>
            </a:xfrm>
            <a:prstGeom prst="rect">
              <a:avLst/>
            </a:prstGeom>
            <a:solidFill>
              <a:srgbClr val="009E73"/>
            </a:solidFill>
            <a:ln w="0">
              <a:noFill/>
              <a:prstDash val="solid"/>
            </a:ln>
          </p:spPr>
        </p:sp>
        <p:sp>
          <p:nvSpPr>
            <p:cNvPr id="3050" name="four:temporal-output:rotated-tₙ-cell-76:3050">
              <a:extLst>
                <a:ext uri="{FF2B5EF4-FFF2-40B4-BE49-F238E27FC236}">
                  <ns2:creationId id="{1723AE7E-5B6A-48BE-98AD-BD4B342A06EC}"/>
                </a:ext>
              </a:extLst>
            </p:cNvPr>
            <p:cNvSpPr>
              <a:spLocks noGrp="1"/>
            </p:cNvSpPr>
            <p:nvPr/>
          </p:nvSpPr>
          <p:spPr>
            <a:xfrm>
              <a:off x="23369588" y="6704409"/>
              <a:ext cx="709613" cy="5953"/>
            </a:xfrm>
            <a:prstGeom prst="rect">
              <a:avLst/>
            </a:prstGeom>
            <a:solidFill>
              <a:srgbClr val="009E73"/>
            </a:solidFill>
            <a:ln w="0">
              <a:noFill/>
              <a:prstDash val="solid"/>
            </a:ln>
          </p:spPr>
        </p:sp>
        <p:sp>
          <p:nvSpPr>
            <p:cNvPr id="3051" name="four:temporal-output:rotated-tₙ-cell-77:3051">
              <a:extLst>
                <a:ext uri="{FF2B5EF4-FFF2-40B4-BE49-F238E27FC236}">
                  <ns2:creationId id="{B47853D0-5DAA-4A48-AC4B-05AF9411E03D}"/>
                </a:ext>
              </a:extLst>
            </p:cNvPr>
            <p:cNvSpPr>
              <a:spLocks noGrp="1"/>
            </p:cNvSpPr>
            <p:nvPr/>
          </p:nvSpPr>
          <p:spPr>
            <a:xfrm>
              <a:off x="23369588" y="6698456"/>
              <a:ext cx="709613" cy="5953"/>
            </a:xfrm>
            <a:prstGeom prst="rect">
              <a:avLst/>
            </a:prstGeom>
            <a:solidFill>
              <a:srgbClr val="09A178"/>
            </a:solidFill>
            <a:ln w="0">
              <a:noFill/>
              <a:prstDash val="solid"/>
            </a:ln>
          </p:spPr>
        </p:sp>
        <p:sp>
          <p:nvSpPr>
            <p:cNvPr id="3052" name="four:temporal-output:rotated-tₙ-cell-78:3052">
              <a:extLst>
                <a:ext uri="{FF2B5EF4-FFF2-40B4-BE49-F238E27FC236}">
                  <ns2:creationId id="{B42FD5EA-AAC3-4553-94A0-459F5A525177}"/>
                </a:ext>
              </a:extLst>
            </p:cNvPr>
            <p:cNvSpPr>
              <a:spLocks noGrp="1"/>
            </p:cNvSpPr>
            <p:nvPr/>
          </p:nvSpPr>
          <p:spPr>
            <a:xfrm>
              <a:off x="23369588" y="6692503"/>
              <a:ext cx="709613" cy="5953"/>
            </a:xfrm>
            <a:prstGeom prst="rect">
              <a:avLst/>
            </a:prstGeom>
            <a:solidFill>
              <a:srgbClr val="24AA87"/>
            </a:solidFill>
            <a:ln w="0">
              <a:noFill/>
              <a:prstDash val="solid"/>
            </a:ln>
          </p:spPr>
        </p:sp>
        <p:sp>
          <p:nvSpPr>
            <p:cNvPr id="3053" name="four:temporal-output:rotated-tₙ-cell-79:3053">
              <a:extLst>
                <a:ext uri="{FF2B5EF4-FFF2-40B4-BE49-F238E27FC236}">
                  <ns2:creationId id="{ABD68855-001C-4E8F-8507-F27664C4B369}"/>
                </a:ext>
              </a:extLst>
            </p:cNvPr>
            <p:cNvSpPr>
              <a:spLocks noGrp="1"/>
            </p:cNvSpPr>
            <p:nvPr/>
          </p:nvSpPr>
          <p:spPr>
            <a:xfrm>
              <a:off x="23369588" y="6686550"/>
              <a:ext cx="709613" cy="5953"/>
            </a:xfrm>
            <a:prstGeom prst="rect">
              <a:avLst/>
            </a:prstGeom>
            <a:solidFill>
              <a:srgbClr val="49B69B"/>
            </a:solidFill>
            <a:ln w="0">
              <a:noFill/>
              <a:prstDash val="solid"/>
            </a:ln>
          </p:spPr>
        </p:sp>
        <p:sp>
          <p:nvSpPr>
            <p:cNvPr id="3054" name="four:temporal-output:rotated-tₙ-cell-80:3054">
              <a:extLst>
                <a:ext uri="{FF2B5EF4-FFF2-40B4-BE49-F238E27FC236}">
                  <ns2:creationId id="{F65F800D-0EBD-47CB-B51B-05655C7B43F2}"/>
                </a:ext>
              </a:extLst>
            </p:cNvPr>
            <p:cNvSpPr>
              <a:spLocks noGrp="1"/>
            </p:cNvSpPr>
            <p:nvPr/>
          </p:nvSpPr>
          <p:spPr>
            <a:xfrm>
              <a:off x="23369588" y="6680597"/>
              <a:ext cx="709613" cy="5953"/>
            </a:xfrm>
            <a:prstGeom prst="rect">
              <a:avLst/>
            </a:prstGeom>
            <a:solidFill>
              <a:srgbClr val="72C4B2"/>
            </a:solidFill>
            <a:ln w="0">
              <a:noFill/>
              <a:prstDash val="solid"/>
            </a:ln>
          </p:spPr>
        </p:sp>
        <p:sp>
          <p:nvSpPr>
            <p:cNvPr id="3055" name="four:temporal-output:rotated-tₙ-cell-81:3055">
              <a:extLst>
                <a:ext uri="{FF2B5EF4-FFF2-40B4-BE49-F238E27FC236}">
                  <ns2:creationId id="{E4E5A345-7143-4C0E-8ABA-22E11E9F92D0}"/>
                </a:ext>
              </a:extLst>
            </p:cNvPr>
            <p:cNvSpPr>
              <a:spLocks noGrp="1"/>
            </p:cNvSpPr>
            <p:nvPr/>
          </p:nvSpPr>
          <p:spPr>
            <a:xfrm>
              <a:off x="23369588" y="6674644"/>
              <a:ext cx="709613" cy="5953"/>
            </a:xfrm>
            <a:prstGeom prst="rect">
              <a:avLst/>
            </a:prstGeom>
            <a:solidFill>
              <a:srgbClr val="9CD3CA"/>
            </a:solidFill>
            <a:ln w="0">
              <a:noFill/>
              <a:prstDash val="solid"/>
            </a:ln>
          </p:spPr>
        </p:sp>
        <p:sp>
          <p:nvSpPr>
            <p:cNvPr id="3056" name="four:temporal-output:rotated-tₙ-cell-82:3056">
              <a:extLst>
                <a:ext uri="{FF2B5EF4-FFF2-40B4-BE49-F238E27FC236}">
                  <ns2:creationId id="{6A700F97-0DA0-437D-B64E-054F5462329C}"/>
                </a:ext>
              </a:extLst>
            </p:cNvPr>
            <p:cNvSpPr>
              <a:spLocks noGrp="1"/>
            </p:cNvSpPr>
            <p:nvPr/>
          </p:nvSpPr>
          <p:spPr>
            <a:xfrm>
              <a:off x="23369588" y="6668691"/>
              <a:ext cx="709613" cy="5953"/>
            </a:xfrm>
            <a:prstGeom prst="rect">
              <a:avLst/>
            </a:prstGeom>
            <a:solidFill>
              <a:srgbClr val="D3DAE6"/>
            </a:solidFill>
            <a:ln w="0">
              <a:noFill/>
              <a:prstDash val="solid"/>
            </a:ln>
          </p:spPr>
        </p:sp>
        <p:sp>
          <p:nvSpPr>
            <p:cNvPr id="3057" name="four:temporal-output:rotated-tₙ-cell-83:3057">
              <a:extLst>
                <a:ext uri="{FF2B5EF4-FFF2-40B4-BE49-F238E27FC236}">
                  <ns2:creationId id="{A3282F83-64B4-4CE4-8D0B-5F56176355B0}"/>
                </a:ext>
              </a:extLst>
            </p:cNvPr>
            <p:cNvSpPr>
              <a:spLocks noGrp="1"/>
            </p:cNvSpPr>
            <p:nvPr/>
          </p:nvSpPr>
          <p:spPr>
            <a:xfrm>
              <a:off x="23369588" y="6662738"/>
              <a:ext cx="709613" cy="5953"/>
            </a:xfrm>
            <a:prstGeom prst="rect">
              <a:avLst/>
            </a:prstGeom>
            <a:solidFill>
              <a:srgbClr val="DAE5EC"/>
            </a:solidFill>
            <a:ln w="0">
              <a:noFill/>
              <a:prstDash val="solid"/>
            </a:ln>
          </p:spPr>
        </p:sp>
        <p:sp>
          <p:nvSpPr>
            <p:cNvPr id="3058" name="four:temporal-output:rotated-tₙ-cell-84:3058">
              <a:extLst>
                <a:ext uri="{FF2B5EF4-FFF2-40B4-BE49-F238E27FC236}">
                  <ns2:creationId id="{382617E4-B3DD-4A98-A19F-948C39032900}"/>
                </a:ext>
              </a:extLst>
            </p:cNvPr>
            <p:cNvSpPr>
              <a:spLocks noGrp="1"/>
            </p:cNvSpPr>
            <p:nvPr/>
          </p:nvSpPr>
          <p:spPr>
            <a:xfrm>
              <a:off x="23369588" y="6656784"/>
              <a:ext cx="709613" cy="5953"/>
            </a:xfrm>
            <a:prstGeom prst="rect">
              <a:avLst/>
            </a:prstGeom>
            <a:solidFill>
              <a:srgbClr val="DCE8ED"/>
            </a:solidFill>
            <a:ln w="0">
              <a:noFill/>
              <a:prstDash val="solid"/>
            </a:ln>
          </p:spPr>
        </p:sp>
        <p:sp>
          <p:nvSpPr>
            <p:cNvPr id="3059" name="four:temporal-output:rotated-tₙ-cell-85:3059">
              <a:extLst>
                <a:ext uri="{FF2B5EF4-FFF2-40B4-BE49-F238E27FC236}">
                  <ns2:creationId id="{A59EEECE-992B-4BAD-AB7F-70BD8426B504}"/>
                </a:ext>
              </a:extLst>
            </p:cNvPr>
            <p:cNvSpPr>
              <a:spLocks noGrp="1"/>
            </p:cNvSpPr>
            <p:nvPr/>
          </p:nvSpPr>
          <p:spPr>
            <a:xfrm>
              <a:off x="23369588" y="6650831"/>
              <a:ext cx="709613" cy="5953"/>
            </a:xfrm>
            <a:prstGeom prst="rect">
              <a:avLst/>
            </a:prstGeom>
            <a:solidFill>
              <a:srgbClr val="DCE8ED"/>
            </a:solidFill>
            <a:ln w="0">
              <a:noFill/>
              <a:prstDash val="solid"/>
            </a:ln>
          </p:spPr>
        </p:sp>
        <p:sp>
          <p:nvSpPr>
            <p:cNvPr id="3060" name="four:temporal-output:rotated-tₙ-cell-86:3060">
              <a:extLst>
                <a:ext uri="{FF2B5EF4-FFF2-40B4-BE49-F238E27FC236}">
                  <ns2:creationId id="{96EE8910-2925-4BEE-9556-77BB92370F52}"/>
                </a:ext>
              </a:extLst>
            </p:cNvPr>
            <p:cNvSpPr>
              <a:spLocks noGrp="1"/>
            </p:cNvSpPr>
            <p:nvPr/>
          </p:nvSpPr>
          <p:spPr>
            <a:xfrm>
              <a:off x="23369588" y="6644878"/>
              <a:ext cx="709613" cy="5953"/>
            </a:xfrm>
            <a:prstGeom prst="rect">
              <a:avLst/>
            </a:prstGeom>
            <a:solidFill>
              <a:srgbClr val="DCE8ED"/>
            </a:solidFill>
            <a:ln w="0">
              <a:noFill/>
              <a:prstDash val="solid"/>
            </a:ln>
          </p:spPr>
        </p:sp>
        <p:sp>
          <p:nvSpPr>
            <p:cNvPr id="3061" name="four:temporal-output:rotated-tₙ-cell-87:3061">
              <a:extLst>
                <a:ext uri="{FF2B5EF4-FFF2-40B4-BE49-F238E27FC236}">
                  <ns2:creationId id="{3E9BA471-50D5-4A35-BDE2-074F7D2B5C16}"/>
                </a:ext>
              </a:extLst>
            </p:cNvPr>
            <p:cNvSpPr>
              <a:spLocks noGrp="1"/>
            </p:cNvSpPr>
            <p:nvPr/>
          </p:nvSpPr>
          <p:spPr>
            <a:xfrm>
              <a:off x="23369588" y="6638925"/>
              <a:ext cx="709613" cy="5953"/>
            </a:xfrm>
            <a:prstGeom prst="rect">
              <a:avLst/>
            </a:prstGeom>
            <a:solidFill>
              <a:srgbClr val="DCE8ED"/>
            </a:solidFill>
            <a:ln w="0">
              <a:noFill/>
              <a:prstDash val="solid"/>
            </a:ln>
          </p:spPr>
        </p:sp>
        <p:sp>
          <p:nvSpPr>
            <p:cNvPr id="3062" name="four:temporal-output:rotated-tₙ-cell-88:3062">
              <a:extLst>
                <a:ext uri="{FF2B5EF4-FFF2-40B4-BE49-F238E27FC236}">
                  <ns2:creationId id="{0102C291-C860-4643-9873-AADA7CB48A2B}"/>
                </a:ext>
              </a:extLst>
            </p:cNvPr>
            <p:cNvSpPr>
              <a:spLocks noGrp="1"/>
            </p:cNvSpPr>
            <p:nvPr/>
          </p:nvSpPr>
          <p:spPr>
            <a:xfrm>
              <a:off x="23369588" y="6632972"/>
              <a:ext cx="709613" cy="5953"/>
            </a:xfrm>
            <a:prstGeom prst="rect">
              <a:avLst/>
            </a:prstGeom>
            <a:solidFill>
              <a:srgbClr val="DCE8ED"/>
            </a:solidFill>
            <a:ln w="0">
              <a:noFill/>
              <a:prstDash val="solid"/>
            </a:ln>
          </p:spPr>
        </p:sp>
        <p:sp>
          <p:nvSpPr>
            <p:cNvPr id="3063" name="four:temporal-output:rotated-tₙ-cell-89:3063">
              <a:extLst>
                <a:ext uri="{FF2B5EF4-FFF2-40B4-BE49-F238E27FC236}">
                  <ns2:creationId id="{AEF26EFE-9B07-4498-BD05-09EF4904FAAE}"/>
                </a:ext>
              </a:extLst>
            </p:cNvPr>
            <p:cNvSpPr>
              <a:spLocks noGrp="1"/>
            </p:cNvSpPr>
            <p:nvPr/>
          </p:nvSpPr>
          <p:spPr>
            <a:xfrm>
              <a:off x="23369588" y="6627019"/>
              <a:ext cx="709613" cy="5953"/>
            </a:xfrm>
            <a:prstGeom prst="rect">
              <a:avLst/>
            </a:prstGeom>
            <a:solidFill>
              <a:srgbClr val="DCE8ED"/>
            </a:solidFill>
            <a:ln w="0">
              <a:noFill/>
              <a:prstDash val="solid"/>
            </a:ln>
          </p:spPr>
        </p:sp>
        <p:sp>
          <p:nvSpPr>
            <p:cNvPr id="3064" name="four:temporal-output:rotated-tₙ-cell-90:3064">
              <a:extLst>
                <a:ext uri="{FF2B5EF4-FFF2-40B4-BE49-F238E27FC236}">
                  <ns2:creationId id="{40BC0D17-8438-4490-AD36-D0462E0F5631}"/>
                </a:ext>
              </a:extLst>
            </p:cNvPr>
            <p:cNvSpPr>
              <a:spLocks noGrp="1"/>
            </p:cNvSpPr>
            <p:nvPr/>
          </p:nvSpPr>
          <p:spPr>
            <a:xfrm>
              <a:off x="23369588" y="6621066"/>
              <a:ext cx="709613" cy="5953"/>
            </a:xfrm>
            <a:prstGeom prst="rect">
              <a:avLst/>
            </a:prstGeom>
            <a:solidFill>
              <a:srgbClr val="DCE8ED"/>
            </a:solidFill>
            <a:ln w="0">
              <a:noFill/>
              <a:prstDash val="solid"/>
            </a:ln>
          </p:spPr>
        </p:sp>
        <p:sp>
          <p:nvSpPr>
            <p:cNvPr id="3065" name="four:temporal-output:rotated-tₙ-cell-91:3065">
              <a:extLst>
                <a:ext uri="{FF2B5EF4-FFF2-40B4-BE49-F238E27FC236}">
                  <ns2:creationId id="{947EE9A9-7731-4E74-872A-5FD63E688D18}"/>
                </a:ext>
              </a:extLst>
            </p:cNvPr>
            <p:cNvSpPr>
              <a:spLocks noGrp="1"/>
            </p:cNvSpPr>
            <p:nvPr/>
          </p:nvSpPr>
          <p:spPr>
            <a:xfrm>
              <a:off x="23369588" y="6615113"/>
              <a:ext cx="709613" cy="5953"/>
            </a:xfrm>
            <a:prstGeom prst="rect">
              <a:avLst/>
            </a:prstGeom>
            <a:solidFill>
              <a:srgbClr val="DCE8ED"/>
            </a:solidFill>
            <a:ln w="0">
              <a:noFill/>
              <a:prstDash val="solid"/>
            </a:ln>
          </p:spPr>
        </p:sp>
        <p:sp>
          <p:nvSpPr>
            <p:cNvPr id="3066" name="four:temporal-output:rotated-tₙ-cell-92:3066">
              <a:extLst>
                <a:ext uri="{FF2B5EF4-FFF2-40B4-BE49-F238E27FC236}">
                  <ns2:creationId id="{9A586D44-CB9B-4682-81B9-EDDB8AC709BB}"/>
                </a:ext>
              </a:extLst>
            </p:cNvPr>
            <p:cNvSpPr>
              <a:spLocks noGrp="1"/>
            </p:cNvSpPr>
            <p:nvPr/>
          </p:nvSpPr>
          <p:spPr>
            <a:xfrm>
              <a:off x="23369588" y="6609159"/>
              <a:ext cx="709613" cy="5953"/>
            </a:xfrm>
            <a:prstGeom prst="rect">
              <a:avLst/>
            </a:prstGeom>
            <a:solidFill>
              <a:srgbClr val="DCE8ED"/>
            </a:solidFill>
            <a:ln w="0">
              <a:noFill/>
              <a:prstDash val="solid"/>
            </a:ln>
          </p:spPr>
        </p:sp>
        <p:sp>
          <p:nvSpPr>
            <p:cNvPr id="3067" name="four:temporal-output:rotated-tₙ-cell-93:3067">
              <a:extLst>
                <a:ext uri="{FF2B5EF4-FFF2-40B4-BE49-F238E27FC236}">
                  <ns2:creationId id="{6992D2B4-0D85-4599-838B-2448E602246C}"/>
                </a:ext>
              </a:extLst>
            </p:cNvPr>
            <p:cNvSpPr>
              <a:spLocks noGrp="1"/>
            </p:cNvSpPr>
            <p:nvPr/>
          </p:nvSpPr>
          <p:spPr>
            <a:xfrm>
              <a:off x="23369588" y="6603206"/>
              <a:ext cx="709613" cy="5953"/>
            </a:xfrm>
            <a:prstGeom prst="rect">
              <a:avLst/>
            </a:prstGeom>
            <a:solidFill>
              <a:srgbClr val="DCE8ED"/>
            </a:solidFill>
            <a:ln w="0">
              <a:noFill/>
              <a:prstDash val="solid"/>
            </a:ln>
          </p:spPr>
        </p:sp>
        <p:sp>
          <p:nvSpPr>
            <p:cNvPr id="3068" name="four:temporal-output:rotated-tₙ-cell-94:3068">
              <a:extLst>
                <a:ext uri="{FF2B5EF4-FFF2-40B4-BE49-F238E27FC236}">
                  <ns2:creationId id="{F79F684E-5070-45F0-89C0-8F1E67EBCB2D}"/>
                </a:ext>
              </a:extLst>
            </p:cNvPr>
            <p:cNvSpPr>
              <a:spLocks noGrp="1"/>
            </p:cNvSpPr>
            <p:nvPr/>
          </p:nvSpPr>
          <p:spPr>
            <a:xfrm>
              <a:off x="23369588" y="6597253"/>
              <a:ext cx="709613" cy="5953"/>
            </a:xfrm>
            <a:prstGeom prst="rect">
              <a:avLst/>
            </a:prstGeom>
            <a:solidFill>
              <a:srgbClr val="DCE8ED"/>
            </a:solidFill>
            <a:ln w="0">
              <a:noFill/>
              <a:prstDash val="solid"/>
            </a:ln>
          </p:spPr>
        </p:sp>
        <p:sp>
          <p:nvSpPr>
            <p:cNvPr id="3069" name="four:temporal-output:rotated-tₙ-cell-95:3069">
              <a:extLst>
                <a:ext uri="{FF2B5EF4-FFF2-40B4-BE49-F238E27FC236}">
                  <ns2:creationId id="{5E549655-4ADE-444C-843C-CD041036171F}"/>
                </a:ext>
              </a:extLst>
            </p:cNvPr>
            <p:cNvSpPr>
              <a:spLocks noGrp="1"/>
            </p:cNvSpPr>
            <p:nvPr/>
          </p:nvSpPr>
          <p:spPr>
            <a:xfrm>
              <a:off x="23369588" y="6591300"/>
              <a:ext cx="709613" cy="5953"/>
            </a:xfrm>
            <a:prstGeom prst="rect">
              <a:avLst/>
            </a:prstGeom>
            <a:solidFill>
              <a:srgbClr val="DCE8ED"/>
            </a:solidFill>
            <a:ln w="0">
              <a:noFill/>
              <a:prstDash val="solid"/>
            </a:ln>
          </p:spPr>
        </p:sp>
        <p:sp>
          <p:nvSpPr>
            <p:cNvPr id="3070" name="four:temporal-output:rotated-tₙ-cell-96:3070">
              <a:extLst>
                <a:ext uri="{FF2B5EF4-FFF2-40B4-BE49-F238E27FC236}">
                  <ns2:creationId id="{45DF49CB-D159-41F1-8147-F39706B14A9C}"/>
                </a:ext>
              </a:extLst>
            </p:cNvPr>
            <p:cNvSpPr>
              <a:spLocks noGrp="1"/>
            </p:cNvSpPr>
            <p:nvPr/>
          </p:nvSpPr>
          <p:spPr>
            <a:xfrm>
              <a:off x="23369588" y="6585347"/>
              <a:ext cx="709613" cy="5953"/>
            </a:xfrm>
            <a:prstGeom prst="rect">
              <a:avLst/>
            </a:prstGeom>
            <a:solidFill>
              <a:srgbClr val="DCE8ED"/>
            </a:solidFill>
            <a:ln w="0">
              <a:noFill/>
              <a:prstDash val="solid"/>
            </a:ln>
          </p:spPr>
        </p:sp>
        <p:sp>
          <p:nvSpPr>
            <p:cNvPr id="3071" name="four:temporal-output:rotated-tₙ-cell-97:3071">
              <a:extLst>
                <a:ext uri="{FF2B5EF4-FFF2-40B4-BE49-F238E27FC236}">
                  <ns2:creationId id="{29341CF7-3E00-4C0B-BC80-2E79893AFA9E}"/>
                </a:ext>
              </a:extLst>
            </p:cNvPr>
            <p:cNvSpPr>
              <a:spLocks noGrp="1"/>
            </p:cNvSpPr>
            <p:nvPr/>
          </p:nvSpPr>
          <p:spPr>
            <a:xfrm>
              <a:off x="23369588" y="6579394"/>
              <a:ext cx="709613" cy="5953"/>
            </a:xfrm>
            <a:prstGeom prst="rect">
              <a:avLst/>
            </a:prstGeom>
            <a:solidFill>
              <a:srgbClr val="DCE8ED"/>
            </a:solidFill>
            <a:ln w="0">
              <a:noFill/>
              <a:prstDash val="solid"/>
            </a:ln>
          </p:spPr>
        </p:sp>
        <p:sp>
          <p:nvSpPr>
            <p:cNvPr id="3072" name="four:temporal-output:rotated-tₙ-cell-98:3072">
              <a:extLst>
                <a:ext uri="{FF2B5EF4-FFF2-40B4-BE49-F238E27FC236}">
                  <ns2:creationId id="{7D0AAED6-023B-45F6-9ACD-1369AF297E4C}"/>
                </a:ext>
              </a:extLst>
            </p:cNvPr>
            <p:cNvSpPr>
              <a:spLocks noGrp="1"/>
            </p:cNvSpPr>
            <p:nvPr/>
          </p:nvSpPr>
          <p:spPr>
            <a:xfrm>
              <a:off x="23369588" y="6573441"/>
              <a:ext cx="709613" cy="5953"/>
            </a:xfrm>
            <a:prstGeom prst="rect">
              <a:avLst/>
            </a:prstGeom>
            <a:solidFill>
              <a:srgbClr val="DCE8ED"/>
            </a:solidFill>
            <a:ln w="0">
              <a:noFill/>
              <a:prstDash val="solid"/>
            </a:ln>
          </p:spPr>
        </p:sp>
        <p:sp>
          <p:nvSpPr>
            <p:cNvPr id="3073" name="four:temporal-output:rotated-tₙ-cell-99:3073">
              <a:extLst>
                <a:ext uri="{FF2B5EF4-FFF2-40B4-BE49-F238E27FC236}">
                  <ns2:creationId id="{EE3C89BA-CB2E-4981-AFC8-B31315B7C55E}"/>
                </a:ext>
              </a:extLst>
            </p:cNvPr>
            <p:cNvSpPr>
              <a:spLocks noGrp="1"/>
            </p:cNvSpPr>
            <p:nvPr/>
          </p:nvSpPr>
          <p:spPr>
            <a:xfrm>
              <a:off x="23369588" y="6567488"/>
              <a:ext cx="709613" cy="5953"/>
            </a:xfrm>
            <a:prstGeom prst="rect">
              <a:avLst/>
            </a:prstGeom>
            <a:solidFill>
              <a:srgbClr val="DCE8ED"/>
            </a:solidFill>
            <a:ln w="0">
              <a:noFill/>
              <a:prstDash val="solid"/>
            </a:ln>
          </p:spPr>
        </p:sp>
        <p:sp>
          <p:nvSpPr>
            <p:cNvPr id="3074" name="four:temporal-output:rotated-tₙ-cell-100:3074">
              <a:extLst>
                <a:ext uri="{FF2B5EF4-FFF2-40B4-BE49-F238E27FC236}">
                  <ns2:creationId id="{20577225-3DA9-4374-86EA-521070B3B648}"/>
                </a:ext>
              </a:extLst>
            </p:cNvPr>
            <p:cNvSpPr>
              <a:spLocks noGrp="1"/>
            </p:cNvSpPr>
            <p:nvPr/>
          </p:nvSpPr>
          <p:spPr>
            <a:xfrm>
              <a:off x="23369588" y="6561534"/>
              <a:ext cx="709613" cy="5953"/>
            </a:xfrm>
            <a:prstGeom prst="rect">
              <a:avLst/>
            </a:prstGeom>
            <a:solidFill>
              <a:srgbClr val="DCE8ED"/>
            </a:solidFill>
            <a:ln w="0">
              <a:noFill/>
              <a:prstDash val="solid"/>
            </a:ln>
          </p:spPr>
        </p:sp>
        <p:sp>
          <p:nvSpPr>
            <p:cNvPr id="3075" name="four:temporal-output:rotated-tₙ-cell-101:3075">
              <a:extLst>
                <a:ext uri="{FF2B5EF4-FFF2-40B4-BE49-F238E27FC236}">
                  <ns2:creationId id="{7C0FEE8D-4FBF-4613-A5DD-84C149E1D2DC}"/>
                </a:ext>
              </a:extLst>
            </p:cNvPr>
            <p:cNvSpPr>
              <a:spLocks noGrp="1"/>
            </p:cNvSpPr>
            <p:nvPr/>
          </p:nvSpPr>
          <p:spPr>
            <a:xfrm>
              <a:off x="23369588" y="6555581"/>
              <a:ext cx="709613" cy="5953"/>
            </a:xfrm>
            <a:prstGeom prst="rect">
              <a:avLst/>
            </a:prstGeom>
            <a:solidFill>
              <a:srgbClr val="DCE8ED"/>
            </a:solidFill>
            <a:ln w="0">
              <a:noFill/>
              <a:prstDash val="solid"/>
            </a:ln>
          </p:spPr>
        </p:sp>
        <p:sp>
          <p:nvSpPr>
            <p:cNvPr id="3076" name="four:temporal-output:rotated-tₙ-cell-102:3076">
              <a:extLst>
                <a:ext uri="{FF2B5EF4-FFF2-40B4-BE49-F238E27FC236}">
                  <ns2:creationId id="{DB09F628-D23C-4222-B865-BCD31348F22C}"/>
                </a:ext>
              </a:extLst>
            </p:cNvPr>
            <p:cNvSpPr>
              <a:spLocks noGrp="1"/>
            </p:cNvSpPr>
            <p:nvPr/>
          </p:nvSpPr>
          <p:spPr>
            <a:xfrm>
              <a:off x="23369588" y="6549628"/>
              <a:ext cx="709613" cy="5953"/>
            </a:xfrm>
            <a:prstGeom prst="rect">
              <a:avLst/>
            </a:prstGeom>
            <a:solidFill>
              <a:srgbClr val="DCE8ED"/>
            </a:solidFill>
            <a:ln w="0">
              <a:noFill/>
              <a:prstDash val="solid"/>
            </a:ln>
          </p:spPr>
        </p:sp>
        <p:sp>
          <p:nvSpPr>
            <p:cNvPr id="3077" name="four:temporal-output:rotated-tₙ-cell-103:3077">
              <a:extLst>
                <a:ext uri="{FF2B5EF4-FFF2-40B4-BE49-F238E27FC236}">
                  <ns2:creationId id="{EFF2D95B-CFD4-4F37-9537-6AEAD3680B7F}"/>
                </a:ext>
              </a:extLst>
            </p:cNvPr>
            <p:cNvSpPr>
              <a:spLocks noGrp="1"/>
            </p:cNvSpPr>
            <p:nvPr/>
          </p:nvSpPr>
          <p:spPr>
            <a:xfrm>
              <a:off x="23369588" y="6543675"/>
              <a:ext cx="709613" cy="5953"/>
            </a:xfrm>
            <a:prstGeom prst="rect">
              <a:avLst/>
            </a:prstGeom>
            <a:solidFill>
              <a:srgbClr val="DCE8ED"/>
            </a:solidFill>
            <a:ln w="0">
              <a:noFill/>
              <a:prstDash val="solid"/>
            </a:ln>
          </p:spPr>
        </p:sp>
        <p:sp>
          <p:nvSpPr>
            <p:cNvPr id="3078" name="four:temporal-output:rotated-tₙ-cell-104:3078">
              <a:extLst>
                <a:ext uri="{FF2B5EF4-FFF2-40B4-BE49-F238E27FC236}">
                  <ns2:creationId id="{CF0AAE0D-51BD-445D-8591-FFD757547BCE}"/>
                </a:ext>
              </a:extLst>
            </p:cNvPr>
            <p:cNvSpPr>
              <a:spLocks noGrp="1"/>
            </p:cNvSpPr>
            <p:nvPr/>
          </p:nvSpPr>
          <p:spPr>
            <a:xfrm>
              <a:off x="23369588" y="6537722"/>
              <a:ext cx="709613" cy="5953"/>
            </a:xfrm>
            <a:prstGeom prst="rect">
              <a:avLst/>
            </a:prstGeom>
            <a:solidFill>
              <a:srgbClr val="DCE8ED"/>
            </a:solidFill>
            <a:ln w="0">
              <a:noFill/>
              <a:prstDash val="solid"/>
            </a:ln>
          </p:spPr>
        </p:sp>
        <p:sp>
          <p:nvSpPr>
            <p:cNvPr id="3079" name="four:temporal-output:rotated-tₙ-cell-105:3079">
              <a:extLst>
                <a:ext uri="{FF2B5EF4-FFF2-40B4-BE49-F238E27FC236}">
                  <ns2:creationId id="{CA753176-0BB8-413B-9FF2-F6B6BF2A6C6C}"/>
                </a:ext>
              </a:extLst>
            </p:cNvPr>
            <p:cNvSpPr>
              <a:spLocks noGrp="1"/>
            </p:cNvSpPr>
            <p:nvPr/>
          </p:nvSpPr>
          <p:spPr>
            <a:xfrm>
              <a:off x="23369588" y="6531769"/>
              <a:ext cx="709613" cy="5953"/>
            </a:xfrm>
            <a:prstGeom prst="rect">
              <a:avLst/>
            </a:prstGeom>
            <a:solidFill>
              <a:srgbClr val="DCE8ED"/>
            </a:solidFill>
            <a:ln w="0">
              <a:noFill/>
              <a:prstDash val="solid"/>
            </a:ln>
          </p:spPr>
        </p:sp>
        <p:sp>
          <p:nvSpPr>
            <p:cNvPr id="3080" name="four:temporal-output:rotated-tₙ-cell-106:3080">
              <a:extLst>
                <a:ext uri="{FF2B5EF4-FFF2-40B4-BE49-F238E27FC236}">
                  <ns2:creationId id="{C7FD0BC9-8289-49EA-8389-D9BD13C9CD59}"/>
                </a:ext>
              </a:extLst>
            </p:cNvPr>
            <p:cNvSpPr>
              <a:spLocks noGrp="1"/>
            </p:cNvSpPr>
            <p:nvPr/>
          </p:nvSpPr>
          <p:spPr>
            <a:xfrm>
              <a:off x="23369588" y="6525816"/>
              <a:ext cx="709613" cy="5953"/>
            </a:xfrm>
            <a:prstGeom prst="rect">
              <a:avLst/>
            </a:prstGeom>
            <a:solidFill>
              <a:srgbClr val="DCE8ED"/>
            </a:solidFill>
            <a:ln w="0">
              <a:noFill/>
              <a:prstDash val="solid"/>
            </a:ln>
          </p:spPr>
        </p:sp>
        <p:sp>
          <p:nvSpPr>
            <p:cNvPr id="3081" name="four:temporal-output:rotated-tₙ-cell-107:3081">
              <a:extLst>
                <a:ext uri="{FF2B5EF4-FFF2-40B4-BE49-F238E27FC236}">
                  <ns2:creationId id="{362E9324-1348-4603-9221-D8364BAD67BB}"/>
                </a:ext>
              </a:extLst>
            </p:cNvPr>
            <p:cNvSpPr>
              <a:spLocks noGrp="1"/>
            </p:cNvSpPr>
            <p:nvPr/>
          </p:nvSpPr>
          <p:spPr>
            <a:xfrm>
              <a:off x="23369588" y="6519863"/>
              <a:ext cx="709613" cy="5953"/>
            </a:xfrm>
            <a:prstGeom prst="rect">
              <a:avLst/>
            </a:prstGeom>
            <a:solidFill>
              <a:srgbClr val="DCE8ED"/>
            </a:solidFill>
            <a:ln w="0">
              <a:noFill/>
              <a:prstDash val="solid"/>
            </a:ln>
          </p:spPr>
        </p:sp>
        <p:sp>
          <p:nvSpPr>
            <p:cNvPr id="3082" name="four:temporal-output:rotated-tₙ-cell-108:3082">
              <a:extLst>
                <a:ext uri="{FF2B5EF4-FFF2-40B4-BE49-F238E27FC236}">
                  <ns2:creationId id="{63D1B9E0-2070-4D12-86D9-B63D2A3123E7}"/>
                </a:ext>
              </a:extLst>
            </p:cNvPr>
            <p:cNvSpPr>
              <a:spLocks noGrp="1"/>
            </p:cNvSpPr>
            <p:nvPr/>
          </p:nvSpPr>
          <p:spPr>
            <a:xfrm>
              <a:off x="23369588" y="6513909"/>
              <a:ext cx="709613" cy="5953"/>
            </a:xfrm>
            <a:prstGeom prst="rect">
              <a:avLst/>
            </a:prstGeom>
            <a:solidFill>
              <a:srgbClr val="DCE8ED"/>
            </a:solidFill>
            <a:ln w="0">
              <a:noFill/>
              <a:prstDash val="solid"/>
            </a:ln>
          </p:spPr>
        </p:sp>
        <p:sp>
          <p:nvSpPr>
            <p:cNvPr id="3083" name="four:temporal-output:rotated-tₙ-cell-109:3083">
              <a:extLst>
                <a:ext uri="{FF2B5EF4-FFF2-40B4-BE49-F238E27FC236}">
                  <ns2:creationId id="{6CF229BC-DC48-4F79-A97B-1913A47E2D9B}"/>
                </a:ext>
              </a:extLst>
            </p:cNvPr>
            <p:cNvSpPr>
              <a:spLocks noGrp="1"/>
            </p:cNvSpPr>
            <p:nvPr/>
          </p:nvSpPr>
          <p:spPr>
            <a:xfrm>
              <a:off x="23369588" y="6507956"/>
              <a:ext cx="709613" cy="5953"/>
            </a:xfrm>
            <a:prstGeom prst="rect">
              <a:avLst/>
            </a:prstGeom>
            <a:solidFill>
              <a:srgbClr val="DCE8ED"/>
            </a:solidFill>
            <a:ln w="0">
              <a:noFill/>
              <a:prstDash val="solid"/>
            </a:ln>
          </p:spPr>
        </p:sp>
        <p:sp>
          <p:nvSpPr>
            <p:cNvPr id="3084" name="four:temporal-output:rotated-tₙ-cell-110:3084">
              <a:extLst>
                <a:ext uri="{FF2B5EF4-FFF2-40B4-BE49-F238E27FC236}">
                  <ns2:creationId id="{F425C43A-92C2-4139-BD20-FE1F63FC82C2}"/>
                </a:ext>
              </a:extLst>
            </p:cNvPr>
            <p:cNvSpPr>
              <a:spLocks noGrp="1"/>
            </p:cNvSpPr>
            <p:nvPr/>
          </p:nvSpPr>
          <p:spPr>
            <a:xfrm>
              <a:off x="23369588" y="6502003"/>
              <a:ext cx="709613" cy="5953"/>
            </a:xfrm>
            <a:prstGeom prst="rect">
              <a:avLst/>
            </a:prstGeom>
            <a:solidFill>
              <a:srgbClr val="DBE7ED"/>
            </a:solidFill>
            <a:ln w="0">
              <a:noFill/>
              <a:prstDash val="solid"/>
            </a:ln>
          </p:spPr>
        </p:sp>
        <p:sp>
          <p:nvSpPr>
            <p:cNvPr id="3085" name="four:temporal-output:rotated-tₙ-cell-111:3085">
              <a:extLst>
                <a:ext uri="{FF2B5EF4-FFF2-40B4-BE49-F238E27FC236}">
                  <ns2:creationId id="{A17AD00C-E641-4525-B5A2-DC5C05E21467}"/>
                </a:ext>
              </a:extLst>
            </p:cNvPr>
            <p:cNvSpPr>
              <a:spLocks noGrp="1"/>
            </p:cNvSpPr>
            <p:nvPr/>
          </p:nvSpPr>
          <p:spPr>
            <a:xfrm>
              <a:off x="23369588" y="6496050"/>
              <a:ext cx="709613" cy="5953"/>
            </a:xfrm>
            <a:prstGeom prst="rect">
              <a:avLst/>
            </a:prstGeom>
            <a:solidFill>
              <a:srgbClr val="D0E0E7"/>
            </a:solidFill>
            <a:ln w="0">
              <a:noFill/>
              <a:prstDash val="solid"/>
            </a:ln>
          </p:spPr>
        </p:sp>
        <p:sp>
          <p:nvSpPr>
            <p:cNvPr id="3086" name="four:temporal-output:rotated-tₙ-cell-112:3086">
              <a:extLst>
                <a:ext uri="{FF2B5EF4-FFF2-40B4-BE49-F238E27FC236}">
                  <ns2:creationId id="{FDD47210-A7B1-4D9E-BCD8-2ECD62F6C655}"/>
                </a:ext>
              </a:extLst>
            </p:cNvPr>
            <p:cNvSpPr>
              <a:spLocks noGrp="1"/>
            </p:cNvSpPr>
            <p:nvPr/>
          </p:nvSpPr>
          <p:spPr>
            <a:xfrm>
              <a:off x="23369588" y="6490097"/>
              <a:ext cx="709613" cy="5953"/>
            </a:xfrm>
            <a:prstGeom prst="rect">
              <a:avLst/>
            </a:prstGeom>
            <a:solidFill>
              <a:srgbClr val="ABCEE0"/>
            </a:solidFill>
            <a:ln w="0">
              <a:noFill/>
              <a:prstDash val="solid"/>
            </a:ln>
          </p:spPr>
        </p:sp>
        <p:sp>
          <p:nvSpPr>
            <p:cNvPr id="3087" name="four:temporal-output:rotated-tₙ-cell-113:3087">
              <a:extLst>
                <a:ext uri="{FF2B5EF4-FFF2-40B4-BE49-F238E27FC236}">
                  <ns2:creationId id="{8C836632-B52B-4CBA-9FFE-84E35485AE53}"/>
                </a:ext>
              </a:extLst>
            </p:cNvPr>
            <p:cNvSpPr>
              <a:spLocks noGrp="1"/>
            </p:cNvSpPr>
            <p:nvPr/>
          </p:nvSpPr>
          <p:spPr>
            <a:xfrm>
              <a:off x="23369588" y="6484144"/>
              <a:ext cx="709613" cy="5953"/>
            </a:xfrm>
            <a:prstGeom prst="rect">
              <a:avLst/>
            </a:prstGeom>
            <a:solidFill>
              <a:srgbClr val="84B9D5"/>
            </a:solidFill>
            <a:ln w="0">
              <a:noFill/>
              <a:prstDash val="solid"/>
            </a:ln>
          </p:spPr>
        </p:sp>
        <p:sp>
          <p:nvSpPr>
            <p:cNvPr id="3088" name="four:temporal-output:rotated-tₙ-cell-114:3088">
              <a:extLst>
                <a:ext uri="{FF2B5EF4-FFF2-40B4-BE49-F238E27FC236}">
                  <ns2:creationId id="{A0B6F800-CC2A-4C9E-A5B0-7082C4ECF8E5}"/>
                </a:ext>
              </a:extLst>
            </p:cNvPr>
            <p:cNvSpPr>
              <a:spLocks noGrp="1"/>
            </p:cNvSpPr>
            <p:nvPr/>
          </p:nvSpPr>
          <p:spPr>
            <a:xfrm>
              <a:off x="23369588" y="6478191"/>
              <a:ext cx="709613" cy="5953"/>
            </a:xfrm>
            <a:prstGeom prst="rect">
              <a:avLst/>
            </a:prstGeom>
            <a:solidFill>
              <a:srgbClr val="58A1CA"/>
            </a:solidFill>
            <a:ln w="0">
              <a:noFill/>
              <a:prstDash val="solid"/>
            </a:ln>
          </p:spPr>
        </p:sp>
        <p:sp>
          <p:nvSpPr>
            <p:cNvPr id="3089" name="four:temporal-output:rotated-tₙ-cell-115:3089">
              <a:extLst>
                <a:ext uri="{FF2B5EF4-FFF2-40B4-BE49-F238E27FC236}">
                  <ns2:creationId id="{9AB61D45-F563-47F0-A6A1-EB423B0549DF}"/>
                </a:ext>
              </a:extLst>
            </p:cNvPr>
            <p:cNvSpPr>
              <a:spLocks noGrp="1"/>
            </p:cNvSpPr>
            <p:nvPr/>
          </p:nvSpPr>
          <p:spPr>
            <a:xfrm>
              <a:off x="23369588" y="6472238"/>
              <a:ext cx="709613" cy="5953"/>
            </a:xfrm>
            <a:prstGeom prst="rect">
              <a:avLst/>
            </a:prstGeom>
            <a:solidFill>
              <a:srgbClr val="318CBF"/>
            </a:solidFill>
            <a:ln w="0">
              <a:noFill/>
              <a:prstDash val="solid"/>
            </a:ln>
          </p:spPr>
        </p:sp>
        <p:sp>
          <p:nvSpPr>
            <p:cNvPr id="3090" name="four:temporal-output:rotated-tₙ-cell-116:3090">
              <a:extLst>
                <a:ext uri="{FF2B5EF4-FFF2-40B4-BE49-F238E27FC236}">
                  <ns2:creationId id="{61A384DE-7DBC-4C8D-A9EB-2E8C43828782}"/>
                </a:ext>
              </a:extLst>
            </p:cNvPr>
            <p:cNvSpPr>
              <a:spLocks noGrp="1"/>
            </p:cNvSpPr>
            <p:nvPr/>
          </p:nvSpPr>
          <p:spPr>
            <a:xfrm>
              <a:off x="23369588" y="6466284"/>
              <a:ext cx="709613" cy="5953"/>
            </a:xfrm>
            <a:prstGeom prst="rect">
              <a:avLst/>
            </a:prstGeom>
            <a:solidFill>
              <a:srgbClr val="127CB7"/>
            </a:solidFill>
            <a:ln w="0">
              <a:noFill/>
              <a:prstDash val="solid"/>
            </a:ln>
          </p:spPr>
        </p:sp>
        <p:sp>
          <p:nvSpPr>
            <p:cNvPr id="3091" name="four:temporal-output:rotated-tₙ-cell-117:3091">
              <a:extLst>
                <a:ext uri="{FF2B5EF4-FFF2-40B4-BE49-F238E27FC236}">
                  <ns2:creationId id="{19249596-51B8-452D-AA42-34BE32E5CF81}"/>
                </a:ext>
              </a:extLst>
            </p:cNvPr>
            <p:cNvSpPr>
              <a:spLocks noGrp="1"/>
            </p:cNvSpPr>
            <p:nvPr/>
          </p:nvSpPr>
          <p:spPr>
            <a:xfrm>
              <a:off x="23369588" y="6460331"/>
              <a:ext cx="709613" cy="5953"/>
            </a:xfrm>
            <a:prstGeom prst="rect">
              <a:avLst/>
            </a:prstGeom>
            <a:solidFill>
              <a:srgbClr val="0173B2"/>
            </a:solidFill>
            <a:ln w="0">
              <a:noFill/>
              <a:prstDash val="solid"/>
            </a:ln>
          </p:spPr>
        </p:sp>
        <p:sp>
          <p:nvSpPr>
            <p:cNvPr id="3092" name="four:temporal-output:rotated-tₙ-cell-118:3092">
              <a:extLst>
                <a:ext uri="{FF2B5EF4-FFF2-40B4-BE49-F238E27FC236}">
                  <ns2:creationId id="{D48B8C5C-49E4-42E6-914B-EB9697C1304C}"/>
                </a:ext>
              </a:extLst>
            </p:cNvPr>
            <p:cNvSpPr>
              <a:spLocks noGrp="1"/>
            </p:cNvSpPr>
            <p:nvPr/>
          </p:nvSpPr>
          <p:spPr>
            <a:xfrm>
              <a:off x="23369588" y="6454378"/>
              <a:ext cx="709613" cy="5953"/>
            </a:xfrm>
            <a:prstGeom prst="rect">
              <a:avLst/>
            </a:prstGeom>
            <a:solidFill>
              <a:srgbClr val="0072B2"/>
            </a:solidFill>
            <a:ln w="0">
              <a:noFill/>
              <a:prstDash val="solid"/>
            </a:ln>
          </p:spPr>
        </p:sp>
        <p:sp>
          <p:nvSpPr>
            <p:cNvPr id="3093" name="four:temporal-output:rotated-tₙ-cell-119:3093">
              <a:extLst>
                <a:ext uri="{FF2B5EF4-FFF2-40B4-BE49-F238E27FC236}">
                  <ns2:creationId id="{159DB6F6-3800-46CE-A40C-AD96FA85C995}"/>
                </a:ext>
              </a:extLst>
            </p:cNvPr>
            <p:cNvSpPr>
              <a:spLocks noGrp="1"/>
            </p:cNvSpPr>
            <p:nvPr/>
          </p:nvSpPr>
          <p:spPr>
            <a:xfrm>
              <a:off x="23369588" y="6448425"/>
              <a:ext cx="709613" cy="5953"/>
            </a:xfrm>
            <a:prstGeom prst="rect">
              <a:avLst/>
            </a:prstGeom>
            <a:solidFill>
              <a:srgbClr val="0072B2"/>
            </a:solidFill>
            <a:ln w="0">
              <a:noFill/>
              <a:prstDash val="solid"/>
            </a:ln>
          </p:spPr>
        </p:sp>
        <p:sp>
          <p:nvSpPr>
            <p:cNvPr id="3094" name="four:temporal-output:rotated-tₙ-cell-120:3094">
              <a:extLst>
                <a:ext uri="{FF2B5EF4-FFF2-40B4-BE49-F238E27FC236}">
                  <ns2:creationId id="{474A75C0-0362-4DA6-994E-F99D9A08CE2F}"/>
                </a:ext>
              </a:extLst>
            </p:cNvPr>
            <p:cNvSpPr>
              <a:spLocks noGrp="1"/>
            </p:cNvSpPr>
            <p:nvPr/>
          </p:nvSpPr>
          <p:spPr>
            <a:xfrm>
              <a:off x="23369588" y="6442472"/>
              <a:ext cx="709613" cy="5953"/>
            </a:xfrm>
            <a:prstGeom prst="rect">
              <a:avLst/>
            </a:prstGeom>
            <a:solidFill>
              <a:srgbClr val="0072B2"/>
            </a:solidFill>
            <a:ln w="0">
              <a:noFill/>
              <a:prstDash val="solid"/>
            </a:ln>
          </p:spPr>
        </p:sp>
        <p:sp>
          <p:nvSpPr>
            <p:cNvPr id="3095" name="four:temporal-output:rotated-tₙ-cell-121:3095">
              <a:extLst>
                <a:ext uri="{FF2B5EF4-FFF2-40B4-BE49-F238E27FC236}">
                  <ns2:creationId id="{19D28CAC-FFF1-4083-A387-A59F8C624DBD}"/>
                </a:ext>
              </a:extLst>
            </p:cNvPr>
            <p:cNvSpPr>
              <a:spLocks noGrp="1"/>
            </p:cNvSpPr>
            <p:nvPr/>
          </p:nvSpPr>
          <p:spPr>
            <a:xfrm>
              <a:off x="23369588" y="6436519"/>
              <a:ext cx="709613" cy="5953"/>
            </a:xfrm>
            <a:prstGeom prst="rect">
              <a:avLst/>
            </a:prstGeom>
            <a:solidFill>
              <a:srgbClr val="0072B2"/>
            </a:solidFill>
            <a:ln w="0">
              <a:noFill/>
              <a:prstDash val="solid"/>
            </a:ln>
          </p:spPr>
        </p:sp>
        <p:sp>
          <p:nvSpPr>
            <p:cNvPr id="3096" name="four:temporal-output:rotated-tₙ-cell-122:3096">
              <a:extLst>
                <a:ext uri="{FF2B5EF4-FFF2-40B4-BE49-F238E27FC236}">
                  <ns2:creationId id="{2FEF067D-12E8-44DB-AEEA-8D5572F506B9}"/>
                </a:ext>
              </a:extLst>
            </p:cNvPr>
            <p:cNvSpPr>
              <a:spLocks noGrp="1"/>
            </p:cNvSpPr>
            <p:nvPr/>
          </p:nvSpPr>
          <p:spPr>
            <a:xfrm>
              <a:off x="23369588" y="6430566"/>
              <a:ext cx="709613" cy="5953"/>
            </a:xfrm>
            <a:prstGeom prst="rect">
              <a:avLst/>
            </a:prstGeom>
            <a:solidFill>
              <a:srgbClr val="0072B2"/>
            </a:solidFill>
            <a:ln w="0">
              <a:noFill/>
              <a:prstDash val="solid"/>
            </a:ln>
          </p:spPr>
        </p:sp>
        <p:sp>
          <p:nvSpPr>
            <p:cNvPr id="3097" name="four:temporal-output:rotated-tₙ-cell-123:3097">
              <a:extLst>
                <a:ext uri="{FF2B5EF4-FFF2-40B4-BE49-F238E27FC236}">
                  <ns2:creationId id="{BB43C8D4-0CEB-4A9E-9474-8F64407F11A0}"/>
                </a:ext>
              </a:extLst>
            </p:cNvPr>
            <p:cNvSpPr>
              <a:spLocks noGrp="1"/>
            </p:cNvSpPr>
            <p:nvPr/>
          </p:nvSpPr>
          <p:spPr>
            <a:xfrm>
              <a:off x="23369588" y="6424613"/>
              <a:ext cx="709613" cy="5953"/>
            </a:xfrm>
            <a:prstGeom prst="rect">
              <a:avLst/>
            </a:prstGeom>
            <a:solidFill>
              <a:srgbClr val="0072B2"/>
            </a:solidFill>
            <a:ln w="0">
              <a:noFill/>
              <a:prstDash val="solid"/>
            </a:ln>
          </p:spPr>
        </p:sp>
        <p:sp>
          <p:nvSpPr>
            <p:cNvPr id="3098" name="four:temporal-output:rotated-tₙ-cell-124:3098">
              <a:extLst>
                <a:ext uri="{FF2B5EF4-FFF2-40B4-BE49-F238E27FC236}">
                  <ns2:creationId id="{B04736F8-38A9-40D3-BB18-21B846C0974D}"/>
                </a:ext>
              </a:extLst>
            </p:cNvPr>
            <p:cNvSpPr>
              <a:spLocks noGrp="1"/>
            </p:cNvSpPr>
            <p:nvPr/>
          </p:nvSpPr>
          <p:spPr>
            <a:xfrm>
              <a:off x="23369588" y="6418659"/>
              <a:ext cx="709613" cy="5953"/>
            </a:xfrm>
            <a:prstGeom prst="rect">
              <a:avLst/>
            </a:prstGeom>
            <a:solidFill>
              <a:srgbClr val="0072B2"/>
            </a:solidFill>
            <a:ln w="0">
              <a:noFill/>
              <a:prstDash val="solid"/>
            </a:ln>
          </p:spPr>
        </p:sp>
        <p:sp>
          <p:nvSpPr>
            <p:cNvPr id="3099" name="four:temporal-output:rotated-tₙ-cell-125:3099">
              <a:extLst>
                <a:ext uri="{FF2B5EF4-FFF2-40B4-BE49-F238E27FC236}">
                  <ns2:creationId id="{DEB8647F-D250-4AFF-AA8C-9DFA03713836}"/>
                </a:ext>
              </a:extLst>
            </p:cNvPr>
            <p:cNvSpPr>
              <a:spLocks noGrp="1"/>
            </p:cNvSpPr>
            <p:nvPr/>
          </p:nvSpPr>
          <p:spPr>
            <a:xfrm>
              <a:off x="23369588" y="6412706"/>
              <a:ext cx="709613" cy="5953"/>
            </a:xfrm>
            <a:prstGeom prst="rect">
              <a:avLst/>
            </a:prstGeom>
            <a:solidFill>
              <a:srgbClr val="0072B2"/>
            </a:solidFill>
            <a:ln w="0">
              <a:noFill/>
              <a:prstDash val="solid"/>
            </a:ln>
          </p:spPr>
        </p:sp>
        <p:sp>
          <p:nvSpPr>
            <p:cNvPr id="3100" name="four:temporal-output:rotated-tₙ-cell-126:3100">
              <a:extLst>
                <a:ext uri="{FF2B5EF4-FFF2-40B4-BE49-F238E27FC236}">
                  <ns2:creationId id="{86787FEE-85F4-4905-8610-32EC893142D2}"/>
                </a:ext>
              </a:extLst>
            </p:cNvPr>
            <p:cNvSpPr>
              <a:spLocks noGrp="1"/>
            </p:cNvSpPr>
            <p:nvPr/>
          </p:nvSpPr>
          <p:spPr>
            <a:xfrm>
              <a:off x="23369588" y="6406753"/>
              <a:ext cx="709613" cy="5953"/>
            </a:xfrm>
            <a:prstGeom prst="rect">
              <a:avLst/>
            </a:prstGeom>
            <a:solidFill>
              <a:srgbClr val="0072B2"/>
            </a:solidFill>
            <a:ln w="0">
              <a:noFill/>
              <a:prstDash val="solid"/>
            </a:ln>
          </p:spPr>
        </p:sp>
        <p:sp>
          <p:nvSpPr>
            <p:cNvPr id="3101" name="four:temporal-output:rotated-tₙ-cell-127:3101">
              <a:extLst>
                <a:ext uri="{FF2B5EF4-FFF2-40B4-BE49-F238E27FC236}">
                  <ns2:creationId id="{04B820A5-5092-40CF-ACAB-A585386493CC}"/>
                </a:ext>
              </a:extLst>
            </p:cNvPr>
            <p:cNvSpPr>
              <a:spLocks noGrp="1"/>
            </p:cNvSpPr>
            <p:nvPr/>
          </p:nvSpPr>
          <p:spPr>
            <a:xfrm>
              <a:off x="23369588" y="6400800"/>
              <a:ext cx="709613" cy="5953"/>
            </a:xfrm>
            <a:prstGeom prst="rect">
              <a:avLst/>
            </a:prstGeom>
            <a:solidFill>
              <a:srgbClr val="0072B2"/>
            </a:solidFill>
            <a:ln w="0">
              <a:noFill/>
              <a:prstDash val="solid"/>
            </a:ln>
          </p:spPr>
        </p:sp>
        <p:sp>
          <p:nvSpPr>
            <p:cNvPr id="3102" name="four:temporal-output:rotated-tₙ-cell-128:3102">
              <a:extLst>
                <a:ext uri="{FF2B5EF4-FFF2-40B4-BE49-F238E27FC236}">
                  <ns2:creationId id="{B5DA8758-92FB-4704-846F-C21C1CA1FF9D}"/>
                </a:ext>
              </a:extLst>
            </p:cNvPr>
            <p:cNvSpPr>
              <a:spLocks noGrp="1"/>
            </p:cNvSpPr>
            <p:nvPr/>
          </p:nvSpPr>
          <p:spPr>
            <a:xfrm>
              <a:off x="23369588" y="6394847"/>
              <a:ext cx="709613" cy="5953"/>
            </a:xfrm>
            <a:prstGeom prst="rect">
              <a:avLst/>
            </a:prstGeom>
            <a:solidFill>
              <a:srgbClr val="0072B2"/>
            </a:solidFill>
            <a:ln w="0">
              <a:noFill/>
              <a:prstDash val="solid"/>
            </a:ln>
          </p:spPr>
        </p:sp>
        <p:sp>
          <p:nvSpPr>
            <p:cNvPr id="3103" name="four:temporal-output:rotated-tₙ-cell-129:3103">
              <a:extLst>
                <a:ext uri="{FF2B5EF4-FFF2-40B4-BE49-F238E27FC236}">
                  <ns2:creationId id="{2F8FE480-8A9D-454D-9937-7E128BD87850}"/>
                </a:ext>
              </a:extLst>
            </p:cNvPr>
            <p:cNvSpPr>
              <a:spLocks noGrp="1"/>
            </p:cNvSpPr>
            <p:nvPr/>
          </p:nvSpPr>
          <p:spPr>
            <a:xfrm>
              <a:off x="23369588" y="6388894"/>
              <a:ext cx="709613" cy="5953"/>
            </a:xfrm>
            <a:prstGeom prst="rect">
              <a:avLst/>
            </a:prstGeom>
            <a:solidFill>
              <a:srgbClr val="0072B2"/>
            </a:solidFill>
            <a:ln w="0">
              <a:noFill/>
              <a:prstDash val="solid"/>
            </a:ln>
          </p:spPr>
        </p:sp>
        <p:sp>
          <p:nvSpPr>
            <p:cNvPr id="3104" name="four:temporal-output:rotated-tₙ-cell-130:3104">
              <a:extLst>
                <a:ext uri="{FF2B5EF4-FFF2-40B4-BE49-F238E27FC236}">
                  <ns2:creationId id="{C30F5F4E-00C2-4341-98BC-3EABA7F8A9D5}"/>
                </a:ext>
              </a:extLst>
            </p:cNvPr>
            <p:cNvSpPr>
              <a:spLocks noGrp="1"/>
            </p:cNvSpPr>
            <p:nvPr/>
          </p:nvSpPr>
          <p:spPr>
            <a:xfrm>
              <a:off x="23369588" y="6382941"/>
              <a:ext cx="709613" cy="5953"/>
            </a:xfrm>
            <a:prstGeom prst="rect">
              <a:avLst/>
            </a:prstGeom>
            <a:solidFill>
              <a:srgbClr val="0072B2"/>
            </a:solidFill>
            <a:ln w="0">
              <a:noFill/>
              <a:prstDash val="solid"/>
            </a:ln>
          </p:spPr>
        </p:sp>
        <p:sp>
          <p:nvSpPr>
            <p:cNvPr id="3105" name="four:temporal-output:rotated-tₙ-cell-131:3105">
              <a:extLst>
                <a:ext uri="{FF2B5EF4-FFF2-40B4-BE49-F238E27FC236}">
                  <ns2:creationId id="{37BB7711-AC00-4D9D-BC78-3B6AA27D6CBD}"/>
                </a:ext>
              </a:extLst>
            </p:cNvPr>
            <p:cNvSpPr>
              <a:spLocks noGrp="1"/>
            </p:cNvSpPr>
            <p:nvPr/>
          </p:nvSpPr>
          <p:spPr>
            <a:xfrm>
              <a:off x="23369588" y="6376988"/>
              <a:ext cx="709613" cy="5953"/>
            </a:xfrm>
            <a:prstGeom prst="rect">
              <a:avLst/>
            </a:prstGeom>
            <a:solidFill>
              <a:srgbClr val="0072B2"/>
            </a:solidFill>
            <a:ln w="0">
              <a:noFill/>
              <a:prstDash val="solid"/>
            </a:ln>
          </p:spPr>
        </p:sp>
        <p:sp>
          <p:nvSpPr>
            <p:cNvPr id="3106" name="four:temporal-output:rotated-tₙ-cell-132:3106">
              <a:extLst>
                <a:ext uri="{FF2B5EF4-FFF2-40B4-BE49-F238E27FC236}">
                  <ns2:creationId id="{80E0DC3F-5870-4C48-96DB-605DFA0E7433}"/>
                </a:ext>
              </a:extLst>
            </p:cNvPr>
            <p:cNvSpPr>
              <a:spLocks noGrp="1"/>
            </p:cNvSpPr>
            <p:nvPr/>
          </p:nvSpPr>
          <p:spPr>
            <a:xfrm>
              <a:off x="23369588" y="6371034"/>
              <a:ext cx="709613" cy="5953"/>
            </a:xfrm>
            <a:prstGeom prst="rect">
              <a:avLst/>
            </a:prstGeom>
            <a:solidFill>
              <a:srgbClr val="0575B3"/>
            </a:solidFill>
            <a:ln w="0">
              <a:noFill/>
              <a:prstDash val="solid"/>
            </a:ln>
          </p:spPr>
        </p:sp>
        <p:sp>
          <p:nvSpPr>
            <p:cNvPr id="3107" name="four:temporal-output:rotated-tₙ-cell-133:3107">
              <a:extLst>
                <a:ext uri="{FF2B5EF4-FFF2-40B4-BE49-F238E27FC236}">
                  <ns2:creationId id="{7B729C9A-C26D-46FF-81AB-C0603444C9F9}"/>
                </a:ext>
              </a:extLst>
            </p:cNvPr>
            <p:cNvSpPr>
              <a:spLocks noGrp="1"/>
            </p:cNvSpPr>
            <p:nvPr/>
          </p:nvSpPr>
          <p:spPr>
            <a:xfrm>
              <a:off x="23369588" y="6365081"/>
              <a:ext cx="709613" cy="5953"/>
            </a:xfrm>
            <a:prstGeom prst="rect">
              <a:avLst/>
            </a:prstGeom>
            <a:solidFill>
              <a:srgbClr val="167EB8"/>
            </a:solidFill>
            <a:ln w="0">
              <a:noFill/>
              <a:prstDash val="solid"/>
            </a:ln>
          </p:spPr>
        </p:sp>
        <p:sp>
          <p:nvSpPr>
            <p:cNvPr id="3108" name="four:temporal-output:rotated-tₙ-cell-134:3108">
              <a:extLst>
                <a:ext uri="{FF2B5EF4-FFF2-40B4-BE49-F238E27FC236}">
                  <ns2:creationId id="{11C6F34E-4637-4B2B-9C6F-D21FA3711C4C}"/>
                </a:ext>
              </a:extLst>
            </p:cNvPr>
            <p:cNvSpPr>
              <a:spLocks noGrp="1"/>
            </p:cNvSpPr>
            <p:nvPr/>
          </p:nvSpPr>
          <p:spPr>
            <a:xfrm>
              <a:off x="23369588" y="6359128"/>
              <a:ext cx="709613" cy="5953"/>
            </a:xfrm>
            <a:prstGeom prst="rect">
              <a:avLst/>
            </a:prstGeom>
            <a:solidFill>
              <a:srgbClr val="7698A5"/>
            </a:solidFill>
            <a:ln w="0">
              <a:noFill/>
              <a:prstDash val="solid"/>
            </a:ln>
          </p:spPr>
        </p:sp>
        <p:sp>
          <p:nvSpPr>
            <p:cNvPr id="3109" name="four:temporal-output:rotated-tₙ-cell-135:3109">
              <a:extLst>
                <a:ext uri="{FF2B5EF4-FFF2-40B4-BE49-F238E27FC236}">
                  <ns2:creationId id="{D5624D55-04D2-4FDE-B4F6-FCF619CD6CF7}"/>
                </a:ext>
              </a:extLst>
            </p:cNvPr>
            <p:cNvSpPr>
              <a:spLocks noGrp="1"/>
            </p:cNvSpPr>
            <p:nvPr/>
          </p:nvSpPr>
          <p:spPr>
            <a:xfrm>
              <a:off x="23369588" y="6353175"/>
              <a:ext cx="709613" cy="5953"/>
            </a:xfrm>
            <a:prstGeom prst="rect">
              <a:avLst/>
            </a:prstGeom>
            <a:solidFill>
              <a:srgbClr val="92A3A5"/>
            </a:solidFill>
            <a:ln w="0">
              <a:noFill/>
              <a:prstDash val="solid"/>
            </a:ln>
          </p:spPr>
        </p:sp>
        <p:sp>
          <p:nvSpPr>
            <p:cNvPr id="3110" name="four:temporal-output:rotated-tₙ-cell-136:3110">
              <a:extLst>
                <a:ext uri="{FF2B5EF4-FFF2-40B4-BE49-F238E27FC236}">
                  <ns2:creationId id="{9DEA2AA2-457B-4E56-BD1A-9247BE982C87}"/>
                </a:ext>
              </a:extLst>
            </p:cNvPr>
            <p:cNvSpPr>
              <a:spLocks noGrp="1"/>
            </p:cNvSpPr>
            <p:nvPr/>
          </p:nvSpPr>
          <p:spPr>
            <a:xfrm>
              <a:off x="23369588" y="6347222"/>
              <a:ext cx="709613" cy="5953"/>
            </a:xfrm>
            <a:prstGeom prst="rect">
              <a:avLst/>
            </a:prstGeom>
            <a:solidFill>
              <a:srgbClr val="AEAFA5"/>
            </a:solidFill>
            <a:ln w="0">
              <a:noFill/>
              <a:prstDash val="solid"/>
            </a:ln>
          </p:spPr>
        </p:sp>
        <p:sp>
          <p:nvSpPr>
            <p:cNvPr id="3111" name="four:temporal-output:rotated-tₙ-cell-137:3111">
              <a:extLst>
                <a:ext uri="{FF2B5EF4-FFF2-40B4-BE49-F238E27FC236}">
                  <ns2:creationId id="{2EA72A2B-2EE1-4B3E-A5CF-824522DC789C}"/>
                </a:ext>
              </a:extLst>
            </p:cNvPr>
            <p:cNvSpPr>
              <a:spLocks noGrp="1"/>
            </p:cNvSpPr>
            <p:nvPr/>
          </p:nvSpPr>
          <p:spPr>
            <a:xfrm>
              <a:off x="23369588" y="6341269"/>
              <a:ext cx="709613" cy="5953"/>
            </a:xfrm>
            <a:prstGeom prst="rect">
              <a:avLst/>
            </a:prstGeom>
            <a:solidFill>
              <a:srgbClr val="C7B9A5"/>
            </a:solidFill>
            <a:ln w="0">
              <a:noFill/>
              <a:prstDash val="solid"/>
            </a:ln>
          </p:spPr>
        </p:sp>
        <p:sp>
          <p:nvSpPr>
            <p:cNvPr id="3112" name="four:temporal-output:rotated-tₙ-cell-138:3112">
              <a:extLst>
                <a:ext uri="{FF2B5EF4-FFF2-40B4-BE49-F238E27FC236}">
                  <ns2:creationId id="{B85AF518-65F8-49EA-88CA-E93C28C34F34}"/>
                </a:ext>
              </a:extLst>
            </p:cNvPr>
            <p:cNvSpPr>
              <a:spLocks noGrp="1"/>
            </p:cNvSpPr>
            <p:nvPr/>
          </p:nvSpPr>
          <p:spPr>
            <a:xfrm>
              <a:off x="23369588" y="6335316"/>
              <a:ext cx="709613" cy="5953"/>
            </a:xfrm>
            <a:prstGeom prst="rect">
              <a:avLst/>
            </a:prstGeom>
            <a:solidFill>
              <a:srgbClr val="D4B3CB"/>
            </a:solidFill>
            <a:ln w="0">
              <a:noFill/>
              <a:prstDash val="solid"/>
            </a:ln>
          </p:spPr>
        </p:sp>
        <p:sp>
          <p:nvSpPr>
            <p:cNvPr id="3113" name="four:temporal-output:rotated-tₙ-cell-139:3113">
              <a:extLst>
                <a:ext uri="{FF2B5EF4-FFF2-40B4-BE49-F238E27FC236}">
                  <ns2:creationId id="{A417B634-3031-4642-B91B-728BFD911ABC}"/>
                </a:ext>
              </a:extLst>
            </p:cNvPr>
            <p:cNvSpPr>
              <a:spLocks noGrp="1"/>
            </p:cNvSpPr>
            <p:nvPr/>
          </p:nvSpPr>
          <p:spPr>
            <a:xfrm>
              <a:off x="23369588" y="6329363"/>
              <a:ext cx="709613" cy="5953"/>
            </a:xfrm>
            <a:prstGeom prst="rect">
              <a:avLst/>
            </a:prstGeom>
            <a:solidFill>
              <a:srgbClr val="D4B4CC"/>
            </a:solidFill>
            <a:ln w="0">
              <a:noFill/>
              <a:prstDash val="solid"/>
            </a:ln>
          </p:spPr>
        </p:sp>
        <p:sp>
          <p:nvSpPr>
            <p:cNvPr id="3114" name="four:temporal-output:rotated-tₙ-cell-140:3114">
              <a:extLst>
                <a:ext uri="{FF2B5EF4-FFF2-40B4-BE49-F238E27FC236}">
                  <ns2:creationId id="{A20BB274-76C1-4350-B71F-AAA69668A436}"/>
                </a:ext>
              </a:extLst>
            </p:cNvPr>
            <p:cNvSpPr>
              <a:spLocks noGrp="1"/>
            </p:cNvSpPr>
            <p:nvPr/>
          </p:nvSpPr>
          <p:spPr>
            <a:xfrm>
              <a:off x="23369588" y="6323409"/>
              <a:ext cx="709613" cy="5953"/>
            </a:xfrm>
            <a:prstGeom prst="rect">
              <a:avLst/>
            </a:prstGeom>
            <a:solidFill>
              <a:srgbClr val="D4B4CC"/>
            </a:solidFill>
            <a:ln w="0">
              <a:noFill/>
              <a:prstDash val="solid"/>
            </a:ln>
          </p:spPr>
        </p:sp>
        <p:sp>
          <p:nvSpPr>
            <p:cNvPr id="3115" name="four:temporal-output:rotated-tₙ-cell-141:3115">
              <a:extLst>
                <a:ext uri="{FF2B5EF4-FFF2-40B4-BE49-F238E27FC236}">
                  <ns2:creationId id="{38227892-3BBE-4B9E-A005-13A9760DF89D}"/>
                </a:ext>
              </a:extLst>
            </p:cNvPr>
            <p:cNvSpPr>
              <a:spLocks noGrp="1"/>
            </p:cNvSpPr>
            <p:nvPr/>
          </p:nvSpPr>
          <p:spPr>
            <a:xfrm>
              <a:off x="23369588" y="6317456"/>
              <a:ext cx="709613" cy="5953"/>
            </a:xfrm>
            <a:prstGeom prst="rect">
              <a:avLst/>
            </a:prstGeom>
            <a:solidFill>
              <a:srgbClr val="D4B4CC"/>
            </a:solidFill>
            <a:ln w="0">
              <a:noFill/>
              <a:prstDash val="solid"/>
            </a:ln>
          </p:spPr>
        </p:sp>
        <p:sp>
          <p:nvSpPr>
            <p:cNvPr id="3116" name="four:temporal-output:rotated-tₙ-cell-142:3116">
              <a:extLst>
                <a:ext uri="{FF2B5EF4-FFF2-40B4-BE49-F238E27FC236}">
                  <ns2:creationId id="{D91BF388-512F-4C21-B33B-7A4F1924BD90}"/>
                </a:ext>
              </a:extLst>
            </p:cNvPr>
            <p:cNvSpPr>
              <a:spLocks noGrp="1"/>
            </p:cNvSpPr>
            <p:nvPr/>
          </p:nvSpPr>
          <p:spPr>
            <a:xfrm>
              <a:off x="23369588" y="6311503"/>
              <a:ext cx="709613" cy="5953"/>
            </a:xfrm>
            <a:prstGeom prst="rect">
              <a:avLst/>
            </a:prstGeom>
            <a:solidFill>
              <a:srgbClr val="D4B4CC"/>
            </a:solidFill>
            <a:ln w="0">
              <a:noFill/>
              <a:prstDash val="solid"/>
            </a:ln>
          </p:spPr>
        </p:sp>
        <p:sp>
          <p:nvSpPr>
            <p:cNvPr id="3117" name="four:temporal-output:rotated-tₙ-cell-143:3117">
              <a:extLst>
                <a:ext uri="{FF2B5EF4-FFF2-40B4-BE49-F238E27FC236}">
                  <ns2:creationId id="{C5D8B440-B6ED-494D-B4D3-6115038723D7}"/>
                </a:ext>
              </a:extLst>
            </p:cNvPr>
            <p:cNvSpPr>
              <a:spLocks noGrp="1"/>
            </p:cNvSpPr>
            <p:nvPr/>
          </p:nvSpPr>
          <p:spPr>
            <a:xfrm>
              <a:off x="23369588" y="6305550"/>
              <a:ext cx="709613" cy="5953"/>
            </a:xfrm>
            <a:prstGeom prst="rect">
              <a:avLst/>
            </a:prstGeom>
            <a:solidFill>
              <a:srgbClr val="D4B4CC"/>
            </a:solidFill>
            <a:ln w="0">
              <a:noFill/>
              <a:prstDash val="solid"/>
            </a:ln>
          </p:spPr>
        </p:sp>
        <p:sp>
          <p:nvSpPr>
            <p:cNvPr id="3118" name="four:temporal-output:rotated-tₙ-cell-144:3118">
              <a:extLst>
                <a:ext uri="{FF2B5EF4-FFF2-40B4-BE49-F238E27FC236}">
                  <ns2:creationId id="{D16DD093-8052-4A24-9155-493F6EAEED5B}"/>
                </a:ext>
              </a:extLst>
            </p:cNvPr>
            <p:cNvSpPr>
              <a:spLocks noGrp="1"/>
            </p:cNvSpPr>
            <p:nvPr/>
          </p:nvSpPr>
          <p:spPr>
            <a:xfrm>
              <a:off x="23369588" y="6299597"/>
              <a:ext cx="709613" cy="5953"/>
            </a:xfrm>
            <a:prstGeom prst="rect">
              <a:avLst/>
            </a:prstGeom>
            <a:solidFill>
              <a:srgbClr val="D4B4CC"/>
            </a:solidFill>
            <a:ln w="0">
              <a:noFill/>
              <a:prstDash val="solid"/>
            </a:ln>
          </p:spPr>
        </p:sp>
        <p:sp>
          <p:nvSpPr>
            <p:cNvPr id="3119" name="four:temporal-output:rotated-tₙ-cell-145:3119">
              <a:extLst>
                <a:ext uri="{FF2B5EF4-FFF2-40B4-BE49-F238E27FC236}">
                  <ns2:creationId id="{6450ABB3-F9C9-4192-A168-E897DA10A182}"/>
                </a:ext>
              </a:extLst>
            </p:cNvPr>
            <p:cNvSpPr>
              <a:spLocks noGrp="1"/>
            </p:cNvSpPr>
            <p:nvPr/>
          </p:nvSpPr>
          <p:spPr>
            <a:xfrm>
              <a:off x="23369588" y="6293644"/>
              <a:ext cx="709613" cy="5953"/>
            </a:xfrm>
            <a:prstGeom prst="rect">
              <a:avLst/>
            </a:prstGeom>
            <a:solidFill>
              <a:srgbClr val="D4B4CC"/>
            </a:solidFill>
            <a:ln w="0">
              <a:noFill/>
              <a:prstDash val="solid"/>
            </a:ln>
          </p:spPr>
        </p:sp>
        <p:sp>
          <p:nvSpPr>
            <p:cNvPr id="3120" name="four:temporal-output:rotated-tₙ-cell-146:3120">
              <a:extLst>
                <a:ext uri="{FF2B5EF4-FFF2-40B4-BE49-F238E27FC236}">
                  <ns2:creationId id="{AA5E92B3-7E6F-4E54-BE71-1212681ACABF}"/>
                </a:ext>
              </a:extLst>
            </p:cNvPr>
            <p:cNvSpPr>
              <a:spLocks noGrp="1"/>
            </p:cNvSpPr>
            <p:nvPr/>
          </p:nvSpPr>
          <p:spPr>
            <a:xfrm>
              <a:off x="23369588" y="6287691"/>
              <a:ext cx="709613" cy="5953"/>
            </a:xfrm>
            <a:prstGeom prst="rect">
              <a:avLst/>
            </a:prstGeom>
            <a:solidFill>
              <a:srgbClr val="D4B4CC"/>
            </a:solidFill>
            <a:ln w="0">
              <a:noFill/>
              <a:prstDash val="solid"/>
            </a:ln>
          </p:spPr>
        </p:sp>
        <p:sp>
          <p:nvSpPr>
            <p:cNvPr id="3121" name="four:temporal-output:rotated-tₙ-cell-147:3121">
              <a:extLst>
                <a:ext uri="{FF2B5EF4-FFF2-40B4-BE49-F238E27FC236}">
                  <ns2:creationId id="{EC64D81C-0BEF-4E43-BA4D-C5A9A221B8A1}"/>
                </a:ext>
              </a:extLst>
            </p:cNvPr>
            <p:cNvSpPr>
              <a:spLocks noGrp="1"/>
            </p:cNvSpPr>
            <p:nvPr/>
          </p:nvSpPr>
          <p:spPr>
            <a:xfrm>
              <a:off x="23369588" y="6281738"/>
              <a:ext cx="709613" cy="5953"/>
            </a:xfrm>
            <a:prstGeom prst="rect">
              <a:avLst/>
            </a:prstGeom>
            <a:solidFill>
              <a:srgbClr val="D4B4CC"/>
            </a:solidFill>
            <a:ln w="0">
              <a:noFill/>
              <a:prstDash val="solid"/>
            </a:ln>
          </p:spPr>
        </p:sp>
        <p:sp>
          <p:nvSpPr>
            <p:cNvPr id="3122" name="four:temporal-output:rotated-tₙ-cell-148:3122">
              <a:extLst>
                <a:ext uri="{FF2B5EF4-FFF2-40B4-BE49-F238E27FC236}">
                  <ns2:creationId id="{BE7B6768-0811-44F9-BA17-2BD95ECDCDBA}"/>
                </a:ext>
              </a:extLst>
            </p:cNvPr>
            <p:cNvSpPr>
              <a:spLocks noGrp="1"/>
            </p:cNvSpPr>
            <p:nvPr/>
          </p:nvSpPr>
          <p:spPr>
            <a:xfrm>
              <a:off x="23369588" y="6275784"/>
              <a:ext cx="709613" cy="5953"/>
            </a:xfrm>
            <a:prstGeom prst="rect">
              <a:avLst/>
            </a:prstGeom>
            <a:solidFill>
              <a:srgbClr val="D4B4CC"/>
            </a:solidFill>
            <a:ln w="0">
              <a:noFill/>
              <a:prstDash val="solid"/>
            </a:ln>
          </p:spPr>
        </p:sp>
        <p:sp>
          <p:nvSpPr>
            <p:cNvPr id="3123" name="four:temporal-output:rotated-tₙ-cell-149:3123">
              <a:extLst>
                <a:ext uri="{FF2B5EF4-FFF2-40B4-BE49-F238E27FC236}">
                  <ns2:creationId id="{0F82E725-66EE-4BBF-997F-43901E3DB1BD}"/>
                </a:ext>
              </a:extLst>
            </p:cNvPr>
            <p:cNvSpPr>
              <a:spLocks noGrp="1"/>
            </p:cNvSpPr>
            <p:nvPr/>
          </p:nvSpPr>
          <p:spPr>
            <a:xfrm>
              <a:off x="23369588" y="6269831"/>
              <a:ext cx="709613" cy="5953"/>
            </a:xfrm>
            <a:prstGeom prst="rect">
              <a:avLst/>
            </a:prstGeom>
            <a:solidFill>
              <a:srgbClr val="D4B4CC"/>
            </a:solidFill>
            <a:ln w="0">
              <a:noFill/>
              <a:prstDash val="solid"/>
            </a:ln>
          </p:spPr>
        </p:sp>
        <p:sp>
          <p:nvSpPr>
            <p:cNvPr id="3124" name="four:temporal-output:rotated-tₙ-cell-150:3124">
              <a:extLst>
                <a:ext uri="{FF2B5EF4-FFF2-40B4-BE49-F238E27FC236}">
                  <ns2:creationId id="{CB6AEB38-9281-4BD5-81C4-539099E555A7}"/>
                </a:ext>
              </a:extLst>
            </p:cNvPr>
            <p:cNvSpPr>
              <a:spLocks noGrp="1"/>
            </p:cNvSpPr>
            <p:nvPr/>
          </p:nvSpPr>
          <p:spPr>
            <a:xfrm>
              <a:off x="23369588" y="6263878"/>
              <a:ext cx="709613" cy="5953"/>
            </a:xfrm>
            <a:prstGeom prst="rect">
              <a:avLst/>
            </a:prstGeom>
            <a:solidFill>
              <a:srgbClr val="D4B4CC"/>
            </a:solidFill>
            <a:ln w="0">
              <a:noFill/>
              <a:prstDash val="solid"/>
            </a:ln>
          </p:spPr>
        </p:sp>
        <p:sp>
          <p:nvSpPr>
            <p:cNvPr id="3125" name="four:temporal-output:rotated-tₙ-cell-151:3125">
              <a:extLst>
                <a:ext uri="{FF2B5EF4-FFF2-40B4-BE49-F238E27FC236}">
                  <ns2:creationId id="{4820D7D7-29B1-4AEF-8713-B351E1A50AC3}"/>
                </a:ext>
              </a:extLst>
            </p:cNvPr>
            <p:cNvSpPr>
              <a:spLocks noGrp="1"/>
            </p:cNvSpPr>
            <p:nvPr/>
          </p:nvSpPr>
          <p:spPr>
            <a:xfrm>
              <a:off x="23369588" y="6257925"/>
              <a:ext cx="709613" cy="5953"/>
            </a:xfrm>
            <a:prstGeom prst="rect">
              <a:avLst/>
            </a:prstGeom>
            <a:solidFill>
              <a:srgbClr val="D4B4CC"/>
            </a:solidFill>
            <a:ln w="0">
              <a:noFill/>
              <a:prstDash val="solid"/>
            </a:ln>
          </p:spPr>
        </p:sp>
        <p:sp>
          <p:nvSpPr>
            <p:cNvPr id="3126" name="four:temporal-output:rotated-tₙ-cell-152:3126">
              <a:extLst>
                <a:ext uri="{FF2B5EF4-FFF2-40B4-BE49-F238E27FC236}">
                  <ns2:creationId id="{EC31B565-4A34-4C52-937C-EBCD494F4FD7}"/>
                </a:ext>
              </a:extLst>
            </p:cNvPr>
            <p:cNvSpPr>
              <a:spLocks noGrp="1"/>
            </p:cNvSpPr>
            <p:nvPr/>
          </p:nvSpPr>
          <p:spPr>
            <a:xfrm>
              <a:off x="23369588" y="6251972"/>
              <a:ext cx="709613" cy="5953"/>
            </a:xfrm>
            <a:prstGeom prst="rect">
              <a:avLst/>
            </a:prstGeom>
            <a:solidFill>
              <a:srgbClr val="D4B4CC"/>
            </a:solidFill>
            <a:ln w="0">
              <a:noFill/>
              <a:prstDash val="solid"/>
            </a:ln>
          </p:spPr>
        </p:sp>
        <p:sp>
          <p:nvSpPr>
            <p:cNvPr id="3127" name="four:temporal-output:rotated-tₙ-cell-153:3127">
              <a:extLst>
                <a:ext uri="{FF2B5EF4-FFF2-40B4-BE49-F238E27FC236}">
                  <ns2:creationId id="{9568CCF6-BA55-4F73-943B-4311A121E8C1}"/>
                </a:ext>
              </a:extLst>
            </p:cNvPr>
            <p:cNvSpPr>
              <a:spLocks noGrp="1"/>
            </p:cNvSpPr>
            <p:nvPr/>
          </p:nvSpPr>
          <p:spPr>
            <a:xfrm>
              <a:off x="23369588" y="6246019"/>
              <a:ext cx="709613" cy="5953"/>
            </a:xfrm>
            <a:prstGeom prst="rect">
              <a:avLst/>
            </a:prstGeom>
            <a:solidFill>
              <a:srgbClr val="D4B4CC"/>
            </a:solidFill>
            <a:ln w="0">
              <a:noFill/>
              <a:prstDash val="solid"/>
            </a:ln>
          </p:spPr>
        </p:sp>
        <p:sp>
          <p:nvSpPr>
            <p:cNvPr id="3128" name="four:temporal-output:rotated-tₙ-cell-154:3128">
              <a:extLst>
                <a:ext uri="{FF2B5EF4-FFF2-40B4-BE49-F238E27FC236}">
                  <ns2:creationId id="{6B596AEB-CED9-4DE5-8D4B-DDCAE893E214}"/>
                </a:ext>
              </a:extLst>
            </p:cNvPr>
            <p:cNvSpPr>
              <a:spLocks noGrp="1"/>
            </p:cNvSpPr>
            <p:nvPr/>
          </p:nvSpPr>
          <p:spPr>
            <a:xfrm>
              <a:off x="23369588" y="6240066"/>
              <a:ext cx="709613" cy="5953"/>
            </a:xfrm>
            <a:prstGeom prst="rect">
              <a:avLst/>
            </a:prstGeom>
            <a:solidFill>
              <a:srgbClr val="D4B4CC"/>
            </a:solidFill>
            <a:ln w="0">
              <a:noFill/>
              <a:prstDash val="solid"/>
            </a:ln>
          </p:spPr>
        </p:sp>
        <p:sp>
          <p:nvSpPr>
            <p:cNvPr id="3129" name="four:temporal-output:rotated-tₙ-cell-155:3129">
              <a:extLst>
                <a:ext uri="{FF2B5EF4-FFF2-40B4-BE49-F238E27FC236}">
                  <ns2:creationId id="{9FA53F3A-ADE9-42D5-808F-22C1DDD6124C}"/>
                </a:ext>
              </a:extLst>
            </p:cNvPr>
            <p:cNvSpPr>
              <a:spLocks noGrp="1"/>
            </p:cNvSpPr>
            <p:nvPr/>
          </p:nvSpPr>
          <p:spPr>
            <a:xfrm>
              <a:off x="23369588" y="6234113"/>
              <a:ext cx="709613" cy="5953"/>
            </a:xfrm>
            <a:prstGeom prst="rect">
              <a:avLst/>
            </a:prstGeom>
            <a:solidFill>
              <a:srgbClr val="D4B4CC"/>
            </a:solidFill>
            <a:ln w="0">
              <a:noFill/>
              <a:prstDash val="solid"/>
            </a:ln>
          </p:spPr>
        </p:sp>
        <p:sp>
          <p:nvSpPr>
            <p:cNvPr id="3130" name="four:temporal-output:rotated-tₙ-cell-156:3130">
              <a:extLst>
                <a:ext uri="{FF2B5EF4-FFF2-40B4-BE49-F238E27FC236}">
                  <ns2:creationId id="{AFCDB693-E446-4BE0-A97F-22D8653F0DB0}"/>
                </a:ext>
              </a:extLst>
            </p:cNvPr>
            <p:cNvSpPr>
              <a:spLocks noGrp="1"/>
            </p:cNvSpPr>
            <p:nvPr/>
          </p:nvSpPr>
          <p:spPr>
            <a:xfrm>
              <a:off x="23369588" y="6228159"/>
              <a:ext cx="709613" cy="5953"/>
            </a:xfrm>
            <a:prstGeom prst="rect">
              <a:avLst/>
            </a:prstGeom>
            <a:solidFill>
              <a:srgbClr val="D4B4CC"/>
            </a:solidFill>
            <a:ln w="0">
              <a:noFill/>
              <a:prstDash val="solid"/>
            </a:ln>
          </p:spPr>
        </p:sp>
        <p:sp>
          <p:nvSpPr>
            <p:cNvPr id="3131" name="four:temporal-output:rotated-tₙ-cell-157:3131">
              <a:extLst>
                <a:ext uri="{FF2B5EF4-FFF2-40B4-BE49-F238E27FC236}">
                  <ns2:creationId id="{31005162-3ADD-4B02-A083-6490D7C7BDCD}"/>
                </a:ext>
              </a:extLst>
            </p:cNvPr>
            <p:cNvSpPr>
              <a:spLocks noGrp="1"/>
            </p:cNvSpPr>
            <p:nvPr/>
          </p:nvSpPr>
          <p:spPr>
            <a:xfrm>
              <a:off x="23369588" y="6222206"/>
              <a:ext cx="709613" cy="5953"/>
            </a:xfrm>
            <a:prstGeom prst="rect">
              <a:avLst/>
            </a:prstGeom>
            <a:solidFill>
              <a:srgbClr val="D4B4CC"/>
            </a:solidFill>
            <a:ln w="0">
              <a:noFill/>
              <a:prstDash val="solid"/>
            </a:ln>
          </p:spPr>
        </p:sp>
        <p:sp>
          <p:nvSpPr>
            <p:cNvPr id="3132" name="four:temporal-output:rotated-tₙ-cell-158:3132">
              <a:extLst>
                <a:ext uri="{FF2B5EF4-FFF2-40B4-BE49-F238E27FC236}">
                  <ns2:creationId id="{4199163F-E638-4784-99EB-08D85B05AF05}"/>
                </a:ext>
              </a:extLst>
            </p:cNvPr>
            <p:cNvSpPr>
              <a:spLocks noGrp="1"/>
            </p:cNvSpPr>
            <p:nvPr/>
          </p:nvSpPr>
          <p:spPr>
            <a:xfrm>
              <a:off x="23369588" y="6216253"/>
              <a:ext cx="709613" cy="5953"/>
            </a:xfrm>
            <a:prstGeom prst="rect">
              <a:avLst/>
            </a:prstGeom>
            <a:solidFill>
              <a:srgbClr val="D4B4CC"/>
            </a:solidFill>
            <a:ln w="0">
              <a:noFill/>
              <a:prstDash val="solid"/>
            </a:ln>
          </p:spPr>
        </p:sp>
        <p:sp>
          <p:nvSpPr>
            <p:cNvPr id="3133" name="four:temporal-output:rotated-tₙ-cell-159:3133">
              <a:extLst>
                <a:ext uri="{FF2B5EF4-FFF2-40B4-BE49-F238E27FC236}">
                  <ns2:creationId id="{72F4F1CD-19B9-43D1-B4E6-D2AA83682ED0}"/>
                </a:ext>
              </a:extLst>
            </p:cNvPr>
            <p:cNvSpPr>
              <a:spLocks noGrp="1"/>
            </p:cNvSpPr>
            <p:nvPr/>
          </p:nvSpPr>
          <p:spPr>
            <a:xfrm>
              <a:off x="23369588" y="6210300"/>
              <a:ext cx="709613" cy="5953"/>
            </a:xfrm>
            <a:prstGeom prst="rect">
              <a:avLst/>
            </a:prstGeom>
            <a:solidFill>
              <a:srgbClr val="D4B4CC"/>
            </a:solidFill>
            <a:ln w="0">
              <a:noFill/>
              <a:prstDash val="solid"/>
            </a:ln>
          </p:spPr>
        </p:sp>
        <p:sp>
          <p:nvSpPr>
            <p:cNvPr id="3134" name="four:temporal-output:rotated-tₙ-cell-160:3134">
              <a:extLst>
                <a:ext uri="{FF2B5EF4-FFF2-40B4-BE49-F238E27FC236}">
                  <ns2:creationId id="{B2D4F3B3-634C-4E6A-8754-CC4547447ABA}"/>
                </a:ext>
              </a:extLst>
            </p:cNvPr>
            <p:cNvSpPr>
              <a:spLocks noGrp="1"/>
            </p:cNvSpPr>
            <p:nvPr/>
          </p:nvSpPr>
          <p:spPr>
            <a:xfrm>
              <a:off x="23369588" y="6204347"/>
              <a:ext cx="709613" cy="5953"/>
            </a:xfrm>
            <a:prstGeom prst="rect">
              <a:avLst/>
            </a:prstGeom>
            <a:solidFill>
              <a:srgbClr val="D4B4CC"/>
            </a:solidFill>
            <a:ln w="0">
              <a:noFill/>
              <a:prstDash val="solid"/>
            </a:ln>
          </p:spPr>
        </p:sp>
        <p:sp>
          <p:nvSpPr>
            <p:cNvPr id="3135" name="four:temporal-output:rotated-tₙ-cell-161:3135">
              <a:extLst>
                <a:ext uri="{FF2B5EF4-FFF2-40B4-BE49-F238E27FC236}">
                  <ns2:creationId id="{1E12FC67-4E6F-4B84-B3E6-34A1F54F3F94}"/>
                </a:ext>
              </a:extLst>
            </p:cNvPr>
            <p:cNvSpPr>
              <a:spLocks noGrp="1"/>
            </p:cNvSpPr>
            <p:nvPr/>
          </p:nvSpPr>
          <p:spPr>
            <a:xfrm>
              <a:off x="23369588" y="6198394"/>
              <a:ext cx="709613" cy="5953"/>
            </a:xfrm>
            <a:prstGeom prst="rect">
              <a:avLst/>
            </a:prstGeom>
            <a:solidFill>
              <a:srgbClr val="D4B4CC"/>
            </a:solidFill>
            <a:ln w="0">
              <a:noFill/>
              <a:prstDash val="solid"/>
            </a:ln>
          </p:spPr>
        </p:sp>
        <p:sp>
          <p:nvSpPr>
            <p:cNvPr id="3136" name="four:temporal-output:rotated-tₙ-cell-162:3136">
              <a:extLst>
                <a:ext uri="{FF2B5EF4-FFF2-40B4-BE49-F238E27FC236}">
                  <ns2:creationId id="{18DCDE5D-A6D4-4B3B-A036-A2CAD215F4D0}"/>
                </a:ext>
              </a:extLst>
            </p:cNvPr>
            <p:cNvSpPr>
              <a:spLocks noGrp="1"/>
            </p:cNvSpPr>
            <p:nvPr/>
          </p:nvSpPr>
          <p:spPr>
            <a:xfrm>
              <a:off x="23369588" y="6192441"/>
              <a:ext cx="709613" cy="5953"/>
            </a:xfrm>
            <a:prstGeom prst="rect">
              <a:avLst/>
            </a:prstGeom>
            <a:solidFill>
              <a:srgbClr val="D4B4CC"/>
            </a:solidFill>
            <a:ln w="0">
              <a:noFill/>
              <a:prstDash val="solid"/>
            </a:ln>
          </p:spPr>
        </p:sp>
        <p:sp>
          <p:nvSpPr>
            <p:cNvPr id="3137" name="four:temporal-output:rotated-tₙ-cell-163:3137">
              <a:extLst>
                <a:ext uri="{FF2B5EF4-FFF2-40B4-BE49-F238E27FC236}">
                  <ns2:creationId id="{888BDF6F-B9C8-4E54-9178-EEA80CA3D393}"/>
                </a:ext>
              </a:extLst>
            </p:cNvPr>
            <p:cNvSpPr>
              <a:spLocks noGrp="1"/>
            </p:cNvSpPr>
            <p:nvPr/>
          </p:nvSpPr>
          <p:spPr>
            <a:xfrm>
              <a:off x="23369588" y="6186488"/>
              <a:ext cx="709613" cy="5953"/>
            </a:xfrm>
            <a:prstGeom prst="rect">
              <a:avLst/>
            </a:prstGeom>
            <a:solidFill>
              <a:srgbClr val="D4B4CC"/>
            </a:solidFill>
            <a:ln w="0">
              <a:noFill/>
              <a:prstDash val="solid"/>
            </a:ln>
          </p:spPr>
        </p:sp>
        <p:sp>
          <p:nvSpPr>
            <p:cNvPr id="3138" name="four:temporal-output:rotated-tₙ-cell-164:3138">
              <a:extLst>
                <a:ext uri="{FF2B5EF4-FFF2-40B4-BE49-F238E27FC236}">
                  <ns2:creationId id="{E3875589-F260-4CBC-A703-F827EF9918A4}"/>
                </a:ext>
              </a:extLst>
            </p:cNvPr>
            <p:cNvSpPr>
              <a:spLocks noGrp="1"/>
            </p:cNvSpPr>
            <p:nvPr/>
          </p:nvSpPr>
          <p:spPr>
            <a:xfrm>
              <a:off x="23369588" y="6180534"/>
              <a:ext cx="709613" cy="5953"/>
            </a:xfrm>
            <a:prstGeom prst="rect">
              <a:avLst/>
            </a:prstGeom>
            <a:solidFill>
              <a:srgbClr val="D4B4CC"/>
            </a:solidFill>
            <a:ln w="0">
              <a:noFill/>
              <a:prstDash val="solid"/>
            </a:ln>
          </p:spPr>
        </p:sp>
        <p:sp>
          <p:nvSpPr>
            <p:cNvPr id="3139" name="four:temporal-output:rotated-tₙ-cell-165:3139">
              <a:extLst>
                <a:ext uri="{FF2B5EF4-FFF2-40B4-BE49-F238E27FC236}">
                  <ns2:creationId id="{C40B6C0B-FE10-4E52-A858-BD1CD0C8E958}"/>
                </a:ext>
              </a:extLst>
            </p:cNvPr>
            <p:cNvSpPr>
              <a:spLocks noGrp="1"/>
            </p:cNvSpPr>
            <p:nvPr/>
          </p:nvSpPr>
          <p:spPr>
            <a:xfrm>
              <a:off x="23369588" y="6174581"/>
              <a:ext cx="709613" cy="5953"/>
            </a:xfrm>
            <a:prstGeom prst="rect">
              <a:avLst/>
            </a:prstGeom>
            <a:solidFill>
              <a:srgbClr val="D4B4CC"/>
            </a:solidFill>
            <a:ln w="0">
              <a:noFill/>
              <a:prstDash val="solid"/>
            </a:ln>
          </p:spPr>
        </p:sp>
        <p:sp>
          <p:nvSpPr>
            <p:cNvPr id="3140" name="four:temporal-output:rotated-tₙ-cell-166:3140">
              <a:extLst>
                <a:ext uri="{FF2B5EF4-FFF2-40B4-BE49-F238E27FC236}">
                  <ns2:creationId id="{F984ED9C-ED76-407B-926B-0DD5B5DC9FE8}"/>
                </a:ext>
              </a:extLst>
            </p:cNvPr>
            <p:cNvSpPr>
              <a:spLocks noGrp="1"/>
            </p:cNvSpPr>
            <p:nvPr/>
          </p:nvSpPr>
          <p:spPr>
            <a:xfrm>
              <a:off x="23369588" y="6168628"/>
              <a:ext cx="709613" cy="5953"/>
            </a:xfrm>
            <a:prstGeom prst="rect">
              <a:avLst/>
            </a:prstGeom>
            <a:solidFill>
              <a:srgbClr val="D4B4CC"/>
            </a:solidFill>
            <a:ln w="0">
              <a:noFill/>
              <a:prstDash val="solid"/>
            </a:ln>
          </p:spPr>
        </p:sp>
        <p:sp>
          <p:nvSpPr>
            <p:cNvPr id="3141" name="four:temporal-output:rotated-tₙ-cell-167:3141">
              <a:extLst>
                <a:ext uri="{FF2B5EF4-FFF2-40B4-BE49-F238E27FC236}">
                  <ns2:creationId id="{F273FB7B-F813-46BA-B9E6-CAB6B44B3F0C}"/>
                </a:ext>
              </a:extLst>
            </p:cNvPr>
            <p:cNvSpPr>
              <a:spLocks noGrp="1"/>
            </p:cNvSpPr>
            <p:nvPr/>
          </p:nvSpPr>
          <p:spPr>
            <a:xfrm>
              <a:off x="23369588" y="6162675"/>
              <a:ext cx="709613" cy="5953"/>
            </a:xfrm>
            <a:prstGeom prst="rect">
              <a:avLst/>
            </a:prstGeom>
            <a:solidFill>
              <a:srgbClr val="D4B4CC"/>
            </a:solidFill>
            <a:ln w="0">
              <a:noFill/>
              <a:prstDash val="solid"/>
            </a:ln>
          </p:spPr>
        </p:sp>
        <p:sp>
          <p:nvSpPr>
            <p:cNvPr id="3142" name="four:temporal-output:rotated-tₙ-cell-168:3142">
              <a:extLst>
                <a:ext uri="{FF2B5EF4-FFF2-40B4-BE49-F238E27FC236}">
                  <ns2:creationId id="{34089D37-25AF-49DC-BD93-D87D7409D891}"/>
                </a:ext>
              </a:extLst>
            </p:cNvPr>
            <p:cNvSpPr>
              <a:spLocks noGrp="1"/>
            </p:cNvSpPr>
            <p:nvPr/>
          </p:nvSpPr>
          <p:spPr>
            <a:xfrm>
              <a:off x="23369588" y="6156722"/>
              <a:ext cx="709613" cy="5953"/>
            </a:xfrm>
            <a:prstGeom prst="rect">
              <a:avLst/>
            </a:prstGeom>
            <a:solidFill>
              <a:srgbClr val="D4B2CB"/>
            </a:solidFill>
            <a:ln w="0">
              <a:noFill/>
              <a:prstDash val="solid"/>
            </a:ln>
          </p:spPr>
        </p:sp>
        <p:sp>
          <p:nvSpPr>
            <p:cNvPr id="3143" name="four:temporal-output:rotated-tₙ-cell-169:3143">
              <a:extLst>
                <a:ext uri="{FF2B5EF4-FFF2-40B4-BE49-F238E27FC236}">
                  <ns2:creationId id="{1177D62D-92F6-44F4-A9A0-E209B4C8DBC3}"/>
                </a:ext>
              </a:extLst>
            </p:cNvPr>
            <p:cNvSpPr>
              <a:spLocks noGrp="1"/>
            </p:cNvSpPr>
            <p:nvPr/>
          </p:nvSpPr>
          <p:spPr>
            <a:xfrm>
              <a:off x="23369588" y="6150769"/>
              <a:ext cx="709613" cy="5953"/>
            </a:xfrm>
            <a:prstGeom prst="rect">
              <a:avLst/>
            </a:prstGeom>
            <a:solidFill>
              <a:srgbClr val="D3ACC7"/>
            </a:solidFill>
            <a:ln w="0">
              <a:noFill/>
              <a:prstDash val="solid"/>
            </a:ln>
          </p:spPr>
        </p:sp>
        <p:sp>
          <p:nvSpPr>
            <p:cNvPr id="3144" name="four:temporal-output:rotated-tₙ-cell-170:3144">
              <a:extLst>
                <a:ext uri="{FF2B5EF4-FFF2-40B4-BE49-F238E27FC236}">
                  <ns2:creationId id="{B2842014-DED5-4E00-A487-5BC11610C42B}"/>
                </a:ext>
              </a:extLst>
            </p:cNvPr>
            <p:cNvSpPr>
              <a:spLocks noGrp="1"/>
            </p:cNvSpPr>
            <p:nvPr/>
          </p:nvSpPr>
          <p:spPr>
            <a:xfrm>
              <a:off x="23369588" y="6144816"/>
              <a:ext cx="709613" cy="5953"/>
            </a:xfrm>
            <a:prstGeom prst="rect">
              <a:avLst/>
            </a:prstGeom>
            <a:solidFill>
              <a:srgbClr val="D2A3C1"/>
            </a:solidFill>
            <a:ln w="0">
              <a:noFill/>
              <a:prstDash val="solid"/>
            </a:ln>
          </p:spPr>
        </p:sp>
        <p:sp>
          <p:nvSpPr>
            <p:cNvPr id="3145" name="four:temporal-output:rotated-tₙ-cell-171:3145">
              <a:extLst>
                <a:ext uri="{FF2B5EF4-FFF2-40B4-BE49-F238E27FC236}">
                  <ns2:creationId id="{617ABC54-F400-45A7-BD39-3B2ABD0D1D07}"/>
                </a:ext>
              </a:extLst>
            </p:cNvPr>
            <p:cNvSpPr>
              <a:spLocks noGrp="1"/>
            </p:cNvSpPr>
            <p:nvPr/>
          </p:nvSpPr>
          <p:spPr>
            <a:xfrm>
              <a:off x="23369588" y="6138863"/>
              <a:ext cx="709613" cy="5953"/>
            </a:xfrm>
            <a:prstGeom prst="rect">
              <a:avLst/>
            </a:prstGeom>
            <a:solidFill>
              <a:srgbClr val="D098BA"/>
            </a:solidFill>
            <a:ln w="0">
              <a:noFill/>
              <a:prstDash val="solid"/>
            </a:ln>
          </p:spPr>
        </p:sp>
        <p:sp>
          <p:nvSpPr>
            <p:cNvPr id="3146" name="four:temporal-output:rotated-tₙ-cell-172:3146">
              <a:extLst>
                <a:ext uri="{FF2B5EF4-FFF2-40B4-BE49-F238E27FC236}">
                  <ns2:creationId id="{B72451BD-BC46-4948-AC38-8AB1BF33C41B}"/>
                </a:ext>
              </a:extLst>
            </p:cNvPr>
            <p:cNvSpPr>
              <a:spLocks noGrp="1"/>
            </p:cNvSpPr>
            <p:nvPr/>
          </p:nvSpPr>
          <p:spPr>
            <a:xfrm>
              <a:off x="23369588" y="6132909"/>
              <a:ext cx="709613" cy="5953"/>
            </a:xfrm>
            <a:prstGeom prst="rect">
              <a:avLst/>
            </a:prstGeom>
            <a:solidFill>
              <a:srgbClr val="CF8DB3"/>
            </a:solidFill>
            <a:ln w="0">
              <a:noFill/>
              <a:prstDash val="solid"/>
            </a:ln>
          </p:spPr>
        </p:sp>
        <p:sp>
          <p:nvSpPr>
            <p:cNvPr id="3147" name="four:temporal-output:rotated-tₙ-cell-173:3147">
              <a:extLst>
                <a:ext uri="{FF2B5EF4-FFF2-40B4-BE49-F238E27FC236}">
                  <ns2:creationId id="{99C6DAD2-C6A6-441A-9E25-AECDA5A816C6}"/>
                </a:ext>
              </a:extLst>
            </p:cNvPr>
            <p:cNvSpPr>
              <a:spLocks noGrp="1"/>
            </p:cNvSpPr>
            <p:nvPr/>
          </p:nvSpPr>
          <p:spPr>
            <a:xfrm>
              <a:off x="23369588" y="6126956"/>
              <a:ext cx="709613" cy="5953"/>
            </a:xfrm>
            <a:prstGeom prst="rect">
              <a:avLst/>
            </a:prstGeom>
            <a:solidFill>
              <a:srgbClr val="CD82AD"/>
            </a:solidFill>
            <a:ln w="0">
              <a:noFill/>
              <a:prstDash val="solid"/>
            </a:ln>
          </p:spPr>
        </p:sp>
        <p:sp>
          <p:nvSpPr>
            <p:cNvPr id="3148" name="four:temporal-output:rotated-tₙ-cell-174:3148">
              <a:extLst>
                <a:ext uri="{FF2B5EF4-FFF2-40B4-BE49-F238E27FC236}">
                  <ns2:creationId id="{C1363FB4-8DF5-4080-9CDC-259BD433A351}"/>
                </a:ext>
              </a:extLst>
            </p:cNvPr>
            <p:cNvSpPr>
              <a:spLocks noGrp="1"/>
            </p:cNvSpPr>
            <p:nvPr/>
          </p:nvSpPr>
          <p:spPr>
            <a:xfrm>
              <a:off x="23369588" y="6121003"/>
              <a:ext cx="709613" cy="5953"/>
            </a:xfrm>
            <a:prstGeom prst="rect">
              <a:avLst/>
            </a:prstGeom>
            <a:solidFill>
              <a:srgbClr val="CC7BA9"/>
            </a:solidFill>
            <a:ln w="0">
              <a:noFill/>
              <a:prstDash val="solid"/>
            </a:ln>
          </p:spPr>
        </p:sp>
        <p:sp>
          <p:nvSpPr>
            <p:cNvPr id="3149" name="four:temporal-output:rotated-tₙ-cell-175:3149">
              <a:extLst>
                <a:ext uri="{FF2B5EF4-FFF2-40B4-BE49-F238E27FC236}">
                  <ns2:creationId id="{0778D24A-56BC-4AE9-B760-3EE2D56A434F}"/>
                </a:ext>
              </a:extLst>
            </p:cNvPr>
            <p:cNvSpPr>
              <a:spLocks noGrp="1"/>
            </p:cNvSpPr>
            <p:nvPr/>
          </p:nvSpPr>
          <p:spPr>
            <a:xfrm>
              <a:off x="23369588" y="6115050"/>
              <a:ext cx="709613" cy="5953"/>
            </a:xfrm>
            <a:prstGeom prst="rect">
              <a:avLst/>
            </a:prstGeom>
            <a:solidFill>
              <a:srgbClr val="CC79A7"/>
            </a:solidFill>
            <a:ln w="0">
              <a:noFill/>
              <a:prstDash val="solid"/>
            </a:ln>
          </p:spPr>
        </p:sp>
        <p:sp>
          <p:nvSpPr>
            <p:cNvPr id="3150" name="four:temporal-output:rotated-tₙ-cell-176:3150">
              <a:extLst>
                <a:ext uri="{FF2B5EF4-FFF2-40B4-BE49-F238E27FC236}">
                  <ns2:creationId id="{2BF1FC2B-A8D7-41B5-BD91-B79C880632A6}"/>
                </a:ext>
              </a:extLst>
            </p:cNvPr>
            <p:cNvSpPr>
              <a:spLocks noGrp="1"/>
            </p:cNvSpPr>
            <p:nvPr/>
          </p:nvSpPr>
          <p:spPr>
            <a:xfrm>
              <a:off x="23369588" y="6109097"/>
              <a:ext cx="709613" cy="5953"/>
            </a:xfrm>
            <a:prstGeom prst="rect">
              <a:avLst/>
            </a:prstGeom>
            <a:solidFill>
              <a:srgbClr val="CC79A7"/>
            </a:solidFill>
            <a:ln w="0">
              <a:noFill/>
              <a:prstDash val="solid"/>
            </a:ln>
          </p:spPr>
        </p:sp>
        <p:sp>
          <p:nvSpPr>
            <p:cNvPr id="3151" name="four:temporal-output:rotated-tₙ-cell-177:3151">
              <a:extLst>
                <a:ext uri="{FF2B5EF4-FFF2-40B4-BE49-F238E27FC236}">
                  <ns2:creationId id="{2F8E9DB7-D10C-4A55-8484-1C4E1897B1C3}"/>
                </a:ext>
              </a:extLst>
            </p:cNvPr>
            <p:cNvSpPr>
              <a:spLocks noGrp="1"/>
            </p:cNvSpPr>
            <p:nvPr/>
          </p:nvSpPr>
          <p:spPr>
            <a:xfrm>
              <a:off x="23369588" y="6103144"/>
              <a:ext cx="709613" cy="5953"/>
            </a:xfrm>
            <a:prstGeom prst="rect">
              <a:avLst/>
            </a:prstGeom>
            <a:solidFill>
              <a:srgbClr val="CC79A7"/>
            </a:solidFill>
            <a:ln w="0">
              <a:noFill/>
              <a:prstDash val="solid"/>
            </a:ln>
          </p:spPr>
        </p:sp>
        <p:sp>
          <p:nvSpPr>
            <p:cNvPr id="3152" name="four:temporal-output:rotated-tₙ-cell-178:3152">
              <a:extLst>
                <a:ext uri="{FF2B5EF4-FFF2-40B4-BE49-F238E27FC236}">
                  <ns2:creationId id="{683CC657-F69C-4ED2-9ECD-5DF737ACEFE2}"/>
                </a:ext>
              </a:extLst>
            </p:cNvPr>
            <p:cNvSpPr>
              <a:spLocks noGrp="1"/>
            </p:cNvSpPr>
            <p:nvPr/>
          </p:nvSpPr>
          <p:spPr>
            <a:xfrm>
              <a:off x="23369588" y="6097191"/>
              <a:ext cx="709613" cy="5953"/>
            </a:xfrm>
            <a:prstGeom prst="rect">
              <a:avLst/>
            </a:prstGeom>
            <a:solidFill>
              <a:srgbClr val="CC79A7"/>
            </a:solidFill>
            <a:ln w="0">
              <a:noFill/>
              <a:prstDash val="solid"/>
            </a:ln>
          </p:spPr>
        </p:sp>
        <p:sp>
          <p:nvSpPr>
            <p:cNvPr id="3153" name="four:temporal-output:rotated-tₙ-cell-179:3153">
              <a:extLst>
                <a:ext uri="{FF2B5EF4-FFF2-40B4-BE49-F238E27FC236}">
                  <ns2:creationId id="{169C507C-6B3C-4890-A521-492C756708DE}"/>
                </a:ext>
              </a:extLst>
            </p:cNvPr>
            <p:cNvSpPr>
              <a:spLocks noGrp="1"/>
            </p:cNvSpPr>
            <p:nvPr/>
          </p:nvSpPr>
          <p:spPr>
            <a:xfrm>
              <a:off x="23369588" y="6091238"/>
              <a:ext cx="709613" cy="5953"/>
            </a:xfrm>
            <a:prstGeom prst="rect">
              <a:avLst/>
            </a:prstGeom>
            <a:solidFill>
              <a:srgbClr val="CC79A7"/>
            </a:solidFill>
            <a:ln w="0">
              <a:noFill/>
              <a:prstDash val="solid"/>
            </a:ln>
          </p:spPr>
        </p:sp>
        <p:sp>
          <p:nvSpPr>
            <p:cNvPr id="3154" name="four:temporal-output:rotated-tₙ-cell-180:3154">
              <a:extLst>
                <a:ext uri="{FF2B5EF4-FFF2-40B4-BE49-F238E27FC236}">
                  <ns2:creationId id="{BC4D6FA0-FF77-4271-8A4D-FE124CDD4E07}"/>
                </a:ext>
              </a:extLst>
            </p:cNvPr>
            <p:cNvSpPr>
              <a:spLocks noGrp="1"/>
            </p:cNvSpPr>
            <p:nvPr/>
          </p:nvSpPr>
          <p:spPr>
            <a:xfrm>
              <a:off x="23369588" y="6085284"/>
              <a:ext cx="709613" cy="5953"/>
            </a:xfrm>
            <a:prstGeom prst="rect">
              <a:avLst/>
            </a:prstGeom>
            <a:solidFill>
              <a:srgbClr val="CC79A7"/>
            </a:solidFill>
            <a:ln w="0">
              <a:noFill/>
              <a:prstDash val="solid"/>
            </a:ln>
          </p:spPr>
        </p:sp>
        <p:sp>
          <p:nvSpPr>
            <p:cNvPr id="3155" name="four:temporal-output:rotated-tₙ-cell-181:3155">
              <a:extLst>
                <a:ext uri="{FF2B5EF4-FFF2-40B4-BE49-F238E27FC236}">
                  <ns2:creationId id="{1FB801FC-6EFE-4F90-AE5D-1158A1B307FC}"/>
                </a:ext>
              </a:extLst>
            </p:cNvPr>
            <p:cNvSpPr>
              <a:spLocks noGrp="1"/>
            </p:cNvSpPr>
            <p:nvPr/>
          </p:nvSpPr>
          <p:spPr>
            <a:xfrm>
              <a:off x="23369588" y="6079331"/>
              <a:ext cx="709613" cy="5953"/>
            </a:xfrm>
            <a:prstGeom prst="rect">
              <a:avLst/>
            </a:prstGeom>
            <a:solidFill>
              <a:srgbClr val="CC79A7"/>
            </a:solidFill>
            <a:ln w="0">
              <a:noFill/>
              <a:prstDash val="solid"/>
            </a:ln>
          </p:spPr>
        </p:sp>
        <p:sp>
          <p:nvSpPr>
            <p:cNvPr id="3156" name="four:temporal-output:rotated-tₙ-cell-182:3156">
              <a:extLst>
                <a:ext uri="{FF2B5EF4-FFF2-40B4-BE49-F238E27FC236}">
                  <ns2:creationId id="{A5EB5CCB-B1A3-4DB5-A13D-78F5E2C5B251}"/>
                </a:ext>
              </a:extLst>
            </p:cNvPr>
            <p:cNvSpPr>
              <a:spLocks noGrp="1"/>
            </p:cNvSpPr>
            <p:nvPr/>
          </p:nvSpPr>
          <p:spPr>
            <a:xfrm>
              <a:off x="23369588" y="6073378"/>
              <a:ext cx="709613" cy="5953"/>
            </a:xfrm>
            <a:prstGeom prst="rect">
              <a:avLst/>
            </a:prstGeom>
            <a:solidFill>
              <a:srgbClr val="CC79A7"/>
            </a:solidFill>
            <a:ln w="0">
              <a:noFill/>
              <a:prstDash val="solid"/>
            </a:ln>
          </p:spPr>
        </p:sp>
        <p:sp>
          <p:nvSpPr>
            <p:cNvPr id="3157" name="four:temporal-output:rotated-tₙ-cell-183:3157">
              <a:extLst>
                <a:ext uri="{FF2B5EF4-FFF2-40B4-BE49-F238E27FC236}">
                  <ns2:creationId id="{99B452E4-90EE-45D1-9408-155032C3A4E9}"/>
                </a:ext>
              </a:extLst>
            </p:cNvPr>
            <p:cNvSpPr>
              <a:spLocks noGrp="1"/>
            </p:cNvSpPr>
            <p:nvPr/>
          </p:nvSpPr>
          <p:spPr>
            <a:xfrm>
              <a:off x="23369588" y="6067425"/>
              <a:ext cx="709613" cy="5953"/>
            </a:xfrm>
            <a:prstGeom prst="rect">
              <a:avLst/>
            </a:prstGeom>
            <a:solidFill>
              <a:srgbClr val="CC79A7"/>
            </a:solidFill>
            <a:ln w="0">
              <a:noFill/>
              <a:prstDash val="solid"/>
            </a:ln>
          </p:spPr>
        </p:sp>
        <p:sp>
          <p:nvSpPr>
            <p:cNvPr id="3158" name="four:temporal-output:rotated-tₙ-cell-184:3158">
              <a:extLst>
                <a:ext uri="{FF2B5EF4-FFF2-40B4-BE49-F238E27FC236}">
                  <ns2:creationId id="{63676138-A7B1-4054-BE38-E064C2C5678F}"/>
                </a:ext>
              </a:extLst>
            </p:cNvPr>
            <p:cNvSpPr>
              <a:spLocks noGrp="1"/>
            </p:cNvSpPr>
            <p:nvPr/>
          </p:nvSpPr>
          <p:spPr>
            <a:xfrm>
              <a:off x="23369588" y="6061472"/>
              <a:ext cx="709613" cy="5953"/>
            </a:xfrm>
            <a:prstGeom prst="rect">
              <a:avLst/>
            </a:prstGeom>
            <a:solidFill>
              <a:srgbClr val="CD7EAA"/>
            </a:solidFill>
            <a:ln w="0">
              <a:noFill/>
              <a:prstDash val="solid"/>
            </a:ln>
          </p:spPr>
        </p:sp>
        <p:sp>
          <p:nvSpPr>
            <p:cNvPr id="3159" name="four:temporal-output:rotated-tₙ-cell-185:3159">
              <a:extLst>
                <a:ext uri="{FF2B5EF4-FFF2-40B4-BE49-F238E27FC236}">
                  <ns2:creationId id="{C249D5B6-980B-4100-93C8-A38B9C393F24}"/>
                </a:ext>
              </a:extLst>
            </p:cNvPr>
            <p:cNvSpPr>
              <a:spLocks noGrp="1"/>
            </p:cNvSpPr>
            <p:nvPr/>
          </p:nvSpPr>
          <p:spPr>
            <a:xfrm>
              <a:off x="23369588" y="6055519"/>
              <a:ext cx="709613" cy="5953"/>
            </a:xfrm>
            <a:prstGeom prst="rect">
              <a:avLst/>
            </a:prstGeom>
            <a:solidFill>
              <a:srgbClr val="D19CBD"/>
            </a:solidFill>
            <a:ln w="0">
              <a:noFill/>
              <a:prstDash val="solid"/>
            </a:ln>
          </p:spPr>
        </p:sp>
        <p:sp>
          <p:nvSpPr>
            <p:cNvPr id="3160" name="four:temporal-output:rotated-tₙ-cell-186:3160">
              <a:extLst>
                <a:ext uri="{FF2B5EF4-FFF2-40B4-BE49-F238E27FC236}">
                  <ns2:creationId id="{B6FBC98E-288A-44E9-AF65-6BD4CA22242A}"/>
                </a:ext>
              </a:extLst>
            </p:cNvPr>
            <p:cNvSpPr>
              <a:spLocks noGrp="1"/>
            </p:cNvSpPr>
            <p:nvPr/>
          </p:nvSpPr>
          <p:spPr>
            <a:xfrm>
              <a:off x="23369588" y="6049566"/>
              <a:ext cx="709613" cy="5953"/>
            </a:xfrm>
            <a:prstGeom prst="rect">
              <a:avLst/>
            </a:prstGeom>
            <a:solidFill>
              <a:srgbClr val="D7C5D7"/>
            </a:solidFill>
            <a:ln w="0">
              <a:noFill/>
              <a:prstDash val="solid"/>
            </a:ln>
          </p:spPr>
        </p:sp>
        <p:sp>
          <p:nvSpPr>
            <p:cNvPr id="3161" name="four:temporal-output:rotated-tₙ-cell-187:3161">
              <a:extLst>
                <a:ext uri="{FF2B5EF4-FFF2-40B4-BE49-F238E27FC236}">
                  <ns2:creationId id="{28294D77-F57B-4EBB-A856-506C973998E6}"/>
                </a:ext>
              </a:extLst>
            </p:cNvPr>
            <p:cNvSpPr>
              <a:spLocks noGrp="1"/>
            </p:cNvSpPr>
            <p:nvPr/>
          </p:nvSpPr>
          <p:spPr>
            <a:xfrm>
              <a:off x="23369588" y="6043613"/>
              <a:ext cx="709613" cy="5953"/>
            </a:xfrm>
            <a:prstGeom prst="rect">
              <a:avLst/>
            </a:prstGeom>
            <a:solidFill>
              <a:srgbClr val="DBE4E7"/>
            </a:solidFill>
            <a:ln w="0">
              <a:noFill/>
              <a:prstDash val="solid"/>
            </a:ln>
          </p:spPr>
        </p:sp>
        <p:sp>
          <p:nvSpPr>
            <p:cNvPr id="3162" name="four:temporal-output:rotated-tₙ-cell-188:3162">
              <a:extLst>
                <a:ext uri="{FF2B5EF4-FFF2-40B4-BE49-F238E27FC236}">
                  <ns2:creationId id="{9EECC3B5-1D6B-4D77-8425-1758BCA00163}"/>
                </a:ext>
              </a:extLst>
            </p:cNvPr>
            <p:cNvSpPr>
              <a:spLocks noGrp="1"/>
            </p:cNvSpPr>
            <p:nvPr/>
          </p:nvSpPr>
          <p:spPr>
            <a:xfrm>
              <a:off x="23369588" y="6037659"/>
              <a:ext cx="709613" cy="5953"/>
            </a:xfrm>
            <a:prstGeom prst="rect">
              <a:avLst/>
            </a:prstGeom>
            <a:solidFill>
              <a:srgbClr val="DCE8ED"/>
            </a:solidFill>
            <a:ln w="0">
              <a:noFill/>
              <a:prstDash val="solid"/>
            </a:ln>
          </p:spPr>
        </p:sp>
        <p:sp>
          <p:nvSpPr>
            <p:cNvPr id="3163" name="four:temporal-output:rotated-tₙ-cell-189:3163">
              <a:extLst>
                <a:ext uri="{FF2B5EF4-FFF2-40B4-BE49-F238E27FC236}">
                  <ns2:creationId id="{ABD6FAEE-3B3F-4934-9BF2-341D5F1D6745}"/>
                </a:ext>
              </a:extLst>
            </p:cNvPr>
            <p:cNvSpPr>
              <a:spLocks noGrp="1"/>
            </p:cNvSpPr>
            <p:nvPr/>
          </p:nvSpPr>
          <p:spPr>
            <a:xfrm>
              <a:off x="23369588" y="6031706"/>
              <a:ext cx="709613" cy="5953"/>
            </a:xfrm>
            <a:prstGeom prst="rect">
              <a:avLst/>
            </a:prstGeom>
            <a:solidFill>
              <a:srgbClr val="DCE8ED"/>
            </a:solidFill>
            <a:ln w="0">
              <a:noFill/>
              <a:prstDash val="solid"/>
            </a:ln>
          </p:spPr>
        </p:sp>
        <p:sp>
          <p:nvSpPr>
            <p:cNvPr id="3164" name="four:temporal-output:rotated-tₙ-cell-190:3164">
              <a:extLst>
                <a:ext uri="{FF2B5EF4-FFF2-40B4-BE49-F238E27FC236}">
                  <ns2:creationId id="{E0C72A2B-8ED6-4C1C-A82B-31980B5A20C0}"/>
                </a:ext>
              </a:extLst>
            </p:cNvPr>
            <p:cNvSpPr>
              <a:spLocks noGrp="1"/>
            </p:cNvSpPr>
            <p:nvPr/>
          </p:nvSpPr>
          <p:spPr>
            <a:xfrm>
              <a:off x="23369588" y="6025753"/>
              <a:ext cx="709613" cy="5953"/>
            </a:xfrm>
            <a:prstGeom prst="rect">
              <a:avLst/>
            </a:prstGeom>
            <a:solidFill>
              <a:srgbClr val="DCE8ED"/>
            </a:solidFill>
            <a:ln w="0">
              <a:noFill/>
              <a:prstDash val="solid"/>
            </a:ln>
          </p:spPr>
        </p:sp>
        <p:sp>
          <p:nvSpPr>
            <p:cNvPr id="3165" name="four:temporal-output:rotated-tₙ-cell-191:3165">
              <a:extLst>
                <a:ext uri="{FF2B5EF4-FFF2-40B4-BE49-F238E27FC236}">
                  <ns2:creationId id="{EB1CB4FC-91FF-4328-BA3C-09295095A91C}"/>
                </a:ext>
              </a:extLst>
            </p:cNvPr>
            <p:cNvSpPr>
              <a:spLocks noGrp="1"/>
            </p:cNvSpPr>
            <p:nvPr/>
          </p:nvSpPr>
          <p:spPr>
            <a:xfrm>
              <a:off x="23369588" y="6019800"/>
              <a:ext cx="709613" cy="5953"/>
            </a:xfrm>
            <a:prstGeom prst="rect">
              <a:avLst/>
            </a:prstGeom>
            <a:solidFill>
              <a:srgbClr val="DCE8ED"/>
            </a:solidFill>
            <a:ln w="0">
              <a:noFill/>
              <a:prstDash val="solid"/>
            </a:ln>
          </p:spPr>
        </p:sp>
        <p:sp>
          <p:nvSpPr>
            <p:cNvPr id="3166" name="four:temporal-output:rect:3166">
              <a:extLst>
                <a:ext uri="{FF2B5EF4-FFF2-40B4-BE49-F238E27FC236}">
                  <ns2:creationId id="{A68AAC40-D277-42C1-A1EF-5F9EDB920DDC}"/>
                </a:ext>
              </a:extLst>
            </p:cNvPr>
            <p:cNvSpPr>
              <a:spLocks noGrp="1"/>
            </p:cNvSpPr>
            <p:nvPr/>
          </p:nvSpPr>
          <p:spPr>
            <a:xfrm>
              <a:off x="21240750" y="6019800"/>
              <a:ext cx="2838450" cy="1143000"/>
            </a:xfrm>
            <a:prstGeom prst="rect">
              <a:avLst/>
            </a:prstGeom>
            <a:noFill/>
            <a:ln w="9525">
              <a:solidFill>
                <a:srgbClr val="263238"/>
              </a:solidFill>
              <a:prstDash val="solid"/>
            </a:ln>
          </p:spPr>
        </p:sp>
        <p:sp>
          <p:nvSpPr>
            <p:cNvPr id="3167" name="four:temporal-output:line:3167">
              <a:extLst>
                <a:ext uri="{FF2B5EF4-FFF2-40B4-BE49-F238E27FC236}">
                  <ns2:creationId id="{920078A8-5DE1-490F-BE9D-92646296F924}"/>
                </a:ext>
              </a:extLst>
            </p:cNvPr>
            <p:cNvSpPr>
              <a:spLocks noGrp="1"/>
            </p:cNvSpPr>
            <p:nvPr/>
          </p:nvSpPr>
          <p:spPr>
            <a:xfrm>
              <a:off x="21078825" y="6019800"/>
              <a:ext cx="953" cy="1143000"/>
            </a:xfrm>
            <a:custGeom>
              <a:pathLst>
                <a:path w="953" h="1143000">
                  <a:moveTo>
                    <a:pt x="0" y="1143000"/>
                  </a:moveTo>
                  <a:lnTo>
                    <a:pt x="0" y="0"/>
                  </a:lnTo>
                </a:path>
              </a:pathLst>
            </a:custGeom>
            <a:noFill/>
            <a:ln w="12383">
              <a:solidFill>
                <a:srgbClr val="263238"/>
              </a:solidFill>
              <a:prstDash val="solid"/>
            </a:ln>
          </p:spPr>
        </p:sp>
        <p:sp>
          <p:nvSpPr>
            <p:cNvPr id="3168" name="four:temporal-output:polygon:3168">
              <a:extLst>
                <a:ext uri="{FF2B5EF4-FFF2-40B4-BE49-F238E27FC236}">
                  <ns2:creationId id="{347A7EDE-5761-4F1D-A646-463BAF7E64F2}"/>
                </a:ext>
              </a:extLst>
            </p:cNvPr>
            <p:cNvSpPr>
              <a:spLocks noGrp="1"/>
            </p:cNvSpPr>
            <p:nvPr/>
          </p:nvSpPr>
          <p:spPr>
            <a:xfrm>
              <a:off x="21046059" y="6019800"/>
              <a:ext cx="65532" cy="76200"/>
            </a:xfrm>
            <a:custGeom>
              <a:pathLst>
                <a:path w="65532" h="76200">
                  <a:moveTo>
                    <a:pt x="32766" y="0"/>
                  </a:moveTo>
                  <a:lnTo>
                    <a:pt x="0" y="76200"/>
                  </a:lnTo>
                  <a:lnTo>
                    <a:pt x="65532" y="76200"/>
                  </a:lnTo>
                  <a:close/>
                </a:path>
              </a:pathLst>
            </a:custGeom>
            <a:solidFill>
              <a:srgbClr val="263238"/>
            </a:solidFill>
            <a:ln w="0">
              <a:noFill/>
              <a:prstDash val="solid"/>
            </a:ln>
          </p:spPr>
        </p:sp>
        <p:sp>
          <p:nvSpPr>
            <p:cNvPr id="3169" name="four:temporal-output:textbox:3169">
              <a:extLst>
                <a:ext uri="{FF2B5EF4-FFF2-40B4-BE49-F238E27FC236}">
                  <ns2:creationId id="{14F2201E-50A3-4AC9-982C-5B14456C13B8}"/>
                </a:ext>
              </a:extLst>
            </p:cNvPr>
            <p:cNvSpPr>
              <a:spLocks noGrp="1"/>
            </p:cNvSpPr>
            <p:nvPr/>
          </p:nvSpPr>
          <p:spPr>
            <a:xfrm>
              <a:off x="20840700" y="6419850"/>
              <a:ext cx="228600" cy="342900"/>
            </a:xfrm>
            <a:prstGeom prst="rect">
              <a:avLst/>
            </a:prstGeom>
            <a:noFill/>
            <a:ln w="0">
              <a:noFill/>
              <a:prstDash val="solid"/>
            </a:ln>
          </p:spPr>
          <p:txBody>
            <a:bodyPr wrap="none" lIns="0" tIns="0" rIns="0" bIns="0" anchor="ctr">
              <a:normAutofit fontScale="100000"/>
            </a:bodyPr>
            <a:lstStyle>
              <a:defPPr algn="ctr">
                <a:defRPr sz="1875" b="0">
                  <a:solidFill>
                    <a:srgbClr val="263238"/>
                  </a:solidFill>
                  <a:latin typeface="Arial"/>
                  <a:ea typeface="Arial"/>
                  <a:cs typeface="Arial"/>
                </a:defRPr>
              </a:defPPr>
            </a:lstStyle>
            <a:p>
              <a:pPr algn="ctr">
                <a:defRPr sz="1875" b="0">
                  <a:solidFill>
                    <a:srgbClr val="263238"/>
                  </a:solidFill>
                  <a:latin typeface="Arial"/>
                  <a:ea typeface="Arial"/>
                  <a:cs typeface="Arial"/>
                </a:defRPr>
              </a:pPr>
              <a:r>
                <a:rPr sz="1875" b="0">
                  <a:solidFill>
                    <a:srgbClr val="263238"/>
                  </a:solidFill>
                  <a:latin typeface="Arial"/>
                  <a:ea typeface="Arial"/>
                  <a:cs typeface="Arial"/>
                </a:rPr>
                <a:t>d</a:t>
              </a:r>
            </a:p>
          </p:txBody>
        </p:sp>
        <p:sp>
          <p:nvSpPr>
            <p:cNvPr id="3170" name="four:temporal-output:line:3170">
              <a:extLst>
                <a:ext uri="{FF2B5EF4-FFF2-40B4-BE49-F238E27FC236}">
                  <ns2:creationId id="{A3FB4F95-0B51-4A2C-8697-8F94E10D9198}"/>
                </a:ext>
              </a:extLst>
            </p:cNvPr>
            <p:cNvSpPr>
              <a:spLocks noGrp="1"/>
            </p:cNvSpPr>
            <p:nvPr/>
          </p:nvSpPr>
          <p:spPr>
            <a:xfrm>
              <a:off x="21240750" y="7372350"/>
              <a:ext cx="2838450" cy="953"/>
            </a:xfrm>
            <a:custGeom>
              <a:pathLst>
                <a:path w="2838450" h="953">
                  <a:moveTo>
                    <a:pt x="0" y="0"/>
                  </a:moveTo>
                  <a:lnTo>
                    <a:pt x="2838450" y="0"/>
                  </a:lnTo>
                </a:path>
              </a:pathLst>
            </a:custGeom>
            <a:noFill/>
            <a:ln w="12383">
              <a:solidFill>
                <a:srgbClr val="263238"/>
              </a:solidFill>
              <a:prstDash val="solid"/>
            </a:ln>
          </p:spPr>
        </p:sp>
        <p:sp>
          <p:nvSpPr>
            <p:cNvPr id="3171" name="four:temporal-output:polygon:3171">
              <a:extLst>
                <a:ext uri="{FF2B5EF4-FFF2-40B4-BE49-F238E27FC236}">
                  <ns2:creationId id="{D6B7A878-E114-4818-BABF-1E403AF5E00E}"/>
                </a:ext>
              </a:extLst>
            </p:cNvPr>
            <p:cNvSpPr>
              <a:spLocks noGrp="1"/>
            </p:cNvSpPr>
            <p:nvPr/>
          </p:nvSpPr>
          <p:spPr>
            <a:xfrm>
              <a:off x="24003000" y="7339584"/>
              <a:ext cx="76200" cy="65532"/>
            </a:xfrm>
            <a:custGeom>
              <a:pathLst>
                <a:path w="76200" h="65532">
                  <a:moveTo>
                    <a:pt x="76200" y="32766"/>
                  </a:moveTo>
                  <a:lnTo>
                    <a:pt x="0" y="0"/>
                  </a:lnTo>
                  <a:lnTo>
                    <a:pt x="0" y="65532"/>
                  </a:lnTo>
                  <a:close/>
                </a:path>
              </a:pathLst>
            </a:custGeom>
            <a:solidFill>
              <a:srgbClr val="263238"/>
            </a:solidFill>
            <a:ln w="0">
              <a:noFill/>
              <a:prstDash val="solid"/>
            </a:ln>
          </p:spPr>
        </p:sp>
        <p:sp>
          <p:nvSpPr>
            <p:cNvPr id="3172" name="four:temporal-output:textbox:3172">
              <a:extLst>
                <a:ext uri="{FF2B5EF4-FFF2-40B4-BE49-F238E27FC236}">
                  <ns2:creationId id="{A07180B3-C94A-4AA1-A829-D491ABEC7A70}"/>
                </a:ext>
              </a:extLst>
            </p:cNvPr>
            <p:cNvSpPr>
              <a:spLocks noGrp="1"/>
            </p:cNvSpPr>
            <p:nvPr/>
          </p:nvSpPr>
          <p:spPr>
            <a:xfrm>
              <a:off x="24136350" y="7191375"/>
              <a:ext cx="219075" cy="342900"/>
            </a:xfrm>
            <a:prstGeom prst="rect">
              <a:avLst/>
            </a:prstGeom>
            <a:noFill/>
            <a:ln w="0">
              <a:noFill/>
              <a:prstDash val="solid"/>
            </a:ln>
          </p:spPr>
          <p:txBody>
            <a:bodyPr wrap="none" lIns="0" tIns="0" rIns="0" bIns="0" anchor="ctr">
              <a:normAutofit fontScale="100000"/>
            </a:bodyPr>
            <a:lstStyle>
              <a:defPPr algn="ctr">
                <a:defRPr sz="1950" b="0">
                  <a:solidFill>
                    <a:srgbClr val="263238"/>
                  </a:solidFill>
                  <a:latin typeface="Arial"/>
                  <a:ea typeface="Arial"/>
                  <a:cs typeface="Arial"/>
                </a:defRPr>
              </a:defPPr>
            </a:lstStyle>
            <a:p>
              <a:pPr algn="ctr">
                <a:defRPr sz="1950" b="0">
                  <a:solidFill>
                    <a:srgbClr val="263238"/>
                  </a:solidFill>
                  <a:latin typeface="Arial"/>
                  <a:ea typeface="Arial"/>
                  <a:cs typeface="Arial"/>
                </a:defRPr>
              </a:pPr>
              <a:r>
                <a:rPr sz="1950" b="0">
                  <a:solidFill>
                    <a:srgbClr val="263238"/>
                  </a:solidFill>
                  <a:latin typeface="Arial"/>
                  <a:ea typeface="Arial"/>
                  <a:cs typeface="Arial"/>
                </a:rPr>
                <a:t>t</a:t>
              </a:r>
            </a:p>
          </p:txBody>
        </p:sp>
      </p:grpSp>
      <p:grpSp>
        <p:nvGrpSpPr>
          <p:cNvPr id="5000" name="三维时变标量场（可编辑）"/>
          <p:cNvGrpSpPr/>
          <p:nvPr/>
        </p:nvGrpSpPr>
        <p:grpSpPr>
          <a:xfrm>
            <a:off x="0" y="0"/>
            <a:ext cx="24955500" cy="8572500"/>
            <a:chOff x="0" y="0"/>
            <a:chExt cx="24955500" cy="8572500"/>
          </a:xfrm>
        </p:grpSpPr>
        <p:sp>
          <p:nvSpPr>
            <p:cNvPr id="7001" name="addition:input:3190">
              <a:extLst>
                <a:ext uri="{FF2B5EF4-FFF2-40B4-BE49-F238E27FC236}">
                  <ns2:creationId id="{5950AC3E-6F2E-495E-9007-E5AE51E6DB09}"/>
                </a:ext>
              </a:extLst>
            </p:cNvPr>
            <p:cNvSpPr>
              <a:spLocks noGrp="1"/>
            </p:cNvSpPr>
            <p:nvPr/>
          </p:nvSpPr>
          <p:spPr>
            <a:xfrm>
              <a:off x="374904" y="4957191"/>
              <a:ext cx="2359152" cy="2670048"/>
            </a:xfrm>
            <a:prstGeom prst="roundRect">
              <a:avLst/>
            </a:prstGeom>
            <a:solidFill>
              <a:srgbClr val="FFFFFF"/>
            </a:solidFill>
            <a:ln w="10795">
              <a:solidFill>
                <a:srgbClr val="B2D2E2"/>
              </a:solidFill>
            </a:ln>
          </p:spPr>
          <p:txBody>
            <a:bodyPr anchor="ctr"/>
            <a:lstStyle/>
            <a:p>
              <a:pPr algn="ctr">
                <a:buNone/>
              </a:pPr>
            </a:p>
          </p:txBody>
        </p:sp>
        <p:sp>
          <p:nvSpPr>
            <p:cNvPr id="7002" name="addition:input:3191">
              <a:extLst>
                <a:ext uri="{FF2B5EF4-FFF2-40B4-BE49-F238E27FC236}">
                  <ns2:creationId id="{1519BBA7-79EF-4FE5-88EE-9B1D06BA1E4A}"/>
                </a:ext>
              </a:extLst>
            </p:cNvPr>
            <p:cNvSpPr>
              <a:spLocks noGrp="1"/>
            </p:cNvSpPr>
            <p:nvPr/>
          </p:nvSpPr>
          <p:spPr>
            <a:xfrm>
              <a:off x="484632" y="5066919"/>
              <a:ext cx="2075688" cy="301752"/>
            </a:xfrm>
            <a:prstGeom prst="rect">
              <a:avLst/>
            </a:prstGeom>
            <a:noFill/>
          </p:spPr>
          <p:txBody>
            <a:bodyPr wrap="none" lIns="13716" tIns="0" rIns="9144" bIns="0">
              <a:spAutoFit/>
            </a:bodyPr>
            <a:lstStyle>
              <a:defPPr>
                <a:defRPr sz="1200"/>
              </a:defPPr>
              <a:lvl1pPr>
                <a:defRPr sz="1200"/>
              </a:lvl1pPr>
              <a:lvl2pPr>
                <a:defRPr sz="1200"/>
              </a:lvl2pPr>
              <a:lvl3pPr>
                <a:defRPr sz="1200"/>
              </a:lvl3pPr>
              <a:lvl4pPr>
                <a:defRPr sz="1200"/>
              </a:lvl4pPr>
              <a:lvl5pPr>
                <a:defRPr sz="1200"/>
              </a:lvl5pPr>
              <a:lvl6pPr>
                <a:defRPr sz="1200"/>
              </a:lvl6pPr>
              <a:lvl7pPr>
                <a:defRPr sz="1200"/>
              </a:lvl7pPr>
              <a:lvl8pPr>
                <a:defRPr sz="1200"/>
              </a:lvl8pPr>
              <a:lvl9pPr>
                <a:defRPr sz="1200"/>
              </a:lvl9pPr>
            </a:lstStyle>
            <a:p>
              <a:pPr>
                <a:defRPr sz="1200"/>
              </a:pPr>
              <a:r>
                <a:rPr sz="1200" b="1">
                  <a:solidFill>
                    <a:srgbClr val="263238"/>
                  </a:solidFill>
                  <a:latin typeface="Arial"/>
                  <a:ea typeface="Arial"/>
                  <a:cs typeface="Arial"/>
                </a:rPr>
                <a:t>3D time-varying scalar fields</a:t>
              </a:r>
            </a:p>
          </p:txBody>
        </p:sp>
        <p:sp>
          <p:nvSpPr>
            <p:cNvPr id="7003" name="addition:input:2">
              <a:extLst>
                <a:ext uri="{FF2B5EF4-FFF2-40B4-BE49-F238E27FC236}">
                  <ns2:creationId id="{C7817362-2A7B-46EB-8629-1F375A8438B3}"/>
                </a:ext>
              </a:extLst>
            </p:cNvPr>
            <p:cNvSpPr>
              <a:spLocks noGrp="1"/>
            </p:cNvSpPr>
            <p:nvPr/>
          </p:nvSpPr>
          <p:spPr>
            <a:xfrm>
              <a:off x="209550" y="5438775"/>
              <a:ext cx="2386584" cy="1690817"/>
            </a:xfrm>
            <a:custGeom>
              <a:rect l="l" t="t" r="r" b="b"/>
              <a:pathLst>
                <a:path w="1450" h="902">
                  <a:moveTo>
                    <a:pt x="0" y="0"/>
                  </a:moveTo>
                  <a:moveTo>
                    <a:pt x="109" y="817"/>
                  </a:moveTo>
                  <a:lnTo>
                    <a:pt x="969" y="902"/>
                  </a:lnTo>
                  <a:lnTo>
                    <a:pt x="1450" y="513"/>
                  </a:lnTo>
                  <a:lnTo>
                    <a:pt x="645" y="542"/>
                  </a:lnTo>
                  <a:close/>
                </a:path>
              </a:pathLst>
            </a:custGeom>
            <a:solidFill>
              <a:srgbClr val="D3EAFC">
                <a:alpha val="19000"/>
              </a:srgbClr>
            </a:solidFill>
            <a:ln>
              <a:noFill/>
            </a:ln>
          </p:spPr>
          <p:txBody>
            <a:bodyPr anchor="ctr"/>
            <a:lstStyle/>
            <a:p>
              <a:pPr algn="ctr">
                <a:buNone/>
              </a:pPr>
            </a:p>
          </p:txBody>
        </p:sp>
        <p:sp>
          <p:nvSpPr>
            <p:cNvPr id="7004" name="addition:input:3">
              <a:extLst>
                <a:ext uri="{FF2B5EF4-FFF2-40B4-BE49-F238E27FC236}">
                  <ns2:creationId id="{BE906A0F-AD29-4883-803E-4066C60E093E}"/>
                </a:ext>
              </a:extLst>
            </p:cNvPr>
            <p:cNvSpPr>
              <a:spLocks noGrp="1"/>
            </p:cNvSpPr>
            <p:nvPr/>
          </p:nvSpPr>
          <p:spPr>
            <a:xfrm>
              <a:off x="209550" y="5438775"/>
              <a:ext cx="2386584" cy="603595"/>
            </a:xfrm>
            <a:custGeom>
              <a:rect l="l" t="t" r="r" b="b"/>
              <a:pathLst>
                <a:path w="1450" h="322">
                  <a:moveTo>
                    <a:pt x="0" y="0"/>
                  </a:moveTo>
                  <a:moveTo>
                    <a:pt x="109" y="322"/>
                  </a:moveTo>
                  <a:lnTo>
                    <a:pt x="967" y="322"/>
                  </a:lnTo>
                  <a:lnTo>
                    <a:pt x="1450" y="47"/>
                  </a:lnTo>
                  <a:lnTo>
                    <a:pt x="645" y="47"/>
                  </a:lnTo>
                  <a:close/>
                </a:path>
              </a:pathLst>
            </a:custGeom>
            <a:solidFill>
              <a:srgbClr val="D7ECFD">
                <a:alpha val="15000"/>
              </a:srgbClr>
            </a:solidFill>
            <a:ln>
              <a:noFill/>
            </a:ln>
          </p:spPr>
          <p:txBody>
            <a:bodyPr anchor="ctr"/>
            <a:lstStyle/>
            <a:p>
              <a:pPr algn="ctr">
                <a:buNone/>
              </a:pPr>
            </a:p>
          </p:txBody>
        </p:sp>
        <p:sp>
          <p:nvSpPr>
            <p:cNvPr id="7005" name="addition:input:4">
              <a:extLst>
                <a:ext uri="{FF2B5EF4-FFF2-40B4-BE49-F238E27FC236}">
                  <ns2:creationId id="{3779204D-A5C8-45C9-B972-2366592AB5B3}"/>
                </a:ext>
              </a:extLst>
            </p:cNvPr>
            <p:cNvSpPr>
              <a:spLocks noGrp="1"/>
            </p:cNvSpPr>
            <p:nvPr/>
          </p:nvSpPr>
          <p:spPr>
            <a:xfrm>
              <a:off x="209550" y="5438775"/>
              <a:ext cx="2386584" cy="1694566"/>
            </a:xfrm>
            <a:custGeom>
              <a:rect l="l" t="t" r="r" b="b"/>
              <a:pathLst>
                <a:path w="1450" h="904">
                  <a:moveTo>
                    <a:pt x="0" y="0"/>
                  </a:moveTo>
                  <a:moveTo>
                    <a:pt x="968" y="323"/>
                  </a:moveTo>
                  <a:lnTo>
                    <a:pt x="1450" y="47"/>
                  </a:lnTo>
                  <a:lnTo>
                    <a:pt x="1450" y="512"/>
                  </a:lnTo>
                  <a:lnTo>
                    <a:pt x="968" y="904"/>
                  </a:lnTo>
                  <a:close/>
                </a:path>
              </a:pathLst>
            </a:custGeom>
            <a:solidFill>
              <a:srgbClr val="DDEEFF">
                <a:alpha val="20000"/>
              </a:srgbClr>
            </a:solidFill>
            <a:ln>
              <a:noFill/>
            </a:ln>
          </p:spPr>
          <p:txBody>
            <a:bodyPr anchor="ctr"/>
            <a:lstStyle/>
            <a:p>
              <a:pPr algn="ctr">
                <a:buNone/>
              </a:pPr>
            </a:p>
          </p:txBody>
        </p:sp>
        <p:sp>
          <p:nvSpPr>
            <p:cNvPr id="7006" name="addition:input:5">
              <a:extLst>
                <a:ext uri="{FF2B5EF4-FFF2-40B4-BE49-F238E27FC236}">
                  <ns2:creationId id="{AD9134CB-4BD6-4DD6-B700-B71E972793B7}"/>
                </a:ext>
              </a:extLst>
            </p:cNvPr>
            <p:cNvSpPr>
              <a:spLocks noGrp="1"/>
            </p:cNvSpPr>
            <p:nvPr/>
          </p:nvSpPr>
          <p:spPr>
            <a:xfrm>
              <a:off x="209550" y="5438775"/>
              <a:ext cx="1099475" cy="882899"/>
            </a:xfrm>
            <a:custGeom>
              <a:rect l="l" t="t" r="r" b="b"/>
              <a:pathLst>
                <a:path w="668" h="471">
                  <a:moveTo>
                    <a:pt x="0" y="0"/>
                  </a:moveTo>
                  <a:moveTo>
                    <a:pt x="665" y="378"/>
                  </a:moveTo>
                  <a:lnTo>
                    <a:pt x="660" y="385"/>
                  </a:lnTo>
                  <a:lnTo>
                    <a:pt x="658" y="392"/>
                  </a:lnTo>
                  <a:lnTo>
                    <a:pt x="663" y="400"/>
                  </a:lnTo>
                  <a:lnTo>
                    <a:pt x="668" y="409"/>
                  </a:lnTo>
                  <a:lnTo>
                    <a:pt x="667" y="418"/>
                  </a:lnTo>
                  <a:lnTo>
                    <a:pt x="656" y="423"/>
                  </a:lnTo>
                  <a:lnTo>
                    <a:pt x="639" y="424"/>
                  </a:lnTo>
                  <a:lnTo>
                    <a:pt x="624" y="425"/>
                  </a:lnTo>
                  <a:lnTo>
                    <a:pt x="615" y="428"/>
                  </a:lnTo>
                  <a:lnTo>
                    <a:pt x="610" y="434"/>
                  </a:lnTo>
                  <a:lnTo>
                    <a:pt x="604" y="441"/>
                  </a:lnTo>
                  <a:lnTo>
                    <a:pt x="596" y="447"/>
                  </a:lnTo>
                  <a:lnTo>
                    <a:pt x="587" y="453"/>
                  </a:lnTo>
                  <a:lnTo>
                    <a:pt x="578" y="460"/>
                  </a:lnTo>
                  <a:lnTo>
                    <a:pt x="567" y="467"/>
                  </a:lnTo>
                  <a:lnTo>
                    <a:pt x="555" y="471"/>
                  </a:lnTo>
                  <a:lnTo>
                    <a:pt x="541" y="469"/>
                  </a:lnTo>
                  <a:lnTo>
                    <a:pt x="528" y="460"/>
                  </a:lnTo>
                  <a:lnTo>
                    <a:pt x="518" y="452"/>
                  </a:lnTo>
                  <a:lnTo>
                    <a:pt x="508" y="449"/>
                  </a:lnTo>
                  <a:lnTo>
                    <a:pt x="496" y="451"/>
                  </a:lnTo>
                  <a:lnTo>
                    <a:pt x="484" y="453"/>
                  </a:lnTo>
                  <a:lnTo>
                    <a:pt x="474" y="450"/>
                  </a:lnTo>
                  <a:lnTo>
                    <a:pt x="468" y="443"/>
                  </a:lnTo>
                  <a:lnTo>
                    <a:pt x="464" y="436"/>
                  </a:lnTo>
                  <a:lnTo>
                    <a:pt x="458" y="431"/>
                  </a:lnTo>
                  <a:lnTo>
                    <a:pt x="448" y="429"/>
                  </a:lnTo>
                  <a:lnTo>
                    <a:pt x="436" y="427"/>
                  </a:lnTo>
                  <a:lnTo>
                    <a:pt x="427" y="423"/>
                  </a:lnTo>
                  <a:lnTo>
                    <a:pt x="423" y="416"/>
                  </a:lnTo>
                  <a:lnTo>
                    <a:pt x="420" y="409"/>
                  </a:lnTo>
                  <a:lnTo>
                    <a:pt x="416" y="402"/>
                  </a:lnTo>
                  <a:lnTo>
                    <a:pt x="415" y="394"/>
                  </a:lnTo>
                  <a:lnTo>
                    <a:pt x="421" y="386"/>
                  </a:lnTo>
                  <a:lnTo>
                    <a:pt x="434" y="378"/>
                  </a:lnTo>
                  <a:lnTo>
                    <a:pt x="448" y="372"/>
                  </a:lnTo>
                  <a:lnTo>
                    <a:pt x="455" y="366"/>
                  </a:lnTo>
                  <a:lnTo>
                    <a:pt x="451" y="359"/>
                  </a:lnTo>
                  <a:lnTo>
                    <a:pt x="442" y="350"/>
                  </a:lnTo>
                  <a:lnTo>
                    <a:pt x="436" y="340"/>
                  </a:lnTo>
                  <a:lnTo>
                    <a:pt x="439" y="332"/>
                  </a:lnTo>
                  <a:lnTo>
                    <a:pt x="448" y="327"/>
                  </a:lnTo>
                  <a:lnTo>
                    <a:pt x="458" y="323"/>
                  </a:lnTo>
                  <a:lnTo>
                    <a:pt x="464" y="318"/>
                  </a:lnTo>
                  <a:lnTo>
                    <a:pt x="469" y="311"/>
                  </a:lnTo>
                  <a:lnTo>
                    <a:pt x="477" y="306"/>
                  </a:lnTo>
                  <a:lnTo>
                    <a:pt x="486" y="305"/>
                  </a:lnTo>
                  <a:lnTo>
                    <a:pt x="497" y="305"/>
                  </a:lnTo>
                  <a:lnTo>
                    <a:pt x="505" y="304"/>
                  </a:lnTo>
                  <a:lnTo>
                    <a:pt x="513" y="301"/>
                  </a:lnTo>
                  <a:lnTo>
                    <a:pt x="521" y="299"/>
                  </a:lnTo>
                  <a:lnTo>
                    <a:pt x="530" y="301"/>
                  </a:lnTo>
                  <a:lnTo>
                    <a:pt x="538" y="306"/>
                  </a:lnTo>
                  <a:lnTo>
                    <a:pt x="546" y="309"/>
                  </a:lnTo>
                  <a:lnTo>
                    <a:pt x="555" y="306"/>
                  </a:lnTo>
                  <a:lnTo>
                    <a:pt x="568" y="298"/>
                  </a:lnTo>
                  <a:lnTo>
                    <a:pt x="583" y="292"/>
                  </a:lnTo>
                  <a:lnTo>
                    <a:pt x="595" y="293"/>
                  </a:lnTo>
                  <a:lnTo>
                    <a:pt x="603" y="301"/>
                  </a:lnTo>
                  <a:lnTo>
                    <a:pt x="606" y="312"/>
                  </a:lnTo>
                  <a:lnTo>
                    <a:pt x="609" y="321"/>
                  </a:lnTo>
                  <a:lnTo>
                    <a:pt x="614" y="328"/>
                  </a:lnTo>
                  <a:lnTo>
                    <a:pt x="621" y="333"/>
                  </a:lnTo>
                  <a:lnTo>
                    <a:pt x="626" y="340"/>
                  </a:lnTo>
                  <a:lnTo>
                    <a:pt x="630" y="346"/>
                  </a:lnTo>
                  <a:lnTo>
                    <a:pt x="637" y="352"/>
                  </a:lnTo>
                  <a:lnTo>
                    <a:pt x="647" y="357"/>
                  </a:lnTo>
                  <a:lnTo>
                    <a:pt x="659" y="363"/>
                  </a:lnTo>
                  <a:lnTo>
                    <a:pt x="666" y="370"/>
                  </a:lnTo>
                  <a:close/>
                </a:path>
              </a:pathLst>
            </a:custGeom>
            <a:solidFill>
              <a:srgbClr val="A7CEE4">
                <a:alpha val="12900"/>
              </a:srgbClr>
            </a:solidFill>
            <a:ln>
              <a:noFill/>
            </a:ln>
          </p:spPr>
          <p:txBody>
            <a:bodyPr anchor="ctr"/>
            <a:lstStyle/>
            <a:p>
              <a:pPr algn="ctr">
                <a:buNone/>
              </a:pPr>
            </a:p>
          </p:txBody>
        </p:sp>
        <p:sp>
          <p:nvSpPr>
            <p:cNvPr id="7007" name="addition:input:6">
              <a:extLst>
                <a:ext uri="{FF2B5EF4-FFF2-40B4-BE49-F238E27FC236}">
                  <ns2:creationId id="{78C4828A-F68C-4458-BD24-5DCD39FB594B}"/>
                </a:ext>
              </a:extLst>
            </p:cNvPr>
            <p:cNvSpPr>
              <a:spLocks noGrp="1"/>
            </p:cNvSpPr>
            <p:nvPr/>
          </p:nvSpPr>
          <p:spPr>
            <a:xfrm>
              <a:off x="209550" y="5438775"/>
              <a:ext cx="1050097" cy="862279"/>
            </a:xfrm>
            <a:custGeom>
              <a:rect l="l" t="t" r="r" b="b"/>
              <a:pathLst>
                <a:path w="638" h="460">
                  <a:moveTo>
                    <a:pt x="0" y="0"/>
                  </a:moveTo>
                  <a:moveTo>
                    <a:pt x="629" y="383"/>
                  </a:moveTo>
                  <a:lnTo>
                    <a:pt x="630" y="389"/>
                  </a:lnTo>
                  <a:lnTo>
                    <a:pt x="629" y="395"/>
                  </a:lnTo>
                  <a:lnTo>
                    <a:pt x="629" y="401"/>
                  </a:lnTo>
                  <a:lnTo>
                    <a:pt x="633" y="409"/>
                  </a:lnTo>
                  <a:lnTo>
                    <a:pt x="638" y="417"/>
                  </a:lnTo>
                  <a:lnTo>
                    <a:pt x="637" y="425"/>
                  </a:lnTo>
                  <a:lnTo>
                    <a:pt x="628" y="428"/>
                  </a:lnTo>
                  <a:lnTo>
                    <a:pt x="613" y="428"/>
                  </a:lnTo>
                  <a:lnTo>
                    <a:pt x="599" y="426"/>
                  </a:lnTo>
                  <a:lnTo>
                    <a:pt x="591" y="428"/>
                  </a:lnTo>
                  <a:lnTo>
                    <a:pt x="587" y="433"/>
                  </a:lnTo>
                  <a:lnTo>
                    <a:pt x="583" y="440"/>
                  </a:lnTo>
                  <a:lnTo>
                    <a:pt x="577" y="446"/>
                  </a:lnTo>
                  <a:lnTo>
                    <a:pt x="569" y="449"/>
                  </a:lnTo>
                  <a:lnTo>
                    <a:pt x="560" y="453"/>
                  </a:lnTo>
                  <a:lnTo>
                    <a:pt x="550" y="457"/>
                  </a:lnTo>
                  <a:lnTo>
                    <a:pt x="540" y="460"/>
                  </a:lnTo>
                  <a:lnTo>
                    <a:pt x="528" y="459"/>
                  </a:lnTo>
                  <a:lnTo>
                    <a:pt x="518" y="454"/>
                  </a:lnTo>
                  <a:lnTo>
                    <a:pt x="509" y="448"/>
                  </a:lnTo>
                  <a:lnTo>
                    <a:pt x="500" y="446"/>
                  </a:lnTo>
                  <a:lnTo>
                    <a:pt x="489" y="446"/>
                  </a:lnTo>
                  <a:lnTo>
                    <a:pt x="478" y="446"/>
                  </a:lnTo>
                  <a:lnTo>
                    <a:pt x="469" y="442"/>
                  </a:lnTo>
                  <a:lnTo>
                    <a:pt x="466" y="435"/>
                  </a:lnTo>
                  <a:lnTo>
                    <a:pt x="465" y="427"/>
                  </a:lnTo>
                  <a:lnTo>
                    <a:pt x="461" y="422"/>
                  </a:lnTo>
                  <a:lnTo>
                    <a:pt x="451" y="420"/>
                  </a:lnTo>
                  <a:lnTo>
                    <a:pt x="439" y="419"/>
                  </a:lnTo>
                  <a:lnTo>
                    <a:pt x="427" y="416"/>
                  </a:lnTo>
                  <a:lnTo>
                    <a:pt x="422" y="410"/>
                  </a:lnTo>
                  <a:lnTo>
                    <a:pt x="420" y="403"/>
                  </a:lnTo>
                  <a:lnTo>
                    <a:pt x="420" y="397"/>
                  </a:lnTo>
                  <a:lnTo>
                    <a:pt x="422" y="390"/>
                  </a:lnTo>
                  <a:lnTo>
                    <a:pt x="426" y="383"/>
                  </a:lnTo>
                  <a:lnTo>
                    <a:pt x="436" y="377"/>
                  </a:lnTo>
                  <a:lnTo>
                    <a:pt x="448" y="372"/>
                  </a:lnTo>
                  <a:lnTo>
                    <a:pt x="455" y="368"/>
                  </a:lnTo>
                  <a:lnTo>
                    <a:pt x="455" y="362"/>
                  </a:lnTo>
                  <a:lnTo>
                    <a:pt x="450" y="354"/>
                  </a:lnTo>
                  <a:lnTo>
                    <a:pt x="448" y="346"/>
                  </a:lnTo>
                  <a:lnTo>
                    <a:pt x="453" y="340"/>
                  </a:lnTo>
                  <a:lnTo>
                    <a:pt x="463" y="337"/>
                  </a:lnTo>
                  <a:lnTo>
                    <a:pt x="473" y="334"/>
                  </a:lnTo>
                  <a:lnTo>
                    <a:pt x="479" y="330"/>
                  </a:lnTo>
                  <a:lnTo>
                    <a:pt x="483" y="323"/>
                  </a:lnTo>
                  <a:lnTo>
                    <a:pt x="488" y="316"/>
                  </a:lnTo>
                  <a:lnTo>
                    <a:pt x="496" y="313"/>
                  </a:lnTo>
                  <a:lnTo>
                    <a:pt x="506" y="314"/>
                  </a:lnTo>
                  <a:lnTo>
                    <a:pt x="515" y="316"/>
                  </a:lnTo>
                  <a:lnTo>
                    <a:pt x="523" y="317"/>
                  </a:lnTo>
                  <a:lnTo>
                    <a:pt x="530" y="317"/>
                  </a:lnTo>
                  <a:lnTo>
                    <a:pt x="537" y="319"/>
                  </a:lnTo>
                  <a:lnTo>
                    <a:pt x="543" y="323"/>
                  </a:lnTo>
                  <a:lnTo>
                    <a:pt x="549" y="325"/>
                  </a:lnTo>
                  <a:lnTo>
                    <a:pt x="557" y="323"/>
                  </a:lnTo>
                  <a:lnTo>
                    <a:pt x="568" y="318"/>
                  </a:lnTo>
                  <a:lnTo>
                    <a:pt x="581" y="313"/>
                  </a:lnTo>
                  <a:lnTo>
                    <a:pt x="591" y="314"/>
                  </a:lnTo>
                  <a:lnTo>
                    <a:pt x="595" y="321"/>
                  </a:lnTo>
                  <a:lnTo>
                    <a:pt x="595" y="331"/>
                  </a:lnTo>
                  <a:lnTo>
                    <a:pt x="596" y="339"/>
                  </a:lnTo>
                  <a:lnTo>
                    <a:pt x="600" y="344"/>
                  </a:lnTo>
                  <a:lnTo>
                    <a:pt x="607" y="349"/>
                  </a:lnTo>
                  <a:lnTo>
                    <a:pt x="612" y="354"/>
                  </a:lnTo>
                  <a:lnTo>
                    <a:pt x="614" y="360"/>
                  </a:lnTo>
                  <a:lnTo>
                    <a:pt x="615" y="366"/>
                  </a:lnTo>
                  <a:lnTo>
                    <a:pt x="619" y="371"/>
                  </a:lnTo>
                  <a:lnTo>
                    <a:pt x="624" y="377"/>
                  </a:lnTo>
                  <a:close/>
                </a:path>
              </a:pathLst>
            </a:custGeom>
            <a:solidFill>
              <a:srgbClr val="59A3CD">
                <a:alpha val="12900"/>
              </a:srgbClr>
            </a:solidFill>
            <a:ln>
              <a:noFill/>
            </a:ln>
          </p:spPr>
          <p:txBody>
            <a:bodyPr anchor="ctr"/>
            <a:lstStyle/>
            <a:p>
              <a:pPr algn="ctr">
                <a:buNone/>
              </a:pPr>
            </a:p>
          </p:txBody>
        </p:sp>
        <p:sp>
          <p:nvSpPr>
            <p:cNvPr id="7008" name="addition:input:7">
              <a:extLst>
                <a:ext uri="{FF2B5EF4-FFF2-40B4-BE49-F238E27FC236}">
                  <ns2:creationId id="{23FCEB2A-301C-47AE-A20F-BDC386CE3F8D}"/>
                </a:ext>
              </a:extLst>
            </p:cNvPr>
            <p:cNvSpPr>
              <a:spLocks noGrp="1"/>
            </p:cNvSpPr>
            <p:nvPr/>
          </p:nvSpPr>
          <p:spPr>
            <a:xfrm>
              <a:off x="209550" y="5438775"/>
              <a:ext cx="1027054" cy="854781"/>
            </a:xfrm>
            <a:custGeom>
              <a:rect l="l" t="t" r="r" b="b"/>
              <a:pathLst>
                <a:path w="624" h="456">
                  <a:moveTo>
                    <a:pt x="0" y="0"/>
                  </a:moveTo>
                  <a:moveTo>
                    <a:pt x="610" y="388"/>
                  </a:moveTo>
                  <a:lnTo>
                    <a:pt x="609" y="393"/>
                  </a:lnTo>
                  <a:lnTo>
                    <a:pt x="614" y="399"/>
                  </a:lnTo>
                  <a:lnTo>
                    <a:pt x="621" y="406"/>
                  </a:lnTo>
                  <a:lnTo>
                    <a:pt x="624" y="412"/>
                  </a:lnTo>
                  <a:lnTo>
                    <a:pt x="620" y="418"/>
                  </a:lnTo>
                  <a:lnTo>
                    <a:pt x="609" y="420"/>
                  </a:lnTo>
                  <a:lnTo>
                    <a:pt x="598" y="422"/>
                  </a:lnTo>
                  <a:lnTo>
                    <a:pt x="590" y="424"/>
                  </a:lnTo>
                  <a:lnTo>
                    <a:pt x="585" y="427"/>
                  </a:lnTo>
                  <a:lnTo>
                    <a:pt x="579" y="430"/>
                  </a:lnTo>
                  <a:lnTo>
                    <a:pt x="573" y="433"/>
                  </a:lnTo>
                  <a:lnTo>
                    <a:pt x="567" y="436"/>
                  </a:lnTo>
                  <a:lnTo>
                    <a:pt x="562" y="442"/>
                  </a:lnTo>
                  <a:lnTo>
                    <a:pt x="556" y="450"/>
                  </a:lnTo>
                  <a:lnTo>
                    <a:pt x="548" y="456"/>
                  </a:lnTo>
                  <a:lnTo>
                    <a:pt x="538" y="456"/>
                  </a:lnTo>
                  <a:lnTo>
                    <a:pt x="528" y="452"/>
                  </a:lnTo>
                  <a:lnTo>
                    <a:pt x="519" y="447"/>
                  </a:lnTo>
                  <a:lnTo>
                    <a:pt x="510" y="444"/>
                  </a:lnTo>
                  <a:lnTo>
                    <a:pt x="502" y="445"/>
                  </a:lnTo>
                  <a:lnTo>
                    <a:pt x="492" y="447"/>
                  </a:lnTo>
                  <a:lnTo>
                    <a:pt x="484" y="445"/>
                  </a:lnTo>
                  <a:lnTo>
                    <a:pt x="478" y="440"/>
                  </a:lnTo>
                  <a:lnTo>
                    <a:pt x="475" y="434"/>
                  </a:lnTo>
                  <a:lnTo>
                    <a:pt x="470" y="430"/>
                  </a:lnTo>
                  <a:lnTo>
                    <a:pt x="464" y="428"/>
                  </a:lnTo>
                  <a:lnTo>
                    <a:pt x="456" y="426"/>
                  </a:lnTo>
                  <a:lnTo>
                    <a:pt x="449" y="423"/>
                  </a:lnTo>
                  <a:lnTo>
                    <a:pt x="444" y="420"/>
                  </a:lnTo>
                  <a:lnTo>
                    <a:pt x="439" y="416"/>
                  </a:lnTo>
                  <a:lnTo>
                    <a:pt x="433" y="411"/>
                  </a:lnTo>
                  <a:lnTo>
                    <a:pt x="427" y="407"/>
                  </a:lnTo>
                  <a:lnTo>
                    <a:pt x="428" y="400"/>
                  </a:lnTo>
                  <a:lnTo>
                    <a:pt x="436" y="394"/>
                  </a:lnTo>
                  <a:lnTo>
                    <a:pt x="449" y="388"/>
                  </a:lnTo>
                  <a:lnTo>
                    <a:pt x="457" y="384"/>
                  </a:lnTo>
                  <a:lnTo>
                    <a:pt x="458" y="379"/>
                  </a:lnTo>
                  <a:lnTo>
                    <a:pt x="454" y="373"/>
                  </a:lnTo>
                  <a:lnTo>
                    <a:pt x="450" y="367"/>
                  </a:lnTo>
                  <a:lnTo>
                    <a:pt x="451" y="361"/>
                  </a:lnTo>
                  <a:lnTo>
                    <a:pt x="457" y="357"/>
                  </a:lnTo>
                  <a:lnTo>
                    <a:pt x="462" y="353"/>
                  </a:lnTo>
                  <a:lnTo>
                    <a:pt x="465" y="348"/>
                  </a:lnTo>
                  <a:lnTo>
                    <a:pt x="468" y="342"/>
                  </a:lnTo>
                  <a:lnTo>
                    <a:pt x="473" y="338"/>
                  </a:lnTo>
                  <a:lnTo>
                    <a:pt x="481" y="335"/>
                  </a:lnTo>
                  <a:lnTo>
                    <a:pt x="488" y="334"/>
                  </a:lnTo>
                  <a:lnTo>
                    <a:pt x="494" y="332"/>
                  </a:lnTo>
                  <a:lnTo>
                    <a:pt x="500" y="329"/>
                  </a:lnTo>
                  <a:lnTo>
                    <a:pt x="506" y="328"/>
                  </a:lnTo>
                  <a:lnTo>
                    <a:pt x="514" y="330"/>
                  </a:lnTo>
                  <a:lnTo>
                    <a:pt x="520" y="335"/>
                  </a:lnTo>
                  <a:lnTo>
                    <a:pt x="526" y="339"/>
                  </a:lnTo>
                  <a:lnTo>
                    <a:pt x="531" y="338"/>
                  </a:lnTo>
                  <a:lnTo>
                    <a:pt x="539" y="333"/>
                  </a:lnTo>
                  <a:lnTo>
                    <a:pt x="548" y="326"/>
                  </a:lnTo>
                  <a:lnTo>
                    <a:pt x="558" y="324"/>
                  </a:lnTo>
                  <a:lnTo>
                    <a:pt x="565" y="327"/>
                  </a:lnTo>
                  <a:lnTo>
                    <a:pt x="570" y="333"/>
                  </a:lnTo>
                  <a:lnTo>
                    <a:pt x="574" y="339"/>
                  </a:lnTo>
                  <a:lnTo>
                    <a:pt x="579" y="344"/>
                  </a:lnTo>
                  <a:lnTo>
                    <a:pt x="583" y="349"/>
                  </a:lnTo>
                  <a:lnTo>
                    <a:pt x="586" y="354"/>
                  </a:lnTo>
                  <a:lnTo>
                    <a:pt x="587" y="360"/>
                  </a:lnTo>
                  <a:lnTo>
                    <a:pt x="590" y="365"/>
                  </a:lnTo>
                  <a:lnTo>
                    <a:pt x="597" y="368"/>
                  </a:lnTo>
                  <a:lnTo>
                    <a:pt x="606" y="372"/>
                  </a:lnTo>
                  <a:lnTo>
                    <a:pt x="612" y="377"/>
                  </a:lnTo>
                  <a:lnTo>
                    <a:pt x="612" y="383"/>
                  </a:lnTo>
                  <a:close/>
                </a:path>
              </a:pathLst>
            </a:custGeom>
            <a:solidFill>
              <a:srgbClr val="0675B4">
                <a:alpha val="10500"/>
              </a:srgbClr>
            </a:solidFill>
            <a:ln>
              <a:noFill/>
            </a:ln>
          </p:spPr>
          <p:txBody>
            <a:bodyPr anchor="ctr"/>
            <a:lstStyle/>
            <a:p>
              <a:pPr algn="ctr">
                <a:buNone/>
              </a:pPr>
            </a:p>
          </p:txBody>
        </p:sp>
        <p:sp>
          <p:nvSpPr>
            <p:cNvPr id="7009" name="addition:input:8">
              <a:extLst>
                <a:ext uri="{FF2B5EF4-FFF2-40B4-BE49-F238E27FC236}">
                  <ns2:creationId id="{8A15B87E-7648-4F1D-A639-09618E8075A1}"/>
                </a:ext>
              </a:extLst>
            </p:cNvPr>
            <p:cNvSpPr>
              <a:spLocks noGrp="1"/>
            </p:cNvSpPr>
            <p:nvPr/>
          </p:nvSpPr>
          <p:spPr>
            <a:xfrm>
              <a:off x="209550" y="5438775"/>
              <a:ext cx="867400" cy="744184"/>
            </a:xfrm>
            <a:custGeom>
              <a:rect l="l" t="t" r="r" b="b"/>
              <a:pathLst>
                <a:path w="527" h="397">
                  <a:moveTo>
                    <a:pt x="0" y="0"/>
                  </a:moveTo>
                  <a:moveTo>
                    <a:pt x="518" y="368"/>
                  </a:moveTo>
                  <a:lnTo>
                    <a:pt x="520" y="370"/>
                  </a:lnTo>
                  <a:lnTo>
                    <a:pt x="523" y="373"/>
                  </a:lnTo>
                  <a:lnTo>
                    <a:pt x="523" y="375"/>
                  </a:lnTo>
                  <a:lnTo>
                    <a:pt x="522" y="377"/>
                  </a:lnTo>
                  <a:lnTo>
                    <a:pt x="521" y="379"/>
                  </a:lnTo>
                  <a:lnTo>
                    <a:pt x="520" y="382"/>
                  </a:lnTo>
                  <a:lnTo>
                    <a:pt x="520" y="384"/>
                  </a:lnTo>
                  <a:lnTo>
                    <a:pt x="518" y="386"/>
                  </a:lnTo>
                  <a:lnTo>
                    <a:pt x="515" y="387"/>
                  </a:lnTo>
                  <a:lnTo>
                    <a:pt x="512" y="388"/>
                  </a:lnTo>
                  <a:lnTo>
                    <a:pt x="510" y="389"/>
                  </a:lnTo>
                  <a:lnTo>
                    <a:pt x="508" y="391"/>
                  </a:lnTo>
                  <a:lnTo>
                    <a:pt x="506" y="392"/>
                  </a:lnTo>
                  <a:lnTo>
                    <a:pt x="503" y="392"/>
                  </a:lnTo>
                  <a:lnTo>
                    <a:pt x="499" y="390"/>
                  </a:lnTo>
                  <a:lnTo>
                    <a:pt x="496" y="389"/>
                  </a:lnTo>
                  <a:lnTo>
                    <a:pt x="494" y="390"/>
                  </a:lnTo>
                  <a:lnTo>
                    <a:pt x="491" y="393"/>
                  </a:lnTo>
                  <a:lnTo>
                    <a:pt x="488" y="396"/>
                  </a:lnTo>
                  <a:lnTo>
                    <a:pt x="484" y="397"/>
                  </a:lnTo>
                  <a:lnTo>
                    <a:pt x="480" y="395"/>
                  </a:lnTo>
                  <a:lnTo>
                    <a:pt x="477" y="394"/>
                  </a:lnTo>
                  <a:lnTo>
                    <a:pt x="474" y="392"/>
                  </a:lnTo>
                  <a:lnTo>
                    <a:pt x="471" y="390"/>
                  </a:lnTo>
                  <a:lnTo>
                    <a:pt x="469" y="388"/>
                  </a:lnTo>
                  <a:lnTo>
                    <a:pt x="468" y="385"/>
                  </a:lnTo>
                  <a:lnTo>
                    <a:pt x="466" y="383"/>
                  </a:lnTo>
                  <a:lnTo>
                    <a:pt x="464" y="381"/>
                  </a:lnTo>
                  <a:lnTo>
                    <a:pt x="460" y="380"/>
                  </a:lnTo>
                  <a:lnTo>
                    <a:pt x="456" y="379"/>
                  </a:lnTo>
                  <a:lnTo>
                    <a:pt x="453" y="378"/>
                  </a:lnTo>
                  <a:lnTo>
                    <a:pt x="453" y="375"/>
                  </a:lnTo>
                  <a:lnTo>
                    <a:pt x="454" y="373"/>
                  </a:lnTo>
                  <a:lnTo>
                    <a:pt x="453" y="370"/>
                  </a:lnTo>
                  <a:lnTo>
                    <a:pt x="451" y="368"/>
                  </a:lnTo>
                  <a:lnTo>
                    <a:pt x="447" y="366"/>
                  </a:lnTo>
                  <a:lnTo>
                    <a:pt x="446" y="363"/>
                  </a:lnTo>
                  <a:lnTo>
                    <a:pt x="448" y="361"/>
                  </a:lnTo>
                  <a:lnTo>
                    <a:pt x="453" y="359"/>
                  </a:lnTo>
                  <a:lnTo>
                    <a:pt x="457" y="358"/>
                  </a:lnTo>
                  <a:lnTo>
                    <a:pt x="460" y="357"/>
                  </a:lnTo>
                  <a:lnTo>
                    <a:pt x="462" y="355"/>
                  </a:lnTo>
                  <a:lnTo>
                    <a:pt x="465" y="354"/>
                  </a:lnTo>
                  <a:lnTo>
                    <a:pt x="467" y="352"/>
                  </a:lnTo>
                  <a:lnTo>
                    <a:pt x="469" y="350"/>
                  </a:lnTo>
                  <a:lnTo>
                    <a:pt x="471" y="348"/>
                  </a:lnTo>
                  <a:lnTo>
                    <a:pt x="472" y="344"/>
                  </a:lnTo>
                  <a:lnTo>
                    <a:pt x="475" y="341"/>
                  </a:lnTo>
                  <a:lnTo>
                    <a:pt x="479" y="341"/>
                  </a:lnTo>
                  <a:lnTo>
                    <a:pt x="484" y="342"/>
                  </a:lnTo>
                  <a:lnTo>
                    <a:pt x="488" y="344"/>
                  </a:lnTo>
                  <a:lnTo>
                    <a:pt x="491" y="345"/>
                  </a:lnTo>
                  <a:lnTo>
                    <a:pt x="494" y="344"/>
                  </a:lnTo>
                  <a:lnTo>
                    <a:pt x="498" y="343"/>
                  </a:lnTo>
                  <a:lnTo>
                    <a:pt x="501" y="343"/>
                  </a:lnTo>
                  <a:lnTo>
                    <a:pt x="503" y="345"/>
                  </a:lnTo>
                  <a:lnTo>
                    <a:pt x="505" y="347"/>
                  </a:lnTo>
                  <a:lnTo>
                    <a:pt x="508" y="348"/>
                  </a:lnTo>
                  <a:lnTo>
                    <a:pt x="510" y="349"/>
                  </a:lnTo>
                  <a:lnTo>
                    <a:pt x="513" y="349"/>
                  </a:lnTo>
                  <a:lnTo>
                    <a:pt x="516" y="350"/>
                  </a:lnTo>
                  <a:lnTo>
                    <a:pt x="518" y="352"/>
                  </a:lnTo>
                  <a:lnTo>
                    <a:pt x="521" y="353"/>
                  </a:lnTo>
                  <a:lnTo>
                    <a:pt x="524" y="354"/>
                  </a:lnTo>
                  <a:lnTo>
                    <a:pt x="527" y="356"/>
                  </a:lnTo>
                  <a:lnTo>
                    <a:pt x="527" y="358"/>
                  </a:lnTo>
                  <a:lnTo>
                    <a:pt x="523" y="361"/>
                  </a:lnTo>
                  <a:lnTo>
                    <a:pt x="519" y="364"/>
                  </a:lnTo>
                  <a:lnTo>
                    <a:pt x="517" y="366"/>
                  </a:lnTo>
                  <a:close/>
                </a:path>
              </a:pathLst>
            </a:custGeom>
            <a:solidFill>
              <a:srgbClr val="59A3CD">
                <a:alpha val="9600"/>
              </a:srgbClr>
            </a:solidFill>
            <a:ln>
              <a:noFill/>
            </a:ln>
          </p:spPr>
          <p:txBody>
            <a:bodyPr anchor="ctr"/>
            <a:lstStyle/>
            <a:p>
              <a:pPr algn="ctr">
                <a:buNone/>
              </a:pPr>
            </a:p>
          </p:txBody>
        </p:sp>
        <p:sp>
          <p:nvSpPr>
            <p:cNvPr id="7010" name="addition:input:9">
              <a:extLst>
                <a:ext uri="{FF2B5EF4-FFF2-40B4-BE49-F238E27FC236}">
                  <ns2:creationId id="{1AF2A61B-F0C2-4374-AA73-35B37D668972}"/>
                </a:ext>
              </a:extLst>
            </p:cNvPr>
            <p:cNvSpPr>
              <a:spLocks noGrp="1"/>
            </p:cNvSpPr>
            <p:nvPr/>
          </p:nvSpPr>
          <p:spPr>
            <a:xfrm>
              <a:off x="209550" y="5438775"/>
              <a:ext cx="913486" cy="704820"/>
            </a:xfrm>
            <a:custGeom>
              <a:rect l="l" t="t" r="r" b="b"/>
              <a:pathLst>
                <a:path w="555" h="376">
                  <a:moveTo>
                    <a:pt x="0" y="0"/>
                  </a:moveTo>
                  <a:moveTo>
                    <a:pt x="555" y="348"/>
                  </a:moveTo>
                  <a:lnTo>
                    <a:pt x="555" y="350"/>
                  </a:lnTo>
                  <a:lnTo>
                    <a:pt x="554" y="353"/>
                  </a:lnTo>
                  <a:lnTo>
                    <a:pt x="552" y="354"/>
                  </a:lnTo>
                  <a:lnTo>
                    <a:pt x="552" y="357"/>
                  </a:lnTo>
                  <a:lnTo>
                    <a:pt x="553" y="359"/>
                  </a:lnTo>
                  <a:lnTo>
                    <a:pt x="554" y="362"/>
                  </a:lnTo>
                  <a:lnTo>
                    <a:pt x="552" y="364"/>
                  </a:lnTo>
                  <a:lnTo>
                    <a:pt x="548" y="365"/>
                  </a:lnTo>
                  <a:lnTo>
                    <a:pt x="543" y="364"/>
                  </a:lnTo>
                  <a:lnTo>
                    <a:pt x="540" y="365"/>
                  </a:lnTo>
                  <a:lnTo>
                    <a:pt x="538" y="366"/>
                  </a:lnTo>
                  <a:lnTo>
                    <a:pt x="536" y="368"/>
                  </a:lnTo>
                  <a:lnTo>
                    <a:pt x="534" y="369"/>
                  </a:lnTo>
                  <a:lnTo>
                    <a:pt x="531" y="371"/>
                  </a:lnTo>
                  <a:lnTo>
                    <a:pt x="528" y="372"/>
                  </a:lnTo>
                  <a:lnTo>
                    <a:pt x="525" y="375"/>
                  </a:lnTo>
                  <a:lnTo>
                    <a:pt x="521" y="376"/>
                  </a:lnTo>
                  <a:lnTo>
                    <a:pt x="517" y="376"/>
                  </a:lnTo>
                  <a:lnTo>
                    <a:pt x="514" y="374"/>
                  </a:lnTo>
                  <a:lnTo>
                    <a:pt x="511" y="371"/>
                  </a:lnTo>
                  <a:lnTo>
                    <a:pt x="508" y="369"/>
                  </a:lnTo>
                  <a:lnTo>
                    <a:pt x="505" y="369"/>
                  </a:lnTo>
                  <a:lnTo>
                    <a:pt x="501" y="369"/>
                  </a:lnTo>
                  <a:lnTo>
                    <a:pt x="498" y="369"/>
                  </a:lnTo>
                  <a:lnTo>
                    <a:pt x="495" y="367"/>
                  </a:lnTo>
                  <a:lnTo>
                    <a:pt x="494" y="365"/>
                  </a:lnTo>
                  <a:lnTo>
                    <a:pt x="493" y="363"/>
                  </a:lnTo>
                  <a:lnTo>
                    <a:pt x="491" y="362"/>
                  </a:lnTo>
                  <a:lnTo>
                    <a:pt x="487" y="361"/>
                  </a:lnTo>
                  <a:lnTo>
                    <a:pt x="484" y="359"/>
                  </a:lnTo>
                  <a:lnTo>
                    <a:pt x="483" y="357"/>
                  </a:lnTo>
                  <a:lnTo>
                    <a:pt x="482" y="355"/>
                  </a:lnTo>
                  <a:lnTo>
                    <a:pt x="481" y="353"/>
                  </a:lnTo>
                  <a:lnTo>
                    <a:pt x="481" y="351"/>
                  </a:lnTo>
                  <a:lnTo>
                    <a:pt x="481" y="348"/>
                  </a:lnTo>
                  <a:lnTo>
                    <a:pt x="485" y="346"/>
                  </a:lnTo>
                  <a:lnTo>
                    <a:pt x="490" y="344"/>
                  </a:lnTo>
                  <a:lnTo>
                    <a:pt x="494" y="343"/>
                  </a:lnTo>
                  <a:lnTo>
                    <a:pt x="495" y="341"/>
                  </a:lnTo>
                  <a:lnTo>
                    <a:pt x="493" y="338"/>
                  </a:lnTo>
                  <a:lnTo>
                    <a:pt x="491" y="335"/>
                  </a:lnTo>
                  <a:lnTo>
                    <a:pt x="491" y="332"/>
                  </a:lnTo>
                  <a:lnTo>
                    <a:pt x="494" y="331"/>
                  </a:lnTo>
                  <a:lnTo>
                    <a:pt x="497" y="330"/>
                  </a:lnTo>
                  <a:lnTo>
                    <a:pt x="500" y="328"/>
                  </a:lnTo>
                  <a:lnTo>
                    <a:pt x="502" y="327"/>
                  </a:lnTo>
                  <a:lnTo>
                    <a:pt x="504" y="325"/>
                  </a:lnTo>
                  <a:lnTo>
                    <a:pt x="507" y="325"/>
                  </a:lnTo>
                  <a:lnTo>
                    <a:pt x="510" y="325"/>
                  </a:lnTo>
                  <a:lnTo>
                    <a:pt x="513" y="325"/>
                  </a:lnTo>
                  <a:lnTo>
                    <a:pt x="516" y="325"/>
                  </a:lnTo>
                  <a:lnTo>
                    <a:pt x="518" y="324"/>
                  </a:lnTo>
                  <a:lnTo>
                    <a:pt x="521" y="324"/>
                  </a:lnTo>
                  <a:lnTo>
                    <a:pt x="523" y="326"/>
                  </a:lnTo>
                  <a:lnTo>
                    <a:pt x="525" y="327"/>
                  </a:lnTo>
                  <a:lnTo>
                    <a:pt x="527" y="328"/>
                  </a:lnTo>
                  <a:lnTo>
                    <a:pt x="530" y="326"/>
                  </a:lnTo>
                  <a:lnTo>
                    <a:pt x="535" y="324"/>
                  </a:lnTo>
                  <a:lnTo>
                    <a:pt x="539" y="324"/>
                  </a:lnTo>
                  <a:lnTo>
                    <a:pt x="541" y="326"/>
                  </a:lnTo>
                  <a:lnTo>
                    <a:pt x="542" y="329"/>
                  </a:lnTo>
                  <a:lnTo>
                    <a:pt x="542" y="332"/>
                  </a:lnTo>
                  <a:lnTo>
                    <a:pt x="543" y="334"/>
                  </a:lnTo>
                  <a:lnTo>
                    <a:pt x="544" y="336"/>
                  </a:lnTo>
                  <a:lnTo>
                    <a:pt x="545" y="338"/>
                  </a:lnTo>
                  <a:lnTo>
                    <a:pt x="546" y="340"/>
                  </a:lnTo>
                  <a:lnTo>
                    <a:pt x="547" y="342"/>
                  </a:lnTo>
                  <a:lnTo>
                    <a:pt x="549" y="344"/>
                  </a:lnTo>
                  <a:lnTo>
                    <a:pt x="552" y="346"/>
                  </a:lnTo>
                  <a:close/>
                </a:path>
              </a:pathLst>
            </a:custGeom>
            <a:solidFill>
              <a:srgbClr val="59A3CD">
                <a:alpha val="9600"/>
              </a:srgbClr>
            </a:solidFill>
            <a:ln>
              <a:noFill/>
            </a:ln>
          </p:spPr>
          <p:txBody>
            <a:bodyPr anchor="ctr"/>
            <a:lstStyle/>
            <a:p>
              <a:pPr algn="ctr">
                <a:buNone/>
              </a:pPr>
            </a:p>
          </p:txBody>
        </p:sp>
        <p:sp>
          <p:nvSpPr>
            <p:cNvPr id="7011" name="addition:input:10">
              <a:extLst>
                <a:ext uri="{FF2B5EF4-FFF2-40B4-BE49-F238E27FC236}">
                  <ns2:creationId id="{1CF72AE2-5B7B-4155-9996-5B9C51A67402}"/>
                </a:ext>
              </a:extLst>
            </p:cNvPr>
            <p:cNvSpPr>
              <a:spLocks noGrp="1"/>
            </p:cNvSpPr>
            <p:nvPr/>
          </p:nvSpPr>
          <p:spPr>
            <a:xfrm>
              <a:off x="209550" y="5438775"/>
              <a:ext cx="976031" cy="721690"/>
            </a:xfrm>
            <a:custGeom>
              <a:rect l="l" t="t" r="r" b="b"/>
              <a:pathLst>
                <a:path w="593" h="385">
                  <a:moveTo>
                    <a:pt x="0" y="0"/>
                  </a:moveTo>
                  <a:moveTo>
                    <a:pt x="592" y="354"/>
                  </a:moveTo>
                  <a:lnTo>
                    <a:pt x="593" y="356"/>
                  </a:lnTo>
                  <a:lnTo>
                    <a:pt x="593" y="359"/>
                  </a:lnTo>
                  <a:lnTo>
                    <a:pt x="591" y="361"/>
                  </a:lnTo>
                  <a:lnTo>
                    <a:pt x="590" y="364"/>
                  </a:lnTo>
                  <a:lnTo>
                    <a:pt x="589" y="366"/>
                  </a:lnTo>
                  <a:lnTo>
                    <a:pt x="587" y="368"/>
                  </a:lnTo>
                  <a:lnTo>
                    <a:pt x="584" y="369"/>
                  </a:lnTo>
                  <a:lnTo>
                    <a:pt x="581" y="370"/>
                  </a:lnTo>
                  <a:lnTo>
                    <a:pt x="579" y="371"/>
                  </a:lnTo>
                  <a:lnTo>
                    <a:pt x="578" y="374"/>
                  </a:lnTo>
                  <a:lnTo>
                    <a:pt x="576" y="376"/>
                  </a:lnTo>
                  <a:lnTo>
                    <a:pt x="573" y="377"/>
                  </a:lnTo>
                  <a:lnTo>
                    <a:pt x="569" y="377"/>
                  </a:lnTo>
                  <a:lnTo>
                    <a:pt x="565" y="376"/>
                  </a:lnTo>
                  <a:lnTo>
                    <a:pt x="563" y="378"/>
                  </a:lnTo>
                  <a:lnTo>
                    <a:pt x="560" y="381"/>
                  </a:lnTo>
                  <a:lnTo>
                    <a:pt x="556" y="384"/>
                  </a:lnTo>
                  <a:lnTo>
                    <a:pt x="552" y="385"/>
                  </a:lnTo>
                  <a:lnTo>
                    <a:pt x="548" y="383"/>
                  </a:lnTo>
                  <a:lnTo>
                    <a:pt x="545" y="381"/>
                  </a:lnTo>
                  <a:lnTo>
                    <a:pt x="542" y="378"/>
                  </a:lnTo>
                  <a:lnTo>
                    <a:pt x="539" y="377"/>
                  </a:lnTo>
                  <a:lnTo>
                    <a:pt x="537" y="375"/>
                  </a:lnTo>
                  <a:lnTo>
                    <a:pt x="534" y="373"/>
                  </a:lnTo>
                  <a:lnTo>
                    <a:pt x="532" y="372"/>
                  </a:lnTo>
                  <a:lnTo>
                    <a:pt x="530" y="371"/>
                  </a:lnTo>
                  <a:lnTo>
                    <a:pt x="525" y="371"/>
                  </a:lnTo>
                  <a:lnTo>
                    <a:pt x="521" y="370"/>
                  </a:lnTo>
                  <a:lnTo>
                    <a:pt x="518" y="369"/>
                  </a:lnTo>
                  <a:lnTo>
                    <a:pt x="517" y="366"/>
                  </a:lnTo>
                  <a:lnTo>
                    <a:pt x="519" y="363"/>
                  </a:lnTo>
                  <a:lnTo>
                    <a:pt x="520" y="361"/>
                  </a:lnTo>
                  <a:lnTo>
                    <a:pt x="519" y="358"/>
                  </a:lnTo>
                  <a:lnTo>
                    <a:pt x="517" y="356"/>
                  </a:lnTo>
                  <a:lnTo>
                    <a:pt x="516" y="354"/>
                  </a:lnTo>
                  <a:lnTo>
                    <a:pt x="518" y="351"/>
                  </a:lnTo>
                  <a:lnTo>
                    <a:pt x="522" y="349"/>
                  </a:lnTo>
                  <a:lnTo>
                    <a:pt x="525" y="347"/>
                  </a:lnTo>
                  <a:lnTo>
                    <a:pt x="527" y="345"/>
                  </a:lnTo>
                  <a:lnTo>
                    <a:pt x="527" y="343"/>
                  </a:lnTo>
                  <a:lnTo>
                    <a:pt x="528" y="341"/>
                  </a:lnTo>
                  <a:lnTo>
                    <a:pt x="529" y="339"/>
                  </a:lnTo>
                  <a:lnTo>
                    <a:pt x="531" y="336"/>
                  </a:lnTo>
                  <a:lnTo>
                    <a:pt x="531" y="333"/>
                  </a:lnTo>
                  <a:lnTo>
                    <a:pt x="532" y="330"/>
                  </a:lnTo>
                  <a:lnTo>
                    <a:pt x="534" y="327"/>
                  </a:lnTo>
                  <a:lnTo>
                    <a:pt x="538" y="327"/>
                  </a:lnTo>
                  <a:lnTo>
                    <a:pt x="542" y="329"/>
                  </a:lnTo>
                  <a:lnTo>
                    <a:pt x="546" y="331"/>
                  </a:lnTo>
                  <a:lnTo>
                    <a:pt x="549" y="331"/>
                  </a:lnTo>
                  <a:lnTo>
                    <a:pt x="551" y="330"/>
                  </a:lnTo>
                  <a:lnTo>
                    <a:pt x="553" y="328"/>
                  </a:lnTo>
                  <a:lnTo>
                    <a:pt x="555" y="327"/>
                  </a:lnTo>
                  <a:lnTo>
                    <a:pt x="558" y="328"/>
                  </a:lnTo>
                  <a:lnTo>
                    <a:pt x="560" y="329"/>
                  </a:lnTo>
                  <a:lnTo>
                    <a:pt x="563" y="329"/>
                  </a:lnTo>
                  <a:lnTo>
                    <a:pt x="566" y="329"/>
                  </a:lnTo>
                  <a:lnTo>
                    <a:pt x="569" y="329"/>
                  </a:lnTo>
                  <a:lnTo>
                    <a:pt x="572" y="330"/>
                  </a:lnTo>
                  <a:lnTo>
                    <a:pt x="574" y="332"/>
                  </a:lnTo>
                  <a:lnTo>
                    <a:pt x="576" y="334"/>
                  </a:lnTo>
                  <a:lnTo>
                    <a:pt x="579" y="335"/>
                  </a:lnTo>
                  <a:lnTo>
                    <a:pt x="582" y="337"/>
                  </a:lnTo>
                  <a:lnTo>
                    <a:pt x="583" y="339"/>
                  </a:lnTo>
                  <a:lnTo>
                    <a:pt x="582" y="343"/>
                  </a:lnTo>
                  <a:lnTo>
                    <a:pt x="580" y="346"/>
                  </a:lnTo>
                  <a:lnTo>
                    <a:pt x="579" y="348"/>
                  </a:lnTo>
                  <a:lnTo>
                    <a:pt x="582" y="350"/>
                  </a:lnTo>
                  <a:lnTo>
                    <a:pt x="587" y="351"/>
                  </a:lnTo>
                  <a:close/>
                </a:path>
              </a:pathLst>
            </a:custGeom>
            <a:solidFill>
              <a:srgbClr val="59A3CD">
                <a:alpha val="9600"/>
              </a:srgbClr>
            </a:solidFill>
            <a:ln>
              <a:noFill/>
            </a:ln>
          </p:spPr>
          <p:txBody>
            <a:bodyPr anchor="ctr"/>
            <a:lstStyle/>
            <a:p>
              <a:pPr algn="ctr">
                <a:buNone/>
              </a:pPr>
            </a:p>
          </p:txBody>
        </p:sp>
        <p:sp>
          <p:nvSpPr>
            <p:cNvPr id="7012" name="addition:input:11">
              <a:extLst>
                <a:ext uri="{FF2B5EF4-FFF2-40B4-BE49-F238E27FC236}">
                  <ns2:creationId id="{441DFD40-14B2-4BFD-A397-493842242B5E}"/>
                </a:ext>
              </a:extLst>
            </p:cNvPr>
            <p:cNvSpPr>
              <a:spLocks noGrp="1"/>
            </p:cNvSpPr>
            <p:nvPr/>
          </p:nvSpPr>
          <p:spPr>
            <a:xfrm>
              <a:off x="209550" y="5438775"/>
              <a:ext cx="1028700" cy="761055"/>
            </a:xfrm>
            <a:custGeom>
              <a:rect l="l" t="t" r="r" b="b"/>
              <a:pathLst>
                <a:path w="625" h="406">
                  <a:moveTo>
                    <a:pt x="0" y="0"/>
                  </a:moveTo>
                  <a:moveTo>
                    <a:pt x="625" y="376"/>
                  </a:moveTo>
                  <a:lnTo>
                    <a:pt x="625" y="379"/>
                  </a:lnTo>
                  <a:lnTo>
                    <a:pt x="624" y="382"/>
                  </a:lnTo>
                  <a:lnTo>
                    <a:pt x="623" y="384"/>
                  </a:lnTo>
                  <a:lnTo>
                    <a:pt x="622" y="387"/>
                  </a:lnTo>
                  <a:lnTo>
                    <a:pt x="618" y="389"/>
                  </a:lnTo>
                  <a:lnTo>
                    <a:pt x="613" y="390"/>
                  </a:lnTo>
                  <a:lnTo>
                    <a:pt x="608" y="390"/>
                  </a:lnTo>
                  <a:lnTo>
                    <a:pt x="605" y="391"/>
                  </a:lnTo>
                  <a:lnTo>
                    <a:pt x="605" y="394"/>
                  </a:lnTo>
                  <a:lnTo>
                    <a:pt x="605" y="399"/>
                  </a:lnTo>
                  <a:lnTo>
                    <a:pt x="604" y="402"/>
                  </a:lnTo>
                  <a:lnTo>
                    <a:pt x="600" y="404"/>
                  </a:lnTo>
                  <a:lnTo>
                    <a:pt x="596" y="404"/>
                  </a:lnTo>
                  <a:lnTo>
                    <a:pt x="591" y="404"/>
                  </a:lnTo>
                  <a:lnTo>
                    <a:pt x="587" y="405"/>
                  </a:lnTo>
                  <a:lnTo>
                    <a:pt x="584" y="406"/>
                  </a:lnTo>
                  <a:lnTo>
                    <a:pt x="580" y="406"/>
                  </a:lnTo>
                  <a:lnTo>
                    <a:pt x="576" y="405"/>
                  </a:lnTo>
                  <a:lnTo>
                    <a:pt x="573" y="403"/>
                  </a:lnTo>
                  <a:lnTo>
                    <a:pt x="570" y="403"/>
                  </a:lnTo>
                  <a:lnTo>
                    <a:pt x="567" y="402"/>
                  </a:lnTo>
                  <a:lnTo>
                    <a:pt x="564" y="402"/>
                  </a:lnTo>
                  <a:lnTo>
                    <a:pt x="562" y="400"/>
                  </a:lnTo>
                  <a:lnTo>
                    <a:pt x="560" y="398"/>
                  </a:lnTo>
                  <a:lnTo>
                    <a:pt x="558" y="396"/>
                  </a:lnTo>
                  <a:lnTo>
                    <a:pt x="555" y="396"/>
                  </a:lnTo>
                  <a:lnTo>
                    <a:pt x="550" y="396"/>
                  </a:lnTo>
                  <a:lnTo>
                    <a:pt x="545" y="396"/>
                  </a:lnTo>
                  <a:lnTo>
                    <a:pt x="543" y="394"/>
                  </a:lnTo>
                  <a:lnTo>
                    <a:pt x="544" y="390"/>
                  </a:lnTo>
                  <a:lnTo>
                    <a:pt x="547" y="386"/>
                  </a:lnTo>
                  <a:lnTo>
                    <a:pt x="549" y="383"/>
                  </a:lnTo>
                  <a:lnTo>
                    <a:pt x="549" y="381"/>
                  </a:lnTo>
                  <a:lnTo>
                    <a:pt x="549" y="378"/>
                  </a:lnTo>
                  <a:lnTo>
                    <a:pt x="549" y="376"/>
                  </a:lnTo>
                  <a:lnTo>
                    <a:pt x="550" y="374"/>
                  </a:lnTo>
                  <a:lnTo>
                    <a:pt x="549" y="371"/>
                  </a:lnTo>
                  <a:lnTo>
                    <a:pt x="548" y="368"/>
                  </a:lnTo>
                  <a:lnTo>
                    <a:pt x="546" y="365"/>
                  </a:lnTo>
                  <a:lnTo>
                    <a:pt x="546" y="363"/>
                  </a:lnTo>
                  <a:lnTo>
                    <a:pt x="549" y="361"/>
                  </a:lnTo>
                  <a:lnTo>
                    <a:pt x="552" y="359"/>
                  </a:lnTo>
                  <a:lnTo>
                    <a:pt x="554" y="357"/>
                  </a:lnTo>
                  <a:lnTo>
                    <a:pt x="555" y="355"/>
                  </a:lnTo>
                  <a:lnTo>
                    <a:pt x="555" y="351"/>
                  </a:lnTo>
                  <a:lnTo>
                    <a:pt x="557" y="349"/>
                  </a:lnTo>
                  <a:lnTo>
                    <a:pt x="561" y="350"/>
                  </a:lnTo>
                  <a:lnTo>
                    <a:pt x="566" y="351"/>
                  </a:lnTo>
                  <a:lnTo>
                    <a:pt x="569" y="353"/>
                  </a:lnTo>
                  <a:lnTo>
                    <a:pt x="572" y="352"/>
                  </a:lnTo>
                  <a:lnTo>
                    <a:pt x="574" y="351"/>
                  </a:lnTo>
                  <a:lnTo>
                    <a:pt x="577" y="349"/>
                  </a:lnTo>
                  <a:lnTo>
                    <a:pt x="580" y="347"/>
                  </a:lnTo>
                  <a:lnTo>
                    <a:pt x="583" y="347"/>
                  </a:lnTo>
                  <a:lnTo>
                    <a:pt x="587" y="346"/>
                  </a:lnTo>
                  <a:lnTo>
                    <a:pt x="592" y="345"/>
                  </a:lnTo>
                  <a:lnTo>
                    <a:pt x="596" y="346"/>
                  </a:lnTo>
                  <a:lnTo>
                    <a:pt x="599" y="348"/>
                  </a:lnTo>
                  <a:lnTo>
                    <a:pt x="600" y="352"/>
                  </a:lnTo>
                  <a:lnTo>
                    <a:pt x="601" y="356"/>
                  </a:lnTo>
                  <a:lnTo>
                    <a:pt x="603" y="358"/>
                  </a:lnTo>
                  <a:lnTo>
                    <a:pt x="607" y="358"/>
                  </a:lnTo>
                  <a:lnTo>
                    <a:pt x="612" y="359"/>
                  </a:lnTo>
                  <a:lnTo>
                    <a:pt x="615" y="361"/>
                  </a:lnTo>
                  <a:lnTo>
                    <a:pt x="615" y="364"/>
                  </a:lnTo>
                  <a:lnTo>
                    <a:pt x="616" y="367"/>
                  </a:lnTo>
                  <a:lnTo>
                    <a:pt x="617" y="369"/>
                  </a:lnTo>
                  <a:lnTo>
                    <a:pt x="620" y="371"/>
                  </a:lnTo>
                  <a:lnTo>
                    <a:pt x="624" y="373"/>
                  </a:lnTo>
                  <a:close/>
                </a:path>
              </a:pathLst>
            </a:custGeom>
            <a:solidFill>
              <a:srgbClr val="59A3CD">
                <a:alpha val="9600"/>
              </a:srgbClr>
            </a:solidFill>
            <a:ln>
              <a:noFill/>
            </a:ln>
          </p:spPr>
          <p:txBody>
            <a:bodyPr anchor="ctr"/>
            <a:lstStyle/>
            <a:p>
              <a:pPr algn="ctr">
                <a:buNone/>
              </a:pPr>
            </a:p>
          </p:txBody>
        </p:sp>
        <p:sp>
          <p:nvSpPr>
            <p:cNvPr id="7013" name="addition:input:12">
              <a:extLst>
                <a:ext uri="{FF2B5EF4-FFF2-40B4-BE49-F238E27FC236}">
                  <ns2:creationId id="{C870D53D-D908-47C4-B799-774F778E4D06}"/>
                </a:ext>
              </a:extLst>
            </p:cNvPr>
            <p:cNvSpPr>
              <a:spLocks noGrp="1"/>
            </p:cNvSpPr>
            <p:nvPr/>
          </p:nvSpPr>
          <p:spPr>
            <a:xfrm>
              <a:off x="209550" y="5438775"/>
              <a:ext cx="1000719" cy="806044"/>
            </a:xfrm>
            <a:custGeom>
              <a:rect l="l" t="t" r="r" b="b"/>
              <a:pathLst>
                <a:path w="608" h="430">
                  <a:moveTo>
                    <a:pt x="0" y="0"/>
                  </a:moveTo>
                  <a:moveTo>
                    <a:pt x="596" y="400"/>
                  </a:moveTo>
                  <a:lnTo>
                    <a:pt x="595" y="403"/>
                  </a:lnTo>
                  <a:lnTo>
                    <a:pt x="594" y="405"/>
                  </a:lnTo>
                  <a:lnTo>
                    <a:pt x="593" y="407"/>
                  </a:lnTo>
                  <a:lnTo>
                    <a:pt x="592" y="410"/>
                  </a:lnTo>
                  <a:lnTo>
                    <a:pt x="592" y="413"/>
                  </a:lnTo>
                  <a:lnTo>
                    <a:pt x="594" y="416"/>
                  </a:lnTo>
                  <a:lnTo>
                    <a:pt x="594" y="420"/>
                  </a:lnTo>
                  <a:lnTo>
                    <a:pt x="592" y="422"/>
                  </a:lnTo>
                  <a:lnTo>
                    <a:pt x="587" y="423"/>
                  </a:lnTo>
                  <a:lnTo>
                    <a:pt x="582" y="423"/>
                  </a:lnTo>
                  <a:lnTo>
                    <a:pt x="578" y="424"/>
                  </a:lnTo>
                  <a:lnTo>
                    <a:pt x="576" y="426"/>
                  </a:lnTo>
                  <a:lnTo>
                    <a:pt x="574" y="429"/>
                  </a:lnTo>
                  <a:lnTo>
                    <a:pt x="571" y="430"/>
                  </a:lnTo>
                  <a:lnTo>
                    <a:pt x="567" y="429"/>
                  </a:lnTo>
                  <a:lnTo>
                    <a:pt x="563" y="427"/>
                  </a:lnTo>
                  <a:lnTo>
                    <a:pt x="559" y="426"/>
                  </a:lnTo>
                  <a:lnTo>
                    <a:pt x="556" y="427"/>
                  </a:lnTo>
                  <a:lnTo>
                    <a:pt x="553" y="428"/>
                  </a:lnTo>
                  <a:lnTo>
                    <a:pt x="549" y="429"/>
                  </a:lnTo>
                  <a:lnTo>
                    <a:pt x="545" y="429"/>
                  </a:lnTo>
                  <a:lnTo>
                    <a:pt x="541" y="429"/>
                  </a:lnTo>
                  <a:lnTo>
                    <a:pt x="536" y="429"/>
                  </a:lnTo>
                  <a:lnTo>
                    <a:pt x="530" y="429"/>
                  </a:lnTo>
                  <a:lnTo>
                    <a:pt x="527" y="427"/>
                  </a:lnTo>
                  <a:lnTo>
                    <a:pt x="525" y="423"/>
                  </a:lnTo>
                  <a:lnTo>
                    <a:pt x="526" y="419"/>
                  </a:lnTo>
                  <a:lnTo>
                    <a:pt x="527" y="415"/>
                  </a:lnTo>
                  <a:lnTo>
                    <a:pt x="525" y="413"/>
                  </a:lnTo>
                  <a:lnTo>
                    <a:pt x="520" y="412"/>
                  </a:lnTo>
                  <a:lnTo>
                    <a:pt x="514" y="411"/>
                  </a:lnTo>
                  <a:lnTo>
                    <a:pt x="510" y="408"/>
                  </a:lnTo>
                  <a:lnTo>
                    <a:pt x="510" y="406"/>
                  </a:lnTo>
                  <a:lnTo>
                    <a:pt x="510" y="403"/>
                  </a:lnTo>
                  <a:lnTo>
                    <a:pt x="508" y="400"/>
                  </a:lnTo>
                  <a:lnTo>
                    <a:pt x="506" y="398"/>
                  </a:lnTo>
                  <a:lnTo>
                    <a:pt x="505" y="395"/>
                  </a:lnTo>
                  <a:lnTo>
                    <a:pt x="505" y="392"/>
                  </a:lnTo>
                  <a:lnTo>
                    <a:pt x="508" y="390"/>
                  </a:lnTo>
                  <a:lnTo>
                    <a:pt x="510" y="387"/>
                  </a:lnTo>
                  <a:lnTo>
                    <a:pt x="511" y="385"/>
                  </a:lnTo>
                  <a:lnTo>
                    <a:pt x="514" y="383"/>
                  </a:lnTo>
                  <a:lnTo>
                    <a:pt x="518" y="381"/>
                  </a:lnTo>
                  <a:lnTo>
                    <a:pt x="524" y="381"/>
                  </a:lnTo>
                  <a:lnTo>
                    <a:pt x="530" y="382"/>
                  </a:lnTo>
                  <a:lnTo>
                    <a:pt x="533" y="380"/>
                  </a:lnTo>
                  <a:lnTo>
                    <a:pt x="534" y="377"/>
                  </a:lnTo>
                  <a:lnTo>
                    <a:pt x="536" y="372"/>
                  </a:lnTo>
                  <a:lnTo>
                    <a:pt x="539" y="369"/>
                  </a:lnTo>
                  <a:lnTo>
                    <a:pt x="544" y="368"/>
                  </a:lnTo>
                  <a:lnTo>
                    <a:pt x="550" y="369"/>
                  </a:lnTo>
                  <a:lnTo>
                    <a:pt x="555" y="370"/>
                  </a:lnTo>
                  <a:lnTo>
                    <a:pt x="560" y="370"/>
                  </a:lnTo>
                  <a:lnTo>
                    <a:pt x="565" y="371"/>
                  </a:lnTo>
                  <a:lnTo>
                    <a:pt x="569" y="372"/>
                  </a:lnTo>
                  <a:lnTo>
                    <a:pt x="573" y="374"/>
                  </a:lnTo>
                  <a:lnTo>
                    <a:pt x="576" y="376"/>
                  </a:lnTo>
                  <a:lnTo>
                    <a:pt x="580" y="377"/>
                  </a:lnTo>
                  <a:lnTo>
                    <a:pt x="585" y="376"/>
                  </a:lnTo>
                  <a:lnTo>
                    <a:pt x="589" y="377"/>
                  </a:lnTo>
                  <a:lnTo>
                    <a:pt x="591" y="379"/>
                  </a:lnTo>
                  <a:lnTo>
                    <a:pt x="592" y="382"/>
                  </a:lnTo>
                  <a:lnTo>
                    <a:pt x="593" y="384"/>
                  </a:lnTo>
                  <a:lnTo>
                    <a:pt x="597" y="386"/>
                  </a:lnTo>
                  <a:lnTo>
                    <a:pt x="603" y="387"/>
                  </a:lnTo>
                  <a:lnTo>
                    <a:pt x="607" y="388"/>
                  </a:lnTo>
                  <a:lnTo>
                    <a:pt x="608" y="391"/>
                  </a:lnTo>
                  <a:lnTo>
                    <a:pt x="604" y="395"/>
                  </a:lnTo>
                  <a:lnTo>
                    <a:pt x="600" y="398"/>
                  </a:lnTo>
                  <a:close/>
                </a:path>
              </a:pathLst>
            </a:custGeom>
            <a:solidFill>
              <a:srgbClr val="59A3CD">
                <a:alpha val="9600"/>
              </a:srgbClr>
            </a:solidFill>
            <a:ln>
              <a:noFill/>
            </a:ln>
          </p:spPr>
          <p:txBody>
            <a:bodyPr anchor="ctr"/>
            <a:lstStyle/>
            <a:p>
              <a:pPr algn="ctr">
                <a:buNone/>
              </a:pPr>
            </a:p>
          </p:txBody>
        </p:sp>
        <p:sp>
          <p:nvSpPr>
            <p:cNvPr id="7014" name="addition:input:13">
              <a:extLst>
                <a:ext uri="{FF2B5EF4-FFF2-40B4-BE49-F238E27FC236}">
                  <ns2:creationId id="{25D8C828-AD5B-45C2-8A63-37C8A9DD0AF9}"/>
                </a:ext>
              </a:extLst>
            </p:cNvPr>
            <p:cNvSpPr>
              <a:spLocks noGrp="1"/>
            </p:cNvSpPr>
            <p:nvPr/>
          </p:nvSpPr>
          <p:spPr>
            <a:xfrm>
              <a:off x="209550" y="5438775"/>
              <a:ext cx="915132" cy="811667"/>
            </a:xfrm>
            <a:custGeom>
              <a:rect l="l" t="t" r="r" b="b"/>
              <a:pathLst>
                <a:path w="556" h="433">
                  <a:moveTo>
                    <a:pt x="0" y="0"/>
                  </a:moveTo>
                  <a:moveTo>
                    <a:pt x="553" y="403"/>
                  </a:moveTo>
                  <a:lnTo>
                    <a:pt x="551" y="406"/>
                  </a:lnTo>
                  <a:lnTo>
                    <a:pt x="549" y="408"/>
                  </a:lnTo>
                  <a:lnTo>
                    <a:pt x="546" y="410"/>
                  </a:lnTo>
                  <a:lnTo>
                    <a:pt x="545" y="413"/>
                  </a:lnTo>
                  <a:lnTo>
                    <a:pt x="545" y="415"/>
                  </a:lnTo>
                  <a:lnTo>
                    <a:pt x="543" y="418"/>
                  </a:lnTo>
                  <a:lnTo>
                    <a:pt x="540" y="419"/>
                  </a:lnTo>
                  <a:lnTo>
                    <a:pt x="537" y="421"/>
                  </a:lnTo>
                  <a:lnTo>
                    <a:pt x="536" y="424"/>
                  </a:lnTo>
                  <a:lnTo>
                    <a:pt x="536" y="428"/>
                  </a:lnTo>
                  <a:lnTo>
                    <a:pt x="535" y="431"/>
                  </a:lnTo>
                  <a:lnTo>
                    <a:pt x="532" y="433"/>
                  </a:lnTo>
                  <a:lnTo>
                    <a:pt x="527" y="432"/>
                  </a:lnTo>
                  <a:lnTo>
                    <a:pt x="522" y="430"/>
                  </a:lnTo>
                  <a:lnTo>
                    <a:pt x="518" y="428"/>
                  </a:lnTo>
                  <a:lnTo>
                    <a:pt x="516" y="428"/>
                  </a:lnTo>
                  <a:lnTo>
                    <a:pt x="513" y="429"/>
                  </a:lnTo>
                  <a:lnTo>
                    <a:pt x="510" y="430"/>
                  </a:lnTo>
                  <a:lnTo>
                    <a:pt x="508" y="430"/>
                  </a:lnTo>
                  <a:lnTo>
                    <a:pt x="505" y="430"/>
                  </a:lnTo>
                  <a:lnTo>
                    <a:pt x="501" y="431"/>
                  </a:lnTo>
                  <a:lnTo>
                    <a:pt x="497" y="432"/>
                  </a:lnTo>
                  <a:lnTo>
                    <a:pt x="494" y="431"/>
                  </a:lnTo>
                  <a:lnTo>
                    <a:pt x="491" y="429"/>
                  </a:lnTo>
                  <a:lnTo>
                    <a:pt x="490" y="426"/>
                  </a:lnTo>
                  <a:lnTo>
                    <a:pt x="488" y="423"/>
                  </a:lnTo>
                  <a:lnTo>
                    <a:pt x="485" y="422"/>
                  </a:lnTo>
                  <a:lnTo>
                    <a:pt x="481" y="421"/>
                  </a:lnTo>
                  <a:lnTo>
                    <a:pt x="478" y="419"/>
                  </a:lnTo>
                  <a:lnTo>
                    <a:pt x="478" y="416"/>
                  </a:lnTo>
                  <a:lnTo>
                    <a:pt x="480" y="413"/>
                  </a:lnTo>
                  <a:lnTo>
                    <a:pt x="481" y="410"/>
                  </a:lnTo>
                  <a:lnTo>
                    <a:pt x="480" y="408"/>
                  </a:lnTo>
                  <a:lnTo>
                    <a:pt x="476" y="406"/>
                  </a:lnTo>
                  <a:lnTo>
                    <a:pt x="472" y="403"/>
                  </a:lnTo>
                  <a:lnTo>
                    <a:pt x="469" y="401"/>
                  </a:lnTo>
                  <a:lnTo>
                    <a:pt x="468" y="398"/>
                  </a:lnTo>
                  <a:lnTo>
                    <a:pt x="468" y="395"/>
                  </a:lnTo>
                  <a:lnTo>
                    <a:pt x="468" y="392"/>
                  </a:lnTo>
                  <a:lnTo>
                    <a:pt x="469" y="389"/>
                  </a:lnTo>
                  <a:lnTo>
                    <a:pt x="473" y="388"/>
                  </a:lnTo>
                  <a:lnTo>
                    <a:pt x="478" y="387"/>
                  </a:lnTo>
                  <a:lnTo>
                    <a:pt x="483" y="387"/>
                  </a:lnTo>
                  <a:lnTo>
                    <a:pt x="485" y="386"/>
                  </a:lnTo>
                  <a:lnTo>
                    <a:pt x="486" y="383"/>
                  </a:lnTo>
                  <a:lnTo>
                    <a:pt x="487" y="379"/>
                  </a:lnTo>
                  <a:lnTo>
                    <a:pt x="490" y="377"/>
                  </a:lnTo>
                  <a:lnTo>
                    <a:pt x="494" y="377"/>
                  </a:lnTo>
                  <a:lnTo>
                    <a:pt x="498" y="377"/>
                  </a:lnTo>
                  <a:lnTo>
                    <a:pt x="502" y="377"/>
                  </a:lnTo>
                  <a:lnTo>
                    <a:pt x="506" y="375"/>
                  </a:lnTo>
                  <a:lnTo>
                    <a:pt x="510" y="373"/>
                  </a:lnTo>
                  <a:lnTo>
                    <a:pt x="514" y="371"/>
                  </a:lnTo>
                  <a:lnTo>
                    <a:pt x="518" y="372"/>
                  </a:lnTo>
                  <a:lnTo>
                    <a:pt x="523" y="374"/>
                  </a:lnTo>
                  <a:lnTo>
                    <a:pt x="526" y="375"/>
                  </a:lnTo>
                  <a:lnTo>
                    <a:pt x="530" y="377"/>
                  </a:lnTo>
                  <a:lnTo>
                    <a:pt x="533" y="379"/>
                  </a:lnTo>
                  <a:lnTo>
                    <a:pt x="535" y="382"/>
                  </a:lnTo>
                  <a:lnTo>
                    <a:pt x="536" y="385"/>
                  </a:lnTo>
                  <a:lnTo>
                    <a:pt x="538" y="386"/>
                  </a:lnTo>
                  <a:lnTo>
                    <a:pt x="543" y="386"/>
                  </a:lnTo>
                  <a:lnTo>
                    <a:pt x="549" y="386"/>
                  </a:lnTo>
                  <a:lnTo>
                    <a:pt x="554" y="386"/>
                  </a:lnTo>
                  <a:lnTo>
                    <a:pt x="556" y="389"/>
                  </a:lnTo>
                  <a:lnTo>
                    <a:pt x="555" y="392"/>
                  </a:lnTo>
                  <a:lnTo>
                    <a:pt x="553" y="395"/>
                  </a:lnTo>
                  <a:lnTo>
                    <a:pt x="552" y="398"/>
                  </a:lnTo>
                  <a:lnTo>
                    <a:pt x="553" y="401"/>
                  </a:lnTo>
                  <a:close/>
                </a:path>
              </a:pathLst>
            </a:custGeom>
            <a:solidFill>
              <a:srgbClr val="59A3CD">
                <a:alpha val="9600"/>
              </a:srgbClr>
            </a:solidFill>
            <a:ln>
              <a:noFill/>
            </a:ln>
          </p:spPr>
          <p:txBody>
            <a:bodyPr anchor="ctr"/>
            <a:lstStyle/>
            <a:p>
              <a:pPr algn="ctr">
                <a:buNone/>
              </a:pPr>
            </a:p>
          </p:txBody>
        </p:sp>
        <p:sp>
          <p:nvSpPr>
            <p:cNvPr id="7015" name="addition:input:14">
              <a:extLst>
                <a:ext uri="{FF2B5EF4-FFF2-40B4-BE49-F238E27FC236}">
                  <ns2:creationId id="{6105D157-F9C1-4E2A-9334-7EB8426CCEAD}"/>
                </a:ext>
              </a:extLst>
            </p:cNvPr>
            <p:cNvSpPr>
              <a:spLocks noGrp="1"/>
            </p:cNvSpPr>
            <p:nvPr/>
          </p:nvSpPr>
          <p:spPr>
            <a:xfrm>
              <a:off x="209550" y="5438775"/>
              <a:ext cx="837773" cy="785424"/>
            </a:xfrm>
            <a:custGeom>
              <a:rect l="l" t="t" r="r" b="b"/>
              <a:pathLst>
                <a:path w="509" h="419">
                  <a:moveTo>
                    <a:pt x="0" y="0"/>
                  </a:moveTo>
                  <a:moveTo>
                    <a:pt x="508" y="393"/>
                  </a:moveTo>
                  <a:lnTo>
                    <a:pt x="507" y="395"/>
                  </a:lnTo>
                  <a:lnTo>
                    <a:pt x="505" y="397"/>
                  </a:lnTo>
                  <a:lnTo>
                    <a:pt x="502" y="399"/>
                  </a:lnTo>
                  <a:lnTo>
                    <a:pt x="500" y="400"/>
                  </a:lnTo>
                  <a:lnTo>
                    <a:pt x="500" y="402"/>
                  </a:lnTo>
                  <a:lnTo>
                    <a:pt x="502" y="405"/>
                  </a:lnTo>
                  <a:lnTo>
                    <a:pt x="504" y="409"/>
                  </a:lnTo>
                  <a:lnTo>
                    <a:pt x="503" y="412"/>
                  </a:lnTo>
                  <a:lnTo>
                    <a:pt x="500" y="413"/>
                  </a:lnTo>
                  <a:lnTo>
                    <a:pt x="497" y="413"/>
                  </a:lnTo>
                  <a:lnTo>
                    <a:pt x="494" y="414"/>
                  </a:lnTo>
                  <a:lnTo>
                    <a:pt x="491" y="414"/>
                  </a:lnTo>
                  <a:lnTo>
                    <a:pt x="489" y="414"/>
                  </a:lnTo>
                  <a:lnTo>
                    <a:pt x="486" y="414"/>
                  </a:lnTo>
                  <a:lnTo>
                    <a:pt x="484" y="413"/>
                  </a:lnTo>
                  <a:lnTo>
                    <a:pt x="482" y="414"/>
                  </a:lnTo>
                  <a:lnTo>
                    <a:pt x="480" y="416"/>
                  </a:lnTo>
                  <a:lnTo>
                    <a:pt x="477" y="418"/>
                  </a:lnTo>
                  <a:lnTo>
                    <a:pt x="474" y="419"/>
                  </a:lnTo>
                  <a:lnTo>
                    <a:pt x="472" y="417"/>
                  </a:lnTo>
                  <a:lnTo>
                    <a:pt x="470" y="416"/>
                  </a:lnTo>
                  <a:lnTo>
                    <a:pt x="467" y="415"/>
                  </a:lnTo>
                  <a:lnTo>
                    <a:pt x="464" y="415"/>
                  </a:lnTo>
                  <a:lnTo>
                    <a:pt x="460" y="415"/>
                  </a:lnTo>
                  <a:lnTo>
                    <a:pt x="457" y="414"/>
                  </a:lnTo>
                  <a:lnTo>
                    <a:pt x="455" y="412"/>
                  </a:lnTo>
                  <a:lnTo>
                    <a:pt x="455" y="409"/>
                  </a:lnTo>
                  <a:lnTo>
                    <a:pt x="454" y="406"/>
                  </a:lnTo>
                  <a:lnTo>
                    <a:pt x="453" y="404"/>
                  </a:lnTo>
                  <a:lnTo>
                    <a:pt x="452" y="402"/>
                  </a:lnTo>
                  <a:lnTo>
                    <a:pt x="450" y="401"/>
                  </a:lnTo>
                  <a:lnTo>
                    <a:pt x="449" y="399"/>
                  </a:lnTo>
                  <a:lnTo>
                    <a:pt x="447" y="397"/>
                  </a:lnTo>
                  <a:lnTo>
                    <a:pt x="443" y="395"/>
                  </a:lnTo>
                  <a:lnTo>
                    <a:pt x="439" y="393"/>
                  </a:lnTo>
                  <a:lnTo>
                    <a:pt x="437" y="390"/>
                  </a:lnTo>
                  <a:lnTo>
                    <a:pt x="439" y="388"/>
                  </a:lnTo>
                  <a:lnTo>
                    <a:pt x="442" y="386"/>
                  </a:lnTo>
                  <a:lnTo>
                    <a:pt x="446" y="385"/>
                  </a:lnTo>
                  <a:lnTo>
                    <a:pt x="448" y="383"/>
                  </a:lnTo>
                  <a:lnTo>
                    <a:pt x="448" y="381"/>
                  </a:lnTo>
                  <a:lnTo>
                    <a:pt x="449" y="378"/>
                  </a:lnTo>
                  <a:lnTo>
                    <a:pt x="451" y="377"/>
                  </a:lnTo>
                  <a:lnTo>
                    <a:pt x="454" y="376"/>
                  </a:lnTo>
                  <a:lnTo>
                    <a:pt x="457" y="375"/>
                  </a:lnTo>
                  <a:lnTo>
                    <a:pt x="459" y="374"/>
                  </a:lnTo>
                  <a:lnTo>
                    <a:pt x="462" y="372"/>
                  </a:lnTo>
                  <a:lnTo>
                    <a:pt x="464" y="370"/>
                  </a:lnTo>
                  <a:lnTo>
                    <a:pt x="467" y="369"/>
                  </a:lnTo>
                  <a:lnTo>
                    <a:pt x="470" y="368"/>
                  </a:lnTo>
                  <a:lnTo>
                    <a:pt x="473" y="367"/>
                  </a:lnTo>
                  <a:lnTo>
                    <a:pt x="477" y="366"/>
                  </a:lnTo>
                  <a:lnTo>
                    <a:pt x="480" y="365"/>
                  </a:lnTo>
                  <a:lnTo>
                    <a:pt x="484" y="366"/>
                  </a:lnTo>
                  <a:lnTo>
                    <a:pt x="486" y="369"/>
                  </a:lnTo>
                  <a:lnTo>
                    <a:pt x="488" y="373"/>
                  </a:lnTo>
                  <a:lnTo>
                    <a:pt x="490" y="375"/>
                  </a:lnTo>
                  <a:lnTo>
                    <a:pt x="492" y="375"/>
                  </a:lnTo>
                  <a:lnTo>
                    <a:pt x="496" y="374"/>
                  </a:lnTo>
                  <a:lnTo>
                    <a:pt x="500" y="373"/>
                  </a:lnTo>
                  <a:lnTo>
                    <a:pt x="502" y="374"/>
                  </a:lnTo>
                  <a:lnTo>
                    <a:pt x="504" y="376"/>
                  </a:lnTo>
                  <a:lnTo>
                    <a:pt x="505" y="378"/>
                  </a:lnTo>
                  <a:lnTo>
                    <a:pt x="507" y="379"/>
                  </a:lnTo>
                  <a:lnTo>
                    <a:pt x="509" y="381"/>
                  </a:lnTo>
                  <a:lnTo>
                    <a:pt x="509" y="384"/>
                  </a:lnTo>
                  <a:lnTo>
                    <a:pt x="508" y="386"/>
                  </a:lnTo>
                  <a:lnTo>
                    <a:pt x="507" y="389"/>
                  </a:lnTo>
                  <a:lnTo>
                    <a:pt x="507" y="391"/>
                  </a:lnTo>
                  <a:close/>
                </a:path>
              </a:pathLst>
            </a:custGeom>
            <a:solidFill>
              <a:srgbClr val="59A3CD">
                <a:alpha val="9600"/>
              </a:srgbClr>
            </a:solidFill>
            <a:ln>
              <a:noFill/>
            </a:ln>
          </p:spPr>
          <p:txBody>
            <a:bodyPr anchor="ctr"/>
            <a:lstStyle/>
            <a:p>
              <a:pPr algn="ctr">
                <a:buNone/>
              </a:pPr>
            </a:p>
          </p:txBody>
        </p:sp>
        <p:sp>
          <p:nvSpPr>
            <p:cNvPr id="7016" name="addition:input:15">
              <a:extLst>
                <a:ext uri="{FF2B5EF4-FFF2-40B4-BE49-F238E27FC236}">
                  <ns2:creationId id="{81CAB3F6-827B-441C-886E-78621D777A39}"/>
                </a:ext>
              </a:extLst>
            </p:cNvPr>
            <p:cNvSpPr>
              <a:spLocks noGrp="1"/>
            </p:cNvSpPr>
            <p:nvPr/>
          </p:nvSpPr>
          <p:spPr>
            <a:xfrm>
              <a:off x="209550" y="5438775"/>
              <a:ext cx="957925" cy="794796"/>
            </a:xfrm>
            <a:custGeom>
              <a:rect l="l" t="t" r="r" b="b"/>
              <a:pathLst>
                <a:path w="582" h="424">
                  <a:moveTo>
                    <a:pt x="0" y="0"/>
                  </a:moveTo>
                  <a:moveTo>
                    <a:pt x="574" y="389"/>
                  </a:moveTo>
                  <a:lnTo>
                    <a:pt x="577" y="391"/>
                  </a:lnTo>
                  <a:lnTo>
                    <a:pt x="579" y="394"/>
                  </a:lnTo>
                  <a:lnTo>
                    <a:pt x="577" y="397"/>
                  </a:lnTo>
                  <a:lnTo>
                    <a:pt x="574" y="399"/>
                  </a:lnTo>
                  <a:lnTo>
                    <a:pt x="572" y="402"/>
                  </a:lnTo>
                  <a:lnTo>
                    <a:pt x="572" y="405"/>
                  </a:lnTo>
                  <a:lnTo>
                    <a:pt x="573" y="408"/>
                  </a:lnTo>
                  <a:lnTo>
                    <a:pt x="572" y="411"/>
                  </a:lnTo>
                  <a:lnTo>
                    <a:pt x="569" y="413"/>
                  </a:lnTo>
                  <a:lnTo>
                    <a:pt x="565" y="415"/>
                  </a:lnTo>
                  <a:lnTo>
                    <a:pt x="561" y="416"/>
                  </a:lnTo>
                  <a:lnTo>
                    <a:pt x="558" y="417"/>
                  </a:lnTo>
                  <a:lnTo>
                    <a:pt x="554" y="417"/>
                  </a:lnTo>
                  <a:lnTo>
                    <a:pt x="550" y="416"/>
                  </a:lnTo>
                  <a:lnTo>
                    <a:pt x="546" y="414"/>
                  </a:lnTo>
                  <a:lnTo>
                    <a:pt x="542" y="414"/>
                  </a:lnTo>
                  <a:lnTo>
                    <a:pt x="539" y="416"/>
                  </a:lnTo>
                  <a:lnTo>
                    <a:pt x="535" y="420"/>
                  </a:lnTo>
                  <a:lnTo>
                    <a:pt x="531" y="424"/>
                  </a:lnTo>
                  <a:lnTo>
                    <a:pt x="525" y="424"/>
                  </a:lnTo>
                  <a:lnTo>
                    <a:pt x="521" y="422"/>
                  </a:lnTo>
                  <a:lnTo>
                    <a:pt x="518" y="419"/>
                  </a:lnTo>
                  <a:lnTo>
                    <a:pt x="514" y="416"/>
                  </a:lnTo>
                  <a:lnTo>
                    <a:pt x="510" y="415"/>
                  </a:lnTo>
                  <a:lnTo>
                    <a:pt x="506" y="414"/>
                  </a:lnTo>
                  <a:lnTo>
                    <a:pt x="503" y="411"/>
                  </a:lnTo>
                  <a:lnTo>
                    <a:pt x="501" y="408"/>
                  </a:lnTo>
                  <a:lnTo>
                    <a:pt x="498" y="406"/>
                  </a:lnTo>
                  <a:lnTo>
                    <a:pt x="495" y="404"/>
                  </a:lnTo>
                  <a:lnTo>
                    <a:pt x="491" y="402"/>
                  </a:lnTo>
                  <a:lnTo>
                    <a:pt x="488" y="399"/>
                  </a:lnTo>
                  <a:lnTo>
                    <a:pt x="488" y="397"/>
                  </a:lnTo>
                  <a:lnTo>
                    <a:pt x="487" y="394"/>
                  </a:lnTo>
                  <a:lnTo>
                    <a:pt x="485" y="391"/>
                  </a:lnTo>
                  <a:lnTo>
                    <a:pt x="480" y="389"/>
                  </a:lnTo>
                  <a:lnTo>
                    <a:pt x="475" y="385"/>
                  </a:lnTo>
                  <a:lnTo>
                    <a:pt x="474" y="382"/>
                  </a:lnTo>
                  <a:lnTo>
                    <a:pt x="478" y="379"/>
                  </a:lnTo>
                  <a:lnTo>
                    <a:pt x="485" y="378"/>
                  </a:lnTo>
                  <a:lnTo>
                    <a:pt x="492" y="376"/>
                  </a:lnTo>
                  <a:lnTo>
                    <a:pt x="495" y="375"/>
                  </a:lnTo>
                  <a:lnTo>
                    <a:pt x="497" y="372"/>
                  </a:lnTo>
                  <a:lnTo>
                    <a:pt x="499" y="370"/>
                  </a:lnTo>
                  <a:lnTo>
                    <a:pt x="502" y="367"/>
                  </a:lnTo>
                  <a:lnTo>
                    <a:pt x="505" y="365"/>
                  </a:lnTo>
                  <a:lnTo>
                    <a:pt x="507" y="362"/>
                  </a:lnTo>
                  <a:lnTo>
                    <a:pt x="510" y="359"/>
                  </a:lnTo>
                  <a:lnTo>
                    <a:pt x="514" y="357"/>
                  </a:lnTo>
                  <a:lnTo>
                    <a:pt x="520" y="356"/>
                  </a:lnTo>
                  <a:lnTo>
                    <a:pt x="526" y="357"/>
                  </a:lnTo>
                  <a:lnTo>
                    <a:pt x="531" y="358"/>
                  </a:lnTo>
                  <a:lnTo>
                    <a:pt x="535" y="358"/>
                  </a:lnTo>
                  <a:lnTo>
                    <a:pt x="540" y="356"/>
                  </a:lnTo>
                  <a:lnTo>
                    <a:pt x="545" y="355"/>
                  </a:lnTo>
                  <a:lnTo>
                    <a:pt x="549" y="357"/>
                  </a:lnTo>
                  <a:lnTo>
                    <a:pt x="552" y="360"/>
                  </a:lnTo>
                  <a:lnTo>
                    <a:pt x="554" y="364"/>
                  </a:lnTo>
                  <a:lnTo>
                    <a:pt x="556" y="365"/>
                  </a:lnTo>
                  <a:lnTo>
                    <a:pt x="561" y="365"/>
                  </a:lnTo>
                  <a:lnTo>
                    <a:pt x="566" y="365"/>
                  </a:lnTo>
                  <a:lnTo>
                    <a:pt x="570" y="365"/>
                  </a:lnTo>
                  <a:lnTo>
                    <a:pt x="574" y="366"/>
                  </a:lnTo>
                  <a:lnTo>
                    <a:pt x="577" y="368"/>
                  </a:lnTo>
                  <a:lnTo>
                    <a:pt x="580" y="370"/>
                  </a:lnTo>
                  <a:lnTo>
                    <a:pt x="582" y="373"/>
                  </a:lnTo>
                  <a:lnTo>
                    <a:pt x="581" y="377"/>
                  </a:lnTo>
                  <a:lnTo>
                    <a:pt x="578" y="380"/>
                  </a:lnTo>
                  <a:lnTo>
                    <a:pt x="573" y="384"/>
                  </a:lnTo>
                  <a:lnTo>
                    <a:pt x="571" y="386"/>
                  </a:lnTo>
                  <a:close/>
                </a:path>
              </a:pathLst>
            </a:custGeom>
            <a:solidFill>
              <a:srgbClr val="59A3CD">
                <a:alpha val="9600"/>
              </a:srgbClr>
            </a:solidFill>
            <a:ln>
              <a:noFill/>
            </a:ln>
          </p:spPr>
          <p:txBody>
            <a:bodyPr anchor="ctr"/>
            <a:lstStyle/>
            <a:p>
              <a:pPr algn="ctr">
                <a:buNone/>
              </a:pPr>
            </a:p>
          </p:txBody>
        </p:sp>
        <p:sp>
          <p:nvSpPr>
            <p:cNvPr id="7017" name="addition:input:16">
              <a:extLst>
                <a:ext uri="{FF2B5EF4-FFF2-40B4-BE49-F238E27FC236}">
                  <ns2:creationId id="{A9766663-71B4-4932-BDBE-F163BCE890FF}"/>
                </a:ext>
              </a:extLst>
            </p:cNvPr>
            <p:cNvSpPr>
              <a:spLocks noGrp="1"/>
            </p:cNvSpPr>
            <p:nvPr/>
          </p:nvSpPr>
          <p:spPr>
            <a:xfrm>
              <a:off x="209550" y="5438775"/>
              <a:ext cx="994136" cy="807918"/>
            </a:xfrm>
            <a:custGeom>
              <a:rect l="l" t="t" r="r" b="b"/>
              <a:pathLst>
                <a:path w="604" h="431">
                  <a:moveTo>
                    <a:pt x="0" y="0"/>
                  </a:moveTo>
                  <a:moveTo>
                    <a:pt x="598" y="383"/>
                  </a:moveTo>
                  <a:lnTo>
                    <a:pt x="603" y="387"/>
                  </a:lnTo>
                  <a:lnTo>
                    <a:pt x="604" y="392"/>
                  </a:lnTo>
                  <a:lnTo>
                    <a:pt x="604" y="396"/>
                  </a:lnTo>
                  <a:lnTo>
                    <a:pt x="603" y="400"/>
                  </a:lnTo>
                  <a:lnTo>
                    <a:pt x="601" y="405"/>
                  </a:lnTo>
                  <a:lnTo>
                    <a:pt x="598" y="408"/>
                  </a:lnTo>
                  <a:lnTo>
                    <a:pt x="591" y="410"/>
                  </a:lnTo>
                  <a:lnTo>
                    <a:pt x="581" y="410"/>
                  </a:lnTo>
                  <a:lnTo>
                    <a:pt x="573" y="410"/>
                  </a:lnTo>
                  <a:lnTo>
                    <a:pt x="569" y="412"/>
                  </a:lnTo>
                  <a:lnTo>
                    <a:pt x="568" y="417"/>
                  </a:lnTo>
                  <a:lnTo>
                    <a:pt x="567" y="424"/>
                  </a:lnTo>
                  <a:lnTo>
                    <a:pt x="562" y="429"/>
                  </a:lnTo>
                  <a:lnTo>
                    <a:pt x="555" y="430"/>
                  </a:lnTo>
                  <a:lnTo>
                    <a:pt x="548" y="429"/>
                  </a:lnTo>
                  <a:lnTo>
                    <a:pt x="541" y="429"/>
                  </a:lnTo>
                  <a:lnTo>
                    <a:pt x="534" y="430"/>
                  </a:lnTo>
                  <a:lnTo>
                    <a:pt x="527" y="431"/>
                  </a:lnTo>
                  <a:lnTo>
                    <a:pt x="520" y="430"/>
                  </a:lnTo>
                  <a:lnTo>
                    <a:pt x="514" y="427"/>
                  </a:lnTo>
                  <a:lnTo>
                    <a:pt x="508" y="425"/>
                  </a:lnTo>
                  <a:lnTo>
                    <a:pt x="503" y="423"/>
                  </a:lnTo>
                  <a:lnTo>
                    <a:pt x="497" y="422"/>
                  </a:lnTo>
                  <a:lnTo>
                    <a:pt x="492" y="420"/>
                  </a:lnTo>
                  <a:lnTo>
                    <a:pt x="489" y="416"/>
                  </a:lnTo>
                  <a:lnTo>
                    <a:pt x="488" y="412"/>
                  </a:lnTo>
                  <a:lnTo>
                    <a:pt x="484" y="409"/>
                  </a:lnTo>
                  <a:lnTo>
                    <a:pt x="477" y="409"/>
                  </a:lnTo>
                  <a:lnTo>
                    <a:pt x="467" y="409"/>
                  </a:lnTo>
                  <a:lnTo>
                    <a:pt x="460" y="406"/>
                  </a:lnTo>
                  <a:lnTo>
                    <a:pt x="458" y="402"/>
                  </a:lnTo>
                  <a:lnTo>
                    <a:pt x="462" y="396"/>
                  </a:lnTo>
                  <a:lnTo>
                    <a:pt x="468" y="391"/>
                  </a:lnTo>
                  <a:lnTo>
                    <a:pt x="471" y="387"/>
                  </a:lnTo>
                  <a:lnTo>
                    <a:pt x="473" y="383"/>
                  </a:lnTo>
                  <a:lnTo>
                    <a:pt x="474" y="379"/>
                  </a:lnTo>
                  <a:lnTo>
                    <a:pt x="477" y="376"/>
                  </a:lnTo>
                  <a:lnTo>
                    <a:pt x="480" y="372"/>
                  </a:lnTo>
                  <a:lnTo>
                    <a:pt x="480" y="368"/>
                  </a:lnTo>
                  <a:lnTo>
                    <a:pt x="478" y="363"/>
                  </a:lnTo>
                  <a:lnTo>
                    <a:pt x="478" y="358"/>
                  </a:lnTo>
                  <a:lnTo>
                    <a:pt x="481" y="354"/>
                  </a:lnTo>
                  <a:lnTo>
                    <a:pt x="487" y="352"/>
                  </a:lnTo>
                  <a:lnTo>
                    <a:pt x="493" y="351"/>
                  </a:lnTo>
                  <a:lnTo>
                    <a:pt x="496" y="348"/>
                  </a:lnTo>
                  <a:lnTo>
                    <a:pt x="498" y="343"/>
                  </a:lnTo>
                  <a:lnTo>
                    <a:pt x="501" y="338"/>
                  </a:lnTo>
                  <a:lnTo>
                    <a:pt x="506" y="336"/>
                  </a:lnTo>
                  <a:lnTo>
                    <a:pt x="513" y="339"/>
                  </a:lnTo>
                  <a:lnTo>
                    <a:pt x="519" y="342"/>
                  </a:lnTo>
                  <a:lnTo>
                    <a:pt x="524" y="344"/>
                  </a:lnTo>
                  <a:lnTo>
                    <a:pt x="528" y="344"/>
                  </a:lnTo>
                  <a:lnTo>
                    <a:pt x="533" y="342"/>
                  </a:lnTo>
                  <a:lnTo>
                    <a:pt x="537" y="340"/>
                  </a:lnTo>
                  <a:lnTo>
                    <a:pt x="543" y="340"/>
                  </a:lnTo>
                  <a:lnTo>
                    <a:pt x="548" y="339"/>
                  </a:lnTo>
                  <a:lnTo>
                    <a:pt x="555" y="337"/>
                  </a:lnTo>
                  <a:lnTo>
                    <a:pt x="563" y="337"/>
                  </a:lnTo>
                  <a:lnTo>
                    <a:pt x="568" y="339"/>
                  </a:lnTo>
                  <a:lnTo>
                    <a:pt x="571" y="345"/>
                  </a:lnTo>
                  <a:lnTo>
                    <a:pt x="571" y="351"/>
                  </a:lnTo>
                  <a:lnTo>
                    <a:pt x="571" y="356"/>
                  </a:lnTo>
                  <a:lnTo>
                    <a:pt x="576" y="359"/>
                  </a:lnTo>
                  <a:lnTo>
                    <a:pt x="583" y="360"/>
                  </a:lnTo>
                  <a:lnTo>
                    <a:pt x="589" y="363"/>
                  </a:lnTo>
                  <a:lnTo>
                    <a:pt x="591" y="367"/>
                  </a:lnTo>
                  <a:lnTo>
                    <a:pt x="590" y="372"/>
                  </a:lnTo>
                  <a:lnTo>
                    <a:pt x="590" y="376"/>
                  </a:lnTo>
                  <a:lnTo>
                    <a:pt x="593" y="379"/>
                  </a:lnTo>
                  <a:close/>
                </a:path>
              </a:pathLst>
            </a:custGeom>
            <a:solidFill>
              <a:srgbClr val="0675B4">
                <a:alpha val="11100"/>
              </a:srgbClr>
            </a:solidFill>
            <a:ln>
              <a:noFill/>
            </a:ln>
          </p:spPr>
          <p:txBody>
            <a:bodyPr anchor="ctr"/>
            <a:lstStyle/>
            <a:p>
              <a:pPr algn="ctr">
                <a:buNone/>
              </a:pPr>
            </a:p>
          </p:txBody>
        </p:sp>
        <p:sp>
          <p:nvSpPr>
            <p:cNvPr id="7018" name="addition:input:17">
              <a:extLst>
                <a:ext uri="{FF2B5EF4-FFF2-40B4-BE49-F238E27FC236}">
                  <ns2:creationId id="{3715AA99-A486-4741-876C-409C7EC64075}"/>
                </a:ext>
              </a:extLst>
            </p:cNvPr>
            <p:cNvSpPr>
              <a:spLocks noGrp="1"/>
            </p:cNvSpPr>
            <p:nvPr/>
          </p:nvSpPr>
          <p:spPr>
            <a:xfrm>
              <a:off x="209550" y="5438775"/>
              <a:ext cx="893735" cy="740435"/>
            </a:xfrm>
            <a:custGeom>
              <a:rect l="l" t="t" r="r" b="b"/>
              <a:pathLst>
                <a:path w="543" h="395">
                  <a:moveTo>
                    <a:pt x="0" y="0"/>
                  </a:moveTo>
                  <a:moveTo>
                    <a:pt x="543" y="370"/>
                  </a:moveTo>
                  <a:lnTo>
                    <a:pt x="542" y="373"/>
                  </a:lnTo>
                  <a:lnTo>
                    <a:pt x="539" y="375"/>
                  </a:lnTo>
                  <a:lnTo>
                    <a:pt x="536" y="377"/>
                  </a:lnTo>
                  <a:lnTo>
                    <a:pt x="534" y="378"/>
                  </a:lnTo>
                  <a:lnTo>
                    <a:pt x="532" y="380"/>
                  </a:lnTo>
                  <a:lnTo>
                    <a:pt x="529" y="381"/>
                  </a:lnTo>
                  <a:lnTo>
                    <a:pt x="527" y="382"/>
                  </a:lnTo>
                  <a:lnTo>
                    <a:pt x="525" y="384"/>
                  </a:lnTo>
                  <a:lnTo>
                    <a:pt x="524" y="386"/>
                  </a:lnTo>
                  <a:lnTo>
                    <a:pt x="524" y="389"/>
                  </a:lnTo>
                  <a:lnTo>
                    <a:pt x="523" y="392"/>
                  </a:lnTo>
                  <a:lnTo>
                    <a:pt x="520" y="393"/>
                  </a:lnTo>
                  <a:lnTo>
                    <a:pt x="516" y="393"/>
                  </a:lnTo>
                  <a:lnTo>
                    <a:pt x="512" y="392"/>
                  </a:lnTo>
                  <a:lnTo>
                    <a:pt x="509" y="392"/>
                  </a:lnTo>
                  <a:lnTo>
                    <a:pt x="507" y="394"/>
                  </a:lnTo>
                  <a:lnTo>
                    <a:pt x="504" y="395"/>
                  </a:lnTo>
                  <a:lnTo>
                    <a:pt x="501" y="395"/>
                  </a:lnTo>
                  <a:lnTo>
                    <a:pt x="499" y="393"/>
                  </a:lnTo>
                  <a:lnTo>
                    <a:pt x="497" y="391"/>
                  </a:lnTo>
                  <a:lnTo>
                    <a:pt x="495" y="390"/>
                  </a:lnTo>
                  <a:lnTo>
                    <a:pt x="493" y="389"/>
                  </a:lnTo>
                  <a:lnTo>
                    <a:pt x="490" y="389"/>
                  </a:lnTo>
                  <a:lnTo>
                    <a:pt x="488" y="389"/>
                  </a:lnTo>
                  <a:lnTo>
                    <a:pt x="486" y="388"/>
                  </a:lnTo>
                  <a:lnTo>
                    <a:pt x="483" y="388"/>
                  </a:lnTo>
                  <a:lnTo>
                    <a:pt x="480" y="387"/>
                  </a:lnTo>
                  <a:lnTo>
                    <a:pt x="477" y="386"/>
                  </a:lnTo>
                  <a:lnTo>
                    <a:pt x="476" y="384"/>
                  </a:lnTo>
                  <a:lnTo>
                    <a:pt x="477" y="381"/>
                  </a:lnTo>
                  <a:lnTo>
                    <a:pt x="480" y="378"/>
                  </a:lnTo>
                  <a:lnTo>
                    <a:pt x="482" y="376"/>
                  </a:lnTo>
                  <a:lnTo>
                    <a:pt x="481" y="374"/>
                  </a:lnTo>
                  <a:lnTo>
                    <a:pt x="479" y="372"/>
                  </a:lnTo>
                  <a:lnTo>
                    <a:pt x="478" y="370"/>
                  </a:lnTo>
                  <a:lnTo>
                    <a:pt x="478" y="368"/>
                  </a:lnTo>
                  <a:lnTo>
                    <a:pt x="479" y="366"/>
                  </a:lnTo>
                  <a:lnTo>
                    <a:pt x="479" y="365"/>
                  </a:lnTo>
                  <a:lnTo>
                    <a:pt x="479" y="362"/>
                  </a:lnTo>
                  <a:lnTo>
                    <a:pt x="478" y="360"/>
                  </a:lnTo>
                  <a:lnTo>
                    <a:pt x="479" y="358"/>
                  </a:lnTo>
                  <a:lnTo>
                    <a:pt x="480" y="356"/>
                  </a:lnTo>
                  <a:lnTo>
                    <a:pt x="482" y="355"/>
                  </a:lnTo>
                  <a:lnTo>
                    <a:pt x="483" y="353"/>
                  </a:lnTo>
                  <a:lnTo>
                    <a:pt x="484" y="351"/>
                  </a:lnTo>
                  <a:lnTo>
                    <a:pt x="486" y="350"/>
                  </a:lnTo>
                  <a:lnTo>
                    <a:pt x="489" y="350"/>
                  </a:lnTo>
                  <a:lnTo>
                    <a:pt x="493" y="352"/>
                  </a:lnTo>
                  <a:lnTo>
                    <a:pt x="496" y="353"/>
                  </a:lnTo>
                  <a:lnTo>
                    <a:pt x="497" y="352"/>
                  </a:lnTo>
                  <a:lnTo>
                    <a:pt x="499" y="349"/>
                  </a:lnTo>
                  <a:lnTo>
                    <a:pt x="501" y="347"/>
                  </a:lnTo>
                  <a:lnTo>
                    <a:pt x="504" y="345"/>
                  </a:lnTo>
                  <a:lnTo>
                    <a:pt x="507" y="345"/>
                  </a:lnTo>
                  <a:lnTo>
                    <a:pt x="510" y="346"/>
                  </a:lnTo>
                  <a:lnTo>
                    <a:pt x="513" y="347"/>
                  </a:lnTo>
                  <a:lnTo>
                    <a:pt x="516" y="348"/>
                  </a:lnTo>
                  <a:lnTo>
                    <a:pt x="518" y="349"/>
                  </a:lnTo>
                  <a:lnTo>
                    <a:pt x="520" y="351"/>
                  </a:lnTo>
                  <a:lnTo>
                    <a:pt x="522" y="353"/>
                  </a:lnTo>
                  <a:lnTo>
                    <a:pt x="524" y="355"/>
                  </a:lnTo>
                  <a:lnTo>
                    <a:pt x="527" y="356"/>
                  </a:lnTo>
                  <a:lnTo>
                    <a:pt x="530" y="357"/>
                  </a:lnTo>
                  <a:lnTo>
                    <a:pt x="532" y="359"/>
                  </a:lnTo>
                  <a:lnTo>
                    <a:pt x="532" y="361"/>
                  </a:lnTo>
                  <a:lnTo>
                    <a:pt x="532" y="363"/>
                  </a:lnTo>
                  <a:lnTo>
                    <a:pt x="533" y="365"/>
                  </a:lnTo>
                  <a:lnTo>
                    <a:pt x="536" y="366"/>
                  </a:lnTo>
                  <a:lnTo>
                    <a:pt x="540" y="368"/>
                  </a:lnTo>
                  <a:close/>
                </a:path>
              </a:pathLst>
            </a:custGeom>
            <a:solidFill>
              <a:srgbClr val="0072B2">
                <a:alpha val="10800"/>
              </a:srgbClr>
            </a:solidFill>
            <a:ln>
              <a:noFill/>
            </a:ln>
          </p:spPr>
          <p:txBody>
            <a:bodyPr anchor="ctr"/>
            <a:lstStyle/>
            <a:p>
              <a:pPr algn="ctr">
                <a:buNone/>
              </a:pPr>
            </a:p>
          </p:txBody>
        </p:sp>
        <p:sp>
          <p:nvSpPr>
            <p:cNvPr id="7019" name="addition:input:18">
              <a:extLst>
                <a:ext uri="{FF2B5EF4-FFF2-40B4-BE49-F238E27FC236}">
                  <ns2:creationId id="{085D5449-8462-4A0C-9853-B2F93CD24C7C}"/>
                </a:ext>
              </a:extLst>
            </p:cNvPr>
            <p:cNvSpPr>
              <a:spLocks noGrp="1"/>
            </p:cNvSpPr>
            <p:nvPr/>
          </p:nvSpPr>
          <p:spPr>
            <a:xfrm>
              <a:off x="209550" y="5438775"/>
              <a:ext cx="939820" cy="717941"/>
            </a:xfrm>
            <a:custGeom>
              <a:rect l="l" t="t" r="r" b="b"/>
              <a:pathLst>
                <a:path w="571" h="383">
                  <a:moveTo>
                    <a:pt x="0" y="0"/>
                  </a:moveTo>
                  <a:moveTo>
                    <a:pt x="571" y="363"/>
                  </a:moveTo>
                  <a:lnTo>
                    <a:pt x="570" y="365"/>
                  </a:lnTo>
                  <a:lnTo>
                    <a:pt x="568" y="366"/>
                  </a:lnTo>
                  <a:lnTo>
                    <a:pt x="568" y="368"/>
                  </a:lnTo>
                  <a:lnTo>
                    <a:pt x="569" y="369"/>
                  </a:lnTo>
                  <a:lnTo>
                    <a:pt x="570" y="371"/>
                  </a:lnTo>
                  <a:lnTo>
                    <a:pt x="570" y="373"/>
                  </a:lnTo>
                  <a:lnTo>
                    <a:pt x="569" y="375"/>
                  </a:lnTo>
                  <a:lnTo>
                    <a:pt x="568" y="376"/>
                  </a:lnTo>
                  <a:lnTo>
                    <a:pt x="566" y="377"/>
                  </a:lnTo>
                  <a:lnTo>
                    <a:pt x="565" y="378"/>
                  </a:lnTo>
                  <a:lnTo>
                    <a:pt x="562" y="378"/>
                  </a:lnTo>
                  <a:lnTo>
                    <a:pt x="560" y="378"/>
                  </a:lnTo>
                  <a:lnTo>
                    <a:pt x="557" y="377"/>
                  </a:lnTo>
                  <a:lnTo>
                    <a:pt x="556" y="377"/>
                  </a:lnTo>
                  <a:lnTo>
                    <a:pt x="555" y="378"/>
                  </a:lnTo>
                  <a:lnTo>
                    <a:pt x="553" y="381"/>
                  </a:lnTo>
                  <a:lnTo>
                    <a:pt x="551" y="383"/>
                  </a:lnTo>
                  <a:lnTo>
                    <a:pt x="549" y="383"/>
                  </a:lnTo>
                  <a:lnTo>
                    <a:pt x="546" y="382"/>
                  </a:lnTo>
                  <a:lnTo>
                    <a:pt x="544" y="381"/>
                  </a:lnTo>
                  <a:lnTo>
                    <a:pt x="542" y="380"/>
                  </a:lnTo>
                  <a:lnTo>
                    <a:pt x="539" y="380"/>
                  </a:lnTo>
                  <a:lnTo>
                    <a:pt x="537" y="379"/>
                  </a:lnTo>
                  <a:lnTo>
                    <a:pt x="535" y="378"/>
                  </a:lnTo>
                  <a:lnTo>
                    <a:pt x="534" y="377"/>
                  </a:lnTo>
                  <a:lnTo>
                    <a:pt x="532" y="375"/>
                  </a:lnTo>
                  <a:lnTo>
                    <a:pt x="530" y="374"/>
                  </a:lnTo>
                  <a:lnTo>
                    <a:pt x="528" y="373"/>
                  </a:lnTo>
                  <a:lnTo>
                    <a:pt x="527" y="372"/>
                  </a:lnTo>
                  <a:lnTo>
                    <a:pt x="527" y="370"/>
                  </a:lnTo>
                  <a:lnTo>
                    <a:pt x="526" y="369"/>
                  </a:lnTo>
                  <a:lnTo>
                    <a:pt x="524" y="368"/>
                  </a:lnTo>
                  <a:lnTo>
                    <a:pt x="521" y="367"/>
                  </a:lnTo>
                  <a:lnTo>
                    <a:pt x="518" y="365"/>
                  </a:lnTo>
                  <a:lnTo>
                    <a:pt x="517" y="363"/>
                  </a:lnTo>
                  <a:lnTo>
                    <a:pt x="519" y="362"/>
                  </a:lnTo>
                  <a:lnTo>
                    <a:pt x="522" y="360"/>
                  </a:lnTo>
                  <a:lnTo>
                    <a:pt x="525" y="359"/>
                  </a:lnTo>
                  <a:lnTo>
                    <a:pt x="527" y="358"/>
                  </a:lnTo>
                  <a:lnTo>
                    <a:pt x="527" y="357"/>
                  </a:lnTo>
                  <a:lnTo>
                    <a:pt x="528" y="355"/>
                  </a:lnTo>
                  <a:lnTo>
                    <a:pt x="530" y="354"/>
                  </a:lnTo>
                  <a:lnTo>
                    <a:pt x="531" y="353"/>
                  </a:lnTo>
                  <a:lnTo>
                    <a:pt x="532" y="351"/>
                  </a:lnTo>
                  <a:lnTo>
                    <a:pt x="533" y="349"/>
                  </a:lnTo>
                  <a:lnTo>
                    <a:pt x="535" y="348"/>
                  </a:lnTo>
                  <a:lnTo>
                    <a:pt x="537" y="347"/>
                  </a:lnTo>
                  <a:lnTo>
                    <a:pt x="540" y="347"/>
                  </a:lnTo>
                  <a:lnTo>
                    <a:pt x="542" y="347"/>
                  </a:lnTo>
                  <a:lnTo>
                    <a:pt x="544" y="346"/>
                  </a:lnTo>
                  <a:lnTo>
                    <a:pt x="546" y="345"/>
                  </a:lnTo>
                  <a:lnTo>
                    <a:pt x="549" y="344"/>
                  </a:lnTo>
                  <a:lnTo>
                    <a:pt x="551" y="345"/>
                  </a:lnTo>
                  <a:lnTo>
                    <a:pt x="553" y="347"/>
                  </a:lnTo>
                  <a:lnTo>
                    <a:pt x="554" y="349"/>
                  </a:lnTo>
                  <a:lnTo>
                    <a:pt x="556" y="350"/>
                  </a:lnTo>
                  <a:lnTo>
                    <a:pt x="557" y="349"/>
                  </a:lnTo>
                  <a:lnTo>
                    <a:pt x="560" y="349"/>
                  </a:lnTo>
                  <a:lnTo>
                    <a:pt x="562" y="349"/>
                  </a:lnTo>
                  <a:lnTo>
                    <a:pt x="564" y="349"/>
                  </a:lnTo>
                  <a:lnTo>
                    <a:pt x="566" y="350"/>
                  </a:lnTo>
                  <a:lnTo>
                    <a:pt x="568" y="351"/>
                  </a:lnTo>
                  <a:lnTo>
                    <a:pt x="569" y="352"/>
                  </a:lnTo>
                  <a:lnTo>
                    <a:pt x="570" y="354"/>
                  </a:lnTo>
                  <a:lnTo>
                    <a:pt x="568" y="356"/>
                  </a:lnTo>
                  <a:lnTo>
                    <a:pt x="567" y="358"/>
                  </a:lnTo>
                  <a:lnTo>
                    <a:pt x="566" y="359"/>
                  </a:lnTo>
                  <a:lnTo>
                    <a:pt x="568" y="361"/>
                  </a:lnTo>
                  <a:lnTo>
                    <a:pt x="570" y="362"/>
                  </a:lnTo>
                  <a:close/>
                </a:path>
              </a:pathLst>
            </a:custGeom>
            <a:solidFill>
              <a:srgbClr val="0072B2">
                <a:alpha val="10800"/>
              </a:srgbClr>
            </a:solidFill>
            <a:ln>
              <a:noFill/>
            </a:ln>
          </p:spPr>
          <p:txBody>
            <a:bodyPr anchor="ctr"/>
            <a:lstStyle/>
            <a:p>
              <a:pPr algn="ctr">
                <a:buNone/>
              </a:pPr>
            </a:p>
          </p:txBody>
        </p:sp>
        <p:sp>
          <p:nvSpPr>
            <p:cNvPr id="7020" name="addition:input:19">
              <a:extLst>
                <a:ext uri="{FF2B5EF4-FFF2-40B4-BE49-F238E27FC236}">
                  <ns2:creationId id="{60C18EB4-D08E-4F2D-9C8C-3F868225CCA1}"/>
                </a:ext>
              </a:extLst>
            </p:cNvPr>
            <p:cNvSpPr>
              <a:spLocks noGrp="1"/>
            </p:cNvSpPr>
            <p:nvPr/>
          </p:nvSpPr>
          <p:spPr>
            <a:xfrm>
              <a:off x="209550" y="5438775"/>
              <a:ext cx="1000719" cy="787298"/>
            </a:xfrm>
            <a:custGeom>
              <a:rect l="l" t="t" r="r" b="b"/>
              <a:pathLst>
                <a:path w="608" h="420">
                  <a:moveTo>
                    <a:pt x="0" y="0"/>
                  </a:moveTo>
                  <a:moveTo>
                    <a:pt x="606" y="394"/>
                  </a:moveTo>
                  <a:lnTo>
                    <a:pt x="601" y="396"/>
                  </a:lnTo>
                  <a:lnTo>
                    <a:pt x="597" y="398"/>
                  </a:lnTo>
                  <a:lnTo>
                    <a:pt x="596" y="400"/>
                  </a:lnTo>
                  <a:lnTo>
                    <a:pt x="596" y="402"/>
                  </a:lnTo>
                  <a:lnTo>
                    <a:pt x="595" y="404"/>
                  </a:lnTo>
                  <a:lnTo>
                    <a:pt x="594" y="406"/>
                  </a:lnTo>
                  <a:lnTo>
                    <a:pt x="591" y="407"/>
                  </a:lnTo>
                  <a:lnTo>
                    <a:pt x="589" y="409"/>
                  </a:lnTo>
                  <a:lnTo>
                    <a:pt x="587" y="410"/>
                  </a:lnTo>
                  <a:lnTo>
                    <a:pt x="586" y="413"/>
                  </a:lnTo>
                  <a:lnTo>
                    <a:pt x="583" y="414"/>
                  </a:lnTo>
                  <a:lnTo>
                    <a:pt x="581" y="415"/>
                  </a:lnTo>
                  <a:lnTo>
                    <a:pt x="577" y="416"/>
                  </a:lnTo>
                  <a:lnTo>
                    <a:pt x="575" y="417"/>
                  </a:lnTo>
                  <a:lnTo>
                    <a:pt x="572" y="419"/>
                  </a:lnTo>
                  <a:lnTo>
                    <a:pt x="569" y="420"/>
                  </a:lnTo>
                  <a:lnTo>
                    <a:pt x="566" y="419"/>
                  </a:lnTo>
                  <a:lnTo>
                    <a:pt x="564" y="416"/>
                  </a:lnTo>
                  <a:lnTo>
                    <a:pt x="562" y="413"/>
                  </a:lnTo>
                  <a:lnTo>
                    <a:pt x="560" y="412"/>
                  </a:lnTo>
                  <a:lnTo>
                    <a:pt x="557" y="413"/>
                  </a:lnTo>
                  <a:lnTo>
                    <a:pt x="554" y="415"/>
                  </a:lnTo>
                  <a:lnTo>
                    <a:pt x="551" y="416"/>
                  </a:lnTo>
                  <a:lnTo>
                    <a:pt x="548" y="415"/>
                  </a:lnTo>
                  <a:lnTo>
                    <a:pt x="546" y="414"/>
                  </a:lnTo>
                  <a:lnTo>
                    <a:pt x="544" y="412"/>
                  </a:lnTo>
                  <a:lnTo>
                    <a:pt x="542" y="411"/>
                  </a:lnTo>
                  <a:lnTo>
                    <a:pt x="541" y="409"/>
                  </a:lnTo>
                  <a:lnTo>
                    <a:pt x="541" y="406"/>
                  </a:lnTo>
                  <a:lnTo>
                    <a:pt x="542" y="404"/>
                  </a:lnTo>
                  <a:lnTo>
                    <a:pt x="542" y="402"/>
                  </a:lnTo>
                  <a:lnTo>
                    <a:pt x="541" y="400"/>
                  </a:lnTo>
                  <a:lnTo>
                    <a:pt x="538" y="398"/>
                  </a:lnTo>
                  <a:lnTo>
                    <a:pt x="537" y="396"/>
                  </a:lnTo>
                  <a:lnTo>
                    <a:pt x="538" y="394"/>
                  </a:lnTo>
                  <a:lnTo>
                    <a:pt x="540" y="392"/>
                  </a:lnTo>
                  <a:lnTo>
                    <a:pt x="541" y="391"/>
                  </a:lnTo>
                  <a:lnTo>
                    <a:pt x="539" y="388"/>
                  </a:lnTo>
                  <a:lnTo>
                    <a:pt x="537" y="386"/>
                  </a:lnTo>
                  <a:lnTo>
                    <a:pt x="535" y="383"/>
                  </a:lnTo>
                  <a:lnTo>
                    <a:pt x="535" y="380"/>
                  </a:lnTo>
                  <a:lnTo>
                    <a:pt x="538" y="379"/>
                  </a:lnTo>
                  <a:lnTo>
                    <a:pt x="541" y="378"/>
                  </a:lnTo>
                  <a:lnTo>
                    <a:pt x="543" y="377"/>
                  </a:lnTo>
                  <a:lnTo>
                    <a:pt x="546" y="377"/>
                  </a:lnTo>
                  <a:lnTo>
                    <a:pt x="549" y="376"/>
                  </a:lnTo>
                  <a:lnTo>
                    <a:pt x="552" y="376"/>
                  </a:lnTo>
                  <a:lnTo>
                    <a:pt x="554" y="376"/>
                  </a:lnTo>
                  <a:lnTo>
                    <a:pt x="556" y="375"/>
                  </a:lnTo>
                  <a:lnTo>
                    <a:pt x="557" y="372"/>
                  </a:lnTo>
                  <a:lnTo>
                    <a:pt x="560" y="369"/>
                  </a:lnTo>
                  <a:lnTo>
                    <a:pt x="563" y="368"/>
                  </a:lnTo>
                  <a:lnTo>
                    <a:pt x="566" y="370"/>
                  </a:lnTo>
                  <a:lnTo>
                    <a:pt x="570" y="371"/>
                  </a:lnTo>
                  <a:lnTo>
                    <a:pt x="573" y="372"/>
                  </a:lnTo>
                  <a:lnTo>
                    <a:pt x="576" y="372"/>
                  </a:lnTo>
                  <a:lnTo>
                    <a:pt x="580" y="371"/>
                  </a:lnTo>
                  <a:lnTo>
                    <a:pt x="583" y="372"/>
                  </a:lnTo>
                  <a:lnTo>
                    <a:pt x="586" y="374"/>
                  </a:lnTo>
                  <a:lnTo>
                    <a:pt x="587" y="377"/>
                  </a:lnTo>
                  <a:lnTo>
                    <a:pt x="588" y="379"/>
                  </a:lnTo>
                  <a:lnTo>
                    <a:pt x="590" y="380"/>
                  </a:lnTo>
                  <a:lnTo>
                    <a:pt x="593" y="382"/>
                  </a:lnTo>
                  <a:lnTo>
                    <a:pt x="595" y="383"/>
                  </a:lnTo>
                  <a:lnTo>
                    <a:pt x="596" y="385"/>
                  </a:lnTo>
                  <a:lnTo>
                    <a:pt x="599" y="386"/>
                  </a:lnTo>
                  <a:lnTo>
                    <a:pt x="602" y="388"/>
                  </a:lnTo>
                  <a:lnTo>
                    <a:pt x="606" y="389"/>
                  </a:lnTo>
                  <a:lnTo>
                    <a:pt x="608" y="392"/>
                  </a:lnTo>
                  <a:close/>
                </a:path>
              </a:pathLst>
            </a:custGeom>
            <a:solidFill>
              <a:srgbClr val="0072B2">
                <a:alpha val="10800"/>
              </a:srgbClr>
            </a:solidFill>
            <a:ln>
              <a:noFill/>
            </a:ln>
          </p:spPr>
          <p:txBody>
            <a:bodyPr anchor="ctr"/>
            <a:lstStyle/>
            <a:p>
              <a:pPr algn="ctr">
                <a:buNone/>
              </a:pPr>
            </a:p>
          </p:txBody>
        </p:sp>
        <p:sp>
          <p:nvSpPr>
            <p:cNvPr id="7021" name="addition:input:20">
              <a:extLst>
                <a:ext uri="{FF2B5EF4-FFF2-40B4-BE49-F238E27FC236}">
                  <ns2:creationId id="{E7C71F77-8BE8-4A67-9FFD-7F993A65341D}"/>
                </a:ext>
              </a:extLst>
            </p:cNvPr>
            <p:cNvSpPr>
              <a:spLocks noGrp="1"/>
            </p:cNvSpPr>
            <p:nvPr/>
          </p:nvSpPr>
          <p:spPr>
            <a:xfrm>
              <a:off x="209550" y="5438775"/>
              <a:ext cx="915132" cy="807918"/>
            </a:xfrm>
            <a:custGeom>
              <a:rect l="l" t="t" r="r" b="b"/>
              <a:pathLst>
                <a:path w="556" h="431">
                  <a:moveTo>
                    <a:pt x="0" y="0"/>
                  </a:moveTo>
                  <a:moveTo>
                    <a:pt x="554" y="407"/>
                  </a:moveTo>
                  <a:lnTo>
                    <a:pt x="556" y="410"/>
                  </a:lnTo>
                  <a:lnTo>
                    <a:pt x="555" y="411"/>
                  </a:lnTo>
                  <a:lnTo>
                    <a:pt x="552" y="413"/>
                  </a:lnTo>
                  <a:lnTo>
                    <a:pt x="549" y="414"/>
                  </a:lnTo>
                  <a:lnTo>
                    <a:pt x="548" y="416"/>
                  </a:lnTo>
                  <a:lnTo>
                    <a:pt x="548" y="417"/>
                  </a:lnTo>
                  <a:lnTo>
                    <a:pt x="547" y="419"/>
                  </a:lnTo>
                  <a:lnTo>
                    <a:pt x="545" y="420"/>
                  </a:lnTo>
                  <a:lnTo>
                    <a:pt x="542" y="421"/>
                  </a:lnTo>
                  <a:lnTo>
                    <a:pt x="540" y="422"/>
                  </a:lnTo>
                  <a:lnTo>
                    <a:pt x="538" y="423"/>
                  </a:lnTo>
                  <a:lnTo>
                    <a:pt x="536" y="424"/>
                  </a:lnTo>
                  <a:lnTo>
                    <a:pt x="534" y="425"/>
                  </a:lnTo>
                  <a:lnTo>
                    <a:pt x="531" y="426"/>
                  </a:lnTo>
                  <a:lnTo>
                    <a:pt x="528" y="426"/>
                  </a:lnTo>
                  <a:lnTo>
                    <a:pt x="526" y="428"/>
                  </a:lnTo>
                  <a:lnTo>
                    <a:pt x="523" y="430"/>
                  </a:lnTo>
                  <a:lnTo>
                    <a:pt x="519" y="431"/>
                  </a:lnTo>
                  <a:lnTo>
                    <a:pt x="516" y="429"/>
                  </a:lnTo>
                  <a:lnTo>
                    <a:pt x="514" y="427"/>
                  </a:lnTo>
                  <a:lnTo>
                    <a:pt x="512" y="424"/>
                  </a:lnTo>
                  <a:lnTo>
                    <a:pt x="511" y="422"/>
                  </a:lnTo>
                  <a:lnTo>
                    <a:pt x="508" y="422"/>
                  </a:lnTo>
                  <a:lnTo>
                    <a:pt x="505" y="423"/>
                  </a:lnTo>
                  <a:lnTo>
                    <a:pt x="503" y="422"/>
                  </a:lnTo>
                  <a:lnTo>
                    <a:pt x="500" y="422"/>
                  </a:lnTo>
                  <a:lnTo>
                    <a:pt x="499" y="420"/>
                  </a:lnTo>
                  <a:lnTo>
                    <a:pt x="497" y="419"/>
                  </a:lnTo>
                  <a:lnTo>
                    <a:pt x="495" y="418"/>
                  </a:lnTo>
                  <a:lnTo>
                    <a:pt x="493" y="417"/>
                  </a:lnTo>
                  <a:lnTo>
                    <a:pt x="494" y="415"/>
                  </a:lnTo>
                  <a:lnTo>
                    <a:pt x="495" y="413"/>
                  </a:lnTo>
                  <a:lnTo>
                    <a:pt x="495" y="411"/>
                  </a:lnTo>
                  <a:lnTo>
                    <a:pt x="494" y="409"/>
                  </a:lnTo>
                  <a:lnTo>
                    <a:pt x="493" y="407"/>
                  </a:lnTo>
                  <a:lnTo>
                    <a:pt x="494" y="406"/>
                  </a:lnTo>
                  <a:lnTo>
                    <a:pt x="497" y="404"/>
                  </a:lnTo>
                  <a:lnTo>
                    <a:pt x="500" y="403"/>
                  </a:lnTo>
                  <a:lnTo>
                    <a:pt x="502" y="402"/>
                  </a:lnTo>
                  <a:lnTo>
                    <a:pt x="502" y="400"/>
                  </a:lnTo>
                  <a:lnTo>
                    <a:pt x="501" y="398"/>
                  </a:lnTo>
                  <a:lnTo>
                    <a:pt x="500" y="395"/>
                  </a:lnTo>
                  <a:lnTo>
                    <a:pt x="500" y="393"/>
                  </a:lnTo>
                  <a:lnTo>
                    <a:pt x="502" y="392"/>
                  </a:lnTo>
                  <a:lnTo>
                    <a:pt x="505" y="391"/>
                  </a:lnTo>
                  <a:lnTo>
                    <a:pt x="507" y="390"/>
                  </a:lnTo>
                  <a:lnTo>
                    <a:pt x="509" y="389"/>
                  </a:lnTo>
                  <a:lnTo>
                    <a:pt x="512" y="390"/>
                  </a:lnTo>
                  <a:lnTo>
                    <a:pt x="515" y="391"/>
                  </a:lnTo>
                  <a:lnTo>
                    <a:pt x="517" y="391"/>
                  </a:lnTo>
                  <a:lnTo>
                    <a:pt x="518" y="390"/>
                  </a:lnTo>
                  <a:lnTo>
                    <a:pt x="520" y="389"/>
                  </a:lnTo>
                  <a:lnTo>
                    <a:pt x="522" y="387"/>
                  </a:lnTo>
                  <a:lnTo>
                    <a:pt x="525" y="387"/>
                  </a:lnTo>
                  <a:lnTo>
                    <a:pt x="527" y="388"/>
                  </a:lnTo>
                  <a:lnTo>
                    <a:pt x="528" y="390"/>
                  </a:lnTo>
                  <a:lnTo>
                    <a:pt x="531" y="390"/>
                  </a:lnTo>
                  <a:lnTo>
                    <a:pt x="534" y="390"/>
                  </a:lnTo>
                  <a:lnTo>
                    <a:pt x="537" y="389"/>
                  </a:lnTo>
                  <a:lnTo>
                    <a:pt x="540" y="390"/>
                  </a:lnTo>
                  <a:lnTo>
                    <a:pt x="541" y="392"/>
                  </a:lnTo>
                  <a:lnTo>
                    <a:pt x="542" y="394"/>
                  </a:lnTo>
                  <a:lnTo>
                    <a:pt x="542" y="396"/>
                  </a:lnTo>
                  <a:lnTo>
                    <a:pt x="543" y="398"/>
                  </a:lnTo>
                  <a:lnTo>
                    <a:pt x="544" y="400"/>
                  </a:lnTo>
                  <a:lnTo>
                    <a:pt x="544" y="401"/>
                  </a:lnTo>
                  <a:lnTo>
                    <a:pt x="545" y="403"/>
                  </a:lnTo>
                  <a:lnTo>
                    <a:pt x="547" y="404"/>
                  </a:lnTo>
                  <a:lnTo>
                    <a:pt x="550" y="406"/>
                  </a:lnTo>
                  <a:close/>
                </a:path>
              </a:pathLst>
            </a:custGeom>
            <a:solidFill>
              <a:srgbClr val="0072B2">
                <a:alpha val="10800"/>
              </a:srgbClr>
            </a:solidFill>
            <a:ln>
              <a:noFill/>
            </a:ln>
          </p:spPr>
          <p:txBody>
            <a:bodyPr anchor="ctr"/>
            <a:lstStyle/>
            <a:p>
              <a:pPr algn="ctr">
                <a:buNone/>
              </a:pPr>
            </a:p>
          </p:txBody>
        </p:sp>
        <p:sp>
          <p:nvSpPr>
            <p:cNvPr id="7022" name="addition:input:21">
              <a:extLst>
                <a:ext uri="{FF2B5EF4-FFF2-40B4-BE49-F238E27FC236}">
                  <ns2:creationId id="{8D758BC2-0CE1-495F-8A9F-DD9B92836D71}"/>
                </a:ext>
              </a:extLst>
            </p:cNvPr>
            <p:cNvSpPr>
              <a:spLocks noGrp="1"/>
            </p:cNvSpPr>
            <p:nvPr/>
          </p:nvSpPr>
          <p:spPr>
            <a:xfrm>
              <a:off x="209550" y="5438775"/>
              <a:ext cx="1688714" cy="1197818"/>
            </a:xfrm>
            <a:custGeom>
              <a:rect l="l" t="t" r="r" b="b"/>
              <a:pathLst>
                <a:path w="1026" h="639">
                  <a:moveTo>
                    <a:pt x="0" y="0"/>
                  </a:moveTo>
                  <a:moveTo>
                    <a:pt x="1004" y="555"/>
                  </a:moveTo>
                  <a:lnTo>
                    <a:pt x="1010" y="562"/>
                  </a:lnTo>
                  <a:lnTo>
                    <a:pt x="1019" y="570"/>
                  </a:lnTo>
                  <a:lnTo>
                    <a:pt x="1026" y="580"/>
                  </a:lnTo>
                  <a:lnTo>
                    <a:pt x="1023" y="587"/>
                  </a:lnTo>
                  <a:lnTo>
                    <a:pt x="1009" y="592"/>
                  </a:lnTo>
                  <a:lnTo>
                    <a:pt x="991" y="593"/>
                  </a:lnTo>
                  <a:lnTo>
                    <a:pt x="978" y="594"/>
                  </a:lnTo>
                  <a:lnTo>
                    <a:pt x="972" y="599"/>
                  </a:lnTo>
                  <a:lnTo>
                    <a:pt x="970" y="606"/>
                  </a:lnTo>
                  <a:lnTo>
                    <a:pt x="966" y="614"/>
                  </a:lnTo>
                  <a:lnTo>
                    <a:pt x="958" y="619"/>
                  </a:lnTo>
                  <a:lnTo>
                    <a:pt x="950" y="624"/>
                  </a:lnTo>
                  <a:lnTo>
                    <a:pt x="941" y="629"/>
                  </a:lnTo>
                  <a:lnTo>
                    <a:pt x="931" y="635"/>
                  </a:lnTo>
                  <a:lnTo>
                    <a:pt x="920" y="639"/>
                  </a:lnTo>
                  <a:lnTo>
                    <a:pt x="908" y="639"/>
                  </a:lnTo>
                  <a:lnTo>
                    <a:pt x="896" y="635"/>
                  </a:lnTo>
                  <a:lnTo>
                    <a:pt x="885" y="632"/>
                  </a:lnTo>
                  <a:lnTo>
                    <a:pt x="874" y="632"/>
                  </a:lnTo>
                  <a:lnTo>
                    <a:pt x="862" y="635"/>
                  </a:lnTo>
                  <a:lnTo>
                    <a:pt x="851" y="634"/>
                  </a:lnTo>
                  <a:lnTo>
                    <a:pt x="843" y="628"/>
                  </a:lnTo>
                  <a:lnTo>
                    <a:pt x="840" y="618"/>
                  </a:lnTo>
                  <a:lnTo>
                    <a:pt x="837" y="610"/>
                  </a:lnTo>
                  <a:lnTo>
                    <a:pt x="830" y="607"/>
                  </a:lnTo>
                  <a:lnTo>
                    <a:pt x="818" y="608"/>
                  </a:lnTo>
                  <a:lnTo>
                    <a:pt x="804" y="608"/>
                  </a:lnTo>
                  <a:lnTo>
                    <a:pt x="793" y="606"/>
                  </a:lnTo>
                  <a:lnTo>
                    <a:pt x="787" y="600"/>
                  </a:lnTo>
                  <a:lnTo>
                    <a:pt x="784" y="593"/>
                  </a:lnTo>
                  <a:lnTo>
                    <a:pt x="782" y="585"/>
                  </a:lnTo>
                  <a:lnTo>
                    <a:pt x="781" y="578"/>
                  </a:lnTo>
                  <a:lnTo>
                    <a:pt x="786" y="570"/>
                  </a:lnTo>
                  <a:lnTo>
                    <a:pt x="796" y="562"/>
                  </a:lnTo>
                  <a:lnTo>
                    <a:pt x="805" y="555"/>
                  </a:lnTo>
                  <a:lnTo>
                    <a:pt x="808" y="549"/>
                  </a:lnTo>
                  <a:lnTo>
                    <a:pt x="804" y="542"/>
                  </a:lnTo>
                  <a:lnTo>
                    <a:pt x="797" y="534"/>
                  </a:lnTo>
                  <a:lnTo>
                    <a:pt x="797" y="526"/>
                  </a:lnTo>
                  <a:lnTo>
                    <a:pt x="804" y="520"/>
                  </a:lnTo>
                  <a:lnTo>
                    <a:pt x="814" y="516"/>
                  </a:lnTo>
                  <a:lnTo>
                    <a:pt x="820" y="511"/>
                  </a:lnTo>
                  <a:lnTo>
                    <a:pt x="821" y="503"/>
                  </a:lnTo>
                  <a:lnTo>
                    <a:pt x="821" y="494"/>
                  </a:lnTo>
                  <a:lnTo>
                    <a:pt x="825" y="486"/>
                  </a:lnTo>
                  <a:lnTo>
                    <a:pt x="834" y="483"/>
                  </a:lnTo>
                  <a:lnTo>
                    <a:pt x="844" y="482"/>
                  </a:lnTo>
                  <a:lnTo>
                    <a:pt x="854" y="483"/>
                  </a:lnTo>
                  <a:lnTo>
                    <a:pt x="863" y="482"/>
                  </a:lnTo>
                  <a:lnTo>
                    <a:pt x="871" y="483"/>
                  </a:lnTo>
                  <a:lnTo>
                    <a:pt x="879" y="485"/>
                  </a:lnTo>
                  <a:lnTo>
                    <a:pt x="887" y="489"/>
                  </a:lnTo>
                  <a:lnTo>
                    <a:pt x="894" y="488"/>
                  </a:lnTo>
                  <a:lnTo>
                    <a:pt x="902" y="482"/>
                  </a:lnTo>
                  <a:lnTo>
                    <a:pt x="913" y="473"/>
                  </a:lnTo>
                  <a:lnTo>
                    <a:pt x="926" y="468"/>
                  </a:lnTo>
                  <a:lnTo>
                    <a:pt x="936" y="471"/>
                  </a:lnTo>
                  <a:lnTo>
                    <a:pt x="942" y="480"/>
                  </a:lnTo>
                  <a:lnTo>
                    <a:pt x="946" y="489"/>
                  </a:lnTo>
                  <a:lnTo>
                    <a:pt x="952" y="496"/>
                  </a:lnTo>
                  <a:lnTo>
                    <a:pt x="962" y="499"/>
                  </a:lnTo>
                  <a:lnTo>
                    <a:pt x="971" y="503"/>
                  </a:lnTo>
                  <a:lnTo>
                    <a:pt x="977" y="509"/>
                  </a:lnTo>
                  <a:lnTo>
                    <a:pt x="980" y="517"/>
                  </a:lnTo>
                  <a:lnTo>
                    <a:pt x="983" y="523"/>
                  </a:lnTo>
                  <a:lnTo>
                    <a:pt x="989" y="529"/>
                  </a:lnTo>
                  <a:lnTo>
                    <a:pt x="996" y="535"/>
                  </a:lnTo>
                  <a:lnTo>
                    <a:pt x="1001" y="541"/>
                  </a:lnTo>
                  <a:lnTo>
                    <a:pt x="1003" y="548"/>
                  </a:lnTo>
                  <a:close/>
                </a:path>
              </a:pathLst>
            </a:custGeom>
            <a:solidFill>
              <a:srgbClr val="F5DAC5">
                <a:alpha val="12900"/>
              </a:srgbClr>
            </a:solidFill>
            <a:ln>
              <a:noFill/>
            </a:ln>
          </p:spPr>
          <p:txBody>
            <a:bodyPr anchor="ctr"/>
            <a:lstStyle/>
            <a:p>
              <a:pPr algn="ctr">
                <a:buNone/>
              </a:pPr>
            </a:p>
          </p:txBody>
        </p:sp>
        <p:sp>
          <p:nvSpPr>
            <p:cNvPr id="7023" name="addition:input:22">
              <a:extLst>
                <a:ext uri="{FF2B5EF4-FFF2-40B4-BE49-F238E27FC236}">
                  <ns2:creationId id="{D3B821F7-FA8B-402C-801D-CE9F0F41F484}"/>
                </a:ext>
              </a:extLst>
            </p:cNvPr>
            <p:cNvSpPr>
              <a:spLocks noGrp="1"/>
            </p:cNvSpPr>
            <p:nvPr/>
          </p:nvSpPr>
          <p:spPr>
            <a:xfrm>
              <a:off x="209550" y="5438775"/>
              <a:ext cx="1629461" cy="1190320"/>
            </a:xfrm>
            <a:custGeom>
              <a:rect l="l" t="t" r="r" b="b"/>
              <a:pathLst>
                <a:path w="990" h="635">
                  <a:moveTo>
                    <a:pt x="0" y="0"/>
                  </a:moveTo>
                  <a:moveTo>
                    <a:pt x="983" y="560"/>
                  </a:moveTo>
                  <a:lnTo>
                    <a:pt x="986" y="566"/>
                  </a:lnTo>
                  <a:lnTo>
                    <a:pt x="990" y="573"/>
                  </a:lnTo>
                  <a:lnTo>
                    <a:pt x="989" y="579"/>
                  </a:lnTo>
                  <a:lnTo>
                    <a:pt x="984" y="585"/>
                  </a:lnTo>
                  <a:lnTo>
                    <a:pt x="977" y="589"/>
                  </a:lnTo>
                  <a:lnTo>
                    <a:pt x="973" y="594"/>
                  </a:lnTo>
                  <a:lnTo>
                    <a:pt x="971" y="600"/>
                  </a:lnTo>
                  <a:lnTo>
                    <a:pt x="969" y="606"/>
                  </a:lnTo>
                  <a:lnTo>
                    <a:pt x="961" y="610"/>
                  </a:lnTo>
                  <a:lnTo>
                    <a:pt x="950" y="610"/>
                  </a:lnTo>
                  <a:lnTo>
                    <a:pt x="938" y="608"/>
                  </a:lnTo>
                  <a:lnTo>
                    <a:pt x="930" y="609"/>
                  </a:lnTo>
                  <a:lnTo>
                    <a:pt x="926" y="615"/>
                  </a:lnTo>
                  <a:lnTo>
                    <a:pt x="921" y="624"/>
                  </a:lnTo>
                  <a:lnTo>
                    <a:pt x="913" y="632"/>
                  </a:lnTo>
                  <a:lnTo>
                    <a:pt x="904" y="635"/>
                  </a:lnTo>
                  <a:lnTo>
                    <a:pt x="893" y="635"/>
                  </a:lnTo>
                  <a:lnTo>
                    <a:pt x="882" y="633"/>
                  </a:lnTo>
                  <a:lnTo>
                    <a:pt x="872" y="631"/>
                  </a:lnTo>
                  <a:lnTo>
                    <a:pt x="863" y="628"/>
                  </a:lnTo>
                  <a:lnTo>
                    <a:pt x="855" y="622"/>
                  </a:lnTo>
                  <a:lnTo>
                    <a:pt x="850" y="615"/>
                  </a:lnTo>
                  <a:lnTo>
                    <a:pt x="844" y="610"/>
                  </a:lnTo>
                  <a:lnTo>
                    <a:pt x="836" y="610"/>
                  </a:lnTo>
                  <a:lnTo>
                    <a:pt x="824" y="611"/>
                  </a:lnTo>
                  <a:lnTo>
                    <a:pt x="814" y="611"/>
                  </a:lnTo>
                  <a:lnTo>
                    <a:pt x="808" y="606"/>
                  </a:lnTo>
                  <a:lnTo>
                    <a:pt x="807" y="599"/>
                  </a:lnTo>
                  <a:lnTo>
                    <a:pt x="806" y="593"/>
                  </a:lnTo>
                  <a:lnTo>
                    <a:pt x="801" y="588"/>
                  </a:lnTo>
                  <a:lnTo>
                    <a:pt x="792" y="585"/>
                  </a:lnTo>
                  <a:lnTo>
                    <a:pt x="784" y="580"/>
                  </a:lnTo>
                  <a:lnTo>
                    <a:pt x="783" y="573"/>
                  </a:lnTo>
                  <a:lnTo>
                    <a:pt x="788" y="566"/>
                  </a:lnTo>
                  <a:lnTo>
                    <a:pt x="795" y="560"/>
                  </a:lnTo>
                  <a:lnTo>
                    <a:pt x="801" y="554"/>
                  </a:lnTo>
                  <a:lnTo>
                    <a:pt x="806" y="549"/>
                  </a:lnTo>
                  <a:lnTo>
                    <a:pt x="811" y="544"/>
                  </a:lnTo>
                  <a:lnTo>
                    <a:pt x="817" y="539"/>
                  </a:lnTo>
                  <a:lnTo>
                    <a:pt x="822" y="535"/>
                  </a:lnTo>
                  <a:lnTo>
                    <a:pt x="822" y="529"/>
                  </a:lnTo>
                  <a:lnTo>
                    <a:pt x="818" y="520"/>
                  </a:lnTo>
                  <a:lnTo>
                    <a:pt x="816" y="510"/>
                  </a:lnTo>
                  <a:lnTo>
                    <a:pt x="820" y="503"/>
                  </a:lnTo>
                  <a:lnTo>
                    <a:pt x="830" y="501"/>
                  </a:lnTo>
                  <a:lnTo>
                    <a:pt x="842" y="503"/>
                  </a:lnTo>
                  <a:lnTo>
                    <a:pt x="852" y="503"/>
                  </a:lnTo>
                  <a:lnTo>
                    <a:pt x="858" y="501"/>
                  </a:lnTo>
                  <a:lnTo>
                    <a:pt x="863" y="497"/>
                  </a:lnTo>
                  <a:lnTo>
                    <a:pt x="870" y="494"/>
                  </a:lnTo>
                  <a:lnTo>
                    <a:pt x="877" y="495"/>
                  </a:lnTo>
                  <a:lnTo>
                    <a:pt x="884" y="497"/>
                  </a:lnTo>
                  <a:lnTo>
                    <a:pt x="891" y="499"/>
                  </a:lnTo>
                  <a:lnTo>
                    <a:pt x="897" y="498"/>
                  </a:lnTo>
                  <a:lnTo>
                    <a:pt x="904" y="496"/>
                  </a:lnTo>
                  <a:lnTo>
                    <a:pt x="912" y="497"/>
                  </a:lnTo>
                  <a:lnTo>
                    <a:pt x="918" y="499"/>
                  </a:lnTo>
                  <a:lnTo>
                    <a:pt x="926" y="501"/>
                  </a:lnTo>
                  <a:lnTo>
                    <a:pt x="936" y="500"/>
                  </a:lnTo>
                  <a:lnTo>
                    <a:pt x="947" y="500"/>
                  </a:lnTo>
                  <a:lnTo>
                    <a:pt x="956" y="503"/>
                  </a:lnTo>
                  <a:lnTo>
                    <a:pt x="958" y="511"/>
                  </a:lnTo>
                  <a:lnTo>
                    <a:pt x="955" y="521"/>
                  </a:lnTo>
                  <a:lnTo>
                    <a:pt x="950" y="530"/>
                  </a:lnTo>
                  <a:lnTo>
                    <a:pt x="952" y="536"/>
                  </a:lnTo>
                  <a:lnTo>
                    <a:pt x="959" y="539"/>
                  </a:lnTo>
                  <a:lnTo>
                    <a:pt x="969" y="543"/>
                  </a:lnTo>
                  <a:lnTo>
                    <a:pt x="976" y="548"/>
                  </a:lnTo>
                  <a:lnTo>
                    <a:pt x="980" y="554"/>
                  </a:lnTo>
                  <a:close/>
                </a:path>
              </a:pathLst>
            </a:custGeom>
            <a:solidFill>
              <a:srgbClr val="ECB78D">
                <a:alpha val="12900"/>
              </a:srgbClr>
            </a:solidFill>
            <a:ln>
              <a:noFill/>
            </a:ln>
          </p:spPr>
          <p:txBody>
            <a:bodyPr anchor="ctr"/>
            <a:lstStyle/>
            <a:p>
              <a:pPr algn="ctr">
                <a:buNone/>
              </a:pPr>
            </a:p>
          </p:txBody>
        </p:sp>
        <p:sp>
          <p:nvSpPr>
            <p:cNvPr id="7024" name="addition:input:23">
              <a:extLst>
                <a:ext uri="{FF2B5EF4-FFF2-40B4-BE49-F238E27FC236}">
                  <ns2:creationId id="{D604F40E-5F48-4B11-B3AD-6AADEC7D9F28}"/>
                </a:ext>
              </a:extLst>
            </p:cNvPr>
            <p:cNvSpPr>
              <a:spLocks noGrp="1"/>
            </p:cNvSpPr>
            <p:nvPr/>
          </p:nvSpPr>
          <p:spPr>
            <a:xfrm>
              <a:off x="209550" y="5438775"/>
              <a:ext cx="1591605" cy="1173450"/>
            </a:xfrm>
            <a:custGeom>
              <a:rect l="l" t="t" r="r" b="b"/>
              <a:pathLst>
                <a:path w="967" h="626">
                  <a:moveTo>
                    <a:pt x="0" y="0"/>
                  </a:moveTo>
                  <a:moveTo>
                    <a:pt x="957" y="565"/>
                  </a:moveTo>
                  <a:lnTo>
                    <a:pt x="960" y="570"/>
                  </a:lnTo>
                  <a:lnTo>
                    <a:pt x="958" y="576"/>
                  </a:lnTo>
                  <a:lnTo>
                    <a:pt x="951" y="580"/>
                  </a:lnTo>
                  <a:lnTo>
                    <a:pt x="943" y="583"/>
                  </a:lnTo>
                  <a:lnTo>
                    <a:pt x="938" y="587"/>
                  </a:lnTo>
                  <a:lnTo>
                    <a:pt x="939" y="593"/>
                  </a:lnTo>
                  <a:lnTo>
                    <a:pt x="941" y="600"/>
                  </a:lnTo>
                  <a:lnTo>
                    <a:pt x="940" y="606"/>
                  </a:lnTo>
                  <a:lnTo>
                    <a:pt x="936" y="611"/>
                  </a:lnTo>
                  <a:lnTo>
                    <a:pt x="931" y="615"/>
                  </a:lnTo>
                  <a:lnTo>
                    <a:pt x="925" y="618"/>
                  </a:lnTo>
                  <a:lnTo>
                    <a:pt x="919" y="621"/>
                  </a:lnTo>
                  <a:lnTo>
                    <a:pt x="911" y="621"/>
                  </a:lnTo>
                  <a:lnTo>
                    <a:pt x="903" y="618"/>
                  </a:lnTo>
                  <a:lnTo>
                    <a:pt x="896" y="614"/>
                  </a:lnTo>
                  <a:lnTo>
                    <a:pt x="890" y="612"/>
                  </a:lnTo>
                  <a:lnTo>
                    <a:pt x="886" y="615"/>
                  </a:lnTo>
                  <a:lnTo>
                    <a:pt x="880" y="622"/>
                  </a:lnTo>
                  <a:lnTo>
                    <a:pt x="873" y="626"/>
                  </a:lnTo>
                  <a:lnTo>
                    <a:pt x="866" y="626"/>
                  </a:lnTo>
                  <a:lnTo>
                    <a:pt x="860" y="623"/>
                  </a:lnTo>
                  <a:lnTo>
                    <a:pt x="855" y="619"/>
                  </a:lnTo>
                  <a:lnTo>
                    <a:pt x="849" y="617"/>
                  </a:lnTo>
                  <a:lnTo>
                    <a:pt x="841" y="616"/>
                  </a:lnTo>
                  <a:lnTo>
                    <a:pt x="833" y="614"/>
                  </a:lnTo>
                  <a:lnTo>
                    <a:pt x="828" y="610"/>
                  </a:lnTo>
                  <a:lnTo>
                    <a:pt x="825" y="604"/>
                  </a:lnTo>
                  <a:lnTo>
                    <a:pt x="822" y="599"/>
                  </a:lnTo>
                  <a:lnTo>
                    <a:pt x="818" y="594"/>
                  </a:lnTo>
                  <a:lnTo>
                    <a:pt x="814" y="589"/>
                  </a:lnTo>
                  <a:lnTo>
                    <a:pt x="813" y="584"/>
                  </a:lnTo>
                  <a:lnTo>
                    <a:pt x="814" y="579"/>
                  </a:lnTo>
                  <a:lnTo>
                    <a:pt x="813" y="574"/>
                  </a:lnTo>
                  <a:lnTo>
                    <a:pt x="807" y="570"/>
                  </a:lnTo>
                  <a:lnTo>
                    <a:pt x="796" y="565"/>
                  </a:lnTo>
                  <a:lnTo>
                    <a:pt x="785" y="559"/>
                  </a:lnTo>
                  <a:lnTo>
                    <a:pt x="782" y="553"/>
                  </a:lnTo>
                  <a:lnTo>
                    <a:pt x="787" y="547"/>
                  </a:lnTo>
                  <a:lnTo>
                    <a:pt x="797" y="544"/>
                  </a:lnTo>
                  <a:lnTo>
                    <a:pt x="805" y="541"/>
                  </a:lnTo>
                  <a:lnTo>
                    <a:pt x="809" y="537"/>
                  </a:lnTo>
                  <a:lnTo>
                    <a:pt x="812" y="532"/>
                  </a:lnTo>
                  <a:lnTo>
                    <a:pt x="817" y="529"/>
                  </a:lnTo>
                  <a:lnTo>
                    <a:pt x="823" y="526"/>
                  </a:lnTo>
                  <a:lnTo>
                    <a:pt x="829" y="523"/>
                  </a:lnTo>
                  <a:lnTo>
                    <a:pt x="834" y="519"/>
                  </a:lnTo>
                  <a:lnTo>
                    <a:pt x="839" y="514"/>
                  </a:lnTo>
                  <a:lnTo>
                    <a:pt x="845" y="510"/>
                  </a:lnTo>
                  <a:lnTo>
                    <a:pt x="854" y="508"/>
                  </a:lnTo>
                  <a:lnTo>
                    <a:pt x="863" y="509"/>
                  </a:lnTo>
                  <a:lnTo>
                    <a:pt x="871" y="508"/>
                  </a:lnTo>
                  <a:lnTo>
                    <a:pt x="879" y="504"/>
                  </a:lnTo>
                  <a:lnTo>
                    <a:pt x="888" y="500"/>
                  </a:lnTo>
                  <a:lnTo>
                    <a:pt x="897" y="498"/>
                  </a:lnTo>
                  <a:lnTo>
                    <a:pt x="905" y="503"/>
                  </a:lnTo>
                  <a:lnTo>
                    <a:pt x="911" y="511"/>
                  </a:lnTo>
                  <a:lnTo>
                    <a:pt x="914" y="518"/>
                  </a:lnTo>
                  <a:lnTo>
                    <a:pt x="919" y="522"/>
                  </a:lnTo>
                  <a:lnTo>
                    <a:pt x="926" y="523"/>
                  </a:lnTo>
                  <a:lnTo>
                    <a:pt x="934" y="523"/>
                  </a:lnTo>
                  <a:lnTo>
                    <a:pt x="941" y="524"/>
                  </a:lnTo>
                  <a:lnTo>
                    <a:pt x="948" y="527"/>
                  </a:lnTo>
                  <a:lnTo>
                    <a:pt x="954" y="529"/>
                  </a:lnTo>
                  <a:lnTo>
                    <a:pt x="961" y="532"/>
                  </a:lnTo>
                  <a:lnTo>
                    <a:pt x="967" y="536"/>
                  </a:lnTo>
                  <a:lnTo>
                    <a:pt x="967" y="542"/>
                  </a:lnTo>
                  <a:lnTo>
                    <a:pt x="962" y="549"/>
                  </a:lnTo>
                  <a:lnTo>
                    <a:pt x="956" y="555"/>
                  </a:lnTo>
                  <a:lnTo>
                    <a:pt x="954" y="560"/>
                  </a:lnTo>
                  <a:close/>
                </a:path>
              </a:pathLst>
            </a:custGeom>
            <a:solidFill>
              <a:srgbClr val="E18B48">
                <a:alpha val="10500"/>
              </a:srgbClr>
            </a:solidFill>
            <a:ln>
              <a:noFill/>
            </a:ln>
          </p:spPr>
          <p:txBody>
            <a:bodyPr anchor="ctr"/>
            <a:lstStyle/>
            <a:p>
              <a:pPr algn="ctr">
                <a:buNone/>
              </a:pPr>
            </a:p>
          </p:txBody>
        </p:sp>
        <p:sp>
          <p:nvSpPr>
            <p:cNvPr id="7025" name="addition:input:24">
              <a:extLst>
                <a:ext uri="{FF2B5EF4-FFF2-40B4-BE49-F238E27FC236}">
                  <ns2:creationId id="{47036575-9D67-47C6-A3BF-32892E84AF1E}"/>
                </a:ext>
              </a:extLst>
            </p:cNvPr>
            <p:cNvSpPr>
              <a:spLocks noGrp="1"/>
            </p:cNvSpPr>
            <p:nvPr/>
          </p:nvSpPr>
          <p:spPr>
            <a:xfrm>
              <a:off x="209550" y="5438775"/>
              <a:ext cx="1451701" cy="1072225"/>
            </a:xfrm>
            <a:custGeom>
              <a:rect l="l" t="t" r="r" b="b"/>
              <a:pathLst>
                <a:path w="882" h="572">
                  <a:moveTo>
                    <a:pt x="0" y="0"/>
                  </a:moveTo>
                  <a:moveTo>
                    <a:pt x="875" y="546"/>
                  </a:moveTo>
                  <a:lnTo>
                    <a:pt x="873" y="548"/>
                  </a:lnTo>
                  <a:lnTo>
                    <a:pt x="874" y="549"/>
                  </a:lnTo>
                  <a:lnTo>
                    <a:pt x="877" y="552"/>
                  </a:lnTo>
                  <a:lnTo>
                    <a:pt x="880" y="555"/>
                  </a:lnTo>
                  <a:lnTo>
                    <a:pt x="880" y="558"/>
                  </a:lnTo>
                  <a:lnTo>
                    <a:pt x="878" y="560"/>
                  </a:lnTo>
                  <a:lnTo>
                    <a:pt x="876" y="561"/>
                  </a:lnTo>
                  <a:lnTo>
                    <a:pt x="874" y="562"/>
                  </a:lnTo>
                  <a:lnTo>
                    <a:pt x="872" y="564"/>
                  </a:lnTo>
                  <a:lnTo>
                    <a:pt x="870" y="566"/>
                  </a:lnTo>
                  <a:lnTo>
                    <a:pt x="867" y="566"/>
                  </a:lnTo>
                  <a:lnTo>
                    <a:pt x="864" y="566"/>
                  </a:lnTo>
                  <a:lnTo>
                    <a:pt x="862" y="567"/>
                  </a:lnTo>
                  <a:lnTo>
                    <a:pt x="860" y="568"/>
                  </a:lnTo>
                  <a:lnTo>
                    <a:pt x="858" y="569"/>
                  </a:lnTo>
                  <a:lnTo>
                    <a:pt x="855" y="570"/>
                  </a:lnTo>
                  <a:lnTo>
                    <a:pt x="852" y="569"/>
                  </a:lnTo>
                  <a:lnTo>
                    <a:pt x="850" y="567"/>
                  </a:lnTo>
                  <a:lnTo>
                    <a:pt x="847" y="568"/>
                  </a:lnTo>
                  <a:lnTo>
                    <a:pt x="844" y="570"/>
                  </a:lnTo>
                  <a:lnTo>
                    <a:pt x="840" y="572"/>
                  </a:lnTo>
                  <a:lnTo>
                    <a:pt x="835" y="572"/>
                  </a:lnTo>
                  <a:lnTo>
                    <a:pt x="833" y="571"/>
                  </a:lnTo>
                  <a:lnTo>
                    <a:pt x="831" y="567"/>
                  </a:lnTo>
                  <a:lnTo>
                    <a:pt x="830" y="564"/>
                  </a:lnTo>
                  <a:lnTo>
                    <a:pt x="828" y="562"/>
                  </a:lnTo>
                  <a:lnTo>
                    <a:pt x="826" y="561"/>
                  </a:lnTo>
                  <a:lnTo>
                    <a:pt x="824" y="559"/>
                  </a:lnTo>
                  <a:lnTo>
                    <a:pt x="823" y="557"/>
                  </a:lnTo>
                  <a:lnTo>
                    <a:pt x="821" y="555"/>
                  </a:lnTo>
                  <a:lnTo>
                    <a:pt x="817" y="554"/>
                  </a:lnTo>
                  <a:lnTo>
                    <a:pt x="813" y="553"/>
                  </a:lnTo>
                  <a:lnTo>
                    <a:pt x="810" y="551"/>
                  </a:lnTo>
                  <a:lnTo>
                    <a:pt x="810" y="548"/>
                  </a:lnTo>
                  <a:lnTo>
                    <a:pt x="812" y="546"/>
                  </a:lnTo>
                  <a:lnTo>
                    <a:pt x="813" y="544"/>
                  </a:lnTo>
                  <a:lnTo>
                    <a:pt x="813" y="541"/>
                  </a:lnTo>
                  <a:lnTo>
                    <a:pt x="812" y="539"/>
                  </a:lnTo>
                  <a:lnTo>
                    <a:pt x="811" y="536"/>
                  </a:lnTo>
                  <a:lnTo>
                    <a:pt x="814" y="534"/>
                  </a:lnTo>
                  <a:lnTo>
                    <a:pt x="818" y="533"/>
                  </a:lnTo>
                  <a:lnTo>
                    <a:pt x="822" y="533"/>
                  </a:lnTo>
                  <a:lnTo>
                    <a:pt x="825" y="532"/>
                  </a:lnTo>
                  <a:lnTo>
                    <a:pt x="827" y="530"/>
                  </a:lnTo>
                  <a:lnTo>
                    <a:pt x="829" y="528"/>
                  </a:lnTo>
                  <a:lnTo>
                    <a:pt x="831" y="526"/>
                  </a:lnTo>
                  <a:lnTo>
                    <a:pt x="833" y="524"/>
                  </a:lnTo>
                  <a:lnTo>
                    <a:pt x="836" y="522"/>
                  </a:lnTo>
                  <a:lnTo>
                    <a:pt x="838" y="520"/>
                  </a:lnTo>
                  <a:lnTo>
                    <a:pt x="842" y="518"/>
                  </a:lnTo>
                  <a:lnTo>
                    <a:pt x="846" y="518"/>
                  </a:lnTo>
                  <a:lnTo>
                    <a:pt x="849" y="520"/>
                  </a:lnTo>
                  <a:lnTo>
                    <a:pt x="853" y="523"/>
                  </a:lnTo>
                  <a:lnTo>
                    <a:pt x="855" y="525"/>
                  </a:lnTo>
                  <a:lnTo>
                    <a:pt x="858" y="525"/>
                  </a:lnTo>
                  <a:lnTo>
                    <a:pt x="861" y="523"/>
                  </a:lnTo>
                  <a:lnTo>
                    <a:pt x="865" y="523"/>
                  </a:lnTo>
                  <a:lnTo>
                    <a:pt x="867" y="524"/>
                  </a:lnTo>
                  <a:lnTo>
                    <a:pt x="868" y="526"/>
                  </a:lnTo>
                  <a:lnTo>
                    <a:pt x="870" y="528"/>
                  </a:lnTo>
                  <a:lnTo>
                    <a:pt x="873" y="529"/>
                  </a:lnTo>
                  <a:lnTo>
                    <a:pt x="876" y="529"/>
                  </a:lnTo>
                  <a:lnTo>
                    <a:pt x="878" y="530"/>
                  </a:lnTo>
                  <a:lnTo>
                    <a:pt x="879" y="532"/>
                  </a:lnTo>
                  <a:lnTo>
                    <a:pt x="880" y="535"/>
                  </a:lnTo>
                  <a:lnTo>
                    <a:pt x="881" y="537"/>
                  </a:lnTo>
                  <a:lnTo>
                    <a:pt x="882" y="539"/>
                  </a:lnTo>
                  <a:lnTo>
                    <a:pt x="882" y="541"/>
                  </a:lnTo>
                  <a:lnTo>
                    <a:pt x="879" y="544"/>
                  </a:lnTo>
                  <a:close/>
                </a:path>
              </a:pathLst>
            </a:custGeom>
            <a:solidFill>
              <a:srgbClr val="ECB78D">
                <a:alpha val="9600"/>
              </a:srgbClr>
            </a:solidFill>
            <a:ln>
              <a:noFill/>
            </a:ln>
          </p:spPr>
          <p:txBody>
            <a:bodyPr anchor="ctr"/>
            <a:lstStyle/>
            <a:p>
              <a:pPr algn="ctr">
                <a:buNone/>
              </a:pPr>
            </a:p>
          </p:txBody>
        </p:sp>
        <p:sp>
          <p:nvSpPr>
            <p:cNvPr id="7026" name="addition:input:25">
              <a:extLst>
                <a:ext uri="{FF2B5EF4-FFF2-40B4-BE49-F238E27FC236}">
                  <ns2:creationId id="{B3C50B24-A6CF-4838-B437-FFAAC70ACE77}"/>
                </a:ext>
              </a:extLst>
            </p:cNvPr>
            <p:cNvSpPr>
              <a:spLocks noGrp="1"/>
            </p:cNvSpPr>
            <p:nvPr/>
          </p:nvSpPr>
          <p:spPr>
            <a:xfrm>
              <a:off x="209550" y="5438775"/>
              <a:ext cx="1501079" cy="1034735"/>
            </a:xfrm>
            <a:custGeom>
              <a:rect l="l" t="t" r="r" b="b"/>
              <a:pathLst>
                <a:path w="912" h="552">
                  <a:moveTo>
                    <a:pt x="0" y="0"/>
                  </a:moveTo>
                  <a:moveTo>
                    <a:pt x="909" y="526"/>
                  </a:moveTo>
                  <a:lnTo>
                    <a:pt x="911" y="528"/>
                  </a:lnTo>
                  <a:lnTo>
                    <a:pt x="912" y="531"/>
                  </a:lnTo>
                  <a:lnTo>
                    <a:pt x="910" y="533"/>
                  </a:lnTo>
                  <a:lnTo>
                    <a:pt x="906" y="534"/>
                  </a:lnTo>
                  <a:lnTo>
                    <a:pt x="902" y="535"/>
                  </a:lnTo>
                  <a:lnTo>
                    <a:pt x="899" y="537"/>
                  </a:lnTo>
                  <a:lnTo>
                    <a:pt x="898" y="539"/>
                  </a:lnTo>
                  <a:lnTo>
                    <a:pt x="897" y="541"/>
                  </a:lnTo>
                  <a:lnTo>
                    <a:pt x="896" y="543"/>
                  </a:lnTo>
                  <a:lnTo>
                    <a:pt x="894" y="545"/>
                  </a:lnTo>
                  <a:lnTo>
                    <a:pt x="892" y="547"/>
                  </a:lnTo>
                  <a:lnTo>
                    <a:pt x="890" y="550"/>
                  </a:lnTo>
                  <a:lnTo>
                    <a:pt x="888" y="552"/>
                  </a:lnTo>
                  <a:lnTo>
                    <a:pt x="884" y="552"/>
                  </a:lnTo>
                  <a:lnTo>
                    <a:pt x="881" y="550"/>
                  </a:lnTo>
                  <a:lnTo>
                    <a:pt x="877" y="548"/>
                  </a:lnTo>
                  <a:lnTo>
                    <a:pt x="875" y="546"/>
                  </a:lnTo>
                  <a:lnTo>
                    <a:pt x="873" y="547"/>
                  </a:lnTo>
                  <a:lnTo>
                    <a:pt x="870" y="549"/>
                  </a:lnTo>
                  <a:lnTo>
                    <a:pt x="867" y="550"/>
                  </a:lnTo>
                  <a:lnTo>
                    <a:pt x="865" y="549"/>
                  </a:lnTo>
                  <a:lnTo>
                    <a:pt x="863" y="547"/>
                  </a:lnTo>
                  <a:lnTo>
                    <a:pt x="862" y="546"/>
                  </a:lnTo>
                  <a:lnTo>
                    <a:pt x="859" y="546"/>
                  </a:lnTo>
                  <a:lnTo>
                    <a:pt x="856" y="545"/>
                  </a:lnTo>
                  <a:lnTo>
                    <a:pt x="853" y="545"/>
                  </a:lnTo>
                  <a:lnTo>
                    <a:pt x="852" y="543"/>
                  </a:lnTo>
                  <a:lnTo>
                    <a:pt x="851" y="541"/>
                  </a:lnTo>
                  <a:lnTo>
                    <a:pt x="849" y="539"/>
                  </a:lnTo>
                  <a:lnTo>
                    <a:pt x="848" y="537"/>
                  </a:lnTo>
                  <a:lnTo>
                    <a:pt x="847" y="535"/>
                  </a:lnTo>
                  <a:lnTo>
                    <a:pt x="849" y="532"/>
                  </a:lnTo>
                  <a:lnTo>
                    <a:pt x="851" y="530"/>
                  </a:lnTo>
                  <a:lnTo>
                    <a:pt x="853" y="528"/>
                  </a:lnTo>
                  <a:lnTo>
                    <a:pt x="851" y="526"/>
                  </a:lnTo>
                  <a:lnTo>
                    <a:pt x="847" y="524"/>
                  </a:lnTo>
                  <a:lnTo>
                    <a:pt x="844" y="522"/>
                  </a:lnTo>
                  <a:lnTo>
                    <a:pt x="842" y="519"/>
                  </a:lnTo>
                  <a:lnTo>
                    <a:pt x="843" y="517"/>
                  </a:lnTo>
                  <a:lnTo>
                    <a:pt x="846" y="515"/>
                  </a:lnTo>
                  <a:lnTo>
                    <a:pt x="847" y="514"/>
                  </a:lnTo>
                  <a:lnTo>
                    <a:pt x="848" y="512"/>
                  </a:lnTo>
                  <a:lnTo>
                    <a:pt x="850" y="510"/>
                  </a:lnTo>
                  <a:lnTo>
                    <a:pt x="852" y="509"/>
                  </a:lnTo>
                  <a:lnTo>
                    <a:pt x="855" y="509"/>
                  </a:lnTo>
                  <a:lnTo>
                    <a:pt x="857" y="508"/>
                  </a:lnTo>
                  <a:lnTo>
                    <a:pt x="859" y="506"/>
                  </a:lnTo>
                  <a:lnTo>
                    <a:pt x="861" y="505"/>
                  </a:lnTo>
                  <a:lnTo>
                    <a:pt x="864" y="504"/>
                  </a:lnTo>
                  <a:lnTo>
                    <a:pt x="867" y="504"/>
                  </a:lnTo>
                  <a:lnTo>
                    <a:pt x="870" y="505"/>
                  </a:lnTo>
                  <a:lnTo>
                    <a:pt x="872" y="504"/>
                  </a:lnTo>
                  <a:lnTo>
                    <a:pt x="875" y="502"/>
                  </a:lnTo>
                  <a:lnTo>
                    <a:pt x="879" y="500"/>
                  </a:lnTo>
                  <a:lnTo>
                    <a:pt x="883" y="499"/>
                  </a:lnTo>
                  <a:lnTo>
                    <a:pt x="886" y="500"/>
                  </a:lnTo>
                  <a:lnTo>
                    <a:pt x="889" y="503"/>
                  </a:lnTo>
                  <a:lnTo>
                    <a:pt x="890" y="506"/>
                  </a:lnTo>
                  <a:lnTo>
                    <a:pt x="892" y="508"/>
                  </a:lnTo>
                  <a:lnTo>
                    <a:pt x="895" y="509"/>
                  </a:lnTo>
                  <a:lnTo>
                    <a:pt x="897" y="511"/>
                  </a:lnTo>
                  <a:lnTo>
                    <a:pt x="899" y="512"/>
                  </a:lnTo>
                  <a:lnTo>
                    <a:pt x="901" y="514"/>
                  </a:lnTo>
                  <a:lnTo>
                    <a:pt x="905" y="514"/>
                  </a:lnTo>
                  <a:lnTo>
                    <a:pt x="908" y="515"/>
                  </a:lnTo>
                  <a:lnTo>
                    <a:pt x="911" y="517"/>
                  </a:lnTo>
                  <a:lnTo>
                    <a:pt x="912" y="519"/>
                  </a:lnTo>
                  <a:lnTo>
                    <a:pt x="911" y="522"/>
                  </a:lnTo>
                  <a:lnTo>
                    <a:pt x="909" y="524"/>
                  </a:lnTo>
                  <a:close/>
                </a:path>
              </a:pathLst>
            </a:custGeom>
            <a:solidFill>
              <a:srgbClr val="ECB78D">
                <a:alpha val="9600"/>
              </a:srgbClr>
            </a:solidFill>
            <a:ln>
              <a:noFill/>
            </a:ln>
          </p:spPr>
          <p:txBody>
            <a:bodyPr anchor="ctr"/>
            <a:lstStyle/>
            <a:p>
              <a:pPr algn="ctr">
                <a:buNone/>
              </a:pPr>
            </a:p>
          </p:txBody>
        </p:sp>
        <p:sp>
          <p:nvSpPr>
            <p:cNvPr id="7027" name="addition:input:26">
              <a:extLst>
                <a:ext uri="{FF2B5EF4-FFF2-40B4-BE49-F238E27FC236}">
                  <ns2:creationId id="{D526AD90-814F-43BC-9AC9-B00128397C2E}"/>
                </a:ext>
              </a:extLst>
            </p:cNvPr>
            <p:cNvSpPr>
              <a:spLocks noGrp="1"/>
            </p:cNvSpPr>
            <p:nvPr/>
          </p:nvSpPr>
          <p:spPr>
            <a:xfrm>
              <a:off x="209550" y="5438775"/>
              <a:ext cx="1558686" cy="1047857"/>
            </a:xfrm>
            <a:custGeom>
              <a:rect l="l" t="t" r="r" b="b"/>
              <a:pathLst>
                <a:path w="947" h="559">
                  <a:moveTo>
                    <a:pt x="0" y="0"/>
                  </a:moveTo>
                  <a:moveTo>
                    <a:pt x="946" y="532"/>
                  </a:moveTo>
                  <a:lnTo>
                    <a:pt x="945" y="534"/>
                  </a:lnTo>
                  <a:lnTo>
                    <a:pt x="942" y="536"/>
                  </a:lnTo>
                  <a:lnTo>
                    <a:pt x="938" y="538"/>
                  </a:lnTo>
                  <a:lnTo>
                    <a:pt x="936" y="539"/>
                  </a:lnTo>
                  <a:lnTo>
                    <a:pt x="936" y="542"/>
                  </a:lnTo>
                  <a:lnTo>
                    <a:pt x="936" y="545"/>
                  </a:lnTo>
                  <a:lnTo>
                    <a:pt x="935" y="547"/>
                  </a:lnTo>
                  <a:lnTo>
                    <a:pt x="932" y="549"/>
                  </a:lnTo>
                  <a:lnTo>
                    <a:pt x="929" y="549"/>
                  </a:lnTo>
                  <a:lnTo>
                    <a:pt x="926" y="550"/>
                  </a:lnTo>
                  <a:lnTo>
                    <a:pt x="924" y="553"/>
                  </a:lnTo>
                  <a:lnTo>
                    <a:pt x="923" y="556"/>
                  </a:lnTo>
                  <a:lnTo>
                    <a:pt x="921" y="559"/>
                  </a:lnTo>
                  <a:lnTo>
                    <a:pt x="917" y="559"/>
                  </a:lnTo>
                  <a:lnTo>
                    <a:pt x="914" y="559"/>
                  </a:lnTo>
                  <a:lnTo>
                    <a:pt x="911" y="557"/>
                  </a:lnTo>
                  <a:lnTo>
                    <a:pt x="908" y="556"/>
                  </a:lnTo>
                  <a:lnTo>
                    <a:pt x="905" y="556"/>
                  </a:lnTo>
                  <a:lnTo>
                    <a:pt x="903" y="555"/>
                  </a:lnTo>
                  <a:lnTo>
                    <a:pt x="901" y="553"/>
                  </a:lnTo>
                  <a:lnTo>
                    <a:pt x="899" y="552"/>
                  </a:lnTo>
                  <a:lnTo>
                    <a:pt x="896" y="553"/>
                  </a:lnTo>
                  <a:lnTo>
                    <a:pt x="893" y="555"/>
                  </a:lnTo>
                  <a:lnTo>
                    <a:pt x="889" y="556"/>
                  </a:lnTo>
                  <a:lnTo>
                    <a:pt x="886" y="555"/>
                  </a:lnTo>
                  <a:lnTo>
                    <a:pt x="885" y="552"/>
                  </a:lnTo>
                  <a:lnTo>
                    <a:pt x="886" y="549"/>
                  </a:lnTo>
                  <a:lnTo>
                    <a:pt x="885" y="546"/>
                  </a:lnTo>
                  <a:lnTo>
                    <a:pt x="883" y="545"/>
                  </a:lnTo>
                  <a:lnTo>
                    <a:pt x="881" y="543"/>
                  </a:lnTo>
                  <a:lnTo>
                    <a:pt x="880" y="541"/>
                  </a:lnTo>
                  <a:lnTo>
                    <a:pt x="880" y="538"/>
                  </a:lnTo>
                  <a:lnTo>
                    <a:pt x="881" y="536"/>
                  </a:lnTo>
                  <a:lnTo>
                    <a:pt x="881" y="534"/>
                  </a:lnTo>
                  <a:lnTo>
                    <a:pt x="880" y="532"/>
                  </a:lnTo>
                  <a:lnTo>
                    <a:pt x="879" y="529"/>
                  </a:lnTo>
                  <a:lnTo>
                    <a:pt x="879" y="527"/>
                  </a:lnTo>
                  <a:lnTo>
                    <a:pt x="879" y="525"/>
                  </a:lnTo>
                  <a:lnTo>
                    <a:pt x="878" y="522"/>
                  </a:lnTo>
                  <a:lnTo>
                    <a:pt x="877" y="519"/>
                  </a:lnTo>
                  <a:lnTo>
                    <a:pt x="875" y="516"/>
                  </a:lnTo>
                  <a:lnTo>
                    <a:pt x="876" y="514"/>
                  </a:lnTo>
                  <a:lnTo>
                    <a:pt x="880" y="513"/>
                  </a:lnTo>
                  <a:lnTo>
                    <a:pt x="885" y="514"/>
                  </a:lnTo>
                  <a:lnTo>
                    <a:pt x="889" y="514"/>
                  </a:lnTo>
                  <a:lnTo>
                    <a:pt x="891" y="513"/>
                  </a:lnTo>
                  <a:lnTo>
                    <a:pt x="892" y="511"/>
                  </a:lnTo>
                  <a:lnTo>
                    <a:pt x="894" y="509"/>
                  </a:lnTo>
                  <a:lnTo>
                    <a:pt x="896" y="507"/>
                  </a:lnTo>
                  <a:lnTo>
                    <a:pt x="899" y="507"/>
                  </a:lnTo>
                  <a:lnTo>
                    <a:pt x="902" y="506"/>
                  </a:lnTo>
                  <a:lnTo>
                    <a:pt x="905" y="505"/>
                  </a:lnTo>
                  <a:lnTo>
                    <a:pt x="908" y="504"/>
                  </a:lnTo>
                  <a:lnTo>
                    <a:pt x="912" y="504"/>
                  </a:lnTo>
                  <a:lnTo>
                    <a:pt x="915" y="506"/>
                  </a:lnTo>
                  <a:lnTo>
                    <a:pt x="918" y="507"/>
                  </a:lnTo>
                  <a:lnTo>
                    <a:pt x="921" y="508"/>
                  </a:lnTo>
                  <a:lnTo>
                    <a:pt x="925" y="508"/>
                  </a:lnTo>
                  <a:lnTo>
                    <a:pt x="928" y="509"/>
                  </a:lnTo>
                  <a:lnTo>
                    <a:pt x="931" y="511"/>
                  </a:lnTo>
                  <a:lnTo>
                    <a:pt x="931" y="514"/>
                  </a:lnTo>
                  <a:lnTo>
                    <a:pt x="931" y="518"/>
                  </a:lnTo>
                  <a:lnTo>
                    <a:pt x="932" y="519"/>
                  </a:lnTo>
                  <a:lnTo>
                    <a:pt x="936" y="520"/>
                  </a:lnTo>
                  <a:lnTo>
                    <a:pt x="941" y="520"/>
                  </a:lnTo>
                  <a:lnTo>
                    <a:pt x="945" y="522"/>
                  </a:lnTo>
                  <a:lnTo>
                    <a:pt x="946" y="524"/>
                  </a:lnTo>
                  <a:lnTo>
                    <a:pt x="947" y="527"/>
                  </a:lnTo>
                  <a:lnTo>
                    <a:pt x="947" y="529"/>
                  </a:lnTo>
                  <a:close/>
                </a:path>
              </a:pathLst>
            </a:custGeom>
            <a:solidFill>
              <a:srgbClr val="ECB78D">
                <a:alpha val="9600"/>
              </a:srgbClr>
            </a:solidFill>
            <a:ln>
              <a:noFill/>
            </a:ln>
          </p:spPr>
          <p:txBody>
            <a:bodyPr anchor="ctr"/>
            <a:lstStyle/>
            <a:p>
              <a:pPr algn="ctr">
                <a:buNone/>
              </a:pPr>
            </a:p>
          </p:txBody>
        </p:sp>
        <p:sp>
          <p:nvSpPr>
            <p:cNvPr id="7028" name="addition:input:27">
              <a:extLst>
                <a:ext uri="{FF2B5EF4-FFF2-40B4-BE49-F238E27FC236}">
                  <ns2:creationId id="{1DE9C327-D9AD-4EE7-A0FF-FA4731854B9A}"/>
                </a:ext>
              </a:extLst>
            </p:cNvPr>
            <p:cNvSpPr>
              <a:spLocks noGrp="1"/>
            </p:cNvSpPr>
            <p:nvPr/>
          </p:nvSpPr>
          <p:spPr>
            <a:xfrm>
              <a:off x="209550" y="5438775"/>
              <a:ext cx="1598188" cy="1090971"/>
            </a:xfrm>
            <a:custGeom>
              <a:rect l="l" t="t" r="r" b="b"/>
              <a:pathLst>
                <a:path w="971" h="582">
                  <a:moveTo>
                    <a:pt x="0" y="0"/>
                  </a:moveTo>
                  <a:moveTo>
                    <a:pt x="962" y="553"/>
                  </a:moveTo>
                  <a:lnTo>
                    <a:pt x="961" y="555"/>
                  </a:lnTo>
                  <a:lnTo>
                    <a:pt x="962" y="558"/>
                  </a:lnTo>
                  <a:lnTo>
                    <a:pt x="963" y="560"/>
                  </a:lnTo>
                  <a:lnTo>
                    <a:pt x="964" y="563"/>
                  </a:lnTo>
                  <a:lnTo>
                    <a:pt x="964" y="565"/>
                  </a:lnTo>
                  <a:lnTo>
                    <a:pt x="964" y="568"/>
                  </a:lnTo>
                  <a:lnTo>
                    <a:pt x="964" y="572"/>
                  </a:lnTo>
                  <a:lnTo>
                    <a:pt x="963" y="574"/>
                  </a:lnTo>
                  <a:lnTo>
                    <a:pt x="960" y="576"/>
                  </a:lnTo>
                  <a:lnTo>
                    <a:pt x="956" y="575"/>
                  </a:lnTo>
                  <a:lnTo>
                    <a:pt x="952" y="575"/>
                  </a:lnTo>
                  <a:lnTo>
                    <a:pt x="949" y="575"/>
                  </a:lnTo>
                  <a:lnTo>
                    <a:pt x="948" y="577"/>
                  </a:lnTo>
                  <a:lnTo>
                    <a:pt x="946" y="579"/>
                  </a:lnTo>
                  <a:lnTo>
                    <a:pt x="944" y="581"/>
                  </a:lnTo>
                  <a:lnTo>
                    <a:pt x="941" y="580"/>
                  </a:lnTo>
                  <a:lnTo>
                    <a:pt x="938" y="579"/>
                  </a:lnTo>
                  <a:lnTo>
                    <a:pt x="935" y="578"/>
                  </a:lnTo>
                  <a:lnTo>
                    <a:pt x="932" y="580"/>
                  </a:lnTo>
                  <a:lnTo>
                    <a:pt x="929" y="581"/>
                  </a:lnTo>
                  <a:lnTo>
                    <a:pt x="925" y="582"/>
                  </a:lnTo>
                  <a:lnTo>
                    <a:pt x="921" y="581"/>
                  </a:lnTo>
                  <a:lnTo>
                    <a:pt x="918" y="580"/>
                  </a:lnTo>
                  <a:lnTo>
                    <a:pt x="915" y="578"/>
                  </a:lnTo>
                  <a:lnTo>
                    <a:pt x="912" y="577"/>
                  </a:lnTo>
                  <a:lnTo>
                    <a:pt x="910" y="574"/>
                  </a:lnTo>
                  <a:lnTo>
                    <a:pt x="909" y="571"/>
                  </a:lnTo>
                  <a:lnTo>
                    <a:pt x="910" y="567"/>
                  </a:lnTo>
                  <a:lnTo>
                    <a:pt x="909" y="565"/>
                  </a:lnTo>
                  <a:lnTo>
                    <a:pt x="906" y="563"/>
                  </a:lnTo>
                  <a:lnTo>
                    <a:pt x="900" y="563"/>
                  </a:lnTo>
                  <a:lnTo>
                    <a:pt x="895" y="561"/>
                  </a:lnTo>
                  <a:lnTo>
                    <a:pt x="893" y="559"/>
                  </a:lnTo>
                  <a:lnTo>
                    <a:pt x="893" y="556"/>
                  </a:lnTo>
                  <a:lnTo>
                    <a:pt x="895" y="553"/>
                  </a:lnTo>
                  <a:lnTo>
                    <a:pt x="895" y="551"/>
                  </a:lnTo>
                  <a:lnTo>
                    <a:pt x="895" y="548"/>
                  </a:lnTo>
                  <a:lnTo>
                    <a:pt x="895" y="545"/>
                  </a:lnTo>
                  <a:lnTo>
                    <a:pt x="897" y="543"/>
                  </a:lnTo>
                  <a:lnTo>
                    <a:pt x="900" y="541"/>
                  </a:lnTo>
                  <a:lnTo>
                    <a:pt x="902" y="540"/>
                  </a:lnTo>
                  <a:lnTo>
                    <a:pt x="904" y="538"/>
                  </a:lnTo>
                  <a:lnTo>
                    <a:pt x="906" y="535"/>
                  </a:lnTo>
                  <a:lnTo>
                    <a:pt x="909" y="534"/>
                  </a:lnTo>
                  <a:lnTo>
                    <a:pt x="913" y="534"/>
                  </a:lnTo>
                  <a:lnTo>
                    <a:pt x="916" y="533"/>
                  </a:lnTo>
                  <a:lnTo>
                    <a:pt x="919" y="531"/>
                  </a:lnTo>
                  <a:lnTo>
                    <a:pt x="920" y="527"/>
                  </a:lnTo>
                  <a:lnTo>
                    <a:pt x="922" y="523"/>
                  </a:lnTo>
                  <a:lnTo>
                    <a:pt x="926" y="521"/>
                  </a:lnTo>
                  <a:lnTo>
                    <a:pt x="930" y="522"/>
                  </a:lnTo>
                  <a:lnTo>
                    <a:pt x="935" y="524"/>
                  </a:lnTo>
                  <a:lnTo>
                    <a:pt x="938" y="527"/>
                  </a:lnTo>
                  <a:lnTo>
                    <a:pt x="941" y="528"/>
                  </a:lnTo>
                  <a:lnTo>
                    <a:pt x="944" y="528"/>
                  </a:lnTo>
                  <a:lnTo>
                    <a:pt x="947" y="529"/>
                  </a:lnTo>
                  <a:lnTo>
                    <a:pt x="949" y="530"/>
                  </a:lnTo>
                  <a:lnTo>
                    <a:pt x="952" y="531"/>
                  </a:lnTo>
                  <a:lnTo>
                    <a:pt x="955" y="531"/>
                  </a:lnTo>
                  <a:lnTo>
                    <a:pt x="959" y="531"/>
                  </a:lnTo>
                  <a:lnTo>
                    <a:pt x="962" y="532"/>
                  </a:lnTo>
                  <a:lnTo>
                    <a:pt x="963" y="534"/>
                  </a:lnTo>
                  <a:lnTo>
                    <a:pt x="963" y="537"/>
                  </a:lnTo>
                  <a:lnTo>
                    <a:pt x="964" y="539"/>
                  </a:lnTo>
                  <a:lnTo>
                    <a:pt x="966" y="541"/>
                  </a:lnTo>
                  <a:lnTo>
                    <a:pt x="969" y="543"/>
                  </a:lnTo>
                  <a:lnTo>
                    <a:pt x="971" y="545"/>
                  </a:lnTo>
                  <a:lnTo>
                    <a:pt x="970" y="548"/>
                  </a:lnTo>
                  <a:lnTo>
                    <a:pt x="966" y="551"/>
                  </a:lnTo>
                  <a:close/>
                </a:path>
              </a:pathLst>
            </a:custGeom>
            <a:solidFill>
              <a:srgbClr val="ECB78D">
                <a:alpha val="9600"/>
              </a:srgbClr>
            </a:solidFill>
            <a:ln>
              <a:noFill/>
            </a:ln>
          </p:spPr>
          <p:txBody>
            <a:bodyPr anchor="ctr"/>
            <a:lstStyle/>
            <a:p>
              <a:pPr algn="ctr">
                <a:buNone/>
              </a:pPr>
            </a:p>
          </p:txBody>
        </p:sp>
        <p:sp>
          <p:nvSpPr>
            <p:cNvPr id="7029" name="addition:input:28">
              <a:extLst>
                <a:ext uri="{FF2B5EF4-FFF2-40B4-BE49-F238E27FC236}">
                  <ns2:creationId id="{0C99A1F8-97CF-4A08-8100-1301A67EC37A}"/>
                </a:ext>
              </a:extLst>
            </p:cNvPr>
            <p:cNvSpPr>
              <a:spLocks noGrp="1"/>
            </p:cNvSpPr>
            <p:nvPr/>
          </p:nvSpPr>
          <p:spPr>
            <a:xfrm>
              <a:off x="209550" y="5438775"/>
              <a:ext cx="1575145" cy="1139708"/>
            </a:xfrm>
            <a:custGeom>
              <a:rect l="l" t="t" r="r" b="b"/>
              <a:pathLst>
                <a:path w="957" h="608">
                  <a:moveTo>
                    <a:pt x="0" y="0"/>
                  </a:moveTo>
                  <a:moveTo>
                    <a:pt x="946" y="577"/>
                  </a:moveTo>
                  <a:lnTo>
                    <a:pt x="949" y="579"/>
                  </a:lnTo>
                  <a:lnTo>
                    <a:pt x="950" y="582"/>
                  </a:lnTo>
                  <a:lnTo>
                    <a:pt x="948" y="584"/>
                  </a:lnTo>
                  <a:lnTo>
                    <a:pt x="946" y="586"/>
                  </a:lnTo>
                  <a:lnTo>
                    <a:pt x="944" y="589"/>
                  </a:lnTo>
                  <a:lnTo>
                    <a:pt x="944" y="591"/>
                  </a:lnTo>
                  <a:lnTo>
                    <a:pt x="944" y="594"/>
                  </a:lnTo>
                  <a:lnTo>
                    <a:pt x="942" y="597"/>
                  </a:lnTo>
                  <a:lnTo>
                    <a:pt x="940" y="599"/>
                  </a:lnTo>
                  <a:lnTo>
                    <a:pt x="937" y="600"/>
                  </a:lnTo>
                  <a:lnTo>
                    <a:pt x="934" y="602"/>
                  </a:lnTo>
                  <a:lnTo>
                    <a:pt x="932" y="604"/>
                  </a:lnTo>
                  <a:lnTo>
                    <a:pt x="928" y="605"/>
                  </a:lnTo>
                  <a:lnTo>
                    <a:pt x="924" y="603"/>
                  </a:lnTo>
                  <a:lnTo>
                    <a:pt x="920" y="601"/>
                  </a:lnTo>
                  <a:lnTo>
                    <a:pt x="917" y="599"/>
                  </a:lnTo>
                  <a:lnTo>
                    <a:pt x="914" y="601"/>
                  </a:lnTo>
                  <a:lnTo>
                    <a:pt x="911" y="604"/>
                  </a:lnTo>
                  <a:lnTo>
                    <a:pt x="907" y="607"/>
                  </a:lnTo>
                  <a:lnTo>
                    <a:pt x="903" y="608"/>
                  </a:lnTo>
                  <a:lnTo>
                    <a:pt x="899" y="607"/>
                  </a:lnTo>
                  <a:lnTo>
                    <a:pt x="896" y="605"/>
                  </a:lnTo>
                  <a:lnTo>
                    <a:pt x="892" y="603"/>
                  </a:lnTo>
                  <a:lnTo>
                    <a:pt x="889" y="602"/>
                  </a:lnTo>
                  <a:lnTo>
                    <a:pt x="886" y="600"/>
                  </a:lnTo>
                  <a:lnTo>
                    <a:pt x="884" y="597"/>
                  </a:lnTo>
                  <a:lnTo>
                    <a:pt x="882" y="594"/>
                  </a:lnTo>
                  <a:lnTo>
                    <a:pt x="880" y="592"/>
                  </a:lnTo>
                  <a:lnTo>
                    <a:pt x="876" y="591"/>
                  </a:lnTo>
                  <a:lnTo>
                    <a:pt x="872" y="589"/>
                  </a:lnTo>
                  <a:lnTo>
                    <a:pt x="870" y="587"/>
                  </a:lnTo>
                  <a:lnTo>
                    <a:pt x="871" y="584"/>
                  </a:lnTo>
                  <a:lnTo>
                    <a:pt x="871" y="581"/>
                  </a:lnTo>
                  <a:lnTo>
                    <a:pt x="869" y="579"/>
                  </a:lnTo>
                  <a:lnTo>
                    <a:pt x="864" y="577"/>
                  </a:lnTo>
                  <a:lnTo>
                    <a:pt x="859" y="574"/>
                  </a:lnTo>
                  <a:lnTo>
                    <a:pt x="857" y="571"/>
                  </a:lnTo>
                  <a:lnTo>
                    <a:pt x="860" y="568"/>
                  </a:lnTo>
                  <a:lnTo>
                    <a:pt x="864" y="566"/>
                  </a:lnTo>
                  <a:lnTo>
                    <a:pt x="869" y="565"/>
                  </a:lnTo>
                  <a:lnTo>
                    <a:pt x="873" y="563"/>
                  </a:lnTo>
                  <a:lnTo>
                    <a:pt x="875" y="562"/>
                  </a:lnTo>
                  <a:lnTo>
                    <a:pt x="879" y="560"/>
                  </a:lnTo>
                  <a:lnTo>
                    <a:pt x="882" y="559"/>
                  </a:lnTo>
                  <a:lnTo>
                    <a:pt x="885" y="557"/>
                  </a:lnTo>
                  <a:lnTo>
                    <a:pt x="886" y="554"/>
                  </a:lnTo>
                  <a:lnTo>
                    <a:pt x="888" y="550"/>
                  </a:lnTo>
                  <a:lnTo>
                    <a:pt x="891" y="548"/>
                  </a:lnTo>
                  <a:lnTo>
                    <a:pt x="896" y="547"/>
                  </a:lnTo>
                  <a:lnTo>
                    <a:pt x="902" y="548"/>
                  </a:lnTo>
                  <a:lnTo>
                    <a:pt x="906" y="549"/>
                  </a:lnTo>
                  <a:lnTo>
                    <a:pt x="911" y="549"/>
                  </a:lnTo>
                  <a:lnTo>
                    <a:pt x="915" y="547"/>
                  </a:lnTo>
                  <a:lnTo>
                    <a:pt x="920" y="546"/>
                  </a:lnTo>
                  <a:lnTo>
                    <a:pt x="924" y="547"/>
                  </a:lnTo>
                  <a:lnTo>
                    <a:pt x="927" y="551"/>
                  </a:lnTo>
                  <a:lnTo>
                    <a:pt x="929" y="553"/>
                  </a:lnTo>
                  <a:lnTo>
                    <a:pt x="932" y="555"/>
                  </a:lnTo>
                  <a:lnTo>
                    <a:pt x="935" y="556"/>
                  </a:lnTo>
                  <a:lnTo>
                    <a:pt x="939" y="556"/>
                  </a:lnTo>
                  <a:lnTo>
                    <a:pt x="942" y="557"/>
                  </a:lnTo>
                  <a:lnTo>
                    <a:pt x="945" y="558"/>
                  </a:lnTo>
                  <a:lnTo>
                    <a:pt x="949" y="559"/>
                  </a:lnTo>
                  <a:lnTo>
                    <a:pt x="953" y="560"/>
                  </a:lnTo>
                  <a:lnTo>
                    <a:pt x="957" y="562"/>
                  </a:lnTo>
                  <a:lnTo>
                    <a:pt x="957" y="565"/>
                  </a:lnTo>
                  <a:lnTo>
                    <a:pt x="953" y="569"/>
                  </a:lnTo>
                  <a:lnTo>
                    <a:pt x="948" y="572"/>
                  </a:lnTo>
                  <a:lnTo>
                    <a:pt x="945" y="575"/>
                  </a:lnTo>
                  <a:close/>
                </a:path>
              </a:pathLst>
            </a:custGeom>
            <a:solidFill>
              <a:srgbClr val="ECB78D">
                <a:alpha val="9600"/>
              </a:srgbClr>
            </a:solidFill>
            <a:ln>
              <a:noFill/>
            </a:ln>
          </p:spPr>
          <p:txBody>
            <a:bodyPr anchor="ctr"/>
            <a:lstStyle/>
            <a:p>
              <a:pPr algn="ctr">
                <a:buNone/>
              </a:pPr>
            </a:p>
          </p:txBody>
        </p:sp>
        <p:sp>
          <p:nvSpPr>
            <p:cNvPr id="7030" name="addition:input:29">
              <a:extLst>
                <a:ext uri="{FF2B5EF4-FFF2-40B4-BE49-F238E27FC236}">
                  <ns2:creationId id="{D7ED6FC4-4924-4F11-85D5-8F47D6D3FC5B}"/>
                </a:ext>
              </a:extLst>
            </p:cNvPr>
            <p:cNvSpPr>
              <a:spLocks noGrp="1"/>
            </p:cNvSpPr>
            <p:nvPr/>
          </p:nvSpPr>
          <p:spPr>
            <a:xfrm>
              <a:off x="209550" y="5438775"/>
              <a:ext cx="1491204" cy="1145332"/>
            </a:xfrm>
            <a:custGeom>
              <a:rect l="l" t="t" r="r" b="b"/>
              <a:pathLst>
                <a:path w="906" h="611">
                  <a:moveTo>
                    <a:pt x="0" y="0"/>
                  </a:moveTo>
                  <a:moveTo>
                    <a:pt x="900" y="580"/>
                  </a:moveTo>
                  <a:lnTo>
                    <a:pt x="903" y="582"/>
                  </a:lnTo>
                  <a:lnTo>
                    <a:pt x="905" y="585"/>
                  </a:lnTo>
                  <a:lnTo>
                    <a:pt x="906" y="588"/>
                  </a:lnTo>
                  <a:lnTo>
                    <a:pt x="905" y="590"/>
                  </a:lnTo>
                  <a:lnTo>
                    <a:pt x="902" y="592"/>
                  </a:lnTo>
                  <a:lnTo>
                    <a:pt x="900" y="593"/>
                  </a:lnTo>
                  <a:lnTo>
                    <a:pt x="900" y="596"/>
                  </a:lnTo>
                  <a:lnTo>
                    <a:pt x="901" y="600"/>
                  </a:lnTo>
                  <a:lnTo>
                    <a:pt x="899" y="602"/>
                  </a:lnTo>
                  <a:lnTo>
                    <a:pt x="896" y="603"/>
                  </a:lnTo>
                  <a:lnTo>
                    <a:pt x="891" y="602"/>
                  </a:lnTo>
                  <a:lnTo>
                    <a:pt x="887" y="601"/>
                  </a:lnTo>
                  <a:lnTo>
                    <a:pt x="885" y="602"/>
                  </a:lnTo>
                  <a:lnTo>
                    <a:pt x="882" y="603"/>
                  </a:lnTo>
                  <a:lnTo>
                    <a:pt x="880" y="605"/>
                  </a:lnTo>
                  <a:lnTo>
                    <a:pt x="877" y="606"/>
                  </a:lnTo>
                  <a:lnTo>
                    <a:pt x="874" y="607"/>
                  </a:lnTo>
                  <a:lnTo>
                    <a:pt x="870" y="609"/>
                  </a:lnTo>
                  <a:lnTo>
                    <a:pt x="866" y="611"/>
                  </a:lnTo>
                  <a:lnTo>
                    <a:pt x="862" y="611"/>
                  </a:lnTo>
                  <a:lnTo>
                    <a:pt x="858" y="610"/>
                  </a:lnTo>
                  <a:lnTo>
                    <a:pt x="855" y="606"/>
                  </a:lnTo>
                  <a:lnTo>
                    <a:pt x="854" y="602"/>
                  </a:lnTo>
                  <a:lnTo>
                    <a:pt x="851" y="600"/>
                  </a:lnTo>
                  <a:lnTo>
                    <a:pt x="847" y="600"/>
                  </a:lnTo>
                  <a:lnTo>
                    <a:pt x="843" y="600"/>
                  </a:lnTo>
                  <a:lnTo>
                    <a:pt x="840" y="598"/>
                  </a:lnTo>
                  <a:lnTo>
                    <a:pt x="838" y="595"/>
                  </a:lnTo>
                  <a:lnTo>
                    <a:pt x="837" y="593"/>
                  </a:lnTo>
                  <a:lnTo>
                    <a:pt x="836" y="591"/>
                  </a:lnTo>
                  <a:lnTo>
                    <a:pt x="833" y="589"/>
                  </a:lnTo>
                  <a:lnTo>
                    <a:pt x="829" y="587"/>
                  </a:lnTo>
                  <a:lnTo>
                    <a:pt x="827" y="585"/>
                  </a:lnTo>
                  <a:lnTo>
                    <a:pt x="827" y="582"/>
                  </a:lnTo>
                  <a:lnTo>
                    <a:pt x="826" y="580"/>
                  </a:lnTo>
                  <a:lnTo>
                    <a:pt x="826" y="577"/>
                  </a:lnTo>
                  <a:lnTo>
                    <a:pt x="826" y="574"/>
                  </a:lnTo>
                  <a:lnTo>
                    <a:pt x="829" y="572"/>
                  </a:lnTo>
                  <a:lnTo>
                    <a:pt x="834" y="570"/>
                  </a:lnTo>
                  <a:lnTo>
                    <a:pt x="840" y="569"/>
                  </a:lnTo>
                  <a:lnTo>
                    <a:pt x="843" y="568"/>
                  </a:lnTo>
                  <a:lnTo>
                    <a:pt x="844" y="566"/>
                  </a:lnTo>
                  <a:lnTo>
                    <a:pt x="843" y="562"/>
                  </a:lnTo>
                  <a:lnTo>
                    <a:pt x="843" y="558"/>
                  </a:lnTo>
                  <a:lnTo>
                    <a:pt x="845" y="556"/>
                  </a:lnTo>
                  <a:lnTo>
                    <a:pt x="849" y="555"/>
                  </a:lnTo>
                  <a:lnTo>
                    <a:pt x="853" y="554"/>
                  </a:lnTo>
                  <a:lnTo>
                    <a:pt x="857" y="553"/>
                  </a:lnTo>
                  <a:lnTo>
                    <a:pt x="860" y="552"/>
                  </a:lnTo>
                  <a:lnTo>
                    <a:pt x="863" y="551"/>
                  </a:lnTo>
                  <a:lnTo>
                    <a:pt x="867" y="552"/>
                  </a:lnTo>
                  <a:lnTo>
                    <a:pt x="871" y="553"/>
                  </a:lnTo>
                  <a:lnTo>
                    <a:pt x="874" y="553"/>
                  </a:lnTo>
                  <a:lnTo>
                    <a:pt x="877" y="553"/>
                  </a:lnTo>
                  <a:lnTo>
                    <a:pt x="880" y="553"/>
                  </a:lnTo>
                  <a:lnTo>
                    <a:pt x="882" y="554"/>
                  </a:lnTo>
                  <a:lnTo>
                    <a:pt x="884" y="557"/>
                  </a:lnTo>
                  <a:lnTo>
                    <a:pt x="885" y="559"/>
                  </a:lnTo>
                  <a:lnTo>
                    <a:pt x="888" y="559"/>
                  </a:lnTo>
                  <a:lnTo>
                    <a:pt x="893" y="557"/>
                  </a:lnTo>
                  <a:lnTo>
                    <a:pt x="898" y="557"/>
                  </a:lnTo>
                  <a:lnTo>
                    <a:pt x="902" y="558"/>
                  </a:lnTo>
                  <a:lnTo>
                    <a:pt x="902" y="561"/>
                  </a:lnTo>
                  <a:lnTo>
                    <a:pt x="901" y="565"/>
                  </a:lnTo>
                  <a:lnTo>
                    <a:pt x="900" y="568"/>
                  </a:lnTo>
                  <a:lnTo>
                    <a:pt x="900" y="570"/>
                  </a:lnTo>
                  <a:lnTo>
                    <a:pt x="900" y="573"/>
                  </a:lnTo>
                  <a:lnTo>
                    <a:pt x="900" y="575"/>
                  </a:lnTo>
                  <a:lnTo>
                    <a:pt x="899" y="577"/>
                  </a:lnTo>
                  <a:close/>
                </a:path>
              </a:pathLst>
            </a:custGeom>
            <a:solidFill>
              <a:srgbClr val="ECB78D">
                <a:alpha val="9600"/>
              </a:srgbClr>
            </a:solidFill>
            <a:ln>
              <a:noFill/>
            </a:ln>
          </p:spPr>
          <p:txBody>
            <a:bodyPr anchor="ctr"/>
            <a:lstStyle/>
            <a:p>
              <a:pPr algn="ctr">
                <a:buNone/>
              </a:pPr>
            </a:p>
          </p:txBody>
        </p:sp>
        <p:sp>
          <p:nvSpPr>
            <p:cNvPr id="7031" name="addition:input:30">
              <a:extLst>
                <a:ext uri="{FF2B5EF4-FFF2-40B4-BE49-F238E27FC236}">
                  <ns2:creationId id="{3D803637-5388-4325-9745-CA1C7802C393}"/>
                </a:ext>
              </a:extLst>
            </p:cNvPr>
            <p:cNvSpPr>
              <a:spLocks noGrp="1"/>
            </p:cNvSpPr>
            <p:nvPr/>
          </p:nvSpPr>
          <p:spPr>
            <a:xfrm>
              <a:off x="209550" y="5438775"/>
              <a:ext cx="1435242" cy="1115339"/>
            </a:xfrm>
            <a:custGeom>
              <a:rect l="l" t="t" r="r" b="b"/>
              <a:pathLst>
                <a:path w="872" h="595">
                  <a:moveTo>
                    <a:pt x="0" y="0"/>
                  </a:moveTo>
                  <a:moveTo>
                    <a:pt x="869" y="569"/>
                  </a:moveTo>
                  <a:lnTo>
                    <a:pt x="871" y="572"/>
                  </a:lnTo>
                  <a:lnTo>
                    <a:pt x="872" y="574"/>
                  </a:lnTo>
                  <a:lnTo>
                    <a:pt x="870" y="576"/>
                  </a:lnTo>
                  <a:lnTo>
                    <a:pt x="869" y="578"/>
                  </a:lnTo>
                  <a:lnTo>
                    <a:pt x="867" y="580"/>
                  </a:lnTo>
                  <a:lnTo>
                    <a:pt x="865" y="582"/>
                  </a:lnTo>
                  <a:lnTo>
                    <a:pt x="861" y="582"/>
                  </a:lnTo>
                  <a:lnTo>
                    <a:pt x="858" y="583"/>
                  </a:lnTo>
                  <a:lnTo>
                    <a:pt x="855" y="583"/>
                  </a:lnTo>
                  <a:lnTo>
                    <a:pt x="854" y="586"/>
                  </a:lnTo>
                  <a:lnTo>
                    <a:pt x="854" y="589"/>
                  </a:lnTo>
                  <a:lnTo>
                    <a:pt x="853" y="592"/>
                  </a:lnTo>
                  <a:lnTo>
                    <a:pt x="850" y="594"/>
                  </a:lnTo>
                  <a:lnTo>
                    <a:pt x="846" y="594"/>
                  </a:lnTo>
                  <a:lnTo>
                    <a:pt x="843" y="593"/>
                  </a:lnTo>
                  <a:lnTo>
                    <a:pt x="839" y="593"/>
                  </a:lnTo>
                  <a:lnTo>
                    <a:pt x="836" y="594"/>
                  </a:lnTo>
                  <a:lnTo>
                    <a:pt x="833" y="595"/>
                  </a:lnTo>
                  <a:lnTo>
                    <a:pt x="830" y="594"/>
                  </a:lnTo>
                  <a:lnTo>
                    <a:pt x="828" y="592"/>
                  </a:lnTo>
                  <a:lnTo>
                    <a:pt x="825" y="591"/>
                  </a:lnTo>
                  <a:lnTo>
                    <a:pt x="823" y="590"/>
                  </a:lnTo>
                  <a:lnTo>
                    <a:pt x="821" y="589"/>
                  </a:lnTo>
                  <a:lnTo>
                    <a:pt x="819" y="588"/>
                  </a:lnTo>
                  <a:lnTo>
                    <a:pt x="817" y="586"/>
                  </a:lnTo>
                  <a:lnTo>
                    <a:pt x="816" y="585"/>
                  </a:lnTo>
                  <a:lnTo>
                    <a:pt x="814" y="584"/>
                  </a:lnTo>
                  <a:lnTo>
                    <a:pt x="810" y="584"/>
                  </a:lnTo>
                  <a:lnTo>
                    <a:pt x="806" y="584"/>
                  </a:lnTo>
                  <a:lnTo>
                    <a:pt x="804" y="582"/>
                  </a:lnTo>
                  <a:lnTo>
                    <a:pt x="805" y="579"/>
                  </a:lnTo>
                  <a:lnTo>
                    <a:pt x="808" y="576"/>
                  </a:lnTo>
                  <a:lnTo>
                    <a:pt x="810" y="573"/>
                  </a:lnTo>
                  <a:lnTo>
                    <a:pt x="811" y="571"/>
                  </a:lnTo>
                  <a:lnTo>
                    <a:pt x="811" y="569"/>
                  </a:lnTo>
                  <a:lnTo>
                    <a:pt x="810" y="567"/>
                  </a:lnTo>
                  <a:lnTo>
                    <a:pt x="811" y="566"/>
                  </a:lnTo>
                  <a:lnTo>
                    <a:pt x="812" y="564"/>
                  </a:lnTo>
                  <a:lnTo>
                    <a:pt x="812" y="561"/>
                  </a:lnTo>
                  <a:lnTo>
                    <a:pt x="811" y="559"/>
                  </a:lnTo>
                  <a:lnTo>
                    <a:pt x="811" y="557"/>
                  </a:lnTo>
                  <a:lnTo>
                    <a:pt x="813" y="555"/>
                  </a:lnTo>
                  <a:lnTo>
                    <a:pt x="816" y="554"/>
                  </a:lnTo>
                  <a:lnTo>
                    <a:pt x="818" y="552"/>
                  </a:lnTo>
                  <a:lnTo>
                    <a:pt x="819" y="550"/>
                  </a:lnTo>
                  <a:lnTo>
                    <a:pt x="819" y="548"/>
                  </a:lnTo>
                  <a:lnTo>
                    <a:pt x="821" y="546"/>
                  </a:lnTo>
                  <a:lnTo>
                    <a:pt x="824" y="546"/>
                  </a:lnTo>
                  <a:lnTo>
                    <a:pt x="827" y="548"/>
                  </a:lnTo>
                  <a:lnTo>
                    <a:pt x="830" y="550"/>
                  </a:lnTo>
                  <a:lnTo>
                    <a:pt x="832" y="550"/>
                  </a:lnTo>
                  <a:lnTo>
                    <a:pt x="834" y="549"/>
                  </a:lnTo>
                  <a:lnTo>
                    <a:pt x="836" y="547"/>
                  </a:lnTo>
                  <a:lnTo>
                    <a:pt x="839" y="546"/>
                  </a:lnTo>
                  <a:lnTo>
                    <a:pt x="841" y="545"/>
                  </a:lnTo>
                  <a:lnTo>
                    <a:pt x="844" y="545"/>
                  </a:lnTo>
                  <a:lnTo>
                    <a:pt x="847" y="545"/>
                  </a:lnTo>
                  <a:lnTo>
                    <a:pt x="850" y="546"/>
                  </a:lnTo>
                  <a:lnTo>
                    <a:pt x="852" y="548"/>
                  </a:lnTo>
                  <a:lnTo>
                    <a:pt x="853" y="551"/>
                  </a:lnTo>
                  <a:lnTo>
                    <a:pt x="854" y="554"/>
                  </a:lnTo>
                  <a:lnTo>
                    <a:pt x="855" y="556"/>
                  </a:lnTo>
                  <a:lnTo>
                    <a:pt x="858" y="556"/>
                  </a:lnTo>
                  <a:lnTo>
                    <a:pt x="861" y="557"/>
                  </a:lnTo>
                  <a:lnTo>
                    <a:pt x="864" y="559"/>
                  </a:lnTo>
                  <a:lnTo>
                    <a:pt x="864" y="561"/>
                  </a:lnTo>
                  <a:lnTo>
                    <a:pt x="864" y="564"/>
                  </a:lnTo>
                  <a:lnTo>
                    <a:pt x="864" y="566"/>
                  </a:lnTo>
                  <a:lnTo>
                    <a:pt x="866" y="567"/>
                  </a:lnTo>
                  <a:close/>
                </a:path>
              </a:pathLst>
            </a:custGeom>
            <a:solidFill>
              <a:srgbClr val="ECB78D">
                <a:alpha val="9600"/>
              </a:srgbClr>
            </a:solidFill>
            <a:ln>
              <a:noFill/>
            </a:ln>
          </p:spPr>
          <p:txBody>
            <a:bodyPr anchor="ctr"/>
            <a:lstStyle/>
            <a:p>
              <a:pPr algn="ctr">
                <a:buNone/>
              </a:pPr>
            </a:p>
          </p:txBody>
        </p:sp>
        <p:sp>
          <p:nvSpPr>
            <p:cNvPr id="7032" name="addition:input:31">
              <a:extLst>
                <a:ext uri="{FF2B5EF4-FFF2-40B4-BE49-F238E27FC236}">
                  <ns2:creationId id="{60C17816-64C0-4AF0-AE98-47E1F0F99AC2}"/>
                </a:ext>
              </a:extLst>
            </p:cNvPr>
            <p:cNvSpPr>
              <a:spLocks noGrp="1"/>
            </p:cNvSpPr>
            <p:nvPr/>
          </p:nvSpPr>
          <p:spPr>
            <a:xfrm>
              <a:off x="209550" y="5438775"/>
              <a:ext cx="1542227" cy="1128461"/>
            </a:xfrm>
            <a:custGeom>
              <a:rect l="l" t="t" r="r" b="b"/>
              <a:pathLst>
                <a:path w="937" h="602">
                  <a:moveTo>
                    <a:pt x="0" y="0"/>
                  </a:moveTo>
                  <a:moveTo>
                    <a:pt x="929" y="565"/>
                  </a:moveTo>
                  <a:lnTo>
                    <a:pt x="935" y="568"/>
                  </a:lnTo>
                  <a:lnTo>
                    <a:pt x="937" y="571"/>
                  </a:lnTo>
                  <a:lnTo>
                    <a:pt x="936" y="574"/>
                  </a:lnTo>
                  <a:lnTo>
                    <a:pt x="933" y="576"/>
                  </a:lnTo>
                  <a:lnTo>
                    <a:pt x="930" y="579"/>
                  </a:lnTo>
                  <a:lnTo>
                    <a:pt x="930" y="581"/>
                  </a:lnTo>
                  <a:lnTo>
                    <a:pt x="930" y="584"/>
                  </a:lnTo>
                  <a:lnTo>
                    <a:pt x="928" y="587"/>
                  </a:lnTo>
                  <a:lnTo>
                    <a:pt x="924" y="588"/>
                  </a:lnTo>
                  <a:lnTo>
                    <a:pt x="920" y="589"/>
                  </a:lnTo>
                  <a:lnTo>
                    <a:pt x="916" y="589"/>
                  </a:lnTo>
                  <a:lnTo>
                    <a:pt x="913" y="591"/>
                  </a:lnTo>
                  <a:lnTo>
                    <a:pt x="910" y="592"/>
                  </a:lnTo>
                  <a:lnTo>
                    <a:pt x="906" y="592"/>
                  </a:lnTo>
                  <a:lnTo>
                    <a:pt x="902" y="592"/>
                  </a:lnTo>
                  <a:lnTo>
                    <a:pt x="899" y="593"/>
                  </a:lnTo>
                  <a:lnTo>
                    <a:pt x="895" y="596"/>
                  </a:lnTo>
                  <a:lnTo>
                    <a:pt x="890" y="600"/>
                  </a:lnTo>
                  <a:lnTo>
                    <a:pt x="885" y="602"/>
                  </a:lnTo>
                  <a:lnTo>
                    <a:pt x="880" y="600"/>
                  </a:lnTo>
                  <a:lnTo>
                    <a:pt x="876" y="596"/>
                  </a:lnTo>
                  <a:lnTo>
                    <a:pt x="873" y="592"/>
                  </a:lnTo>
                  <a:lnTo>
                    <a:pt x="870" y="590"/>
                  </a:lnTo>
                  <a:lnTo>
                    <a:pt x="866" y="589"/>
                  </a:lnTo>
                  <a:lnTo>
                    <a:pt x="862" y="588"/>
                  </a:lnTo>
                  <a:lnTo>
                    <a:pt x="858" y="586"/>
                  </a:lnTo>
                  <a:lnTo>
                    <a:pt x="855" y="584"/>
                  </a:lnTo>
                  <a:lnTo>
                    <a:pt x="852" y="582"/>
                  </a:lnTo>
                  <a:lnTo>
                    <a:pt x="848" y="581"/>
                  </a:lnTo>
                  <a:lnTo>
                    <a:pt x="844" y="579"/>
                  </a:lnTo>
                  <a:lnTo>
                    <a:pt x="842" y="577"/>
                  </a:lnTo>
                  <a:lnTo>
                    <a:pt x="842" y="574"/>
                  </a:lnTo>
                  <a:lnTo>
                    <a:pt x="842" y="571"/>
                  </a:lnTo>
                  <a:lnTo>
                    <a:pt x="841" y="568"/>
                  </a:lnTo>
                  <a:lnTo>
                    <a:pt x="839" y="565"/>
                  </a:lnTo>
                  <a:lnTo>
                    <a:pt x="837" y="562"/>
                  </a:lnTo>
                  <a:lnTo>
                    <a:pt x="839" y="559"/>
                  </a:lnTo>
                  <a:lnTo>
                    <a:pt x="845" y="557"/>
                  </a:lnTo>
                  <a:lnTo>
                    <a:pt x="852" y="556"/>
                  </a:lnTo>
                  <a:lnTo>
                    <a:pt x="857" y="555"/>
                  </a:lnTo>
                  <a:lnTo>
                    <a:pt x="858" y="552"/>
                  </a:lnTo>
                  <a:lnTo>
                    <a:pt x="858" y="549"/>
                  </a:lnTo>
                  <a:lnTo>
                    <a:pt x="858" y="545"/>
                  </a:lnTo>
                  <a:lnTo>
                    <a:pt x="860" y="543"/>
                  </a:lnTo>
                  <a:lnTo>
                    <a:pt x="863" y="540"/>
                  </a:lnTo>
                  <a:lnTo>
                    <a:pt x="866" y="538"/>
                  </a:lnTo>
                  <a:lnTo>
                    <a:pt x="869" y="535"/>
                  </a:lnTo>
                  <a:lnTo>
                    <a:pt x="874" y="534"/>
                  </a:lnTo>
                  <a:lnTo>
                    <a:pt x="879" y="535"/>
                  </a:lnTo>
                  <a:lnTo>
                    <a:pt x="884" y="537"/>
                  </a:lnTo>
                  <a:lnTo>
                    <a:pt x="888" y="538"/>
                  </a:lnTo>
                  <a:lnTo>
                    <a:pt x="891" y="537"/>
                  </a:lnTo>
                  <a:lnTo>
                    <a:pt x="894" y="536"/>
                  </a:lnTo>
                  <a:lnTo>
                    <a:pt x="898" y="534"/>
                  </a:lnTo>
                  <a:lnTo>
                    <a:pt x="901" y="536"/>
                  </a:lnTo>
                  <a:lnTo>
                    <a:pt x="904" y="538"/>
                  </a:lnTo>
                  <a:lnTo>
                    <a:pt x="906" y="541"/>
                  </a:lnTo>
                  <a:lnTo>
                    <a:pt x="909" y="541"/>
                  </a:lnTo>
                  <a:lnTo>
                    <a:pt x="914" y="540"/>
                  </a:lnTo>
                  <a:lnTo>
                    <a:pt x="919" y="539"/>
                  </a:lnTo>
                  <a:lnTo>
                    <a:pt x="923" y="541"/>
                  </a:lnTo>
                  <a:lnTo>
                    <a:pt x="925" y="543"/>
                  </a:lnTo>
                  <a:lnTo>
                    <a:pt x="926" y="546"/>
                  </a:lnTo>
                  <a:lnTo>
                    <a:pt x="927" y="549"/>
                  </a:lnTo>
                  <a:lnTo>
                    <a:pt x="928" y="552"/>
                  </a:lnTo>
                  <a:lnTo>
                    <a:pt x="927" y="555"/>
                  </a:lnTo>
                  <a:lnTo>
                    <a:pt x="925" y="558"/>
                  </a:lnTo>
                  <a:lnTo>
                    <a:pt x="923" y="561"/>
                  </a:lnTo>
                  <a:lnTo>
                    <a:pt x="924" y="563"/>
                  </a:lnTo>
                  <a:close/>
                </a:path>
              </a:pathLst>
            </a:custGeom>
            <a:solidFill>
              <a:srgbClr val="ECB78D">
                <a:alpha val="9600"/>
              </a:srgbClr>
            </a:solidFill>
            <a:ln>
              <a:noFill/>
            </a:ln>
          </p:spPr>
          <p:txBody>
            <a:bodyPr anchor="ctr"/>
            <a:lstStyle/>
            <a:p>
              <a:pPr algn="ctr">
                <a:buNone/>
              </a:pPr>
            </a:p>
          </p:txBody>
        </p:sp>
        <p:sp>
          <p:nvSpPr>
            <p:cNvPr id="7033" name="addition:input:32">
              <a:extLst>
                <a:ext uri="{FF2B5EF4-FFF2-40B4-BE49-F238E27FC236}">
                  <ns2:creationId id="{4608855B-5F62-44B7-A4E1-AD90CC8BA807}"/>
                </a:ext>
              </a:extLst>
            </p:cNvPr>
            <p:cNvSpPr>
              <a:spLocks noGrp="1"/>
            </p:cNvSpPr>
            <p:nvPr/>
          </p:nvSpPr>
          <p:spPr>
            <a:xfrm>
              <a:off x="209550" y="5438775"/>
              <a:ext cx="1580083" cy="1143457"/>
            </a:xfrm>
            <a:custGeom>
              <a:rect l="l" t="t" r="r" b="b"/>
              <a:pathLst>
                <a:path w="960" h="610">
                  <a:moveTo>
                    <a:pt x="0" y="0"/>
                  </a:moveTo>
                  <a:moveTo>
                    <a:pt x="953" y="560"/>
                  </a:moveTo>
                  <a:lnTo>
                    <a:pt x="954" y="564"/>
                  </a:lnTo>
                  <a:lnTo>
                    <a:pt x="953" y="568"/>
                  </a:lnTo>
                  <a:lnTo>
                    <a:pt x="950" y="572"/>
                  </a:lnTo>
                  <a:lnTo>
                    <a:pt x="945" y="575"/>
                  </a:lnTo>
                  <a:lnTo>
                    <a:pt x="941" y="578"/>
                  </a:lnTo>
                  <a:lnTo>
                    <a:pt x="938" y="581"/>
                  </a:lnTo>
                  <a:lnTo>
                    <a:pt x="935" y="585"/>
                  </a:lnTo>
                  <a:lnTo>
                    <a:pt x="931" y="588"/>
                  </a:lnTo>
                  <a:lnTo>
                    <a:pt x="925" y="590"/>
                  </a:lnTo>
                  <a:lnTo>
                    <a:pt x="920" y="592"/>
                  </a:lnTo>
                  <a:lnTo>
                    <a:pt x="917" y="596"/>
                  </a:lnTo>
                  <a:lnTo>
                    <a:pt x="915" y="602"/>
                  </a:lnTo>
                  <a:lnTo>
                    <a:pt x="912" y="608"/>
                  </a:lnTo>
                  <a:lnTo>
                    <a:pt x="906" y="610"/>
                  </a:lnTo>
                  <a:lnTo>
                    <a:pt x="898" y="608"/>
                  </a:lnTo>
                  <a:lnTo>
                    <a:pt x="891" y="603"/>
                  </a:lnTo>
                  <a:lnTo>
                    <a:pt x="886" y="600"/>
                  </a:lnTo>
                  <a:lnTo>
                    <a:pt x="881" y="599"/>
                  </a:lnTo>
                  <a:lnTo>
                    <a:pt x="877" y="599"/>
                  </a:lnTo>
                  <a:lnTo>
                    <a:pt x="872" y="600"/>
                  </a:lnTo>
                  <a:lnTo>
                    <a:pt x="868" y="599"/>
                  </a:lnTo>
                  <a:lnTo>
                    <a:pt x="863" y="599"/>
                  </a:lnTo>
                  <a:lnTo>
                    <a:pt x="858" y="599"/>
                  </a:lnTo>
                  <a:lnTo>
                    <a:pt x="852" y="599"/>
                  </a:lnTo>
                  <a:lnTo>
                    <a:pt x="847" y="598"/>
                  </a:lnTo>
                  <a:lnTo>
                    <a:pt x="845" y="594"/>
                  </a:lnTo>
                  <a:lnTo>
                    <a:pt x="844" y="589"/>
                  </a:lnTo>
                  <a:lnTo>
                    <a:pt x="843" y="585"/>
                  </a:lnTo>
                  <a:lnTo>
                    <a:pt x="839" y="583"/>
                  </a:lnTo>
                  <a:lnTo>
                    <a:pt x="833" y="580"/>
                  </a:lnTo>
                  <a:lnTo>
                    <a:pt x="830" y="577"/>
                  </a:lnTo>
                  <a:lnTo>
                    <a:pt x="832" y="572"/>
                  </a:lnTo>
                  <a:lnTo>
                    <a:pt x="837" y="567"/>
                  </a:lnTo>
                  <a:lnTo>
                    <a:pt x="842" y="563"/>
                  </a:lnTo>
                  <a:lnTo>
                    <a:pt x="842" y="560"/>
                  </a:lnTo>
                  <a:lnTo>
                    <a:pt x="838" y="556"/>
                  </a:lnTo>
                  <a:lnTo>
                    <a:pt x="833" y="552"/>
                  </a:lnTo>
                  <a:lnTo>
                    <a:pt x="830" y="548"/>
                  </a:lnTo>
                  <a:lnTo>
                    <a:pt x="829" y="543"/>
                  </a:lnTo>
                  <a:lnTo>
                    <a:pt x="830" y="539"/>
                  </a:lnTo>
                  <a:lnTo>
                    <a:pt x="830" y="535"/>
                  </a:lnTo>
                  <a:lnTo>
                    <a:pt x="832" y="531"/>
                  </a:lnTo>
                  <a:lnTo>
                    <a:pt x="837" y="529"/>
                  </a:lnTo>
                  <a:lnTo>
                    <a:pt x="845" y="529"/>
                  </a:lnTo>
                  <a:lnTo>
                    <a:pt x="851" y="529"/>
                  </a:lnTo>
                  <a:lnTo>
                    <a:pt x="856" y="528"/>
                  </a:lnTo>
                  <a:lnTo>
                    <a:pt x="858" y="524"/>
                  </a:lnTo>
                  <a:lnTo>
                    <a:pt x="860" y="520"/>
                  </a:lnTo>
                  <a:lnTo>
                    <a:pt x="864" y="517"/>
                  </a:lnTo>
                  <a:lnTo>
                    <a:pt x="870" y="517"/>
                  </a:lnTo>
                  <a:lnTo>
                    <a:pt x="875" y="519"/>
                  </a:lnTo>
                  <a:lnTo>
                    <a:pt x="881" y="519"/>
                  </a:lnTo>
                  <a:lnTo>
                    <a:pt x="886" y="517"/>
                  </a:lnTo>
                  <a:lnTo>
                    <a:pt x="893" y="514"/>
                  </a:lnTo>
                  <a:lnTo>
                    <a:pt x="900" y="512"/>
                  </a:lnTo>
                  <a:lnTo>
                    <a:pt x="906" y="514"/>
                  </a:lnTo>
                  <a:lnTo>
                    <a:pt x="912" y="517"/>
                  </a:lnTo>
                  <a:lnTo>
                    <a:pt x="917" y="519"/>
                  </a:lnTo>
                  <a:lnTo>
                    <a:pt x="922" y="522"/>
                  </a:lnTo>
                  <a:lnTo>
                    <a:pt x="926" y="526"/>
                  </a:lnTo>
                  <a:lnTo>
                    <a:pt x="928" y="531"/>
                  </a:lnTo>
                  <a:lnTo>
                    <a:pt x="929" y="536"/>
                  </a:lnTo>
                  <a:lnTo>
                    <a:pt x="931" y="539"/>
                  </a:lnTo>
                  <a:lnTo>
                    <a:pt x="938" y="540"/>
                  </a:lnTo>
                  <a:lnTo>
                    <a:pt x="948" y="541"/>
                  </a:lnTo>
                  <a:lnTo>
                    <a:pt x="957" y="543"/>
                  </a:lnTo>
                  <a:lnTo>
                    <a:pt x="960" y="547"/>
                  </a:lnTo>
                  <a:lnTo>
                    <a:pt x="958" y="551"/>
                  </a:lnTo>
                  <a:lnTo>
                    <a:pt x="955" y="556"/>
                  </a:lnTo>
                  <a:close/>
                </a:path>
              </a:pathLst>
            </a:custGeom>
            <a:solidFill>
              <a:srgbClr val="E18B48">
                <a:alpha val="11100"/>
              </a:srgbClr>
            </a:solidFill>
            <a:ln>
              <a:noFill/>
            </a:ln>
          </p:spPr>
          <p:txBody>
            <a:bodyPr anchor="ctr"/>
            <a:lstStyle/>
            <a:p>
              <a:pPr algn="ctr">
                <a:buNone/>
              </a:pPr>
            </a:p>
          </p:txBody>
        </p:sp>
        <p:sp>
          <p:nvSpPr>
            <p:cNvPr id="7034" name="addition:input:33">
              <a:extLst>
                <a:ext uri="{FF2B5EF4-FFF2-40B4-BE49-F238E27FC236}">
                  <ns2:creationId id="{B2E62581-D6E7-4F67-B968-1D5F68C3B297}"/>
                </a:ext>
              </a:extLst>
            </p:cNvPr>
            <p:cNvSpPr>
              <a:spLocks noGrp="1"/>
            </p:cNvSpPr>
            <p:nvPr/>
          </p:nvSpPr>
          <p:spPr>
            <a:xfrm>
              <a:off x="209550" y="5438775"/>
              <a:ext cx="1473098" cy="1074100"/>
            </a:xfrm>
            <a:custGeom>
              <a:rect l="l" t="t" r="r" b="b"/>
              <a:pathLst>
                <a:path w="895" h="573">
                  <a:moveTo>
                    <a:pt x="0" y="0"/>
                  </a:moveTo>
                  <a:moveTo>
                    <a:pt x="893" y="548"/>
                  </a:moveTo>
                  <a:lnTo>
                    <a:pt x="895" y="550"/>
                  </a:lnTo>
                  <a:lnTo>
                    <a:pt x="895" y="552"/>
                  </a:lnTo>
                  <a:lnTo>
                    <a:pt x="894" y="554"/>
                  </a:lnTo>
                  <a:lnTo>
                    <a:pt x="893" y="556"/>
                  </a:lnTo>
                  <a:lnTo>
                    <a:pt x="891" y="558"/>
                  </a:lnTo>
                  <a:lnTo>
                    <a:pt x="889" y="559"/>
                  </a:lnTo>
                  <a:lnTo>
                    <a:pt x="887" y="560"/>
                  </a:lnTo>
                  <a:lnTo>
                    <a:pt x="884" y="561"/>
                  </a:lnTo>
                  <a:lnTo>
                    <a:pt x="882" y="562"/>
                  </a:lnTo>
                  <a:lnTo>
                    <a:pt x="881" y="564"/>
                  </a:lnTo>
                  <a:lnTo>
                    <a:pt x="880" y="567"/>
                  </a:lnTo>
                  <a:lnTo>
                    <a:pt x="878" y="568"/>
                  </a:lnTo>
                  <a:lnTo>
                    <a:pt x="875" y="569"/>
                  </a:lnTo>
                  <a:lnTo>
                    <a:pt x="872" y="568"/>
                  </a:lnTo>
                  <a:lnTo>
                    <a:pt x="869" y="568"/>
                  </a:lnTo>
                  <a:lnTo>
                    <a:pt x="867" y="570"/>
                  </a:lnTo>
                  <a:lnTo>
                    <a:pt x="864" y="572"/>
                  </a:lnTo>
                  <a:lnTo>
                    <a:pt x="861" y="573"/>
                  </a:lnTo>
                  <a:lnTo>
                    <a:pt x="857" y="573"/>
                  </a:lnTo>
                  <a:lnTo>
                    <a:pt x="855" y="571"/>
                  </a:lnTo>
                  <a:lnTo>
                    <a:pt x="853" y="569"/>
                  </a:lnTo>
                  <a:lnTo>
                    <a:pt x="850" y="567"/>
                  </a:lnTo>
                  <a:lnTo>
                    <a:pt x="848" y="566"/>
                  </a:lnTo>
                  <a:lnTo>
                    <a:pt x="847" y="564"/>
                  </a:lnTo>
                  <a:lnTo>
                    <a:pt x="845" y="563"/>
                  </a:lnTo>
                  <a:lnTo>
                    <a:pt x="843" y="562"/>
                  </a:lnTo>
                  <a:lnTo>
                    <a:pt x="840" y="562"/>
                  </a:lnTo>
                  <a:lnTo>
                    <a:pt x="836" y="562"/>
                  </a:lnTo>
                  <a:lnTo>
                    <a:pt x="833" y="561"/>
                  </a:lnTo>
                  <a:lnTo>
                    <a:pt x="832" y="559"/>
                  </a:lnTo>
                  <a:lnTo>
                    <a:pt x="833" y="556"/>
                  </a:lnTo>
                  <a:lnTo>
                    <a:pt x="835" y="554"/>
                  </a:lnTo>
                  <a:lnTo>
                    <a:pt x="836" y="552"/>
                  </a:lnTo>
                  <a:lnTo>
                    <a:pt x="835" y="550"/>
                  </a:lnTo>
                  <a:lnTo>
                    <a:pt x="835" y="548"/>
                  </a:lnTo>
                  <a:lnTo>
                    <a:pt x="835" y="546"/>
                  </a:lnTo>
                  <a:lnTo>
                    <a:pt x="837" y="544"/>
                  </a:lnTo>
                  <a:lnTo>
                    <a:pt x="839" y="542"/>
                  </a:lnTo>
                  <a:lnTo>
                    <a:pt x="841" y="541"/>
                  </a:lnTo>
                  <a:lnTo>
                    <a:pt x="841" y="539"/>
                  </a:lnTo>
                  <a:lnTo>
                    <a:pt x="841" y="537"/>
                  </a:lnTo>
                  <a:lnTo>
                    <a:pt x="843" y="535"/>
                  </a:lnTo>
                  <a:lnTo>
                    <a:pt x="844" y="533"/>
                  </a:lnTo>
                  <a:lnTo>
                    <a:pt x="845" y="531"/>
                  </a:lnTo>
                  <a:lnTo>
                    <a:pt x="845" y="529"/>
                  </a:lnTo>
                  <a:lnTo>
                    <a:pt x="846" y="526"/>
                  </a:lnTo>
                  <a:lnTo>
                    <a:pt x="849" y="525"/>
                  </a:lnTo>
                  <a:lnTo>
                    <a:pt x="852" y="526"/>
                  </a:lnTo>
                  <a:lnTo>
                    <a:pt x="856" y="528"/>
                  </a:lnTo>
                  <a:lnTo>
                    <a:pt x="858" y="530"/>
                  </a:lnTo>
                  <a:lnTo>
                    <a:pt x="860" y="529"/>
                  </a:lnTo>
                  <a:lnTo>
                    <a:pt x="861" y="528"/>
                  </a:lnTo>
                  <a:lnTo>
                    <a:pt x="863" y="526"/>
                  </a:lnTo>
                  <a:lnTo>
                    <a:pt x="866" y="526"/>
                  </a:lnTo>
                  <a:lnTo>
                    <a:pt x="868" y="526"/>
                  </a:lnTo>
                  <a:lnTo>
                    <a:pt x="870" y="526"/>
                  </a:lnTo>
                  <a:lnTo>
                    <a:pt x="872" y="526"/>
                  </a:lnTo>
                  <a:lnTo>
                    <a:pt x="875" y="527"/>
                  </a:lnTo>
                  <a:lnTo>
                    <a:pt x="877" y="528"/>
                  </a:lnTo>
                  <a:lnTo>
                    <a:pt x="879" y="530"/>
                  </a:lnTo>
                  <a:lnTo>
                    <a:pt x="880" y="532"/>
                  </a:lnTo>
                  <a:lnTo>
                    <a:pt x="882" y="533"/>
                  </a:lnTo>
                  <a:lnTo>
                    <a:pt x="884" y="534"/>
                  </a:lnTo>
                  <a:lnTo>
                    <a:pt x="886" y="536"/>
                  </a:lnTo>
                  <a:lnTo>
                    <a:pt x="887" y="538"/>
                  </a:lnTo>
                  <a:lnTo>
                    <a:pt x="885" y="541"/>
                  </a:lnTo>
                  <a:lnTo>
                    <a:pt x="884" y="543"/>
                  </a:lnTo>
                  <a:lnTo>
                    <a:pt x="885" y="544"/>
                  </a:lnTo>
                  <a:lnTo>
                    <a:pt x="889" y="546"/>
                  </a:lnTo>
                  <a:close/>
                </a:path>
              </a:pathLst>
            </a:custGeom>
            <a:solidFill>
              <a:srgbClr val="DE8036">
                <a:alpha val="10800"/>
              </a:srgbClr>
            </a:solidFill>
            <a:ln>
              <a:noFill/>
            </a:ln>
          </p:spPr>
          <p:txBody>
            <a:bodyPr anchor="ctr"/>
            <a:lstStyle/>
            <a:p>
              <a:pPr algn="ctr">
                <a:buNone/>
              </a:pPr>
            </a:p>
          </p:txBody>
        </p:sp>
        <p:sp>
          <p:nvSpPr>
            <p:cNvPr id="7035" name="addition:input:34">
              <a:extLst>
                <a:ext uri="{FF2B5EF4-FFF2-40B4-BE49-F238E27FC236}">
                  <ns2:creationId id="{893E7C2B-FED0-48CB-8156-E9BB919864AA}"/>
                </a:ext>
              </a:extLst>
            </p:cNvPr>
            <p:cNvSpPr>
              <a:spLocks noGrp="1"/>
            </p:cNvSpPr>
            <p:nvPr/>
          </p:nvSpPr>
          <p:spPr>
            <a:xfrm>
              <a:off x="209550" y="5438775"/>
              <a:ext cx="1529060" cy="1049731"/>
            </a:xfrm>
            <a:custGeom>
              <a:rect l="l" t="t" r="r" b="b"/>
              <a:pathLst>
                <a:path w="929" h="560">
                  <a:moveTo>
                    <a:pt x="0" y="0"/>
                  </a:moveTo>
                  <a:moveTo>
                    <a:pt x="928" y="541"/>
                  </a:moveTo>
                  <a:lnTo>
                    <a:pt x="929" y="543"/>
                  </a:lnTo>
                  <a:lnTo>
                    <a:pt x="929" y="544"/>
                  </a:lnTo>
                  <a:lnTo>
                    <a:pt x="927" y="546"/>
                  </a:lnTo>
                  <a:lnTo>
                    <a:pt x="926" y="547"/>
                  </a:lnTo>
                  <a:lnTo>
                    <a:pt x="924" y="548"/>
                  </a:lnTo>
                  <a:lnTo>
                    <a:pt x="923" y="550"/>
                  </a:lnTo>
                  <a:lnTo>
                    <a:pt x="923" y="551"/>
                  </a:lnTo>
                  <a:lnTo>
                    <a:pt x="922" y="552"/>
                  </a:lnTo>
                  <a:lnTo>
                    <a:pt x="919" y="553"/>
                  </a:lnTo>
                  <a:lnTo>
                    <a:pt x="916" y="553"/>
                  </a:lnTo>
                  <a:lnTo>
                    <a:pt x="914" y="553"/>
                  </a:lnTo>
                  <a:lnTo>
                    <a:pt x="913" y="555"/>
                  </a:lnTo>
                  <a:lnTo>
                    <a:pt x="912" y="557"/>
                  </a:lnTo>
                  <a:lnTo>
                    <a:pt x="910" y="559"/>
                  </a:lnTo>
                  <a:lnTo>
                    <a:pt x="908" y="560"/>
                  </a:lnTo>
                  <a:lnTo>
                    <a:pt x="905" y="560"/>
                  </a:lnTo>
                  <a:lnTo>
                    <a:pt x="903" y="559"/>
                  </a:lnTo>
                  <a:lnTo>
                    <a:pt x="900" y="558"/>
                  </a:lnTo>
                  <a:lnTo>
                    <a:pt x="898" y="558"/>
                  </a:lnTo>
                  <a:lnTo>
                    <a:pt x="896" y="557"/>
                  </a:lnTo>
                  <a:lnTo>
                    <a:pt x="895" y="555"/>
                  </a:lnTo>
                  <a:lnTo>
                    <a:pt x="894" y="554"/>
                  </a:lnTo>
                  <a:lnTo>
                    <a:pt x="892" y="554"/>
                  </a:lnTo>
                  <a:lnTo>
                    <a:pt x="889" y="555"/>
                  </a:lnTo>
                  <a:lnTo>
                    <a:pt x="887" y="555"/>
                  </a:lnTo>
                  <a:lnTo>
                    <a:pt x="885" y="554"/>
                  </a:lnTo>
                  <a:lnTo>
                    <a:pt x="884" y="553"/>
                  </a:lnTo>
                  <a:lnTo>
                    <a:pt x="884" y="551"/>
                  </a:lnTo>
                  <a:lnTo>
                    <a:pt x="884" y="550"/>
                  </a:lnTo>
                  <a:lnTo>
                    <a:pt x="882" y="549"/>
                  </a:lnTo>
                  <a:lnTo>
                    <a:pt x="880" y="548"/>
                  </a:lnTo>
                  <a:lnTo>
                    <a:pt x="879" y="546"/>
                  </a:lnTo>
                  <a:lnTo>
                    <a:pt x="880" y="544"/>
                  </a:lnTo>
                  <a:lnTo>
                    <a:pt x="882" y="543"/>
                  </a:lnTo>
                  <a:lnTo>
                    <a:pt x="884" y="541"/>
                  </a:lnTo>
                  <a:lnTo>
                    <a:pt x="884" y="540"/>
                  </a:lnTo>
                  <a:lnTo>
                    <a:pt x="885" y="538"/>
                  </a:lnTo>
                  <a:lnTo>
                    <a:pt x="885" y="537"/>
                  </a:lnTo>
                  <a:lnTo>
                    <a:pt x="886" y="536"/>
                  </a:lnTo>
                  <a:lnTo>
                    <a:pt x="886" y="534"/>
                  </a:lnTo>
                  <a:lnTo>
                    <a:pt x="885" y="532"/>
                  </a:lnTo>
                  <a:lnTo>
                    <a:pt x="884" y="530"/>
                  </a:lnTo>
                  <a:lnTo>
                    <a:pt x="884" y="528"/>
                  </a:lnTo>
                  <a:lnTo>
                    <a:pt x="886" y="527"/>
                  </a:lnTo>
                  <a:lnTo>
                    <a:pt x="889" y="527"/>
                  </a:lnTo>
                  <a:lnTo>
                    <a:pt x="892" y="528"/>
                  </a:lnTo>
                  <a:lnTo>
                    <a:pt x="893" y="527"/>
                  </a:lnTo>
                  <a:lnTo>
                    <a:pt x="894" y="526"/>
                  </a:lnTo>
                  <a:lnTo>
                    <a:pt x="896" y="525"/>
                  </a:lnTo>
                  <a:lnTo>
                    <a:pt x="897" y="525"/>
                  </a:lnTo>
                  <a:lnTo>
                    <a:pt x="899" y="525"/>
                  </a:lnTo>
                  <a:lnTo>
                    <a:pt x="901" y="525"/>
                  </a:lnTo>
                  <a:lnTo>
                    <a:pt x="902" y="525"/>
                  </a:lnTo>
                  <a:lnTo>
                    <a:pt x="904" y="524"/>
                  </a:lnTo>
                  <a:lnTo>
                    <a:pt x="906" y="524"/>
                  </a:lnTo>
                  <a:lnTo>
                    <a:pt x="908" y="525"/>
                  </a:lnTo>
                  <a:lnTo>
                    <a:pt x="910" y="525"/>
                  </a:lnTo>
                  <a:lnTo>
                    <a:pt x="913" y="525"/>
                  </a:lnTo>
                  <a:lnTo>
                    <a:pt x="915" y="525"/>
                  </a:lnTo>
                  <a:lnTo>
                    <a:pt x="918" y="526"/>
                  </a:lnTo>
                  <a:lnTo>
                    <a:pt x="919" y="528"/>
                  </a:lnTo>
                  <a:lnTo>
                    <a:pt x="918" y="530"/>
                  </a:lnTo>
                  <a:lnTo>
                    <a:pt x="918" y="533"/>
                  </a:lnTo>
                  <a:lnTo>
                    <a:pt x="918" y="534"/>
                  </a:lnTo>
                  <a:lnTo>
                    <a:pt x="920" y="535"/>
                  </a:lnTo>
                  <a:lnTo>
                    <a:pt x="923" y="535"/>
                  </a:lnTo>
                  <a:lnTo>
                    <a:pt x="926" y="536"/>
                  </a:lnTo>
                  <a:lnTo>
                    <a:pt x="927" y="538"/>
                  </a:lnTo>
                  <a:lnTo>
                    <a:pt x="928" y="539"/>
                  </a:lnTo>
                  <a:close/>
                </a:path>
              </a:pathLst>
            </a:custGeom>
            <a:solidFill>
              <a:srgbClr val="DE8036">
                <a:alpha val="10800"/>
              </a:srgbClr>
            </a:solidFill>
            <a:ln>
              <a:noFill/>
            </a:ln>
          </p:spPr>
          <p:txBody>
            <a:bodyPr anchor="ctr"/>
            <a:lstStyle/>
            <a:p>
              <a:pPr algn="ctr">
                <a:buNone/>
              </a:pPr>
            </a:p>
          </p:txBody>
        </p:sp>
        <p:sp>
          <p:nvSpPr>
            <p:cNvPr id="7036" name="addition:input:35">
              <a:extLst>
                <a:ext uri="{FF2B5EF4-FFF2-40B4-BE49-F238E27FC236}">
                  <ns2:creationId id="{01ACD4C2-C9EF-476F-A681-48F73968FDCC}"/>
                </a:ext>
              </a:extLst>
            </p:cNvPr>
            <p:cNvSpPr>
              <a:spLocks noGrp="1"/>
            </p:cNvSpPr>
            <p:nvPr/>
          </p:nvSpPr>
          <p:spPr>
            <a:xfrm>
              <a:off x="209550" y="5438775"/>
              <a:ext cx="1573500" cy="1119088"/>
            </a:xfrm>
            <a:custGeom>
              <a:rect l="l" t="t" r="r" b="b"/>
              <a:pathLst>
                <a:path w="956" h="597">
                  <a:moveTo>
                    <a:pt x="0" y="0"/>
                  </a:moveTo>
                  <a:moveTo>
                    <a:pt x="953" y="571"/>
                  </a:moveTo>
                  <a:lnTo>
                    <a:pt x="952" y="573"/>
                  </a:lnTo>
                  <a:lnTo>
                    <a:pt x="953" y="575"/>
                  </a:lnTo>
                  <a:lnTo>
                    <a:pt x="954" y="577"/>
                  </a:lnTo>
                  <a:lnTo>
                    <a:pt x="953" y="579"/>
                  </a:lnTo>
                  <a:lnTo>
                    <a:pt x="951" y="581"/>
                  </a:lnTo>
                  <a:lnTo>
                    <a:pt x="947" y="582"/>
                  </a:lnTo>
                  <a:lnTo>
                    <a:pt x="945" y="583"/>
                  </a:lnTo>
                  <a:lnTo>
                    <a:pt x="943" y="584"/>
                  </a:lnTo>
                  <a:lnTo>
                    <a:pt x="941" y="586"/>
                  </a:lnTo>
                  <a:lnTo>
                    <a:pt x="938" y="587"/>
                  </a:lnTo>
                  <a:lnTo>
                    <a:pt x="936" y="588"/>
                  </a:lnTo>
                  <a:lnTo>
                    <a:pt x="934" y="590"/>
                  </a:lnTo>
                  <a:lnTo>
                    <a:pt x="932" y="592"/>
                  </a:lnTo>
                  <a:lnTo>
                    <a:pt x="930" y="595"/>
                  </a:lnTo>
                  <a:lnTo>
                    <a:pt x="927" y="597"/>
                  </a:lnTo>
                  <a:lnTo>
                    <a:pt x="924" y="596"/>
                  </a:lnTo>
                  <a:lnTo>
                    <a:pt x="920" y="594"/>
                  </a:lnTo>
                  <a:lnTo>
                    <a:pt x="917" y="591"/>
                  </a:lnTo>
                  <a:lnTo>
                    <a:pt x="915" y="590"/>
                  </a:lnTo>
                  <a:lnTo>
                    <a:pt x="912" y="591"/>
                  </a:lnTo>
                  <a:lnTo>
                    <a:pt x="910" y="591"/>
                  </a:lnTo>
                  <a:lnTo>
                    <a:pt x="907" y="591"/>
                  </a:lnTo>
                  <a:lnTo>
                    <a:pt x="905" y="590"/>
                  </a:lnTo>
                  <a:lnTo>
                    <a:pt x="903" y="589"/>
                  </a:lnTo>
                  <a:lnTo>
                    <a:pt x="901" y="588"/>
                  </a:lnTo>
                  <a:lnTo>
                    <a:pt x="898" y="588"/>
                  </a:lnTo>
                  <a:lnTo>
                    <a:pt x="896" y="586"/>
                  </a:lnTo>
                  <a:lnTo>
                    <a:pt x="895" y="584"/>
                  </a:lnTo>
                  <a:lnTo>
                    <a:pt x="895" y="582"/>
                  </a:lnTo>
                  <a:lnTo>
                    <a:pt x="894" y="581"/>
                  </a:lnTo>
                  <a:lnTo>
                    <a:pt x="892" y="579"/>
                  </a:lnTo>
                  <a:lnTo>
                    <a:pt x="890" y="577"/>
                  </a:lnTo>
                  <a:lnTo>
                    <a:pt x="891" y="575"/>
                  </a:lnTo>
                  <a:lnTo>
                    <a:pt x="894" y="573"/>
                  </a:lnTo>
                  <a:lnTo>
                    <a:pt x="897" y="571"/>
                  </a:lnTo>
                  <a:lnTo>
                    <a:pt x="899" y="569"/>
                  </a:lnTo>
                  <a:lnTo>
                    <a:pt x="898" y="567"/>
                  </a:lnTo>
                  <a:lnTo>
                    <a:pt x="896" y="565"/>
                  </a:lnTo>
                  <a:lnTo>
                    <a:pt x="894" y="563"/>
                  </a:lnTo>
                  <a:lnTo>
                    <a:pt x="894" y="560"/>
                  </a:lnTo>
                  <a:lnTo>
                    <a:pt x="895" y="558"/>
                  </a:lnTo>
                  <a:lnTo>
                    <a:pt x="896" y="557"/>
                  </a:lnTo>
                  <a:lnTo>
                    <a:pt x="897" y="555"/>
                  </a:lnTo>
                  <a:lnTo>
                    <a:pt x="899" y="553"/>
                  </a:lnTo>
                  <a:lnTo>
                    <a:pt x="902" y="553"/>
                  </a:lnTo>
                  <a:lnTo>
                    <a:pt x="905" y="553"/>
                  </a:lnTo>
                  <a:lnTo>
                    <a:pt x="908" y="553"/>
                  </a:lnTo>
                  <a:lnTo>
                    <a:pt x="909" y="552"/>
                  </a:lnTo>
                  <a:lnTo>
                    <a:pt x="910" y="550"/>
                  </a:lnTo>
                  <a:lnTo>
                    <a:pt x="912" y="549"/>
                  </a:lnTo>
                  <a:lnTo>
                    <a:pt x="915" y="549"/>
                  </a:lnTo>
                  <a:lnTo>
                    <a:pt x="917" y="550"/>
                  </a:lnTo>
                  <a:lnTo>
                    <a:pt x="920" y="551"/>
                  </a:lnTo>
                  <a:lnTo>
                    <a:pt x="922" y="550"/>
                  </a:lnTo>
                  <a:lnTo>
                    <a:pt x="925" y="549"/>
                  </a:lnTo>
                  <a:lnTo>
                    <a:pt x="929" y="547"/>
                  </a:lnTo>
                  <a:lnTo>
                    <a:pt x="932" y="547"/>
                  </a:lnTo>
                  <a:lnTo>
                    <a:pt x="935" y="549"/>
                  </a:lnTo>
                  <a:lnTo>
                    <a:pt x="937" y="551"/>
                  </a:lnTo>
                  <a:lnTo>
                    <a:pt x="938" y="553"/>
                  </a:lnTo>
                  <a:lnTo>
                    <a:pt x="940" y="555"/>
                  </a:lnTo>
                  <a:lnTo>
                    <a:pt x="941" y="557"/>
                  </a:lnTo>
                  <a:lnTo>
                    <a:pt x="942" y="559"/>
                  </a:lnTo>
                  <a:lnTo>
                    <a:pt x="942" y="561"/>
                  </a:lnTo>
                  <a:lnTo>
                    <a:pt x="945" y="562"/>
                  </a:lnTo>
                  <a:lnTo>
                    <a:pt x="949" y="563"/>
                  </a:lnTo>
                  <a:lnTo>
                    <a:pt x="953" y="564"/>
                  </a:lnTo>
                  <a:lnTo>
                    <a:pt x="956" y="566"/>
                  </a:lnTo>
                  <a:lnTo>
                    <a:pt x="955" y="569"/>
                  </a:lnTo>
                  <a:close/>
                </a:path>
              </a:pathLst>
            </a:custGeom>
            <a:solidFill>
              <a:srgbClr val="DE8036">
                <a:alpha val="10800"/>
              </a:srgbClr>
            </a:solidFill>
            <a:ln>
              <a:noFill/>
            </a:ln>
          </p:spPr>
          <p:txBody>
            <a:bodyPr anchor="ctr"/>
            <a:lstStyle/>
            <a:p>
              <a:pPr algn="ctr">
                <a:buNone/>
              </a:pPr>
            </a:p>
          </p:txBody>
        </p:sp>
        <p:sp>
          <p:nvSpPr>
            <p:cNvPr id="7037" name="addition:input:36">
              <a:extLst>
                <a:ext uri="{FF2B5EF4-FFF2-40B4-BE49-F238E27FC236}">
                  <ns2:creationId id="{5307DCD7-5A7F-44B3-B04C-E96150C76FAF}"/>
                </a:ext>
              </a:extLst>
            </p:cNvPr>
            <p:cNvSpPr>
              <a:spLocks noGrp="1"/>
            </p:cNvSpPr>
            <p:nvPr/>
          </p:nvSpPr>
          <p:spPr>
            <a:xfrm>
              <a:off x="209550" y="5438775"/>
              <a:ext cx="1496141" cy="1130336"/>
            </a:xfrm>
            <a:custGeom>
              <a:rect l="l" t="t" r="r" b="b"/>
              <a:pathLst>
                <a:path w="909" h="603">
                  <a:moveTo>
                    <a:pt x="0" y="0"/>
                  </a:moveTo>
                  <a:moveTo>
                    <a:pt x="908" y="584"/>
                  </a:moveTo>
                  <a:lnTo>
                    <a:pt x="905" y="585"/>
                  </a:lnTo>
                  <a:lnTo>
                    <a:pt x="902" y="587"/>
                  </a:lnTo>
                  <a:lnTo>
                    <a:pt x="899" y="588"/>
                  </a:lnTo>
                  <a:lnTo>
                    <a:pt x="899" y="589"/>
                  </a:lnTo>
                  <a:lnTo>
                    <a:pt x="900" y="592"/>
                  </a:lnTo>
                  <a:lnTo>
                    <a:pt x="901" y="594"/>
                  </a:lnTo>
                  <a:lnTo>
                    <a:pt x="899" y="595"/>
                  </a:lnTo>
                  <a:lnTo>
                    <a:pt x="897" y="596"/>
                  </a:lnTo>
                  <a:lnTo>
                    <a:pt x="894" y="597"/>
                  </a:lnTo>
                  <a:lnTo>
                    <a:pt x="893" y="598"/>
                  </a:lnTo>
                  <a:lnTo>
                    <a:pt x="892" y="600"/>
                  </a:lnTo>
                  <a:lnTo>
                    <a:pt x="890" y="602"/>
                  </a:lnTo>
                  <a:lnTo>
                    <a:pt x="888" y="603"/>
                  </a:lnTo>
                  <a:lnTo>
                    <a:pt x="885" y="603"/>
                  </a:lnTo>
                  <a:lnTo>
                    <a:pt x="883" y="602"/>
                  </a:lnTo>
                  <a:lnTo>
                    <a:pt x="881" y="602"/>
                  </a:lnTo>
                  <a:lnTo>
                    <a:pt x="879" y="602"/>
                  </a:lnTo>
                  <a:lnTo>
                    <a:pt x="877" y="601"/>
                  </a:lnTo>
                  <a:lnTo>
                    <a:pt x="875" y="600"/>
                  </a:lnTo>
                  <a:lnTo>
                    <a:pt x="874" y="599"/>
                  </a:lnTo>
                  <a:lnTo>
                    <a:pt x="872" y="600"/>
                  </a:lnTo>
                  <a:lnTo>
                    <a:pt x="869" y="601"/>
                  </a:lnTo>
                  <a:lnTo>
                    <a:pt x="866" y="603"/>
                  </a:lnTo>
                  <a:lnTo>
                    <a:pt x="863" y="602"/>
                  </a:lnTo>
                  <a:lnTo>
                    <a:pt x="862" y="601"/>
                  </a:lnTo>
                  <a:lnTo>
                    <a:pt x="861" y="598"/>
                  </a:lnTo>
                  <a:lnTo>
                    <a:pt x="861" y="596"/>
                  </a:lnTo>
                  <a:lnTo>
                    <a:pt x="860" y="595"/>
                  </a:lnTo>
                  <a:lnTo>
                    <a:pt x="859" y="593"/>
                  </a:lnTo>
                  <a:lnTo>
                    <a:pt x="857" y="592"/>
                  </a:lnTo>
                  <a:lnTo>
                    <a:pt x="857" y="590"/>
                  </a:lnTo>
                  <a:lnTo>
                    <a:pt x="857" y="588"/>
                  </a:lnTo>
                  <a:lnTo>
                    <a:pt x="856" y="587"/>
                  </a:lnTo>
                  <a:lnTo>
                    <a:pt x="855" y="585"/>
                  </a:lnTo>
                  <a:lnTo>
                    <a:pt x="853" y="584"/>
                  </a:lnTo>
                  <a:lnTo>
                    <a:pt x="853" y="582"/>
                  </a:lnTo>
                  <a:lnTo>
                    <a:pt x="854" y="580"/>
                  </a:lnTo>
                  <a:lnTo>
                    <a:pt x="854" y="579"/>
                  </a:lnTo>
                  <a:lnTo>
                    <a:pt x="852" y="577"/>
                  </a:lnTo>
                  <a:lnTo>
                    <a:pt x="851" y="574"/>
                  </a:lnTo>
                  <a:lnTo>
                    <a:pt x="851" y="572"/>
                  </a:lnTo>
                  <a:lnTo>
                    <a:pt x="853" y="571"/>
                  </a:lnTo>
                  <a:lnTo>
                    <a:pt x="857" y="571"/>
                  </a:lnTo>
                  <a:lnTo>
                    <a:pt x="861" y="572"/>
                  </a:lnTo>
                  <a:lnTo>
                    <a:pt x="863" y="571"/>
                  </a:lnTo>
                  <a:lnTo>
                    <a:pt x="864" y="570"/>
                  </a:lnTo>
                  <a:lnTo>
                    <a:pt x="865" y="568"/>
                  </a:lnTo>
                  <a:lnTo>
                    <a:pt x="867" y="567"/>
                  </a:lnTo>
                  <a:lnTo>
                    <a:pt x="869" y="566"/>
                  </a:lnTo>
                  <a:lnTo>
                    <a:pt x="871" y="565"/>
                  </a:lnTo>
                  <a:lnTo>
                    <a:pt x="874" y="564"/>
                  </a:lnTo>
                  <a:lnTo>
                    <a:pt x="876" y="563"/>
                  </a:lnTo>
                  <a:lnTo>
                    <a:pt x="879" y="563"/>
                  </a:lnTo>
                  <a:lnTo>
                    <a:pt x="882" y="564"/>
                  </a:lnTo>
                  <a:lnTo>
                    <a:pt x="884" y="566"/>
                  </a:lnTo>
                  <a:lnTo>
                    <a:pt x="887" y="566"/>
                  </a:lnTo>
                  <a:lnTo>
                    <a:pt x="890" y="566"/>
                  </a:lnTo>
                  <a:lnTo>
                    <a:pt x="893" y="566"/>
                  </a:lnTo>
                  <a:lnTo>
                    <a:pt x="895" y="567"/>
                  </a:lnTo>
                  <a:lnTo>
                    <a:pt x="896" y="569"/>
                  </a:lnTo>
                  <a:lnTo>
                    <a:pt x="896" y="572"/>
                  </a:lnTo>
                  <a:lnTo>
                    <a:pt x="897" y="573"/>
                  </a:lnTo>
                  <a:lnTo>
                    <a:pt x="900" y="574"/>
                  </a:lnTo>
                  <a:lnTo>
                    <a:pt x="903" y="574"/>
                  </a:lnTo>
                  <a:lnTo>
                    <a:pt x="906" y="575"/>
                  </a:lnTo>
                  <a:lnTo>
                    <a:pt x="907" y="576"/>
                  </a:lnTo>
                  <a:lnTo>
                    <a:pt x="908" y="578"/>
                  </a:lnTo>
                  <a:lnTo>
                    <a:pt x="909" y="580"/>
                  </a:lnTo>
                  <a:lnTo>
                    <a:pt x="909" y="582"/>
                  </a:lnTo>
                  <a:close/>
                </a:path>
              </a:pathLst>
            </a:custGeom>
            <a:solidFill>
              <a:srgbClr val="DE8036">
                <a:alpha val="10800"/>
              </a:srgbClr>
            </a:solidFill>
            <a:ln>
              <a:noFill/>
            </a:ln>
          </p:spPr>
          <p:txBody>
            <a:bodyPr anchor="ctr"/>
            <a:lstStyle/>
            <a:p>
              <a:pPr algn="ctr">
                <a:buNone/>
              </a:pPr>
            </a:p>
          </p:txBody>
        </p:sp>
        <p:sp>
          <p:nvSpPr>
            <p:cNvPr id="7038" name="addition:input:37">
              <a:extLst>
                <a:ext uri="{FF2B5EF4-FFF2-40B4-BE49-F238E27FC236}">
                  <ns2:creationId id="{E1D21166-5010-4FBC-991D-D9632F274E0C}"/>
                </a:ext>
              </a:extLst>
            </p:cNvPr>
            <p:cNvSpPr>
              <a:spLocks noGrp="1"/>
            </p:cNvSpPr>
            <p:nvPr/>
          </p:nvSpPr>
          <p:spPr>
            <a:xfrm>
              <a:off x="209550" y="5438775"/>
              <a:ext cx="2319101" cy="678576"/>
            </a:xfrm>
            <a:custGeom>
              <a:rect l="l" t="t" r="r" b="b"/>
              <a:pathLst>
                <a:path w="1409" h="362">
                  <a:moveTo>
                    <a:pt x="0" y="0"/>
                  </a:moveTo>
                  <a:moveTo>
                    <a:pt x="1405" y="262"/>
                  </a:moveTo>
                  <a:lnTo>
                    <a:pt x="1409" y="271"/>
                  </a:lnTo>
                  <a:lnTo>
                    <a:pt x="1409" y="279"/>
                  </a:lnTo>
                  <a:lnTo>
                    <a:pt x="1402" y="287"/>
                  </a:lnTo>
                  <a:lnTo>
                    <a:pt x="1391" y="293"/>
                  </a:lnTo>
                  <a:lnTo>
                    <a:pt x="1383" y="299"/>
                  </a:lnTo>
                  <a:lnTo>
                    <a:pt x="1379" y="306"/>
                  </a:lnTo>
                  <a:lnTo>
                    <a:pt x="1376" y="315"/>
                  </a:lnTo>
                  <a:lnTo>
                    <a:pt x="1368" y="321"/>
                  </a:lnTo>
                  <a:lnTo>
                    <a:pt x="1354" y="323"/>
                  </a:lnTo>
                  <a:lnTo>
                    <a:pt x="1337" y="323"/>
                  </a:lnTo>
                  <a:lnTo>
                    <a:pt x="1325" y="325"/>
                  </a:lnTo>
                  <a:lnTo>
                    <a:pt x="1319" y="333"/>
                  </a:lnTo>
                  <a:lnTo>
                    <a:pt x="1313" y="345"/>
                  </a:lnTo>
                  <a:lnTo>
                    <a:pt x="1305" y="357"/>
                  </a:lnTo>
                  <a:lnTo>
                    <a:pt x="1291" y="362"/>
                  </a:lnTo>
                  <a:lnTo>
                    <a:pt x="1276" y="361"/>
                  </a:lnTo>
                  <a:lnTo>
                    <a:pt x="1261" y="357"/>
                  </a:lnTo>
                  <a:lnTo>
                    <a:pt x="1248" y="353"/>
                  </a:lnTo>
                  <a:lnTo>
                    <a:pt x="1236" y="350"/>
                  </a:lnTo>
                  <a:lnTo>
                    <a:pt x="1225" y="344"/>
                  </a:lnTo>
                  <a:lnTo>
                    <a:pt x="1216" y="337"/>
                  </a:lnTo>
                  <a:lnTo>
                    <a:pt x="1209" y="332"/>
                  </a:lnTo>
                  <a:lnTo>
                    <a:pt x="1198" y="331"/>
                  </a:lnTo>
                  <a:lnTo>
                    <a:pt x="1184" y="334"/>
                  </a:lnTo>
                  <a:lnTo>
                    <a:pt x="1169" y="335"/>
                  </a:lnTo>
                  <a:lnTo>
                    <a:pt x="1159" y="331"/>
                  </a:lnTo>
                  <a:lnTo>
                    <a:pt x="1156" y="322"/>
                  </a:lnTo>
                  <a:lnTo>
                    <a:pt x="1156" y="313"/>
                  </a:lnTo>
                  <a:lnTo>
                    <a:pt x="1152" y="306"/>
                  </a:lnTo>
                  <a:lnTo>
                    <a:pt x="1141" y="302"/>
                  </a:lnTo>
                  <a:lnTo>
                    <a:pt x="1130" y="296"/>
                  </a:lnTo>
                  <a:lnTo>
                    <a:pt x="1126" y="288"/>
                  </a:lnTo>
                  <a:lnTo>
                    <a:pt x="1132" y="279"/>
                  </a:lnTo>
                  <a:lnTo>
                    <a:pt x="1143" y="270"/>
                  </a:lnTo>
                  <a:lnTo>
                    <a:pt x="1151" y="262"/>
                  </a:lnTo>
                  <a:lnTo>
                    <a:pt x="1155" y="255"/>
                  </a:lnTo>
                  <a:lnTo>
                    <a:pt x="1157" y="248"/>
                  </a:lnTo>
                  <a:lnTo>
                    <a:pt x="1161" y="241"/>
                  </a:lnTo>
                  <a:lnTo>
                    <a:pt x="1164" y="234"/>
                  </a:lnTo>
                  <a:lnTo>
                    <a:pt x="1163" y="226"/>
                  </a:lnTo>
                  <a:lnTo>
                    <a:pt x="1157" y="215"/>
                  </a:lnTo>
                  <a:lnTo>
                    <a:pt x="1151" y="202"/>
                  </a:lnTo>
                  <a:lnTo>
                    <a:pt x="1155" y="193"/>
                  </a:lnTo>
                  <a:lnTo>
                    <a:pt x="1167" y="189"/>
                  </a:lnTo>
                  <a:lnTo>
                    <a:pt x="1185" y="191"/>
                  </a:lnTo>
                  <a:lnTo>
                    <a:pt x="1199" y="193"/>
                  </a:lnTo>
                  <a:lnTo>
                    <a:pt x="1208" y="191"/>
                  </a:lnTo>
                  <a:lnTo>
                    <a:pt x="1213" y="184"/>
                  </a:lnTo>
                  <a:lnTo>
                    <a:pt x="1220" y="178"/>
                  </a:lnTo>
                  <a:lnTo>
                    <a:pt x="1230" y="177"/>
                  </a:lnTo>
                  <a:lnTo>
                    <a:pt x="1240" y="179"/>
                  </a:lnTo>
                  <a:lnTo>
                    <a:pt x="1250" y="180"/>
                  </a:lnTo>
                  <a:lnTo>
                    <a:pt x="1259" y="179"/>
                  </a:lnTo>
                  <a:lnTo>
                    <a:pt x="1270" y="175"/>
                  </a:lnTo>
                  <a:lnTo>
                    <a:pt x="1281" y="174"/>
                  </a:lnTo>
                  <a:lnTo>
                    <a:pt x="1292" y="176"/>
                  </a:lnTo>
                  <a:lnTo>
                    <a:pt x="1304" y="178"/>
                  </a:lnTo>
                  <a:lnTo>
                    <a:pt x="1317" y="179"/>
                  </a:lnTo>
                  <a:lnTo>
                    <a:pt x="1332" y="179"/>
                  </a:lnTo>
                  <a:lnTo>
                    <a:pt x="1345" y="183"/>
                  </a:lnTo>
                  <a:lnTo>
                    <a:pt x="1352" y="192"/>
                  </a:lnTo>
                  <a:lnTo>
                    <a:pt x="1350" y="206"/>
                  </a:lnTo>
                  <a:lnTo>
                    <a:pt x="1346" y="218"/>
                  </a:lnTo>
                  <a:lnTo>
                    <a:pt x="1348" y="225"/>
                  </a:lnTo>
                  <a:lnTo>
                    <a:pt x="1361" y="229"/>
                  </a:lnTo>
                  <a:lnTo>
                    <a:pt x="1379" y="232"/>
                  </a:lnTo>
                  <a:lnTo>
                    <a:pt x="1393" y="238"/>
                  </a:lnTo>
                  <a:lnTo>
                    <a:pt x="1400" y="245"/>
                  </a:lnTo>
                  <a:lnTo>
                    <a:pt x="1403" y="254"/>
                  </a:lnTo>
                  <a:close/>
                </a:path>
              </a:pathLst>
            </a:custGeom>
            <a:solidFill>
              <a:srgbClr val="C5E9DF">
                <a:alpha val="12900"/>
              </a:srgbClr>
            </a:solidFill>
            <a:ln>
              <a:noFill/>
            </a:ln>
          </p:spPr>
          <p:txBody>
            <a:bodyPr anchor="ctr"/>
            <a:lstStyle/>
            <a:p>
              <a:pPr algn="ctr">
                <a:buNone/>
              </a:pPr>
            </a:p>
          </p:txBody>
        </p:sp>
        <p:sp>
          <p:nvSpPr>
            <p:cNvPr id="7039" name="addition:input:38">
              <a:extLst>
                <a:ext uri="{FF2B5EF4-FFF2-40B4-BE49-F238E27FC236}">
                  <ns2:creationId id="{A72C036B-E9CB-46A5-A683-6FD0C055FCF6}"/>
                </a:ext>
              </a:extLst>
            </p:cNvPr>
            <p:cNvSpPr>
              <a:spLocks noGrp="1"/>
            </p:cNvSpPr>
            <p:nvPr/>
          </p:nvSpPr>
          <p:spPr>
            <a:xfrm>
              <a:off x="209550" y="5438775"/>
              <a:ext cx="2249973" cy="642960"/>
            </a:xfrm>
            <a:custGeom>
              <a:rect l="l" t="t" r="r" b="b"/>
              <a:pathLst>
                <a:path w="1367" h="343">
                  <a:moveTo>
                    <a:pt x="0" y="0"/>
                  </a:moveTo>
                  <a:moveTo>
                    <a:pt x="1352" y="267"/>
                  </a:moveTo>
                  <a:lnTo>
                    <a:pt x="1347" y="273"/>
                  </a:lnTo>
                  <a:lnTo>
                    <a:pt x="1345" y="279"/>
                  </a:lnTo>
                  <a:lnTo>
                    <a:pt x="1344" y="286"/>
                  </a:lnTo>
                  <a:lnTo>
                    <a:pt x="1342" y="292"/>
                  </a:lnTo>
                  <a:lnTo>
                    <a:pt x="1339" y="298"/>
                  </a:lnTo>
                  <a:lnTo>
                    <a:pt x="1339" y="305"/>
                  </a:lnTo>
                  <a:lnTo>
                    <a:pt x="1343" y="315"/>
                  </a:lnTo>
                  <a:lnTo>
                    <a:pt x="1345" y="325"/>
                  </a:lnTo>
                  <a:lnTo>
                    <a:pt x="1340" y="332"/>
                  </a:lnTo>
                  <a:lnTo>
                    <a:pt x="1328" y="333"/>
                  </a:lnTo>
                  <a:lnTo>
                    <a:pt x="1313" y="330"/>
                  </a:lnTo>
                  <a:lnTo>
                    <a:pt x="1301" y="327"/>
                  </a:lnTo>
                  <a:lnTo>
                    <a:pt x="1293" y="328"/>
                  </a:lnTo>
                  <a:lnTo>
                    <a:pt x="1288" y="333"/>
                  </a:lnTo>
                  <a:lnTo>
                    <a:pt x="1282" y="338"/>
                  </a:lnTo>
                  <a:lnTo>
                    <a:pt x="1274" y="340"/>
                  </a:lnTo>
                  <a:lnTo>
                    <a:pt x="1266" y="340"/>
                  </a:lnTo>
                  <a:lnTo>
                    <a:pt x="1257" y="339"/>
                  </a:lnTo>
                  <a:lnTo>
                    <a:pt x="1248" y="341"/>
                  </a:lnTo>
                  <a:lnTo>
                    <a:pt x="1238" y="343"/>
                  </a:lnTo>
                  <a:lnTo>
                    <a:pt x="1228" y="343"/>
                  </a:lnTo>
                  <a:lnTo>
                    <a:pt x="1219" y="339"/>
                  </a:lnTo>
                  <a:lnTo>
                    <a:pt x="1210" y="335"/>
                  </a:lnTo>
                  <a:lnTo>
                    <a:pt x="1200" y="333"/>
                  </a:lnTo>
                  <a:lnTo>
                    <a:pt x="1187" y="331"/>
                  </a:lnTo>
                  <a:lnTo>
                    <a:pt x="1177" y="327"/>
                  </a:lnTo>
                  <a:lnTo>
                    <a:pt x="1173" y="319"/>
                  </a:lnTo>
                  <a:lnTo>
                    <a:pt x="1175" y="308"/>
                  </a:lnTo>
                  <a:lnTo>
                    <a:pt x="1179" y="299"/>
                  </a:lnTo>
                  <a:lnTo>
                    <a:pt x="1176" y="293"/>
                  </a:lnTo>
                  <a:lnTo>
                    <a:pt x="1164" y="290"/>
                  </a:lnTo>
                  <a:lnTo>
                    <a:pt x="1148" y="287"/>
                  </a:lnTo>
                  <a:lnTo>
                    <a:pt x="1136" y="281"/>
                  </a:lnTo>
                  <a:lnTo>
                    <a:pt x="1130" y="274"/>
                  </a:lnTo>
                  <a:lnTo>
                    <a:pt x="1129" y="267"/>
                  </a:lnTo>
                  <a:lnTo>
                    <a:pt x="1129" y="260"/>
                  </a:lnTo>
                  <a:lnTo>
                    <a:pt x="1129" y="252"/>
                  </a:lnTo>
                  <a:lnTo>
                    <a:pt x="1133" y="246"/>
                  </a:lnTo>
                  <a:lnTo>
                    <a:pt x="1142" y="240"/>
                  </a:lnTo>
                  <a:lnTo>
                    <a:pt x="1153" y="236"/>
                  </a:lnTo>
                  <a:lnTo>
                    <a:pt x="1161" y="232"/>
                  </a:lnTo>
                  <a:lnTo>
                    <a:pt x="1164" y="225"/>
                  </a:lnTo>
                  <a:lnTo>
                    <a:pt x="1166" y="217"/>
                  </a:lnTo>
                  <a:lnTo>
                    <a:pt x="1172" y="211"/>
                  </a:lnTo>
                  <a:lnTo>
                    <a:pt x="1184" y="209"/>
                  </a:lnTo>
                  <a:lnTo>
                    <a:pt x="1197" y="210"/>
                  </a:lnTo>
                  <a:lnTo>
                    <a:pt x="1208" y="208"/>
                  </a:lnTo>
                  <a:lnTo>
                    <a:pt x="1215" y="201"/>
                  </a:lnTo>
                  <a:lnTo>
                    <a:pt x="1221" y="191"/>
                  </a:lnTo>
                  <a:lnTo>
                    <a:pt x="1231" y="183"/>
                  </a:lnTo>
                  <a:lnTo>
                    <a:pt x="1243" y="181"/>
                  </a:lnTo>
                  <a:lnTo>
                    <a:pt x="1256" y="184"/>
                  </a:lnTo>
                  <a:lnTo>
                    <a:pt x="1267" y="188"/>
                  </a:lnTo>
                  <a:lnTo>
                    <a:pt x="1278" y="192"/>
                  </a:lnTo>
                  <a:lnTo>
                    <a:pt x="1287" y="196"/>
                  </a:lnTo>
                  <a:lnTo>
                    <a:pt x="1295" y="201"/>
                  </a:lnTo>
                  <a:lnTo>
                    <a:pt x="1301" y="207"/>
                  </a:lnTo>
                  <a:lnTo>
                    <a:pt x="1307" y="211"/>
                  </a:lnTo>
                  <a:lnTo>
                    <a:pt x="1317" y="210"/>
                  </a:lnTo>
                  <a:lnTo>
                    <a:pt x="1331" y="208"/>
                  </a:lnTo>
                  <a:lnTo>
                    <a:pt x="1345" y="207"/>
                  </a:lnTo>
                  <a:lnTo>
                    <a:pt x="1353" y="211"/>
                  </a:lnTo>
                  <a:lnTo>
                    <a:pt x="1353" y="219"/>
                  </a:lnTo>
                  <a:lnTo>
                    <a:pt x="1351" y="228"/>
                  </a:lnTo>
                  <a:lnTo>
                    <a:pt x="1352" y="235"/>
                  </a:lnTo>
                  <a:lnTo>
                    <a:pt x="1359" y="240"/>
                  </a:lnTo>
                  <a:lnTo>
                    <a:pt x="1365" y="246"/>
                  </a:lnTo>
                  <a:lnTo>
                    <a:pt x="1367" y="253"/>
                  </a:lnTo>
                  <a:lnTo>
                    <a:pt x="1361" y="260"/>
                  </a:lnTo>
                  <a:close/>
                </a:path>
              </a:pathLst>
            </a:custGeom>
            <a:solidFill>
              <a:srgbClr val="86D1BC">
                <a:alpha val="12900"/>
              </a:srgbClr>
            </a:solidFill>
            <a:ln>
              <a:noFill/>
            </a:ln>
          </p:spPr>
          <p:txBody>
            <a:bodyPr anchor="ctr"/>
            <a:lstStyle/>
            <a:p>
              <a:pPr algn="ctr">
                <a:buNone/>
              </a:pPr>
            </a:p>
          </p:txBody>
        </p:sp>
        <p:sp>
          <p:nvSpPr>
            <p:cNvPr id="7040" name="addition:input:39">
              <a:extLst>
                <a:ext uri="{FF2B5EF4-FFF2-40B4-BE49-F238E27FC236}">
                  <ns2:creationId id="{16ECE7B8-7323-407B-9CC5-AD8E96A4D9B9}"/>
                </a:ext>
              </a:extLst>
            </p:cNvPr>
            <p:cNvSpPr>
              <a:spLocks noGrp="1"/>
            </p:cNvSpPr>
            <p:nvPr/>
          </p:nvSpPr>
          <p:spPr>
            <a:xfrm>
              <a:off x="209550" y="5438775"/>
              <a:ext cx="2220346" cy="635462"/>
            </a:xfrm>
            <a:custGeom>
              <a:rect l="l" t="t" r="r" b="b"/>
              <a:pathLst>
                <a:path w="1349" h="339">
                  <a:moveTo>
                    <a:pt x="0" y="0"/>
                  </a:moveTo>
                  <a:moveTo>
                    <a:pt x="1349" y="272"/>
                  </a:moveTo>
                  <a:lnTo>
                    <a:pt x="1341" y="278"/>
                  </a:lnTo>
                  <a:lnTo>
                    <a:pt x="1329" y="283"/>
                  </a:lnTo>
                  <a:lnTo>
                    <a:pt x="1320" y="287"/>
                  </a:lnTo>
                  <a:lnTo>
                    <a:pt x="1318" y="292"/>
                  </a:lnTo>
                  <a:lnTo>
                    <a:pt x="1320" y="298"/>
                  </a:lnTo>
                  <a:lnTo>
                    <a:pt x="1322" y="305"/>
                  </a:lnTo>
                  <a:lnTo>
                    <a:pt x="1320" y="312"/>
                  </a:lnTo>
                  <a:lnTo>
                    <a:pt x="1317" y="318"/>
                  </a:lnTo>
                  <a:lnTo>
                    <a:pt x="1313" y="324"/>
                  </a:lnTo>
                  <a:lnTo>
                    <a:pt x="1309" y="330"/>
                  </a:lnTo>
                  <a:lnTo>
                    <a:pt x="1302" y="334"/>
                  </a:lnTo>
                  <a:lnTo>
                    <a:pt x="1292" y="334"/>
                  </a:lnTo>
                  <a:lnTo>
                    <a:pt x="1280" y="330"/>
                  </a:lnTo>
                  <a:lnTo>
                    <a:pt x="1271" y="326"/>
                  </a:lnTo>
                  <a:lnTo>
                    <a:pt x="1265" y="327"/>
                  </a:lnTo>
                  <a:lnTo>
                    <a:pt x="1260" y="332"/>
                  </a:lnTo>
                  <a:lnTo>
                    <a:pt x="1254" y="338"/>
                  </a:lnTo>
                  <a:lnTo>
                    <a:pt x="1247" y="339"/>
                  </a:lnTo>
                  <a:lnTo>
                    <a:pt x="1240" y="337"/>
                  </a:lnTo>
                  <a:lnTo>
                    <a:pt x="1233" y="333"/>
                  </a:lnTo>
                  <a:lnTo>
                    <a:pt x="1226" y="332"/>
                  </a:lnTo>
                  <a:lnTo>
                    <a:pt x="1217" y="333"/>
                  </a:lnTo>
                  <a:lnTo>
                    <a:pt x="1207" y="334"/>
                  </a:lnTo>
                  <a:lnTo>
                    <a:pt x="1198" y="332"/>
                  </a:lnTo>
                  <a:lnTo>
                    <a:pt x="1191" y="327"/>
                  </a:lnTo>
                  <a:lnTo>
                    <a:pt x="1186" y="322"/>
                  </a:lnTo>
                  <a:lnTo>
                    <a:pt x="1180" y="317"/>
                  </a:lnTo>
                  <a:lnTo>
                    <a:pt x="1175" y="312"/>
                  </a:lnTo>
                  <a:lnTo>
                    <a:pt x="1173" y="305"/>
                  </a:lnTo>
                  <a:lnTo>
                    <a:pt x="1175" y="298"/>
                  </a:lnTo>
                  <a:lnTo>
                    <a:pt x="1177" y="291"/>
                  </a:lnTo>
                  <a:lnTo>
                    <a:pt x="1174" y="286"/>
                  </a:lnTo>
                  <a:lnTo>
                    <a:pt x="1163" y="283"/>
                  </a:lnTo>
                  <a:lnTo>
                    <a:pt x="1148" y="278"/>
                  </a:lnTo>
                  <a:lnTo>
                    <a:pt x="1137" y="272"/>
                  </a:lnTo>
                  <a:lnTo>
                    <a:pt x="1136" y="265"/>
                  </a:lnTo>
                  <a:lnTo>
                    <a:pt x="1141" y="259"/>
                  </a:lnTo>
                  <a:lnTo>
                    <a:pt x="1148" y="254"/>
                  </a:lnTo>
                  <a:lnTo>
                    <a:pt x="1151" y="249"/>
                  </a:lnTo>
                  <a:lnTo>
                    <a:pt x="1153" y="243"/>
                  </a:lnTo>
                  <a:lnTo>
                    <a:pt x="1157" y="238"/>
                  </a:lnTo>
                  <a:lnTo>
                    <a:pt x="1165" y="234"/>
                  </a:lnTo>
                  <a:lnTo>
                    <a:pt x="1173" y="231"/>
                  </a:lnTo>
                  <a:lnTo>
                    <a:pt x="1179" y="228"/>
                  </a:lnTo>
                  <a:lnTo>
                    <a:pt x="1184" y="223"/>
                  </a:lnTo>
                  <a:lnTo>
                    <a:pt x="1191" y="218"/>
                  </a:lnTo>
                  <a:lnTo>
                    <a:pt x="1199" y="216"/>
                  </a:lnTo>
                  <a:lnTo>
                    <a:pt x="1209" y="216"/>
                  </a:lnTo>
                  <a:lnTo>
                    <a:pt x="1218" y="214"/>
                  </a:lnTo>
                  <a:lnTo>
                    <a:pt x="1226" y="209"/>
                  </a:lnTo>
                  <a:lnTo>
                    <a:pt x="1234" y="201"/>
                  </a:lnTo>
                  <a:lnTo>
                    <a:pt x="1245" y="195"/>
                  </a:lnTo>
                  <a:lnTo>
                    <a:pt x="1256" y="194"/>
                  </a:lnTo>
                  <a:lnTo>
                    <a:pt x="1266" y="201"/>
                  </a:lnTo>
                  <a:lnTo>
                    <a:pt x="1274" y="210"/>
                  </a:lnTo>
                  <a:lnTo>
                    <a:pt x="1281" y="216"/>
                  </a:lnTo>
                  <a:lnTo>
                    <a:pt x="1288" y="219"/>
                  </a:lnTo>
                  <a:lnTo>
                    <a:pt x="1296" y="220"/>
                  </a:lnTo>
                  <a:lnTo>
                    <a:pt x="1304" y="222"/>
                  </a:lnTo>
                  <a:lnTo>
                    <a:pt x="1311" y="224"/>
                  </a:lnTo>
                  <a:lnTo>
                    <a:pt x="1318" y="227"/>
                  </a:lnTo>
                  <a:lnTo>
                    <a:pt x="1328" y="228"/>
                  </a:lnTo>
                  <a:lnTo>
                    <a:pt x="1338" y="230"/>
                  </a:lnTo>
                  <a:lnTo>
                    <a:pt x="1344" y="235"/>
                  </a:lnTo>
                  <a:lnTo>
                    <a:pt x="1344" y="242"/>
                  </a:lnTo>
                  <a:lnTo>
                    <a:pt x="1340" y="249"/>
                  </a:lnTo>
                  <a:lnTo>
                    <a:pt x="1339" y="255"/>
                  </a:lnTo>
                  <a:lnTo>
                    <a:pt x="1343" y="260"/>
                  </a:lnTo>
                  <a:lnTo>
                    <a:pt x="1348" y="266"/>
                  </a:lnTo>
                  <a:close/>
                </a:path>
              </a:pathLst>
            </a:custGeom>
            <a:solidFill>
              <a:srgbClr val="56BFA2">
                <a:alpha val="10500"/>
              </a:srgbClr>
            </a:solidFill>
            <a:ln>
              <a:noFill/>
            </a:ln>
          </p:spPr>
          <p:txBody>
            <a:bodyPr anchor="ctr"/>
            <a:lstStyle/>
            <a:p>
              <a:pPr algn="ctr">
                <a:buNone/>
              </a:pPr>
            </a:p>
          </p:txBody>
        </p:sp>
        <p:sp>
          <p:nvSpPr>
            <p:cNvPr id="7041" name="addition:input:40">
              <a:extLst>
                <a:ext uri="{FF2B5EF4-FFF2-40B4-BE49-F238E27FC236}">
                  <ns2:creationId id="{95C9EFB3-531B-4D31-BFFF-15B38EB6008C}"/>
                </a:ext>
              </a:extLst>
            </p:cNvPr>
            <p:cNvSpPr>
              <a:spLocks noGrp="1"/>
            </p:cNvSpPr>
            <p:nvPr/>
          </p:nvSpPr>
          <p:spPr>
            <a:xfrm>
              <a:off x="209550" y="5438775"/>
              <a:ext cx="2055754" cy="524866"/>
            </a:xfrm>
            <a:custGeom>
              <a:rect l="l" t="t" r="r" b="b"/>
              <a:pathLst>
                <a:path w="1249" h="280">
                  <a:moveTo>
                    <a:pt x="0" y="0"/>
                  </a:moveTo>
                  <a:moveTo>
                    <a:pt x="1243" y="251"/>
                  </a:moveTo>
                  <a:lnTo>
                    <a:pt x="1246" y="253"/>
                  </a:lnTo>
                  <a:lnTo>
                    <a:pt x="1248" y="256"/>
                  </a:lnTo>
                  <a:lnTo>
                    <a:pt x="1249" y="259"/>
                  </a:lnTo>
                  <a:lnTo>
                    <a:pt x="1249" y="261"/>
                  </a:lnTo>
                  <a:lnTo>
                    <a:pt x="1249" y="264"/>
                  </a:lnTo>
                  <a:lnTo>
                    <a:pt x="1248" y="267"/>
                  </a:lnTo>
                  <a:lnTo>
                    <a:pt x="1247" y="269"/>
                  </a:lnTo>
                  <a:lnTo>
                    <a:pt x="1243" y="270"/>
                  </a:lnTo>
                  <a:lnTo>
                    <a:pt x="1238" y="270"/>
                  </a:lnTo>
                  <a:lnTo>
                    <a:pt x="1232" y="269"/>
                  </a:lnTo>
                  <a:lnTo>
                    <a:pt x="1229" y="269"/>
                  </a:lnTo>
                  <a:lnTo>
                    <a:pt x="1228" y="272"/>
                  </a:lnTo>
                  <a:lnTo>
                    <a:pt x="1227" y="276"/>
                  </a:lnTo>
                  <a:lnTo>
                    <a:pt x="1224" y="279"/>
                  </a:lnTo>
                  <a:lnTo>
                    <a:pt x="1220" y="280"/>
                  </a:lnTo>
                  <a:lnTo>
                    <a:pt x="1216" y="279"/>
                  </a:lnTo>
                  <a:lnTo>
                    <a:pt x="1212" y="279"/>
                  </a:lnTo>
                  <a:lnTo>
                    <a:pt x="1208" y="280"/>
                  </a:lnTo>
                  <a:lnTo>
                    <a:pt x="1203" y="280"/>
                  </a:lnTo>
                  <a:lnTo>
                    <a:pt x="1199" y="279"/>
                  </a:lnTo>
                  <a:lnTo>
                    <a:pt x="1195" y="278"/>
                  </a:lnTo>
                  <a:lnTo>
                    <a:pt x="1192" y="276"/>
                  </a:lnTo>
                  <a:lnTo>
                    <a:pt x="1188" y="275"/>
                  </a:lnTo>
                  <a:lnTo>
                    <a:pt x="1184" y="274"/>
                  </a:lnTo>
                  <a:lnTo>
                    <a:pt x="1181" y="272"/>
                  </a:lnTo>
                  <a:lnTo>
                    <a:pt x="1180" y="270"/>
                  </a:lnTo>
                  <a:lnTo>
                    <a:pt x="1179" y="267"/>
                  </a:lnTo>
                  <a:lnTo>
                    <a:pt x="1178" y="265"/>
                  </a:lnTo>
                  <a:lnTo>
                    <a:pt x="1174" y="264"/>
                  </a:lnTo>
                  <a:lnTo>
                    <a:pt x="1168" y="263"/>
                  </a:lnTo>
                  <a:lnTo>
                    <a:pt x="1162" y="262"/>
                  </a:lnTo>
                  <a:lnTo>
                    <a:pt x="1160" y="260"/>
                  </a:lnTo>
                  <a:lnTo>
                    <a:pt x="1162" y="257"/>
                  </a:lnTo>
                  <a:lnTo>
                    <a:pt x="1165" y="254"/>
                  </a:lnTo>
                  <a:lnTo>
                    <a:pt x="1167" y="251"/>
                  </a:lnTo>
                  <a:lnTo>
                    <a:pt x="1169" y="249"/>
                  </a:lnTo>
                  <a:lnTo>
                    <a:pt x="1171" y="246"/>
                  </a:lnTo>
                  <a:lnTo>
                    <a:pt x="1173" y="244"/>
                  </a:lnTo>
                  <a:lnTo>
                    <a:pt x="1176" y="242"/>
                  </a:lnTo>
                  <a:lnTo>
                    <a:pt x="1177" y="240"/>
                  </a:lnTo>
                  <a:lnTo>
                    <a:pt x="1177" y="237"/>
                  </a:lnTo>
                  <a:lnTo>
                    <a:pt x="1177" y="234"/>
                  </a:lnTo>
                  <a:lnTo>
                    <a:pt x="1179" y="232"/>
                  </a:lnTo>
                  <a:lnTo>
                    <a:pt x="1183" y="231"/>
                  </a:lnTo>
                  <a:lnTo>
                    <a:pt x="1187" y="230"/>
                  </a:lnTo>
                  <a:lnTo>
                    <a:pt x="1190" y="229"/>
                  </a:lnTo>
                  <a:lnTo>
                    <a:pt x="1192" y="226"/>
                  </a:lnTo>
                  <a:lnTo>
                    <a:pt x="1194" y="223"/>
                  </a:lnTo>
                  <a:lnTo>
                    <a:pt x="1197" y="221"/>
                  </a:lnTo>
                  <a:lnTo>
                    <a:pt x="1201" y="222"/>
                  </a:lnTo>
                  <a:lnTo>
                    <a:pt x="1205" y="225"/>
                  </a:lnTo>
                  <a:lnTo>
                    <a:pt x="1209" y="227"/>
                  </a:lnTo>
                  <a:lnTo>
                    <a:pt x="1211" y="227"/>
                  </a:lnTo>
                  <a:lnTo>
                    <a:pt x="1214" y="227"/>
                  </a:lnTo>
                  <a:lnTo>
                    <a:pt x="1217" y="226"/>
                  </a:lnTo>
                  <a:lnTo>
                    <a:pt x="1220" y="226"/>
                  </a:lnTo>
                  <a:lnTo>
                    <a:pt x="1223" y="226"/>
                  </a:lnTo>
                  <a:lnTo>
                    <a:pt x="1227" y="225"/>
                  </a:lnTo>
                  <a:lnTo>
                    <a:pt x="1231" y="225"/>
                  </a:lnTo>
                  <a:lnTo>
                    <a:pt x="1235" y="226"/>
                  </a:lnTo>
                  <a:lnTo>
                    <a:pt x="1236" y="229"/>
                  </a:lnTo>
                  <a:lnTo>
                    <a:pt x="1236" y="233"/>
                  </a:lnTo>
                  <a:lnTo>
                    <a:pt x="1235" y="236"/>
                  </a:lnTo>
                  <a:lnTo>
                    <a:pt x="1237" y="238"/>
                  </a:lnTo>
                  <a:lnTo>
                    <a:pt x="1240" y="239"/>
                  </a:lnTo>
                  <a:lnTo>
                    <a:pt x="1243" y="241"/>
                  </a:lnTo>
                  <a:lnTo>
                    <a:pt x="1245" y="244"/>
                  </a:lnTo>
                  <a:lnTo>
                    <a:pt x="1243" y="246"/>
                  </a:lnTo>
                  <a:lnTo>
                    <a:pt x="1242" y="249"/>
                  </a:lnTo>
                  <a:close/>
                </a:path>
              </a:pathLst>
            </a:custGeom>
            <a:solidFill>
              <a:srgbClr val="86D1BC">
                <a:alpha val="9600"/>
              </a:srgbClr>
            </a:solidFill>
            <a:ln>
              <a:noFill/>
            </a:ln>
          </p:spPr>
          <p:txBody>
            <a:bodyPr anchor="ctr"/>
            <a:lstStyle/>
            <a:p>
              <a:pPr algn="ctr">
                <a:buNone/>
              </a:pPr>
            </a:p>
          </p:txBody>
        </p:sp>
        <p:sp>
          <p:nvSpPr>
            <p:cNvPr id="7042" name="addition:input:41">
              <a:extLst>
                <a:ext uri="{FF2B5EF4-FFF2-40B4-BE49-F238E27FC236}">
                  <ns2:creationId id="{06846F97-735A-482C-BFF9-A6FE5FAA2197}"/>
                </a:ext>
              </a:extLst>
            </p:cNvPr>
            <p:cNvSpPr>
              <a:spLocks noGrp="1"/>
            </p:cNvSpPr>
            <p:nvPr/>
          </p:nvSpPr>
          <p:spPr>
            <a:xfrm>
              <a:off x="209550" y="5438775"/>
              <a:ext cx="2115007" cy="483626"/>
            </a:xfrm>
            <a:custGeom>
              <a:rect l="l" t="t" r="r" b="b"/>
              <a:pathLst>
                <a:path w="1285" h="258">
                  <a:moveTo>
                    <a:pt x="0" y="0"/>
                  </a:moveTo>
                  <a:moveTo>
                    <a:pt x="1280" y="229"/>
                  </a:moveTo>
                  <a:lnTo>
                    <a:pt x="1281" y="231"/>
                  </a:lnTo>
                  <a:lnTo>
                    <a:pt x="1283" y="234"/>
                  </a:lnTo>
                  <a:lnTo>
                    <a:pt x="1285" y="237"/>
                  </a:lnTo>
                  <a:lnTo>
                    <a:pt x="1284" y="240"/>
                  </a:lnTo>
                  <a:lnTo>
                    <a:pt x="1280" y="241"/>
                  </a:lnTo>
                  <a:lnTo>
                    <a:pt x="1274" y="242"/>
                  </a:lnTo>
                  <a:lnTo>
                    <a:pt x="1269" y="242"/>
                  </a:lnTo>
                  <a:lnTo>
                    <a:pt x="1266" y="243"/>
                  </a:lnTo>
                  <a:lnTo>
                    <a:pt x="1265" y="246"/>
                  </a:lnTo>
                  <a:lnTo>
                    <a:pt x="1264" y="249"/>
                  </a:lnTo>
                  <a:lnTo>
                    <a:pt x="1262" y="251"/>
                  </a:lnTo>
                  <a:lnTo>
                    <a:pt x="1259" y="253"/>
                  </a:lnTo>
                  <a:lnTo>
                    <a:pt x="1256" y="255"/>
                  </a:lnTo>
                  <a:lnTo>
                    <a:pt x="1253" y="257"/>
                  </a:lnTo>
                  <a:lnTo>
                    <a:pt x="1249" y="258"/>
                  </a:lnTo>
                  <a:lnTo>
                    <a:pt x="1244" y="258"/>
                  </a:lnTo>
                  <a:lnTo>
                    <a:pt x="1240" y="256"/>
                  </a:lnTo>
                  <a:lnTo>
                    <a:pt x="1236" y="254"/>
                  </a:lnTo>
                  <a:lnTo>
                    <a:pt x="1233" y="253"/>
                  </a:lnTo>
                  <a:lnTo>
                    <a:pt x="1229" y="254"/>
                  </a:lnTo>
                  <a:lnTo>
                    <a:pt x="1226" y="255"/>
                  </a:lnTo>
                  <a:lnTo>
                    <a:pt x="1222" y="254"/>
                  </a:lnTo>
                  <a:lnTo>
                    <a:pt x="1221" y="251"/>
                  </a:lnTo>
                  <a:lnTo>
                    <a:pt x="1220" y="249"/>
                  </a:lnTo>
                  <a:lnTo>
                    <a:pt x="1218" y="247"/>
                  </a:lnTo>
                  <a:lnTo>
                    <a:pt x="1214" y="247"/>
                  </a:lnTo>
                  <a:lnTo>
                    <a:pt x="1210" y="247"/>
                  </a:lnTo>
                  <a:lnTo>
                    <a:pt x="1206" y="246"/>
                  </a:lnTo>
                  <a:lnTo>
                    <a:pt x="1204" y="244"/>
                  </a:lnTo>
                  <a:lnTo>
                    <a:pt x="1203" y="242"/>
                  </a:lnTo>
                  <a:lnTo>
                    <a:pt x="1203" y="239"/>
                  </a:lnTo>
                  <a:lnTo>
                    <a:pt x="1203" y="236"/>
                  </a:lnTo>
                  <a:lnTo>
                    <a:pt x="1204" y="234"/>
                  </a:lnTo>
                  <a:lnTo>
                    <a:pt x="1207" y="231"/>
                  </a:lnTo>
                  <a:lnTo>
                    <a:pt x="1211" y="229"/>
                  </a:lnTo>
                  <a:lnTo>
                    <a:pt x="1212" y="227"/>
                  </a:lnTo>
                  <a:lnTo>
                    <a:pt x="1211" y="225"/>
                  </a:lnTo>
                  <a:lnTo>
                    <a:pt x="1208" y="222"/>
                  </a:lnTo>
                  <a:lnTo>
                    <a:pt x="1206" y="219"/>
                  </a:lnTo>
                  <a:lnTo>
                    <a:pt x="1207" y="216"/>
                  </a:lnTo>
                  <a:lnTo>
                    <a:pt x="1210" y="215"/>
                  </a:lnTo>
                  <a:lnTo>
                    <a:pt x="1213" y="213"/>
                  </a:lnTo>
                  <a:lnTo>
                    <a:pt x="1214" y="211"/>
                  </a:lnTo>
                  <a:lnTo>
                    <a:pt x="1215" y="209"/>
                  </a:lnTo>
                  <a:lnTo>
                    <a:pt x="1216" y="206"/>
                  </a:lnTo>
                  <a:lnTo>
                    <a:pt x="1219" y="205"/>
                  </a:lnTo>
                  <a:lnTo>
                    <a:pt x="1223" y="205"/>
                  </a:lnTo>
                  <a:lnTo>
                    <a:pt x="1226" y="205"/>
                  </a:lnTo>
                  <a:lnTo>
                    <a:pt x="1229" y="205"/>
                  </a:lnTo>
                  <a:lnTo>
                    <a:pt x="1231" y="204"/>
                  </a:lnTo>
                  <a:lnTo>
                    <a:pt x="1234" y="204"/>
                  </a:lnTo>
                  <a:lnTo>
                    <a:pt x="1237" y="205"/>
                  </a:lnTo>
                  <a:lnTo>
                    <a:pt x="1240" y="206"/>
                  </a:lnTo>
                  <a:lnTo>
                    <a:pt x="1243" y="204"/>
                  </a:lnTo>
                  <a:lnTo>
                    <a:pt x="1246" y="201"/>
                  </a:lnTo>
                  <a:lnTo>
                    <a:pt x="1251" y="199"/>
                  </a:lnTo>
                  <a:lnTo>
                    <a:pt x="1255" y="199"/>
                  </a:lnTo>
                  <a:lnTo>
                    <a:pt x="1258" y="202"/>
                  </a:lnTo>
                  <a:lnTo>
                    <a:pt x="1259" y="206"/>
                  </a:lnTo>
                  <a:lnTo>
                    <a:pt x="1260" y="209"/>
                  </a:lnTo>
                  <a:lnTo>
                    <a:pt x="1263" y="211"/>
                  </a:lnTo>
                  <a:lnTo>
                    <a:pt x="1266" y="212"/>
                  </a:lnTo>
                  <a:lnTo>
                    <a:pt x="1269" y="214"/>
                  </a:lnTo>
                  <a:lnTo>
                    <a:pt x="1271" y="216"/>
                  </a:lnTo>
                  <a:lnTo>
                    <a:pt x="1272" y="218"/>
                  </a:lnTo>
                  <a:lnTo>
                    <a:pt x="1275" y="220"/>
                  </a:lnTo>
                  <a:lnTo>
                    <a:pt x="1278" y="222"/>
                  </a:lnTo>
                  <a:lnTo>
                    <a:pt x="1280" y="224"/>
                  </a:lnTo>
                  <a:lnTo>
                    <a:pt x="1281" y="226"/>
                  </a:lnTo>
                  <a:close/>
                </a:path>
              </a:pathLst>
            </a:custGeom>
            <a:solidFill>
              <a:srgbClr val="86D1BC">
                <a:alpha val="9600"/>
              </a:srgbClr>
            </a:solidFill>
            <a:ln>
              <a:noFill/>
            </a:ln>
          </p:spPr>
          <p:txBody>
            <a:bodyPr anchor="ctr"/>
            <a:lstStyle/>
            <a:p>
              <a:pPr algn="ctr">
                <a:buNone/>
              </a:pPr>
            </a:p>
          </p:txBody>
        </p:sp>
        <p:sp>
          <p:nvSpPr>
            <p:cNvPr id="7043" name="addition:input:42">
              <a:extLst>
                <a:ext uri="{FF2B5EF4-FFF2-40B4-BE49-F238E27FC236}">
                  <ns2:creationId id="{DD9881F5-5A88-4487-B8BD-DB63DEE17B0C}"/>
                </a:ext>
              </a:extLst>
            </p:cNvPr>
            <p:cNvSpPr>
              <a:spLocks noGrp="1"/>
            </p:cNvSpPr>
            <p:nvPr/>
          </p:nvSpPr>
          <p:spPr>
            <a:xfrm>
              <a:off x="209550" y="5438775"/>
              <a:ext cx="2179198" cy="498622"/>
            </a:xfrm>
            <a:custGeom>
              <a:rect l="l" t="t" r="r" b="b"/>
              <a:pathLst>
                <a:path w="1324" h="266">
                  <a:moveTo>
                    <a:pt x="0" y="0"/>
                  </a:moveTo>
                  <a:moveTo>
                    <a:pt x="1315" y="235"/>
                  </a:moveTo>
                  <a:lnTo>
                    <a:pt x="1319" y="238"/>
                  </a:lnTo>
                  <a:lnTo>
                    <a:pt x="1323" y="241"/>
                  </a:lnTo>
                  <a:lnTo>
                    <a:pt x="1324" y="244"/>
                  </a:lnTo>
                  <a:lnTo>
                    <a:pt x="1322" y="246"/>
                  </a:lnTo>
                  <a:lnTo>
                    <a:pt x="1320" y="248"/>
                  </a:lnTo>
                  <a:lnTo>
                    <a:pt x="1317" y="250"/>
                  </a:lnTo>
                  <a:lnTo>
                    <a:pt x="1314" y="252"/>
                  </a:lnTo>
                  <a:lnTo>
                    <a:pt x="1310" y="253"/>
                  </a:lnTo>
                  <a:lnTo>
                    <a:pt x="1306" y="253"/>
                  </a:lnTo>
                  <a:lnTo>
                    <a:pt x="1303" y="254"/>
                  </a:lnTo>
                  <a:lnTo>
                    <a:pt x="1301" y="256"/>
                  </a:lnTo>
                  <a:lnTo>
                    <a:pt x="1300" y="260"/>
                  </a:lnTo>
                  <a:lnTo>
                    <a:pt x="1298" y="263"/>
                  </a:lnTo>
                  <a:lnTo>
                    <a:pt x="1294" y="265"/>
                  </a:lnTo>
                  <a:lnTo>
                    <a:pt x="1290" y="265"/>
                  </a:lnTo>
                  <a:lnTo>
                    <a:pt x="1285" y="264"/>
                  </a:lnTo>
                  <a:lnTo>
                    <a:pt x="1281" y="263"/>
                  </a:lnTo>
                  <a:lnTo>
                    <a:pt x="1277" y="265"/>
                  </a:lnTo>
                  <a:lnTo>
                    <a:pt x="1273" y="266"/>
                  </a:lnTo>
                  <a:lnTo>
                    <a:pt x="1269" y="266"/>
                  </a:lnTo>
                  <a:lnTo>
                    <a:pt x="1265" y="264"/>
                  </a:lnTo>
                  <a:lnTo>
                    <a:pt x="1262" y="261"/>
                  </a:lnTo>
                  <a:lnTo>
                    <a:pt x="1260" y="259"/>
                  </a:lnTo>
                  <a:lnTo>
                    <a:pt x="1257" y="257"/>
                  </a:lnTo>
                  <a:lnTo>
                    <a:pt x="1254" y="256"/>
                  </a:lnTo>
                  <a:lnTo>
                    <a:pt x="1252" y="254"/>
                  </a:lnTo>
                  <a:lnTo>
                    <a:pt x="1250" y="252"/>
                  </a:lnTo>
                  <a:lnTo>
                    <a:pt x="1247" y="251"/>
                  </a:lnTo>
                  <a:lnTo>
                    <a:pt x="1242" y="250"/>
                  </a:lnTo>
                  <a:lnTo>
                    <a:pt x="1237" y="249"/>
                  </a:lnTo>
                  <a:lnTo>
                    <a:pt x="1234" y="247"/>
                  </a:lnTo>
                  <a:lnTo>
                    <a:pt x="1235" y="244"/>
                  </a:lnTo>
                  <a:lnTo>
                    <a:pt x="1239" y="240"/>
                  </a:lnTo>
                  <a:lnTo>
                    <a:pt x="1243" y="237"/>
                  </a:lnTo>
                  <a:lnTo>
                    <a:pt x="1244" y="235"/>
                  </a:lnTo>
                  <a:lnTo>
                    <a:pt x="1244" y="233"/>
                  </a:lnTo>
                  <a:lnTo>
                    <a:pt x="1244" y="230"/>
                  </a:lnTo>
                  <a:lnTo>
                    <a:pt x="1245" y="227"/>
                  </a:lnTo>
                  <a:lnTo>
                    <a:pt x="1247" y="225"/>
                  </a:lnTo>
                  <a:lnTo>
                    <a:pt x="1249" y="223"/>
                  </a:lnTo>
                  <a:lnTo>
                    <a:pt x="1250" y="220"/>
                  </a:lnTo>
                  <a:lnTo>
                    <a:pt x="1250" y="218"/>
                  </a:lnTo>
                  <a:lnTo>
                    <a:pt x="1252" y="215"/>
                  </a:lnTo>
                  <a:lnTo>
                    <a:pt x="1255" y="214"/>
                  </a:lnTo>
                  <a:lnTo>
                    <a:pt x="1258" y="212"/>
                  </a:lnTo>
                  <a:lnTo>
                    <a:pt x="1260" y="210"/>
                  </a:lnTo>
                  <a:lnTo>
                    <a:pt x="1262" y="207"/>
                  </a:lnTo>
                  <a:lnTo>
                    <a:pt x="1264" y="205"/>
                  </a:lnTo>
                  <a:lnTo>
                    <a:pt x="1268" y="205"/>
                  </a:lnTo>
                  <a:lnTo>
                    <a:pt x="1272" y="207"/>
                  </a:lnTo>
                  <a:lnTo>
                    <a:pt x="1276" y="210"/>
                  </a:lnTo>
                  <a:lnTo>
                    <a:pt x="1278" y="212"/>
                  </a:lnTo>
                  <a:lnTo>
                    <a:pt x="1280" y="210"/>
                  </a:lnTo>
                  <a:lnTo>
                    <a:pt x="1283" y="208"/>
                  </a:lnTo>
                  <a:lnTo>
                    <a:pt x="1287" y="206"/>
                  </a:lnTo>
                  <a:lnTo>
                    <a:pt x="1290" y="206"/>
                  </a:lnTo>
                  <a:lnTo>
                    <a:pt x="1293" y="207"/>
                  </a:lnTo>
                  <a:lnTo>
                    <a:pt x="1297" y="207"/>
                  </a:lnTo>
                  <a:lnTo>
                    <a:pt x="1300" y="208"/>
                  </a:lnTo>
                  <a:lnTo>
                    <a:pt x="1303" y="210"/>
                  </a:lnTo>
                  <a:lnTo>
                    <a:pt x="1304" y="213"/>
                  </a:lnTo>
                  <a:lnTo>
                    <a:pt x="1305" y="217"/>
                  </a:lnTo>
                  <a:lnTo>
                    <a:pt x="1306" y="219"/>
                  </a:lnTo>
                  <a:lnTo>
                    <a:pt x="1308" y="221"/>
                  </a:lnTo>
                  <a:lnTo>
                    <a:pt x="1312" y="222"/>
                  </a:lnTo>
                  <a:lnTo>
                    <a:pt x="1315" y="225"/>
                  </a:lnTo>
                  <a:lnTo>
                    <a:pt x="1315" y="227"/>
                  </a:lnTo>
                  <a:lnTo>
                    <a:pt x="1313" y="230"/>
                  </a:lnTo>
                  <a:lnTo>
                    <a:pt x="1312" y="233"/>
                  </a:lnTo>
                  <a:close/>
                </a:path>
              </a:pathLst>
            </a:custGeom>
            <a:solidFill>
              <a:srgbClr val="86D1BC">
                <a:alpha val="9600"/>
              </a:srgbClr>
            </a:solidFill>
            <a:ln>
              <a:noFill/>
            </a:ln>
          </p:spPr>
          <p:txBody>
            <a:bodyPr anchor="ctr"/>
            <a:lstStyle/>
            <a:p>
              <a:pPr algn="ctr">
                <a:buNone/>
              </a:pPr>
            </a:p>
          </p:txBody>
        </p:sp>
        <p:sp>
          <p:nvSpPr>
            <p:cNvPr id="7044" name="addition:input:43">
              <a:extLst>
                <a:ext uri="{FF2B5EF4-FFF2-40B4-BE49-F238E27FC236}">
                  <ns2:creationId id="{8C914D0C-C729-4911-844A-2F7C3532576B}"/>
                </a:ext>
              </a:extLst>
            </p:cNvPr>
            <p:cNvSpPr>
              <a:spLocks noGrp="1"/>
            </p:cNvSpPr>
            <p:nvPr/>
          </p:nvSpPr>
          <p:spPr>
            <a:xfrm>
              <a:off x="209550" y="5438775"/>
              <a:ext cx="2235159" cy="547360"/>
            </a:xfrm>
            <a:custGeom>
              <a:rect l="l" t="t" r="r" b="b"/>
              <a:pathLst>
                <a:path w="1358" h="292">
                  <a:moveTo>
                    <a:pt x="0" y="0"/>
                  </a:moveTo>
                  <a:moveTo>
                    <a:pt x="1358" y="259"/>
                  </a:moveTo>
                  <a:lnTo>
                    <a:pt x="1357" y="262"/>
                  </a:lnTo>
                  <a:lnTo>
                    <a:pt x="1356" y="265"/>
                  </a:lnTo>
                  <a:lnTo>
                    <a:pt x="1356" y="268"/>
                  </a:lnTo>
                  <a:lnTo>
                    <a:pt x="1355" y="271"/>
                  </a:lnTo>
                  <a:lnTo>
                    <a:pt x="1352" y="274"/>
                  </a:lnTo>
                  <a:lnTo>
                    <a:pt x="1346" y="275"/>
                  </a:lnTo>
                  <a:lnTo>
                    <a:pt x="1340" y="275"/>
                  </a:lnTo>
                  <a:lnTo>
                    <a:pt x="1336" y="276"/>
                  </a:lnTo>
                  <a:lnTo>
                    <a:pt x="1335" y="279"/>
                  </a:lnTo>
                  <a:lnTo>
                    <a:pt x="1335" y="283"/>
                  </a:lnTo>
                  <a:lnTo>
                    <a:pt x="1334" y="288"/>
                  </a:lnTo>
                  <a:lnTo>
                    <a:pt x="1331" y="290"/>
                  </a:lnTo>
                  <a:lnTo>
                    <a:pt x="1326" y="291"/>
                  </a:lnTo>
                  <a:lnTo>
                    <a:pt x="1321" y="291"/>
                  </a:lnTo>
                  <a:lnTo>
                    <a:pt x="1317" y="291"/>
                  </a:lnTo>
                  <a:lnTo>
                    <a:pt x="1312" y="292"/>
                  </a:lnTo>
                  <a:lnTo>
                    <a:pt x="1308" y="292"/>
                  </a:lnTo>
                  <a:lnTo>
                    <a:pt x="1304" y="290"/>
                  </a:lnTo>
                  <a:lnTo>
                    <a:pt x="1301" y="288"/>
                  </a:lnTo>
                  <a:lnTo>
                    <a:pt x="1297" y="288"/>
                  </a:lnTo>
                  <a:lnTo>
                    <a:pt x="1294" y="288"/>
                  </a:lnTo>
                  <a:lnTo>
                    <a:pt x="1290" y="288"/>
                  </a:lnTo>
                  <a:lnTo>
                    <a:pt x="1287" y="287"/>
                  </a:lnTo>
                  <a:lnTo>
                    <a:pt x="1286" y="284"/>
                  </a:lnTo>
                  <a:lnTo>
                    <a:pt x="1284" y="281"/>
                  </a:lnTo>
                  <a:lnTo>
                    <a:pt x="1281" y="280"/>
                  </a:lnTo>
                  <a:lnTo>
                    <a:pt x="1276" y="281"/>
                  </a:lnTo>
                  <a:lnTo>
                    <a:pt x="1270" y="280"/>
                  </a:lnTo>
                  <a:lnTo>
                    <a:pt x="1267" y="278"/>
                  </a:lnTo>
                  <a:lnTo>
                    <a:pt x="1267" y="275"/>
                  </a:lnTo>
                  <a:lnTo>
                    <a:pt x="1270" y="271"/>
                  </a:lnTo>
                  <a:lnTo>
                    <a:pt x="1272" y="267"/>
                  </a:lnTo>
                  <a:lnTo>
                    <a:pt x="1273" y="265"/>
                  </a:lnTo>
                  <a:lnTo>
                    <a:pt x="1274" y="262"/>
                  </a:lnTo>
                  <a:lnTo>
                    <a:pt x="1275" y="259"/>
                  </a:lnTo>
                  <a:lnTo>
                    <a:pt x="1276" y="257"/>
                  </a:lnTo>
                  <a:lnTo>
                    <a:pt x="1275" y="254"/>
                  </a:lnTo>
                  <a:lnTo>
                    <a:pt x="1273" y="251"/>
                  </a:lnTo>
                  <a:lnTo>
                    <a:pt x="1270" y="248"/>
                  </a:lnTo>
                  <a:lnTo>
                    <a:pt x="1270" y="244"/>
                  </a:lnTo>
                  <a:lnTo>
                    <a:pt x="1272" y="242"/>
                  </a:lnTo>
                  <a:lnTo>
                    <a:pt x="1277" y="241"/>
                  </a:lnTo>
                  <a:lnTo>
                    <a:pt x="1280" y="239"/>
                  </a:lnTo>
                  <a:lnTo>
                    <a:pt x="1281" y="237"/>
                  </a:lnTo>
                  <a:lnTo>
                    <a:pt x="1282" y="233"/>
                  </a:lnTo>
                  <a:lnTo>
                    <a:pt x="1284" y="231"/>
                  </a:lnTo>
                  <a:lnTo>
                    <a:pt x="1287" y="230"/>
                  </a:lnTo>
                  <a:lnTo>
                    <a:pt x="1292" y="232"/>
                  </a:lnTo>
                  <a:lnTo>
                    <a:pt x="1296" y="233"/>
                  </a:lnTo>
                  <a:lnTo>
                    <a:pt x="1299" y="233"/>
                  </a:lnTo>
                  <a:lnTo>
                    <a:pt x="1301" y="231"/>
                  </a:lnTo>
                  <a:lnTo>
                    <a:pt x="1304" y="230"/>
                  </a:lnTo>
                  <a:lnTo>
                    <a:pt x="1308" y="229"/>
                  </a:lnTo>
                  <a:lnTo>
                    <a:pt x="1312" y="228"/>
                  </a:lnTo>
                  <a:lnTo>
                    <a:pt x="1316" y="227"/>
                  </a:lnTo>
                  <a:lnTo>
                    <a:pt x="1321" y="225"/>
                  </a:lnTo>
                  <a:lnTo>
                    <a:pt x="1326" y="225"/>
                  </a:lnTo>
                  <a:lnTo>
                    <a:pt x="1329" y="228"/>
                  </a:lnTo>
                  <a:lnTo>
                    <a:pt x="1331" y="233"/>
                  </a:lnTo>
                  <a:lnTo>
                    <a:pt x="1331" y="237"/>
                  </a:lnTo>
                  <a:lnTo>
                    <a:pt x="1333" y="240"/>
                  </a:lnTo>
                  <a:lnTo>
                    <a:pt x="1337" y="241"/>
                  </a:lnTo>
                  <a:lnTo>
                    <a:pt x="1343" y="241"/>
                  </a:lnTo>
                  <a:lnTo>
                    <a:pt x="1346" y="243"/>
                  </a:lnTo>
                  <a:lnTo>
                    <a:pt x="1348" y="246"/>
                  </a:lnTo>
                  <a:lnTo>
                    <a:pt x="1349" y="249"/>
                  </a:lnTo>
                  <a:lnTo>
                    <a:pt x="1350" y="251"/>
                  </a:lnTo>
                  <a:lnTo>
                    <a:pt x="1353" y="254"/>
                  </a:lnTo>
                  <a:lnTo>
                    <a:pt x="1356" y="256"/>
                  </a:lnTo>
                  <a:close/>
                </a:path>
              </a:pathLst>
            </a:custGeom>
            <a:solidFill>
              <a:srgbClr val="86D1BC">
                <a:alpha val="9600"/>
              </a:srgbClr>
            </a:solidFill>
            <a:ln>
              <a:noFill/>
            </a:ln>
          </p:spPr>
          <p:txBody>
            <a:bodyPr anchor="ctr"/>
            <a:lstStyle/>
            <a:p>
              <a:pPr algn="ctr">
                <a:buNone/>
              </a:pPr>
            </a:p>
          </p:txBody>
        </p:sp>
        <p:sp>
          <p:nvSpPr>
            <p:cNvPr id="7045" name="addition:input:44">
              <a:extLst>
                <a:ext uri="{FF2B5EF4-FFF2-40B4-BE49-F238E27FC236}">
                  <ns2:creationId id="{88E1659D-17DC-4BA1-BCA3-F2E9B6F66EFB}"/>
                </a:ext>
              </a:extLst>
            </p:cNvPr>
            <p:cNvSpPr>
              <a:spLocks noGrp="1"/>
            </p:cNvSpPr>
            <p:nvPr/>
          </p:nvSpPr>
          <p:spPr>
            <a:xfrm>
              <a:off x="209550" y="5438775"/>
              <a:ext cx="2207179" cy="607344"/>
            </a:xfrm>
            <a:custGeom>
              <a:rect l="l" t="t" r="r" b="b"/>
              <a:pathLst>
                <a:path w="1341" h="324">
                  <a:moveTo>
                    <a:pt x="0" y="0"/>
                  </a:moveTo>
                  <a:moveTo>
                    <a:pt x="1341" y="286"/>
                  </a:moveTo>
                  <a:lnTo>
                    <a:pt x="1339" y="289"/>
                  </a:lnTo>
                  <a:lnTo>
                    <a:pt x="1338" y="292"/>
                  </a:lnTo>
                  <a:lnTo>
                    <a:pt x="1337" y="295"/>
                  </a:lnTo>
                  <a:lnTo>
                    <a:pt x="1335" y="298"/>
                  </a:lnTo>
                  <a:lnTo>
                    <a:pt x="1332" y="300"/>
                  </a:lnTo>
                  <a:lnTo>
                    <a:pt x="1328" y="302"/>
                  </a:lnTo>
                  <a:lnTo>
                    <a:pt x="1324" y="304"/>
                  </a:lnTo>
                  <a:lnTo>
                    <a:pt x="1321" y="306"/>
                  </a:lnTo>
                  <a:lnTo>
                    <a:pt x="1319" y="309"/>
                  </a:lnTo>
                  <a:lnTo>
                    <a:pt x="1316" y="311"/>
                  </a:lnTo>
                  <a:lnTo>
                    <a:pt x="1311" y="312"/>
                  </a:lnTo>
                  <a:lnTo>
                    <a:pt x="1305" y="312"/>
                  </a:lnTo>
                  <a:lnTo>
                    <a:pt x="1300" y="313"/>
                  </a:lnTo>
                  <a:lnTo>
                    <a:pt x="1297" y="316"/>
                  </a:lnTo>
                  <a:lnTo>
                    <a:pt x="1293" y="320"/>
                  </a:lnTo>
                  <a:lnTo>
                    <a:pt x="1288" y="324"/>
                  </a:lnTo>
                  <a:lnTo>
                    <a:pt x="1282" y="324"/>
                  </a:lnTo>
                  <a:lnTo>
                    <a:pt x="1276" y="321"/>
                  </a:lnTo>
                  <a:lnTo>
                    <a:pt x="1272" y="317"/>
                  </a:lnTo>
                  <a:lnTo>
                    <a:pt x="1267" y="315"/>
                  </a:lnTo>
                  <a:lnTo>
                    <a:pt x="1263" y="314"/>
                  </a:lnTo>
                  <a:lnTo>
                    <a:pt x="1259" y="313"/>
                  </a:lnTo>
                  <a:lnTo>
                    <a:pt x="1256" y="311"/>
                  </a:lnTo>
                  <a:lnTo>
                    <a:pt x="1252" y="310"/>
                  </a:lnTo>
                  <a:lnTo>
                    <a:pt x="1248" y="310"/>
                  </a:lnTo>
                  <a:lnTo>
                    <a:pt x="1242" y="310"/>
                  </a:lnTo>
                  <a:lnTo>
                    <a:pt x="1236" y="309"/>
                  </a:lnTo>
                  <a:lnTo>
                    <a:pt x="1233" y="307"/>
                  </a:lnTo>
                  <a:lnTo>
                    <a:pt x="1234" y="303"/>
                  </a:lnTo>
                  <a:lnTo>
                    <a:pt x="1235" y="300"/>
                  </a:lnTo>
                  <a:lnTo>
                    <a:pt x="1235" y="297"/>
                  </a:lnTo>
                  <a:lnTo>
                    <a:pt x="1232" y="295"/>
                  </a:lnTo>
                  <a:lnTo>
                    <a:pt x="1229" y="292"/>
                  </a:lnTo>
                  <a:lnTo>
                    <a:pt x="1229" y="289"/>
                  </a:lnTo>
                  <a:lnTo>
                    <a:pt x="1233" y="286"/>
                  </a:lnTo>
                  <a:lnTo>
                    <a:pt x="1238" y="283"/>
                  </a:lnTo>
                  <a:lnTo>
                    <a:pt x="1242" y="281"/>
                  </a:lnTo>
                  <a:lnTo>
                    <a:pt x="1242" y="279"/>
                  </a:lnTo>
                  <a:lnTo>
                    <a:pt x="1241" y="276"/>
                  </a:lnTo>
                  <a:lnTo>
                    <a:pt x="1241" y="273"/>
                  </a:lnTo>
                  <a:lnTo>
                    <a:pt x="1242" y="270"/>
                  </a:lnTo>
                  <a:lnTo>
                    <a:pt x="1242" y="266"/>
                  </a:lnTo>
                  <a:lnTo>
                    <a:pt x="1243" y="263"/>
                  </a:lnTo>
                  <a:lnTo>
                    <a:pt x="1244" y="259"/>
                  </a:lnTo>
                  <a:lnTo>
                    <a:pt x="1247" y="257"/>
                  </a:lnTo>
                  <a:lnTo>
                    <a:pt x="1253" y="257"/>
                  </a:lnTo>
                  <a:lnTo>
                    <a:pt x="1260" y="259"/>
                  </a:lnTo>
                  <a:lnTo>
                    <a:pt x="1265" y="261"/>
                  </a:lnTo>
                  <a:lnTo>
                    <a:pt x="1268" y="260"/>
                  </a:lnTo>
                  <a:lnTo>
                    <a:pt x="1270" y="257"/>
                  </a:lnTo>
                  <a:lnTo>
                    <a:pt x="1273" y="254"/>
                  </a:lnTo>
                  <a:lnTo>
                    <a:pt x="1277" y="254"/>
                  </a:lnTo>
                  <a:lnTo>
                    <a:pt x="1281" y="255"/>
                  </a:lnTo>
                  <a:lnTo>
                    <a:pt x="1285" y="256"/>
                  </a:lnTo>
                  <a:lnTo>
                    <a:pt x="1289" y="256"/>
                  </a:lnTo>
                  <a:lnTo>
                    <a:pt x="1294" y="255"/>
                  </a:lnTo>
                  <a:lnTo>
                    <a:pt x="1299" y="255"/>
                  </a:lnTo>
                  <a:lnTo>
                    <a:pt x="1304" y="256"/>
                  </a:lnTo>
                  <a:lnTo>
                    <a:pt x="1307" y="258"/>
                  </a:lnTo>
                  <a:lnTo>
                    <a:pt x="1312" y="260"/>
                  </a:lnTo>
                  <a:lnTo>
                    <a:pt x="1316" y="261"/>
                  </a:lnTo>
                  <a:lnTo>
                    <a:pt x="1320" y="264"/>
                  </a:lnTo>
                  <a:lnTo>
                    <a:pt x="1321" y="267"/>
                  </a:lnTo>
                  <a:lnTo>
                    <a:pt x="1319" y="271"/>
                  </a:lnTo>
                  <a:lnTo>
                    <a:pt x="1318" y="275"/>
                  </a:lnTo>
                  <a:lnTo>
                    <a:pt x="1320" y="277"/>
                  </a:lnTo>
                  <a:lnTo>
                    <a:pt x="1327" y="278"/>
                  </a:lnTo>
                  <a:lnTo>
                    <a:pt x="1335" y="280"/>
                  </a:lnTo>
                  <a:lnTo>
                    <a:pt x="1341" y="283"/>
                  </a:lnTo>
                  <a:close/>
                </a:path>
              </a:pathLst>
            </a:custGeom>
            <a:solidFill>
              <a:srgbClr val="86D1BC">
                <a:alpha val="9600"/>
              </a:srgbClr>
            </a:solidFill>
            <a:ln>
              <a:noFill/>
            </a:ln>
          </p:spPr>
          <p:txBody>
            <a:bodyPr anchor="ctr"/>
            <a:lstStyle/>
            <a:p>
              <a:pPr algn="ctr">
                <a:buNone/>
              </a:pPr>
            </a:p>
          </p:txBody>
        </p:sp>
        <p:sp>
          <p:nvSpPr>
            <p:cNvPr id="7046" name="addition:input:45">
              <a:extLst>
                <a:ext uri="{FF2B5EF4-FFF2-40B4-BE49-F238E27FC236}">
                  <ns2:creationId id="{D5A1465A-DCCB-4B74-97B0-AAF2A0FA9C79}"/>
                </a:ext>
              </a:extLst>
            </p:cNvPr>
            <p:cNvSpPr>
              <a:spLocks noGrp="1"/>
            </p:cNvSpPr>
            <p:nvPr/>
          </p:nvSpPr>
          <p:spPr>
            <a:xfrm>
              <a:off x="209550" y="5438775"/>
              <a:ext cx="2116653" cy="603595"/>
            </a:xfrm>
            <a:custGeom>
              <a:rect l="l" t="t" r="r" b="b"/>
              <a:pathLst>
                <a:path w="1286" h="322">
                  <a:moveTo>
                    <a:pt x="0" y="0"/>
                  </a:moveTo>
                  <a:moveTo>
                    <a:pt x="1281" y="289"/>
                  </a:moveTo>
                  <a:lnTo>
                    <a:pt x="1284" y="292"/>
                  </a:lnTo>
                  <a:lnTo>
                    <a:pt x="1286" y="296"/>
                  </a:lnTo>
                  <a:lnTo>
                    <a:pt x="1286" y="299"/>
                  </a:lnTo>
                  <a:lnTo>
                    <a:pt x="1282" y="301"/>
                  </a:lnTo>
                  <a:lnTo>
                    <a:pt x="1276" y="302"/>
                  </a:lnTo>
                  <a:lnTo>
                    <a:pt x="1269" y="303"/>
                  </a:lnTo>
                  <a:lnTo>
                    <a:pt x="1265" y="304"/>
                  </a:lnTo>
                  <a:lnTo>
                    <a:pt x="1265" y="307"/>
                  </a:lnTo>
                  <a:lnTo>
                    <a:pt x="1264" y="311"/>
                  </a:lnTo>
                  <a:lnTo>
                    <a:pt x="1262" y="314"/>
                  </a:lnTo>
                  <a:lnTo>
                    <a:pt x="1259" y="316"/>
                  </a:lnTo>
                  <a:lnTo>
                    <a:pt x="1254" y="317"/>
                  </a:lnTo>
                  <a:lnTo>
                    <a:pt x="1250" y="318"/>
                  </a:lnTo>
                  <a:lnTo>
                    <a:pt x="1246" y="320"/>
                  </a:lnTo>
                  <a:lnTo>
                    <a:pt x="1242" y="322"/>
                  </a:lnTo>
                  <a:lnTo>
                    <a:pt x="1237" y="322"/>
                  </a:lnTo>
                  <a:lnTo>
                    <a:pt x="1232" y="321"/>
                  </a:lnTo>
                  <a:lnTo>
                    <a:pt x="1228" y="321"/>
                  </a:lnTo>
                  <a:lnTo>
                    <a:pt x="1223" y="321"/>
                  </a:lnTo>
                  <a:lnTo>
                    <a:pt x="1219" y="321"/>
                  </a:lnTo>
                  <a:lnTo>
                    <a:pt x="1215" y="320"/>
                  </a:lnTo>
                  <a:lnTo>
                    <a:pt x="1213" y="316"/>
                  </a:lnTo>
                  <a:lnTo>
                    <a:pt x="1212" y="312"/>
                  </a:lnTo>
                  <a:lnTo>
                    <a:pt x="1210" y="310"/>
                  </a:lnTo>
                  <a:lnTo>
                    <a:pt x="1206" y="311"/>
                  </a:lnTo>
                  <a:lnTo>
                    <a:pt x="1200" y="312"/>
                  </a:lnTo>
                  <a:lnTo>
                    <a:pt x="1194" y="312"/>
                  </a:lnTo>
                  <a:lnTo>
                    <a:pt x="1190" y="310"/>
                  </a:lnTo>
                  <a:lnTo>
                    <a:pt x="1190" y="307"/>
                  </a:lnTo>
                  <a:lnTo>
                    <a:pt x="1190" y="304"/>
                  </a:lnTo>
                  <a:lnTo>
                    <a:pt x="1190" y="301"/>
                  </a:lnTo>
                  <a:lnTo>
                    <a:pt x="1190" y="298"/>
                  </a:lnTo>
                  <a:lnTo>
                    <a:pt x="1192" y="295"/>
                  </a:lnTo>
                  <a:lnTo>
                    <a:pt x="1194" y="292"/>
                  </a:lnTo>
                  <a:lnTo>
                    <a:pt x="1196" y="289"/>
                  </a:lnTo>
                  <a:lnTo>
                    <a:pt x="1196" y="287"/>
                  </a:lnTo>
                  <a:lnTo>
                    <a:pt x="1194" y="284"/>
                  </a:lnTo>
                  <a:lnTo>
                    <a:pt x="1192" y="281"/>
                  </a:lnTo>
                  <a:lnTo>
                    <a:pt x="1194" y="278"/>
                  </a:lnTo>
                  <a:lnTo>
                    <a:pt x="1197" y="276"/>
                  </a:lnTo>
                  <a:lnTo>
                    <a:pt x="1200" y="274"/>
                  </a:lnTo>
                  <a:lnTo>
                    <a:pt x="1201" y="271"/>
                  </a:lnTo>
                  <a:lnTo>
                    <a:pt x="1200" y="267"/>
                  </a:lnTo>
                  <a:lnTo>
                    <a:pt x="1200" y="263"/>
                  </a:lnTo>
                  <a:lnTo>
                    <a:pt x="1202" y="261"/>
                  </a:lnTo>
                  <a:lnTo>
                    <a:pt x="1207" y="260"/>
                  </a:lnTo>
                  <a:lnTo>
                    <a:pt x="1212" y="261"/>
                  </a:lnTo>
                  <a:lnTo>
                    <a:pt x="1216" y="262"/>
                  </a:lnTo>
                  <a:lnTo>
                    <a:pt x="1219" y="262"/>
                  </a:lnTo>
                  <a:lnTo>
                    <a:pt x="1222" y="262"/>
                  </a:lnTo>
                  <a:lnTo>
                    <a:pt x="1226" y="262"/>
                  </a:lnTo>
                  <a:lnTo>
                    <a:pt x="1229" y="262"/>
                  </a:lnTo>
                  <a:lnTo>
                    <a:pt x="1232" y="260"/>
                  </a:lnTo>
                  <a:lnTo>
                    <a:pt x="1236" y="257"/>
                  </a:lnTo>
                  <a:lnTo>
                    <a:pt x="1240" y="255"/>
                  </a:lnTo>
                  <a:lnTo>
                    <a:pt x="1245" y="254"/>
                  </a:lnTo>
                  <a:lnTo>
                    <a:pt x="1249" y="257"/>
                  </a:lnTo>
                  <a:lnTo>
                    <a:pt x="1251" y="261"/>
                  </a:lnTo>
                  <a:lnTo>
                    <a:pt x="1253" y="264"/>
                  </a:lnTo>
                  <a:lnTo>
                    <a:pt x="1257" y="266"/>
                  </a:lnTo>
                  <a:lnTo>
                    <a:pt x="1261" y="266"/>
                  </a:lnTo>
                  <a:lnTo>
                    <a:pt x="1266" y="268"/>
                  </a:lnTo>
                  <a:lnTo>
                    <a:pt x="1268" y="271"/>
                  </a:lnTo>
                  <a:lnTo>
                    <a:pt x="1268" y="274"/>
                  </a:lnTo>
                  <a:lnTo>
                    <a:pt x="1269" y="277"/>
                  </a:lnTo>
                  <a:lnTo>
                    <a:pt x="1271" y="279"/>
                  </a:lnTo>
                  <a:lnTo>
                    <a:pt x="1275" y="281"/>
                  </a:lnTo>
                  <a:lnTo>
                    <a:pt x="1277" y="284"/>
                  </a:lnTo>
                  <a:lnTo>
                    <a:pt x="1279" y="286"/>
                  </a:lnTo>
                  <a:close/>
                </a:path>
              </a:pathLst>
            </a:custGeom>
            <a:solidFill>
              <a:srgbClr val="86D1BC">
                <a:alpha val="9600"/>
              </a:srgbClr>
            </a:solidFill>
            <a:ln>
              <a:noFill/>
            </a:ln>
          </p:spPr>
          <p:txBody>
            <a:bodyPr anchor="ctr"/>
            <a:lstStyle/>
            <a:p>
              <a:pPr algn="ctr">
                <a:buNone/>
              </a:pPr>
            </a:p>
          </p:txBody>
        </p:sp>
        <p:sp>
          <p:nvSpPr>
            <p:cNvPr id="7047" name="addition:input:46">
              <a:extLst>
                <a:ext uri="{FF2B5EF4-FFF2-40B4-BE49-F238E27FC236}">
                  <ns2:creationId id="{2C4F6413-3EA1-4359-A9C9-44B91FAE3C9A}"/>
                </a:ext>
              </a:extLst>
            </p:cNvPr>
            <p:cNvSpPr>
              <a:spLocks noGrp="1"/>
            </p:cNvSpPr>
            <p:nvPr/>
          </p:nvSpPr>
          <p:spPr>
            <a:xfrm>
              <a:off x="209550" y="5438775"/>
              <a:ext cx="2032711" cy="569854"/>
            </a:xfrm>
            <a:custGeom>
              <a:rect l="l" t="t" r="r" b="b"/>
              <a:pathLst>
                <a:path w="1235" h="304">
                  <a:moveTo>
                    <a:pt x="0" y="0"/>
                  </a:moveTo>
                  <a:moveTo>
                    <a:pt x="1234" y="278"/>
                  </a:moveTo>
                  <a:lnTo>
                    <a:pt x="1232" y="280"/>
                  </a:lnTo>
                  <a:lnTo>
                    <a:pt x="1230" y="282"/>
                  </a:lnTo>
                  <a:lnTo>
                    <a:pt x="1228" y="285"/>
                  </a:lnTo>
                  <a:lnTo>
                    <a:pt x="1225" y="287"/>
                  </a:lnTo>
                  <a:lnTo>
                    <a:pt x="1222" y="288"/>
                  </a:lnTo>
                  <a:lnTo>
                    <a:pt x="1218" y="289"/>
                  </a:lnTo>
                  <a:lnTo>
                    <a:pt x="1217" y="291"/>
                  </a:lnTo>
                  <a:lnTo>
                    <a:pt x="1218" y="295"/>
                  </a:lnTo>
                  <a:lnTo>
                    <a:pt x="1218" y="299"/>
                  </a:lnTo>
                  <a:lnTo>
                    <a:pt x="1217" y="302"/>
                  </a:lnTo>
                  <a:lnTo>
                    <a:pt x="1214" y="304"/>
                  </a:lnTo>
                  <a:lnTo>
                    <a:pt x="1209" y="303"/>
                  </a:lnTo>
                  <a:lnTo>
                    <a:pt x="1205" y="302"/>
                  </a:lnTo>
                  <a:lnTo>
                    <a:pt x="1202" y="302"/>
                  </a:lnTo>
                  <a:lnTo>
                    <a:pt x="1199" y="303"/>
                  </a:lnTo>
                  <a:lnTo>
                    <a:pt x="1197" y="304"/>
                  </a:lnTo>
                  <a:lnTo>
                    <a:pt x="1194" y="304"/>
                  </a:lnTo>
                  <a:lnTo>
                    <a:pt x="1191" y="303"/>
                  </a:lnTo>
                  <a:lnTo>
                    <a:pt x="1189" y="302"/>
                  </a:lnTo>
                  <a:lnTo>
                    <a:pt x="1186" y="302"/>
                  </a:lnTo>
                  <a:lnTo>
                    <a:pt x="1183" y="303"/>
                  </a:lnTo>
                  <a:lnTo>
                    <a:pt x="1181" y="302"/>
                  </a:lnTo>
                  <a:lnTo>
                    <a:pt x="1179" y="300"/>
                  </a:lnTo>
                  <a:lnTo>
                    <a:pt x="1177" y="299"/>
                  </a:lnTo>
                  <a:lnTo>
                    <a:pt x="1173" y="299"/>
                  </a:lnTo>
                  <a:lnTo>
                    <a:pt x="1169" y="299"/>
                  </a:lnTo>
                  <a:lnTo>
                    <a:pt x="1165" y="298"/>
                  </a:lnTo>
                  <a:lnTo>
                    <a:pt x="1163" y="296"/>
                  </a:lnTo>
                  <a:lnTo>
                    <a:pt x="1165" y="292"/>
                  </a:lnTo>
                  <a:lnTo>
                    <a:pt x="1167" y="288"/>
                  </a:lnTo>
                  <a:lnTo>
                    <a:pt x="1169" y="286"/>
                  </a:lnTo>
                  <a:lnTo>
                    <a:pt x="1167" y="284"/>
                  </a:lnTo>
                  <a:lnTo>
                    <a:pt x="1165" y="282"/>
                  </a:lnTo>
                  <a:lnTo>
                    <a:pt x="1162" y="280"/>
                  </a:lnTo>
                  <a:lnTo>
                    <a:pt x="1161" y="278"/>
                  </a:lnTo>
                  <a:lnTo>
                    <a:pt x="1160" y="275"/>
                  </a:lnTo>
                  <a:lnTo>
                    <a:pt x="1158" y="273"/>
                  </a:lnTo>
                  <a:lnTo>
                    <a:pt x="1157" y="270"/>
                  </a:lnTo>
                  <a:lnTo>
                    <a:pt x="1157" y="267"/>
                  </a:lnTo>
                  <a:lnTo>
                    <a:pt x="1159" y="265"/>
                  </a:lnTo>
                  <a:lnTo>
                    <a:pt x="1162" y="264"/>
                  </a:lnTo>
                  <a:lnTo>
                    <a:pt x="1165" y="263"/>
                  </a:lnTo>
                  <a:lnTo>
                    <a:pt x="1166" y="260"/>
                  </a:lnTo>
                  <a:lnTo>
                    <a:pt x="1166" y="258"/>
                  </a:lnTo>
                  <a:lnTo>
                    <a:pt x="1168" y="256"/>
                  </a:lnTo>
                  <a:lnTo>
                    <a:pt x="1172" y="256"/>
                  </a:lnTo>
                  <a:lnTo>
                    <a:pt x="1176" y="257"/>
                  </a:lnTo>
                  <a:lnTo>
                    <a:pt x="1179" y="257"/>
                  </a:lnTo>
                  <a:lnTo>
                    <a:pt x="1182" y="256"/>
                  </a:lnTo>
                  <a:lnTo>
                    <a:pt x="1184" y="253"/>
                  </a:lnTo>
                  <a:lnTo>
                    <a:pt x="1187" y="250"/>
                  </a:lnTo>
                  <a:lnTo>
                    <a:pt x="1190" y="249"/>
                  </a:lnTo>
                  <a:lnTo>
                    <a:pt x="1194" y="248"/>
                  </a:lnTo>
                  <a:lnTo>
                    <a:pt x="1198" y="248"/>
                  </a:lnTo>
                  <a:lnTo>
                    <a:pt x="1202" y="249"/>
                  </a:lnTo>
                  <a:lnTo>
                    <a:pt x="1206" y="250"/>
                  </a:lnTo>
                  <a:lnTo>
                    <a:pt x="1209" y="253"/>
                  </a:lnTo>
                  <a:lnTo>
                    <a:pt x="1210" y="256"/>
                  </a:lnTo>
                  <a:lnTo>
                    <a:pt x="1212" y="259"/>
                  </a:lnTo>
                  <a:lnTo>
                    <a:pt x="1215" y="260"/>
                  </a:lnTo>
                  <a:lnTo>
                    <a:pt x="1219" y="260"/>
                  </a:lnTo>
                  <a:lnTo>
                    <a:pt x="1224" y="260"/>
                  </a:lnTo>
                  <a:lnTo>
                    <a:pt x="1227" y="261"/>
                  </a:lnTo>
                  <a:lnTo>
                    <a:pt x="1228" y="264"/>
                  </a:lnTo>
                  <a:lnTo>
                    <a:pt x="1228" y="266"/>
                  </a:lnTo>
                  <a:lnTo>
                    <a:pt x="1229" y="269"/>
                  </a:lnTo>
                  <a:lnTo>
                    <a:pt x="1232" y="270"/>
                  </a:lnTo>
                  <a:lnTo>
                    <a:pt x="1234" y="272"/>
                  </a:lnTo>
                  <a:lnTo>
                    <a:pt x="1235" y="275"/>
                  </a:lnTo>
                  <a:close/>
                </a:path>
              </a:pathLst>
            </a:custGeom>
            <a:solidFill>
              <a:srgbClr val="86D1BC">
                <a:alpha val="9600"/>
              </a:srgbClr>
            </a:solidFill>
            <a:ln>
              <a:noFill/>
            </a:ln>
          </p:spPr>
          <p:txBody>
            <a:bodyPr anchor="ctr"/>
            <a:lstStyle/>
            <a:p>
              <a:pPr algn="ctr">
                <a:buNone/>
              </a:pPr>
            </a:p>
          </p:txBody>
        </p:sp>
        <p:sp>
          <p:nvSpPr>
            <p:cNvPr id="7048" name="addition:input:47">
              <a:extLst>
                <a:ext uri="{FF2B5EF4-FFF2-40B4-BE49-F238E27FC236}">
                  <ns2:creationId id="{7A0CEB4D-A204-4664-9CA3-F16A76B460C5}"/>
                </a:ext>
              </a:extLst>
            </p:cNvPr>
            <p:cNvSpPr>
              <a:spLocks noGrp="1"/>
            </p:cNvSpPr>
            <p:nvPr/>
          </p:nvSpPr>
          <p:spPr>
            <a:xfrm>
              <a:off x="209550" y="5438775"/>
              <a:ext cx="2164385" cy="579227"/>
            </a:xfrm>
            <a:custGeom>
              <a:rect l="l" t="t" r="r" b="b"/>
              <a:pathLst>
                <a:path w="1315" h="309">
                  <a:moveTo>
                    <a:pt x="0" y="0"/>
                  </a:moveTo>
                  <a:moveTo>
                    <a:pt x="1307" y="273"/>
                  </a:moveTo>
                  <a:lnTo>
                    <a:pt x="1303" y="276"/>
                  </a:lnTo>
                  <a:lnTo>
                    <a:pt x="1299" y="278"/>
                  </a:lnTo>
                  <a:lnTo>
                    <a:pt x="1296" y="281"/>
                  </a:lnTo>
                  <a:lnTo>
                    <a:pt x="1298" y="284"/>
                  </a:lnTo>
                  <a:lnTo>
                    <a:pt x="1302" y="288"/>
                  </a:lnTo>
                  <a:lnTo>
                    <a:pt x="1304" y="293"/>
                  </a:lnTo>
                  <a:lnTo>
                    <a:pt x="1302" y="296"/>
                  </a:lnTo>
                  <a:lnTo>
                    <a:pt x="1296" y="297"/>
                  </a:lnTo>
                  <a:lnTo>
                    <a:pt x="1291" y="298"/>
                  </a:lnTo>
                  <a:lnTo>
                    <a:pt x="1287" y="300"/>
                  </a:lnTo>
                  <a:lnTo>
                    <a:pt x="1285" y="302"/>
                  </a:lnTo>
                  <a:lnTo>
                    <a:pt x="1282" y="305"/>
                  </a:lnTo>
                  <a:lnTo>
                    <a:pt x="1278" y="306"/>
                  </a:lnTo>
                  <a:lnTo>
                    <a:pt x="1273" y="306"/>
                  </a:lnTo>
                  <a:lnTo>
                    <a:pt x="1269" y="305"/>
                  </a:lnTo>
                  <a:lnTo>
                    <a:pt x="1265" y="304"/>
                  </a:lnTo>
                  <a:lnTo>
                    <a:pt x="1261" y="305"/>
                  </a:lnTo>
                  <a:lnTo>
                    <a:pt x="1257" y="305"/>
                  </a:lnTo>
                  <a:lnTo>
                    <a:pt x="1254" y="305"/>
                  </a:lnTo>
                  <a:lnTo>
                    <a:pt x="1250" y="304"/>
                  </a:lnTo>
                  <a:lnTo>
                    <a:pt x="1245" y="305"/>
                  </a:lnTo>
                  <a:lnTo>
                    <a:pt x="1239" y="307"/>
                  </a:lnTo>
                  <a:lnTo>
                    <a:pt x="1232" y="309"/>
                  </a:lnTo>
                  <a:lnTo>
                    <a:pt x="1226" y="307"/>
                  </a:lnTo>
                  <a:lnTo>
                    <a:pt x="1224" y="303"/>
                  </a:lnTo>
                  <a:lnTo>
                    <a:pt x="1225" y="298"/>
                  </a:lnTo>
                  <a:lnTo>
                    <a:pt x="1225" y="293"/>
                  </a:lnTo>
                  <a:lnTo>
                    <a:pt x="1222" y="291"/>
                  </a:lnTo>
                  <a:lnTo>
                    <a:pt x="1218" y="289"/>
                  </a:lnTo>
                  <a:lnTo>
                    <a:pt x="1213" y="287"/>
                  </a:lnTo>
                  <a:lnTo>
                    <a:pt x="1210" y="285"/>
                  </a:lnTo>
                  <a:lnTo>
                    <a:pt x="1208" y="282"/>
                  </a:lnTo>
                  <a:lnTo>
                    <a:pt x="1206" y="279"/>
                  </a:lnTo>
                  <a:lnTo>
                    <a:pt x="1202" y="276"/>
                  </a:lnTo>
                  <a:lnTo>
                    <a:pt x="1199" y="273"/>
                  </a:lnTo>
                  <a:lnTo>
                    <a:pt x="1198" y="270"/>
                  </a:lnTo>
                  <a:lnTo>
                    <a:pt x="1200" y="267"/>
                  </a:lnTo>
                  <a:lnTo>
                    <a:pt x="1202" y="264"/>
                  </a:lnTo>
                  <a:lnTo>
                    <a:pt x="1202" y="261"/>
                  </a:lnTo>
                  <a:lnTo>
                    <a:pt x="1201" y="257"/>
                  </a:lnTo>
                  <a:lnTo>
                    <a:pt x="1203" y="254"/>
                  </a:lnTo>
                  <a:lnTo>
                    <a:pt x="1208" y="252"/>
                  </a:lnTo>
                  <a:lnTo>
                    <a:pt x="1216" y="252"/>
                  </a:lnTo>
                  <a:lnTo>
                    <a:pt x="1223" y="253"/>
                  </a:lnTo>
                  <a:lnTo>
                    <a:pt x="1227" y="251"/>
                  </a:lnTo>
                  <a:lnTo>
                    <a:pt x="1229" y="248"/>
                  </a:lnTo>
                  <a:lnTo>
                    <a:pt x="1230" y="243"/>
                  </a:lnTo>
                  <a:lnTo>
                    <a:pt x="1234" y="240"/>
                  </a:lnTo>
                  <a:lnTo>
                    <a:pt x="1239" y="238"/>
                  </a:lnTo>
                  <a:lnTo>
                    <a:pt x="1245" y="237"/>
                  </a:lnTo>
                  <a:lnTo>
                    <a:pt x="1250" y="236"/>
                  </a:lnTo>
                  <a:lnTo>
                    <a:pt x="1256" y="235"/>
                  </a:lnTo>
                  <a:lnTo>
                    <a:pt x="1262" y="236"/>
                  </a:lnTo>
                  <a:lnTo>
                    <a:pt x="1267" y="239"/>
                  </a:lnTo>
                  <a:lnTo>
                    <a:pt x="1272" y="242"/>
                  </a:lnTo>
                  <a:lnTo>
                    <a:pt x="1276" y="244"/>
                  </a:lnTo>
                  <a:lnTo>
                    <a:pt x="1281" y="244"/>
                  </a:lnTo>
                  <a:lnTo>
                    <a:pt x="1287" y="243"/>
                  </a:lnTo>
                  <a:lnTo>
                    <a:pt x="1291" y="244"/>
                  </a:lnTo>
                  <a:lnTo>
                    <a:pt x="1294" y="247"/>
                  </a:lnTo>
                  <a:lnTo>
                    <a:pt x="1295" y="250"/>
                  </a:lnTo>
                  <a:lnTo>
                    <a:pt x="1297" y="253"/>
                  </a:lnTo>
                  <a:lnTo>
                    <a:pt x="1302" y="254"/>
                  </a:lnTo>
                  <a:lnTo>
                    <a:pt x="1308" y="254"/>
                  </a:lnTo>
                  <a:lnTo>
                    <a:pt x="1313" y="256"/>
                  </a:lnTo>
                  <a:lnTo>
                    <a:pt x="1315" y="259"/>
                  </a:lnTo>
                  <a:lnTo>
                    <a:pt x="1313" y="263"/>
                  </a:lnTo>
                  <a:lnTo>
                    <a:pt x="1311" y="267"/>
                  </a:lnTo>
                  <a:lnTo>
                    <a:pt x="1309" y="270"/>
                  </a:lnTo>
                  <a:close/>
                </a:path>
              </a:pathLst>
            </a:custGeom>
            <a:solidFill>
              <a:srgbClr val="86D1BC">
                <a:alpha val="9600"/>
              </a:srgbClr>
            </a:solidFill>
            <a:ln>
              <a:noFill/>
            </a:ln>
          </p:spPr>
          <p:txBody>
            <a:bodyPr anchor="ctr"/>
            <a:lstStyle/>
            <a:p>
              <a:pPr algn="ctr">
                <a:buNone/>
              </a:pPr>
            </a:p>
          </p:txBody>
        </p:sp>
        <p:sp>
          <p:nvSpPr>
            <p:cNvPr id="7049" name="addition:input:48">
              <a:extLst>
                <a:ext uri="{FF2B5EF4-FFF2-40B4-BE49-F238E27FC236}">
                  <ns2:creationId id="{E75DF1E9-76D1-4B54-B9F2-F614A7EADB44}"/>
                </a:ext>
              </a:extLst>
            </p:cNvPr>
            <p:cNvSpPr>
              <a:spLocks noGrp="1"/>
            </p:cNvSpPr>
            <p:nvPr/>
          </p:nvSpPr>
          <p:spPr>
            <a:xfrm>
              <a:off x="209550" y="5438775"/>
              <a:ext cx="2197303" cy="596097"/>
            </a:xfrm>
            <a:custGeom>
              <a:rect l="l" t="t" r="r" b="b"/>
              <a:pathLst>
                <a:path w="1335" h="318">
                  <a:moveTo>
                    <a:pt x="0" y="0"/>
                  </a:moveTo>
                  <a:moveTo>
                    <a:pt x="1329" y="267"/>
                  </a:moveTo>
                  <a:lnTo>
                    <a:pt x="1330" y="272"/>
                  </a:lnTo>
                  <a:lnTo>
                    <a:pt x="1327" y="276"/>
                  </a:lnTo>
                  <a:lnTo>
                    <a:pt x="1320" y="280"/>
                  </a:lnTo>
                  <a:lnTo>
                    <a:pt x="1312" y="282"/>
                  </a:lnTo>
                  <a:lnTo>
                    <a:pt x="1308" y="286"/>
                  </a:lnTo>
                  <a:lnTo>
                    <a:pt x="1307" y="290"/>
                  </a:lnTo>
                  <a:lnTo>
                    <a:pt x="1307" y="295"/>
                  </a:lnTo>
                  <a:lnTo>
                    <a:pt x="1305" y="300"/>
                  </a:lnTo>
                  <a:lnTo>
                    <a:pt x="1301" y="304"/>
                  </a:lnTo>
                  <a:lnTo>
                    <a:pt x="1298" y="309"/>
                  </a:lnTo>
                  <a:lnTo>
                    <a:pt x="1294" y="314"/>
                  </a:lnTo>
                  <a:lnTo>
                    <a:pt x="1289" y="318"/>
                  </a:lnTo>
                  <a:lnTo>
                    <a:pt x="1282" y="318"/>
                  </a:lnTo>
                  <a:lnTo>
                    <a:pt x="1273" y="314"/>
                  </a:lnTo>
                  <a:lnTo>
                    <a:pt x="1266" y="310"/>
                  </a:lnTo>
                  <a:lnTo>
                    <a:pt x="1261" y="308"/>
                  </a:lnTo>
                  <a:lnTo>
                    <a:pt x="1257" y="310"/>
                  </a:lnTo>
                  <a:lnTo>
                    <a:pt x="1252" y="314"/>
                  </a:lnTo>
                  <a:lnTo>
                    <a:pt x="1246" y="317"/>
                  </a:lnTo>
                  <a:lnTo>
                    <a:pt x="1240" y="317"/>
                  </a:lnTo>
                  <a:lnTo>
                    <a:pt x="1236" y="314"/>
                  </a:lnTo>
                  <a:lnTo>
                    <a:pt x="1231" y="312"/>
                  </a:lnTo>
                  <a:lnTo>
                    <a:pt x="1225" y="311"/>
                  </a:lnTo>
                  <a:lnTo>
                    <a:pt x="1218" y="311"/>
                  </a:lnTo>
                  <a:lnTo>
                    <a:pt x="1212" y="309"/>
                  </a:lnTo>
                  <a:lnTo>
                    <a:pt x="1208" y="305"/>
                  </a:lnTo>
                  <a:lnTo>
                    <a:pt x="1205" y="301"/>
                  </a:lnTo>
                  <a:lnTo>
                    <a:pt x="1201" y="297"/>
                  </a:lnTo>
                  <a:lnTo>
                    <a:pt x="1196" y="293"/>
                  </a:lnTo>
                  <a:lnTo>
                    <a:pt x="1194" y="289"/>
                  </a:lnTo>
                  <a:lnTo>
                    <a:pt x="1195" y="284"/>
                  </a:lnTo>
                  <a:lnTo>
                    <a:pt x="1199" y="278"/>
                  </a:lnTo>
                  <a:lnTo>
                    <a:pt x="1200" y="274"/>
                  </a:lnTo>
                  <a:lnTo>
                    <a:pt x="1195" y="271"/>
                  </a:lnTo>
                  <a:lnTo>
                    <a:pt x="1185" y="267"/>
                  </a:lnTo>
                  <a:lnTo>
                    <a:pt x="1175" y="262"/>
                  </a:lnTo>
                  <a:lnTo>
                    <a:pt x="1171" y="257"/>
                  </a:lnTo>
                  <a:lnTo>
                    <a:pt x="1174" y="252"/>
                  </a:lnTo>
                  <a:lnTo>
                    <a:pt x="1180" y="248"/>
                  </a:lnTo>
                  <a:lnTo>
                    <a:pt x="1184" y="245"/>
                  </a:lnTo>
                  <a:lnTo>
                    <a:pt x="1188" y="241"/>
                  </a:lnTo>
                  <a:lnTo>
                    <a:pt x="1192" y="238"/>
                  </a:lnTo>
                  <a:lnTo>
                    <a:pt x="1197" y="236"/>
                  </a:lnTo>
                  <a:lnTo>
                    <a:pt x="1204" y="234"/>
                  </a:lnTo>
                  <a:lnTo>
                    <a:pt x="1208" y="232"/>
                  </a:lnTo>
                  <a:lnTo>
                    <a:pt x="1212" y="228"/>
                  </a:lnTo>
                  <a:lnTo>
                    <a:pt x="1216" y="223"/>
                  </a:lnTo>
                  <a:lnTo>
                    <a:pt x="1222" y="221"/>
                  </a:lnTo>
                  <a:lnTo>
                    <a:pt x="1229" y="221"/>
                  </a:lnTo>
                  <a:lnTo>
                    <a:pt x="1237" y="222"/>
                  </a:lnTo>
                  <a:lnTo>
                    <a:pt x="1244" y="220"/>
                  </a:lnTo>
                  <a:lnTo>
                    <a:pt x="1250" y="216"/>
                  </a:lnTo>
                  <a:lnTo>
                    <a:pt x="1258" y="211"/>
                  </a:lnTo>
                  <a:lnTo>
                    <a:pt x="1267" y="209"/>
                  </a:lnTo>
                  <a:lnTo>
                    <a:pt x="1275" y="212"/>
                  </a:lnTo>
                  <a:lnTo>
                    <a:pt x="1281" y="219"/>
                  </a:lnTo>
                  <a:lnTo>
                    <a:pt x="1285" y="225"/>
                  </a:lnTo>
                  <a:lnTo>
                    <a:pt x="1290" y="228"/>
                  </a:lnTo>
                  <a:lnTo>
                    <a:pt x="1295" y="230"/>
                  </a:lnTo>
                  <a:lnTo>
                    <a:pt x="1301" y="232"/>
                  </a:lnTo>
                  <a:lnTo>
                    <a:pt x="1306" y="235"/>
                  </a:lnTo>
                  <a:lnTo>
                    <a:pt x="1311" y="237"/>
                  </a:lnTo>
                  <a:lnTo>
                    <a:pt x="1319" y="238"/>
                  </a:lnTo>
                  <a:lnTo>
                    <a:pt x="1328" y="239"/>
                  </a:lnTo>
                  <a:lnTo>
                    <a:pt x="1334" y="242"/>
                  </a:lnTo>
                  <a:lnTo>
                    <a:pt x="1335" y="247"/>
                  </a:lnTo>
                  <a:lnTo>
                    <a:pt x="1331" y="253"/>
                  </a:lnTo>
                  <a:lnTo>
                    <a:pt x="1326" y="258"/>
                  </a:lnTo>
                  <a:lnTo>
                    <a:pt x="1326" y="263"/>
                  </a:lnTo>
                  <a:close/>
                </a:path>
              </a:pathLst>
            </a:custGeom>
            <a:solidFill>
              <a:srgbClr val="56BFA2">
                <a:alpha val="11100"/>
              </a:srgbClr>
            </a:solidFill>
            <a:ln>
              <a:noFill/>
            </a:ln>
          </p:spPr>
          <p:txBody>
            <a:bodyPr anchor="ctr"/>
            <a:lstStyle/>
            <a:p>
              <a:pPr algn="ctr">
                <a:buNone/>
              </a:pPr>
            </a:p>
          </p:txBody>
        </p:sp>
        <p:sp>
          <p:nvSpPr>
            <p:cNvPr id="7050" name="addition:input:49">
              <a:extLst>
                <a:ext uri="{FF2B5EF4-FFF2-40B4-BE49-F238E27FC236}">
                  <ns2:creationId id="{272154A9-ACF8-4996-B8FC-1B41BF65A5A5}"/>
                </a:ext>
              </a:extLst>
            </p:cNvPr>
            <p:cNvSpPr>
              <a:spLocks noGrp="1"/>
            </p:cNvSpPr>
            <p:nvPr/>
          </p:nvSpPr>
          <p:spPr>
            <a:xfrm>
              <a:off x="209550" y="5438775"/>
              <a:ext cx="2080443" cy="526740"/>
            </a:xfrm>
            <a:custGeom>
              <a:rect l="l" t="t" r="r" b="b"/>
              <a:pathLst>
                <a:path w="1264" h="281">
                  <a:moveTo>
                    <a:pt x="0" y="0"/>
                  </a:moveTo>
                  <a:moveTo>
                    <a:pt x="1263" y="253"/>
                  </a:moveTo>
                  <a:lnTo>
                    <a:pt x="1264" y="256"/>
                  </a:lnTo>
                  <a:lnTo>
                    <a:pt x="1263" y="258"/>
                  </a:lnTo>
                  <a:lnTo>
                    <a:pt x="1260" y="260"/>
                  </a:lnTo>
                  <a:lnTo>
                    <a:pt x="1258" y="262"/>
                  </a:lnTo>
                  <a:lnTo>
                    <a:pt x="1257" y="264"/>
                  </a:lnTo>
                  <a:lnTo>
                    <a:pt x="1257" y="267"/>
                  </a:lnTo>
                  <a:lnTo>
                    <a:pt x="1256" y="269"/>
                  </a:lnTo>
                  <a:lnTo>
                    <a:pt x="1253" y="270"/>
                  </a:lnTo>
                  <a:lnTo>
                    <a:pt x="1248" y="270"/>
                  </a:lnTo>
                  <a:lnTo>
                    <a:pt x="1245" y="270"/>
                  </a:lnTo>
                  <a:lnTo>
                    <a:pt x="1242" y="271"/>
                  </a:lnTo>
                  <a:lnTo>
                    <a:pt x="1241" y="274"/>
                  </a:lnTo>
                  <a:lnTo>
                    <a:pt x="1239" y="277"/>
                  </a:lnTo>
                  <a:lnTo>
                    <a:pt x="1236" y="279"/>
                  </a:lnTo>
                  <a:lnTo>
                    <a:pt x="1233" y="280"/>
                  </a:lnTo>
                  <a:lnTo>
                    <a:pt x="1229" y="281"/>
                  </a:lnTo>
                  <a:lnTo>
                    <a:pt x="1226" y="281"/>
                  </a:lnTo>
                  <a:lnTo>
                    <a:pt x="1222" y="281"/>
                  </a:lnTo>
                  <a:lnTo>
                    <a:pt x="1218" y="279"/>
                  </a:lnTo>
                  <a:lnTo>
                    <a:pt x="1216" y="277"/>
                  </a:lnTo>
                  <a:lnTo>
                    <a:pt x="1214" y="274"/>
                  </a:lnTo>
                  <a:lnTo>
                    <a:pt x="1211" y="273"/>
                  </a:lnTo>
                  <a:lnTo>
                    <a:pt x="1208" y="273"/>
                  </a:lnTo>
                  <a:lnTo>
                    <a:pt x="1204" y="274"/>
                  </a:lnTo>
                  <a:lnTo>
                    <a:pt x="1201" y="274"/>
                  </a:lnTo>
                  <a:lnTo>
                    <a:pt x="1199" y="272"/>
                  </a:lnTo>
                  <a:lnTo>
                    <a:pt x="1199" y="269"/>
                  </a:lnTo>
                  <a:lnTo>
                    <a:pt x="1198" y="267"/>
                  </a:lnTo>
                  <a:lnTo>
                    <a:pt x="1195" y="266"/>
                  </a:lnTo>
                  <a:lnTo>
                    <a:pt x="1192" y="265"/>
                  </a:lnTo>
                  <a:lnTo>
                    <a:pt x="1190" y="263"/>
                  </a:lnTo>
                  <a:lnTo>
                    <a:pt x="1190" y="261"/>
                  </a:lnTo>
                  <a:lnTo>
                    <a:pt x="1191" y="258"/>
                  </a:lnTo>
                  <a:lnTo>
                    <a:pt x="1193" y="256"/>
                  </a:lnTo>
                  <a:lnTo>
                    <a:pt x="1194" y="253"/>
                  </a:lnTo>
                  <a:lnTo>
                    <a:pt x="1195" y="251"/>
                  </a:lnTo>
                  <a:lnTo>
                    <a:pt x="1198" y="249"/>
                  </a:lnTo>
                  <a:lnTo>
                    <a:pt x="1200" y="248"/>
                  </a:lnTo>
                  <a:lnTo>
                    <a:pt x="1201" y="246"/>
                  </a:lnTo>
                  <a:lnTo>
                    <a:pt x="1200" y="243"/>
                  </a:lnTo>
                  <a:lnTo>
                    <a:pt x="1198" y="240"/>
                  </a:lnTo>
                  <a:lnTo>
                    <a:pt x="1197" y="236"/>
                  </a:lnTo>
                  <a:lnTo>
                    <a:pt x="1198" y="234"/>
                  </a:lnTo>
                  <a:lnTo>
                    <a:pt x="1202" y="233"/>
                  </a:lnTo>
                  <a:lnTo>
                    <a:pt x="1206" y="233"/>
                  </a:lnTo>
                  <a:lnTo>
                    <a:pt x="1209" y="233"/>
                  </a:lnTo>
                  <a:lnTo>
                    <a:pt x="1211" y="231"/>
                  </a:lnTo>
                  <a:lnTo>
                    <a:pt x="1213" y="230"/>
                  </a:lnTo>
                  <a:lnTo>
                    <a:pt x="1215" y="230"/>
                  </a:lnTo>
                  <a:lnTo>
                    <a:pt x="1218" y="230"/>
                  </a:lnTo>
                  <a:lnTo>
                    <a:pt x="1220" y="230"/>
                  </a:lnTo>
                  <a:lnTo>
                    <a:pt x="1222" y="230"/>
                  </a:lnTo>
                  <a:lnTo>
                    <a:pt x="1225" y="229"/>
                  </a:lnTo>
                  <a:lnTo>
                    <a:pt x="1228" y="229"/>
                  </a:lnTo>
                  <a:lnTo>
                    <a:pt x="1230" y="229"/>
                  </a:lnTo>
                  <a:lnTo>
                    <a:pt x="1232" y="230"/>
                  </a:lnTo>
                  <a:lnTo>
                    <a:pt x="1235" y="230"/>
                  </a:lnTo>
                  <a:lnTo>
                    <a:pt x="1240" y="229"/>
                  </a:lnTo>
                  <a:lnTo>
                    <a:pt x="1244" y="229"/>
                  </a:lnTo>
                  <a:lnTo>
                    <a:pt x="1247" y="230"/>
                  </a:lnTo>
                  <a:lnTo>
                    <a:pt x="1248" y="233"/>
                  </a:lnTo>
                  <a:lnTo>
                    <a:pt x="1247" y="237"/>
                  </a:lnTo>
                  <a:lnTo>
                    <a:pt x="1247" y="240"/>
                  </a:lnTo>
                  <a:lnTo>
                    <a:pt x="1248" y="242"/>
                  </a:lnTo>
                  <a:lnTo>
                    <a:pt x="1251" y="243"/>
                  </a:lnTo>
                  <a:lnTo>
                    <a:pt x="1254" y="245"/>
                  </a:lnTo>
                  <a:lnTo>
                    <a:pt x="1256" y="247"/>
                  </a:lnTo>
                  <a:lnTo>
                    <a:pt x="1258" y="249"/>
                  </a:lnTo>
                  <a:lnTo>
                    <a:pt x="1260" y="251"/>
                  </a:lnTo>
                  <a:close/>
                </a:path>
              </a:pathLst>
            </a:custGeom>
            <a:solidFill>
              <a:srgbClr val="41B796">
                <a:alpha val="10800"/>
              </a:srgbClr>
            </a:solidFill>
            <a:ln>
              <a:noFill/>
            </a:ln>
          </p:spPr>
          <p:txBody>
            <a:bodyPr anchor="ctr"/>
            <a:lstStyle/>
            <a:p>
              <a:pPr algn="ctr">
                <a:buNone/>
              </a:pPr>
            </a:p>
          </p:txBody>
        </p:sp>
        <p:sp>
          <p:nvSpPr>
            <p:cNvPr id="7051" name="addition:input:50">
              <a:extLst>
                <a:ext uri="{FF2B5EF4-FFF2-40B4-BE49-F238E27FC236}">
                  <ns2:creationId id="{152EAF59-C6E8-4583-B816-C6A488B70507}"/>
                </a:ext>
              </a:extLst>
            </p:cNvPr>
            <p:cNvSpPr>
              <a:spLocks noGrp="1"/>
            </p:cNvSpPr>
            <p:nvPr/>
          </p:nvSpPr>
          <p:spPr>
            <a:xfrm>
              <a:off x="209550" y="5438775"/>
              <a:ext cx="2147926" cy="498622"/>
            </a:xfrm>
            <a:custGeom>
              <a:rect l="l" t="t" r="r" b="b"/>
              <a:pathLst>
                <a:path w="1305" h="266">
                  <a:moveTo>
                    <a:pt x="0" y="0"/>
                  </a:moveTo>
                  <a:moveTo>
                    <a:pt x="1299" y="246"/>
                  </a:moveTo>
                  <a:lnTo>
                    <a:pt x="1302" y="247"/>
                  </a:lnTo>
                  <a:lnTo>
                    <a:pt x="1304" y="250"/>
                  </a:lnTo>
                  <a:lnTo>
                    <a:pt x="1305" y="252"/>
                  </a:lnTo>
                  <a:lnTo>
                    <a:pt x="1303" y="253"/>
                  </a:lnTo>
                  <a:lnTo>
                    <a:pt x="1299" y="254"/>
                  </a:lnTo>
                  <a:lnTo>
                    <a:pt x="1296" y="255"/>
                  </a:lnTo>
                  <a:lnTo>
                    <a:pt x="1294" y="256"/>
                  </a:lnTo>
                  <a:lnTo>
                    <a:pt x="1293" y="257"/>
                  </a:lnTo>
                  <a:lnTo>
                    <a:pt x="1293" y="259"/>
                  </a:lnTo>
                  <a:lnTo>
                    <a:pt x="1291" y="260"/>
                  </a:lnTo>
                  <a:lnTo>
                    <a:pt x="1288" y="261"/>
                  </a:lnTo>
                  <a:lnTo>
                    <a:pt x="1286" y="262"/>
                  </a:lnTo>
                  <a:lnTo>
                    <a:pt x="1284" y="263"/>
                  </a:lnTo>
                  <a:lnTo>
                    <a:pt x="1282" y="264"/>
                  </a:lnTo>
                  <a:lnTo>
                    <a:pt x="1279" y="265"/>
                  </a:lnTo>
                  <a:lnTo>
                    <a:pt x="1276" y="265"/>
                  </a:lnTo>
                  <a:lnTo>
                    <a:pt x="1274" y="265"/>
                  </a:lnTo>
                  <a:lnTo>
                    <a:pt x="1271" y="265"/>
                  </a:lnTo>
                  <a:lnTo>
                    <a:pt x="1268" y="266"/>
                  </a:lnTo>
                  <a:lnTo>
                    <a:pt x="1265" y="266"/>
                  </a:lnTo>
                  <a:lnTo>
                    <a:pt x="1262" y="265"/>
                  </a:lnTo>
                  <a:lnTo>
                    <a:pt x="1261" y="262"/>
                  </a:lnTo>
                  <a:lnTo>
                    <a:pt x="1260" y="260"/>
                  </a:lnTo>
                  <a:lnTo>
                    <a:pt x="1259" y="258"/>
                  </a:lnTo>
                  <a:lnTo>
                    <a:pt x="1256" y="259"/>
                  </a:lnTo>
                  <a:lnTo>
                    <a:pt x="1253" y="259"/>
                  </a:lnTo>
                  <a:lnTo>
                    <a:pt x="1250" y="259"/>
                  </a:lnTo>
                  <a:lnTo>
                    <a:pt x="1248" y="258"/>
                  </a:lnTo>
                  <a:lnTo>
                    <a:pt x="1247" y="256"/>
                  </a:lnTo>
                  <a:lnTo>
                    <a:pt x="1245" y="255"/>
                  </a:lnTo>
                  <a:lnTo>
                    <a:pt x="1244" y="253"/>
                  </a:lnTo>
                  <a:lnTo>
                    <a:pt x="1244" y="251"/>
                  </a:lnTo>
                  <a:lnTo>
                    <a:pt x="1246" y="249"/>
                  </a:lnTo>
                  <a:lnTo>
                    <a:pt x="1248" y="247"/>
                  </a:lnTo>
                  <a:lnTo>
                    <a:pt x="1249" y="246"/>
                  </a:lnTo>
                  <a:lnTo>
                    <a:pt x="1249" y="244"/>
                  </a:lnTo>
                  <a:lnTo>
                    <a:pt x="1248" y="242"/>
                  </a:lnTo>
                  <a:lnTo>
                    <a:pt x="1248" y="240"/>
                  </a:lnTo>
                  <a:lnTo>
                    <a:pt x="1250" y="239"/>
                  </a:lnTo>
                  <a:lnTo>
                    <a:pt x="1253" y="238"/>
                  </a:lnTo>
                  <a:lnTo>
                    <a:pt x="1255" y="237"/>
                  </a:lnTo>
                  <a:lnTo>
                    <a:pt x="1255" y="235"/>
                  </a:lnTo>
                  <a:lnTo>
                    <a:pt x="1254" y="233"/>
                  </a:lnTo>
                  <a:lnTo>
                    <a:pt x="1254" y="230"/>
                  </a:lnTo>
                  <a:lnTo>
                    <a:pt x="1256" y="228"/>
                  </a:lnTo>
                  <a:lnTo>
                    <a:pt x="1258" y="228"/>
                  </a:lnTo>
                  <a:lnTo>
                    <a:pt x="1261" y="228"/>
                  </a:lnTo>
                  <a:lnTo>
                    <a:pt x="1263" y="228"/>
                  </a:lnTo>
                  <a:lnTo>
                    <a:pt x="1265" y="228"/>
                  </a:lnTo>
                  <a:lnTo>
                    <a:pt x="1268" y="228"/>
                  </a:lnTo>
                  <a:lnTo>
                    <a:pt x="1270" y="229"/>
                  </a:lnTo>
                  <a:lnTo>
                    <a:pt x="1271" y="230"/>
                  </a:lnTo>
                  <a:lnTo>
                    <a:pt x="1273" y="229"/>
                  </a:lnTo>
                  <a:lnTo>
                    <a:pt x="1275" y="227"/>
                  </a:lnTo>
                  <a:lnTo>
                    <a:pt x="1278" y="225"/>
                  </a:lnTo>
                  <a:lnTo>
                    <a:pt x="1280" y="225"/>
                  </a:lnTo>
                  <a:lnTo>
                    <a:pt x="1282" y="227"/>
                  </a:lnTo>
                  <a:lnTo>
                    <a:pt x="1283" y="229"/>
                  </a:lnTo>
                  <a:lnTo>
                    <a:pt x="1285" y="230"/>
                  </a:lnTo>
                  <a:lnTo>
                    <a:pt x="1288" y="230"/>
                  </a:lnTo>
                  <a:lnTo>
                    <a:pt x="1290" y="231"/>
                  </a:lnTo>
                  <a:lnTo>
                    <a:pt x="1292" y="232"/>
                  </a:lnTo>
                  <a:lnTo>
                    <a:pt x="1293" y="234"/>
                  </a:lnTo>
                  <a:lnTo>
                    <a:pt x="1293" y="236"/>
                  </a:lnTo>
                  <a:lnTo>
                    <a:pt x="1294" y="238"/>
                  </a:lnTo>
                  <a:lnTo>
                    <a:pt x="1295" y="239"/>
                  </a:lnTo>
                  <a:lnTo>
                    <a:pt x="1296" y="241"/>
                  </a:lnTo>
                  <a:lnTo>
                    <a:pt x="1297" y="243"/>
                  </a:lnTo>
                  <a:lnTo>
                    <a:pt x="1297" y="244"/>
                  </a:lnTo>
                  <a:close/>
                </a:path>
              </a:pathLst>
            </a:custGeom>
            <a:solidFill>
              <a:srgbClr val="41B796">
                <a:alpha val="10800"/>
              </a:srgbClr>
            </a:solidFill>
            <a:ln>
              <a:noFill/>
            </a:ln>
          </p:spPr>
          <p:txBody>
            <a:bodyPr anchor="ctr"/>
            <a:lstStyle/>
            <a:p>
              <a:pPr algn="ctr">
                <a:buNone/>
              </a:pPr>
            </a:p>
          </p:txBody>
        </p:sp>
        <p:sp>
          <p:nvSpPr>
            <p:cNvPr id="7052" name="addition:input:51">
              <a:extLst>
                <a:ext uri="{FF2B5EF4-FFF2-40B4-BE49-F238E27FC236}">
                  <ns2:creationId id="{4DF9F1A9-B64D-4CD4-85CB-024987758C1E}"/>
                </a:ext>
              </a:extLst>
            </p:cNvPr>
            <p:cNvSpPr>
              <a:spLocks noGrp="1"/>
            </p:cNvSpPr>
            <p:nvPr/>
          </p:nvSpPr>
          <p:spPr>
            <a:xfrm>
              <a:off x="209550" y="5438775"/>
              <a:ext cx="2200595" cy="573603"/>
            </a:xfrm>
            <a:custGeom>
              <a:rect l="l" t="t" r="r" b="b"/>
              <a:pathLst>
                <a:path w="1337" h="306">
                  <a:moveTo>
                    <a:pt x="0" y="0"/>
                  </a:moveTo>
                  <a:moveTo>
                    <a:pt x="1334" y="279"/>
                  </a:moveTo>
                  <a:lnTo>
                    <a:pt x="1329" y="281"/>
                  </a:lnTo>
                  <a:lnTo>
                    <a:pt x="1324" y="283"/>
                  </a:lnTo>
                  <a:lnTo>
                    <a:pt x="1322" y="285"/>
                  </a:lnTo>
                  <a:lnTo>
                    <a:pt x="1323" y="287"/>
                  </a:lnTo>
                  <a:lnTo>
                    <a:pt x="1323" y="290"/>
                  </a:lnTo>
                  <a:lnTo>
                    <a:pt x="1322" y="292"/>
                  </a:lnTo>
                  <a:lnTo>
                    <a:pt x="1320" y="294"/>
                  </a:lnTo>
                  <a:lnTo>
                    <a:pt x="1318" y="296"/>
                  </a:lnTo>
                  <a:lnTo>
                    <a:pt x="1317" y="298"/>
                  </a:lnTo>
                  <a:lnTo>
                    <a:pt x="1315" y="300"/>
                  </a:lnTo>
                  <a:lnTo>
                    <a:pt x="1312" y="302"/>
                  </a:lnTo>
                  <a:lnTo>
                    <a:pt x="1308" y="302"/>
                  </a:lnTo>
                  <a:lnTo>
                    <a:pt x="1305" y="302"/>
                  </a:lnTo>
                  <a:lnTo>
                    <a:pt x="1302" y="303"/>
                  </a:lnTo>
                  <a:lnTo>
                    <a:pt x="1300" y="305"/>
                  </a:lnTo>
                  <a:lnTo>
                    <a:pt x="1297" y="306"/>
                  </a:lnTo>
                  <a:lnTo>
                    <a:pt x="1294" y="305"/>
                  </a:lnTo>
                  <a:lnTo>
                    <a:pt x="1291" y="303"/>
                  </a:lnTo>
                  <a:lnTo>
                    <a:pt x="1289" y="300"/>
                  </a:lnTo>
                  <a:lnTo>
                    <a:pt x="1287" y="299"/>
                  </a:lnTo>
                  <a:lnTo>
                    <a:pt x="1284" y="301"/>
                  </a:lnTo>
                  <a:lnTo>
                    <a:pt x="1281" y="303"/>
                  </a:lnTo>
                  <a:lnTo>
                    <a:pt x="1277" y="304"/>
                  </a:lnTo>
                  <a:lnTo>
                    <a:pt x="1274" y="303"/>
                  </a:lnTo>
                  <a:lnTo>
                    <a:pt x="1271" y="301"/>
                  </a:lnTo>
                  <a:lnTo>
                    <a:pt x="1270" y="299"/>
                  </a:lnTo>
                  <a:lnTo>
                    <a:pt x="1268" y="297"/>
                  </a:lnTo>
                  <a:lnTo>
                    <a:pt x="1267" y="295"/>
                  </a:lnTo>
                  <a:lnTo>
                    <a:pt x="1267" y="292"/>
                  </a:lnTo>
                  <a:lnTo>
                    <a:pt x="1268" y="289"/>
                  </a:lnTo>
                  <a:lnTo>
                    <a:pt x="1268" y="287"/>
                  </a:lnTo>
                  <a:lnTo>
                    <a:pt x="1265" y="285"/>
                  </a:lnTo>
                  <a:lnTo>
                    <a:pt x="1261" y="284"/>
                  </a:lnTo>
                  <a:lnTo>
                    <a:pt x="1259" y="282"/>
                  </a:lnTo>
                  <a:lnTo>
                    <a:pt x="1259" y="279"/>
                  </a:lnTo>
                  <a:lnTo>
                    <a:pt x="1261" y="277"/>
                  </a:lnTo>
                  <a:lnTo>
                    <a:pt x="1262" y="275"/>
                  </a:lnTo>
                  <a:lnTo>
                    <a:pt x="1260" y="273"/>
                  </a:lnTo>
                  <a:lnTo>
                    <a:pt x="1258" y="270"/>
                  </a:lnTo>
                  <a:lnTo>
                    <a:pt x="1256" y="267"/>
                  </a:lnTo>
                  <a:lnTo>
                    <a:pt x="1258" y="265"/>
                  </a:lnTo>
                  <a:lnTo>
                    <a:pt x="1261" y="263"/>
                  </a:lnTo>
                  <a:lnTo>
                    <a:pt x="1264" y="262"/>
                  </a:lnTo>
                  <a:lnTo>
                    <a:pt x="1268" y="262"/>
                  </a:lnTo>
                  <a:lnTo>
                    <a:pt x="1270" y="261"/>
                  </a:lnTo>
                  <a:lnTo>
                    <a:pt x="1273" y="260"/>
                  </a:lnTo>
                  <a:lnTo>
                    <a:pt x="1276" y="260"/>
                  </a:lnTo>
                  <a:lnTo>
                    <a:pt x="1279" y="259"/>
                  </a:lnTo>
                  <a:lnTo>
                    <a:pt x="1281" y="257"/>
                  </a:lnTo>
                  <a:lnTo>
                    <a:pt x="1283" y="254"/>
                  </a:lnTo>
                  <a:lnTo>
                    <a:pt x="1286" y="251"/>
                  </a:lnTo>
                  <a:lnTo>
                    <a:pt x="1290" y="250"/>
                  </a:lnTo>
                  <a:lnTo>
                    <a:pt x="1294" y="251"/>
                  </a:lnTo>
                  <a:lnTo>
                    <a:pt x="1298" y="254"/>
                  </a:lnTo>
                  <a:lnTo>
                    <a:pt x="1301" y="255"/>
                  </a:lnTo>
                  <a:lnTo>
                    <a:pt x="1305" y="256"/>
                  </a:lnTo>
                  <a:lnTo>
                    <a:pt x="1309" y="256"/>
                  </a:lnTo>
                  <a:lnTo>
                    <a:pt x="1312" y="256"/>
                  </a:lnTo>
                  <a:lnTo>
                    <a:pt x="1315" y="259"/>
                  </a:lnTo>
                  <a:lnTo>
                    <a:pt x="1317" y="261"/>
                  </a:lnTo>
                  <a:lnTo>
                    <a:pt x="1319" y="263"/>
                  </a:lnTo>
                  <a:lnTo>
                    <a:pt x="1321" y="264"/>
                  </a:lnTo>
                  <a:lnTo>
                    <a:pt x="1324" y="265"/>
                  </a:lnTo>
                  <a:lnTo>
                    <a:pt x="1326" y="267"/>
                  </a:lnTo>
                  <a:lnTo>
                    <a:pt x="1328" y="269"/>
                  </a:lnTo>
                  <a:lnTo>
                    <a:pt x="1330" y="270"/>
                  </a:lnTo>
                  <a:lnTo>
                    <a:pt x="1333" y="272"/>
                  </a:lnTo>
                  <a:lnTo>
                    <a:pt x="1337" y="274"/>
                  </a:lnTo>
                  <a:lnTo>
                    <a:pt x="1337" y="277"/>
                  </a:lnTo>
                  <a:close/>
                </a:path>
              </a:pathLst>
            </a:custGeom>
            <a:solidFill>
              <a:srgbClr val="41B796">
                <a:alpha val="10800"/>
              </a:srgbClr>
            </a:solidFill>
            <a:ln>
              <a:noFill/>
            </a:ln>
          </p:spPr>
          <p:txBody>
            <a:bodyPr anchor="ctr"/>
            <a:lstStyle/>
            <a:p>
              <a:pPr algn="ctr">
                <a:buNone/>
              </a:pPr>
            </a:p>
          </p:txBody>
        </p:sp>
        <p:sp>
          <p:nvSpPr>
            <p:cNvPr id="7053" name="addition:input:52">
              <a:extLst>
                <a:ext uri="{FF2B5EF4-FFF2-40B4-BE49-F238E27FC236}">
                  <ns2:creationId id="{BA115CD4-DBED-486C-8450-C3F4FCE4200B}"/>
                </a:ext>
              </a:extLst>
            </p:cNvPr>
            <p:cNvSpPr>
              <a:spLocks noGrp="1"/>
            </p:cNvSpPr>
            <p:nvPr/>
          </p:nvSpPr>
          <p:spPr>
            <a:xfrm>
              <a:off x="209550" y="5438775"/>
              <a:ext cx="2096902" cy="594223"/>
            </a:xfrm>
            <a:custGeom>
              <a:rect l="l" t="t" r="r" b="b"/>
              <a:pathLst>
                <a:path w="1274" h="317">
                  <a:moveTo>
                    <a:pt x="0" y="0"/>
                  </a:moveTo>
                  <a:moveTo>
                    <a:pt x="1270" y="294"/>
                  </a:moveTo>
                  <a:lnTo>
                    <a:pt x="1272" y="296"/>
                  </a:lnTo>
                  <a:lnTo>
                    <a:pt x="1272" y="298"/>
                  </a:lnTo>
                  <a:lnTo>
                    <a:pt x="1271" y="299"/>
                  </a:lnTo>
                  <a:lnTo>
                    <a:pt x="1269" y="301"/>
                  </a:lnTo>
                  <a:lnTo>
                    <a:pt x="1267" y="302"/>
                  </a:lnTo>
                  <a:lnTo>
                    <a:pt x="1267" y="304"/>
                  </a:lnTo>
                  <a:lnTo>
                    <a:pt x="1268" y="307"/>
                  </a:lnTo>
                  <a:lnTo>
                    <a:pt x="1269" y="310"/>
                  </a:lnTo>
                  <a:lnTo>
                    <a:pt x="1268" y="312"/>
                  </a:lnTo>
                  <a:lnTo>
                    <a:pt x="1265" y="312"/>
                  </a:lnTo>
                  <a:lnTo>
                    <a:pt x="1261" y="312"/>
                  </a:lnTo>
                  <a:lnTo>
                    <a:pt x="1258" y="312"/>
                  </a:lnTo>
                  <a:lnTo>
                    <a:pt x="1256" y="312"/>
                  </a:lnTo>
                  <a:lnTo>
                    <a:pt x="1254" y="312"/>
                  </a:lnTo>
                  <a:lnTo>
                    <a:pt x="1251" y="312"/>
                  </a:lnTo>
                  <a:lnTo>
                    <a:pt x="1249" y="312"/>
                  </a:lnTo>
                  <a:lnTo>
                    <a:pt x="1247" y="313"/>
                  </a:lnTo>
                  <a:lnTo>
                    <a:pt x="1245" y="315"/>
                  </a:lnTo>
                  <a:lnTo>
                    <a:pt x="1242" y="317"/>
                  </a:lnTo>
                  <a:lnTo>
                    <a:pt x="1239" y="317"/>
                  </a:lnTo>
                  <a:lnTo>
                    <a:pt x="1236" y="316"/>
                  </a:lnTo>
                  <a:lnTo>
                    <a:pt x="1234" y="314"/>
                  </a:lnTo>
                  <a:lnTo>
                    <a:pt x="1232" y="312"/>
                  </a:lnTo>
                  <a:lnTo>
                    <a:pt x="1229" y="311"/>
                  </a:lnTo>
                  <a:lnTo>
                    <a:pt x="1225" y="311"/>
                  </a:lnTo>
                  <a:lnTo>
                    <a:pt x="1222" y="310"/>
                  </a:lnTo>
                  <a:lnTo>
                    <a:pt x="1221" y="308"/>
                  </a:lnTo>
                  <a:lnTo>
                    <a:pt x="1221" y="306"/>
                  </a:lnTo>
                  <a:lnTo>
                    <a:pt x="1220" y="304"/>
                  </a:lnTo>
                  <a:lnTo>
                    <a:pt x="1219" y="302"/>
                  </a:lnTo>
                  <a:lnTo>
                    <a:pt x="1216" y="301"/>
                  </a:lnTo>
                  <a:lnTo>
                    <a:pt x="1214" y="299"/>
                  </a:lnTo>
                  <a:lnTo>
                    <a:pt x="1213" y="297"/>
                  </a:lnTo>
                  <a:lnTo>
                    <a:pt x="1211" y="296"/>
                  </a:lnTo>
                  <a:lnTo>
                    <a:pt x="1209" y="294"/>
                  </a:lnTo>
                  <a:lnTo>
                    <a:pt x="1206" y="292"/>
                  </a:lnTo>
                  <a:lnTo>
                    <a:pt x="1205" y="289"/>
                  </a:lnTo>
                  <a:lnTo>
                    <a:pt x="1208" y="287"/>
                  </a:lnTo>
                  <a:lnTo>
                    <a:pt x="1212" y="286"/>
                  </a:lnTo>
                  <a:lnTo>
                    <a:pt x="1217" y="285"/>
                  </a:lnTo>
                  <a:lnTo>
                    <a:pt x="1219" y="284"/>
                  </a:lnTo>
                  <a:lnTo>
                    <a:pt x="1220" y="282"/>
                  </a:lnTo>
                  <a:lnTo>
                    <a:pt x="1220" y="280"/>
                  </a:lnTo>
                  <a:lnTo>
                    <a:pt x="1221" y="278"/>
                  </a:lnTo>
                  <a:lnTo>
                    <a:pt x="1224" y="277"/>
                  </a:lnTo>
                  <a:lnTo>
                    <a:pt x="1227" y="276"/>
                  </a:lnTo>
                  <a:lnTo>
                    <a:pt x="1229" y="275"/>
                  </a:lnTo>
                  <a:lnTo>
                    <a:pt x="1232" y="274"/>
                  </a:lnTo>
                  <a:lnTo>
                    <a:pt x="1235" y="272"/>
                  </a:lnTo>
                  <a:lnTo>
                    <a:pt x="1238" y="272"/>
                  </a:lnTo>
                  <a:lnTo>
                    <a:pt x="1241" y="272"/>
                  </a:lnTo>
                  <a:lnTo>
                    <a:pt x="1244" y="272"/>
                  </a:lnTo>
                  <a:lnTo>
                    <a:pt x="1248" y="271"/>
                  </a:lnTo>
                  <a:lnTo>
                    <a:pt x="1251" y="271"/>
                  </a:lnTo>
                  <a:lnTo>
                    <a:pt x="1254" y="272"/>
                  </a:lnTo>
                  <a:lnTo>
                    <a:pt x="1255" y="274"/>
                  </a:lnTo>
                  <a:lnTo>
                    <a:pt x="1257" y="277"/>
                  </a:lnTo>
                  <a:lnTo>
                    <a:pt x="1258" y="279"/>
                  </a:lnTo>
                  <a:lnTo>
                    <a:pt x="1261" y="278"/>
                  </a:lnTo>
                  <a:lnTo>
                    <a:pt x="1265" y="277"/>
                  </a:lnTo>
                  <a:lnTo>
                    <a:pt x="1269" y="277"/>
                  </a:lnTo>
                  <a:lnTo>
                    <a:pt x="1271" y="278"/>
                  </a:lnTo>
                  <a:lnTo>
                    <a:pt x="1272" y="280"/>
                  </a:lnTo>
                  <a:lnTo>
                    <a:pt x="1273" y="282"/>
                  </a:lnTo>
                  <a:lnTo>
                    <a:pt x="1273" y="284"/>
                  </a:lnTo>
                  <a:lnTo>
                    <a:pt x="1274" y="286"/>
                  </a:lnTo>
                  <a:lnTo>
                    <a:pt x="1273" y="288"/>
                  </a:lnTo>
                  <a:lnTo>
                    <a:pt x="1272" y="290"/>
                  </a:lnTo>
                  <a:lnTo>
                    <a:pt x="1270" y="292"/>
                  </a:lnTo>
                  <a:close/>
                </a:path>
              </a:pathLst>
            </a:custGeom>
            <a:solidFill>
              <a:srgbClr val="41B796">
                <a:alpha val="10800"/>
              </a:srgbClr>
            </a:solidFill>
            <a:ln>
              <a:noFill/>
            </a:ln>
          </p:spPr>
          <p:txBody>
            <a:bodyPr anchor="ctr"/>
            <a:lstStyle/>
            <a:p>
              <a:pPr algn="ctr">
                <a:buNone/>
              </a:pPr>
            </a:p>
          </p:txBody>
        </p:sp>
        <p:sp>
          <p:nvSpPr>
            <p:cNvPr id="7054" name="addition:input:53">
              <a:extLst>
                <a:ext uri="{FF2B5EF4-FFF2-40B4-BE49-F238E27FC236}">
                  <ns2:creationId id="{D2363ACF-6DA3-4282-BE5F-0E424261177D}"/>
                </a:ext>
              </a:extLst>
            </p:cNvPr>
            <p:cNvSpPr>
              <a:spLocks noGrp="1"/>
            </p:cNvSpPr>
            <p:nvPr/>
          </p:nvSpPr>
          <p:spPr>
            <a:xfrm>
              <a:off x="209550" y="5438775"/>
              <a:ext cx="2384938" cy="821040"/>
            </a:xfrm>
            <a:custGeom>
              <a:rect l="l" t="t" r="r" b="b"/>
              <a:pathLst>
                <a:path w="1449" h="438">
                  <a:moveTo>
                    <a:pt x="0" y="0"/>
                  </a:moveTo>
                  <a:moveTo>
                    <a:pt x="1422" y="349"/>
                  </a:moveTo>
                  <a:lnTo>
                    <a:pt x="1435" y="357"/>
                  </a:lnTo>
                  <a:lnTo>
                    <a:pt x="1446" y="366"/>
                  </a:lnTo>
                  <a:lnTo>
                    <a:pt x="1449" y="375"/>
                  </a:lnTo>
                  <a:lnTo>
                    <a:pt x="1439" y="382"/>
                  </a:lnTo>
                  <a:lnTo>
                    <a:pt x="1423" y="385"/>
                  </a:lnTo>
                  <a:lnTo>
                    <a:pt x="1408" y="387"/>
                  </a:lnTo>
                  <a:lnTo>
                    <a:pt x="1401" y="392"/>
                  </a:lnTo>
                  <a:lnTo>
                    <a:pt x="1398" y="399"/>
                  </a:lnTo>
                  <a:lnTo>
                    <a:pt x="1395" y="406"/>
                  </a:lnTo>
                  <a:lnTo>
                    <a:pt x="1387" y="411"/>
                  </a:lnTo>
                  <a:lnTo>
                    <a:pt x="1377" y="414"/>
                  </a:lnTo>
                  <a:lnTo>
                    <a:pt x="1367" y="418"/>
                  </a:lnTo>
                  <a:lnTo>
                    <a:pt x="1358" y="423"/>
                  </a:lnTo>
                  <a:lnTo>
                    <a:pt x="1349" y="429"/>
                  </a:lnTo>
                  <a:lnTo>
                    <a:pt x="1338" y="433"/>
                  </a:lnTo>
                  <a:lnTo>
                    <a:pt x="1325" y="433"/>
                  </a:lnTo>
                  <a:lnTo>
                    <a:pt x="1313" y="432"/>
                  </a:lnTo>
                  <a:lnTo>
                    <a:pt x="1300" y="434"/>
                  </a:lnTo>
                  <a:lnTo>
                    <a:pt x="1287" y="438"/>
                  </a:lnTo>
                  <a:lnTo>
                    <a:pt x="1274" y="438"/>
                  </a:lnTo>
                  <a:lnTo>
                    <a:pt x="1264" y="432"/>
                  </a:lnTo>
                  <a:lnTo>
                    <a:pt x="1258" y="421"/>
                  </a:lnTo>
                  <a:lnTo>
                    <a:pt x="1254" y="409"/>
                  </a:lnTo>
                  <a:lnTo>
                    <a:pt x="1249" y="404"/>
                  </a:lnTo>
                  <a:lnTo>
                    <a:pt x="1238" y="404"/>
                  </a:lnTo>
                  <a:lnTo>
                    <a:pt x="1223" y="406"/>
                  </a:lnTo>
                  <a:lnTo>
                    <a:pt x="1210" y="405"/>
                  </a:lnTo>
                  <a:lnTo>
                    <a:pt x="1201" y="401"/>
                  </a:lnTo>
                  <a:lnTo>
                    <a:pt x="1196" y="394"/>
                  </a:lnTo>
                  <a:lnTo>
                    <a:pt x="1191" y="388"/>
                  </a:lnTo>
                  <a:lnTo>
                    <a:pt x="1187" y="381"/>
                  </a:lnTo>
                  <a:lnTo>
                    <a:pt x="1186" y="373"/>
                  </a:lnTo>
                  <a:lnTo>
                    <a:pt x="1192" y="364"/>
                  </a:lnTo>
                  <a:lnTo>
                    <a:pt x="1201" y="356"/>
                  </a:lnTo>
                  <a:lnTo>
                    <a:pt x="1206" y="349"/>
                  </a:lnTo>
                  <a:lnTo>
                    <a:pt x="1205" y="342"/>
                  </a:lnTo>
                  <a:lnTo>
                    <a:pt x="1201" y="334"/>
                  </a:lnTo>
                  <a:lnTo>
                    <a:pt x="1202" y="327"/>
                  </a:lnTo>
                  <a:lnTo>
                    <a:pt x="1211" y="321"/>
                  </a:lnTo>
                  <a:lnTo>
                    <a:pt x="1223" y="317"/>
                  </a:lnTo>
                  <a:lnTo>
                    <a:pt x="1231" y="312"/>
                  </a:lnTo>
                  <a:lnTo>
                    <a:pt x="1231" y="304"/>
                  </a:lnTo>
                  <a:lnTo>
                    <a:pt x="1228" y="293"/>
                  </a:lnTo>
                  <a:lnTo>
                    <a:pt x="1228" y="282"/>
                  </a:lnTo>
                  <a:lnTo>
                    <a:pt x="1234" y="275"/>
                  </a:lnTo>
                  <a:lnTo>
                    <a:pt x="1246" y="273"/>
                  </a:lnTo>
                  <a:lnTo>
                    <a:pt x="1257" y="273"/>
                  </a:lnTo>
                  <a:lnTo>
                    <a:pt x="1268" y="272"/>
                  </a:lnTo>
                  <a:lnTo>
                    <a:pt x="1277" y="272"/>
                  </a:lnTo>
                  <a:lnTo>
                    <a:pt x="1287" y="275"/>
                  </a:lnTo>
                  <a:lnTo>
                    <a:pt x="1296" y="279"/>
                  </a:lnTo>
                  <a:lnTo>
                    <a:pt x="1303" y="281"/>
                  </a:lnTo>
                  <a:lnTo>
                    <a:pt x="1310" y="277"/>
                  </a:lnTo>
                  <a:lnTo>
                    <a:pt x="1320" y="269"/>
                  </a:lnTo>
                  <a:lnTo>
                    <a:pt x="1331" y="262"/>
                  </a:lnTo>
                  <a:lnTo>
                    <a:pt x="1342" y="262"/>
                  </a:lnTo>
                  <a:lnTo>
                    <a:pt x="1349" y="269"/>
                  </a:lnTo>
                  <a:lnTo>
                    <a:pt x="1355" y="277"/>
                  </a:lnTo>
                  <a:lnTo>
                    <a:pt x="1362" y="282"/>
                  </a:lnTo>
                  <a:lnTo>
                    <a:pt x="1373" y="284"/>
                  </a:lnTo>
                  <a:lnTo>
                    <a:pt x="1386" y="286"/>
                  </a:lnTo>
                  <a:lnTo>
                    <a:pt x="1394" y="291"/>
                  </a:lnTo>
                  <a:lnTo>
                    <a:pt x="1397" y="300"/>
                  </a:lnTo>
                  <a:lnTo>
                    <a:pt x="1397" y="309"/>
                  </a:lnTo>
                  <a:lnTo>
                    <a:pt x="1399" y="316"/>
                  </a:lnTo>
                  <a:lnTo>
                    <a:pt x="1404" y="323"/>
                  </a:lnTo>
                  <a:lnTo>
                    <a:pt x="1409" y="329"/>
                  </a:lnTo>
                  <a:lnTo>
                    <a:pt x="1412" y="336"/>
                  </a:lnTo>
                  <a:lnTo>
                    <a:pt x="1415" y="342"/>
                  </a:lnTo>
                  <a:close/>
                </a:path>
              </a:pathLst>
            </a:custGeom>
            <a:solidFill>
              <a:srgbClr val="EFD4E3">
                <a:alpha val="12900"/>
              </a:srgbClr>
            </a:solidFill>
            <a:ln>
              <a:noFill/>
            </a:ln>
          </p:spPr>
          <p:txBody>
            <a:bodyPr anchor="ctr"/>
            <a:lstStyle/>
            <a:p>
              <a:pPr algn="ctr">
                <a:buNone/>
              </a:pPr>
            </a:p>
          </p:txBody>
        </p:sp>
        <p:sp>
          <p:nvSpPr>
            <p:cNvPr id="7055" name="addition:input:54">
              <a:extLst>
                <a:ext uri="{FF2B5EF4-FFF2-40B4-BE49-F238E27FC236}">
                  <ns2:creationId id="{B56232AE-C502-4019-8457-936814F4E868}"/>
                </a:ext>
              </a:extLst>
            </p:cNvPr>
            <p:cNvSpPr>
              <a:spLocks noGrp="1"/>
            </p:cNvSpPr>
            <p:nvPr/>
          </p:nvSpPr>
          <p:spPr>
            <a:xfrm>
              <a:off x="209550" y="5438775"/>
              <a:ext cx="2299350" cy="804169"/>
            </a:xfrm>
            <a:custGeom>
              <a:rect l="l" t="t" r="r" b="b"/>
              <a:pathLst>
                <a:path w="1397" h="429">
                  <a:moveTo>
                    <a:pt x="0" y="0"/>
                  </a:moveTo>
                  <a:moveTo>
                    <a:pt x="1385" y="354"/>
                  </a:moveTo>
                  <a:lnTo>
                    <a:pt x="1388" y="360"/>
                  </a:lnTo>
                  <a:lnTo>
                    <a:pt x="1389" y="366"/>
                  </a:lnTo>
                  <a:lnTo>
                    <a:pt x="1388" y="372"/>
                  </a:lnTo>
                  <a:lnTo>
                    <a:pt x="1387" y="378"/>
                  </a:lnTo>
                  <a:lnTo>
                    <a:pt x="1391" y="385"/>
                  </a:lnTo>
                  <a:lnTo>
                    <a:pt x="1396" y="394"/>
                  </a:lnTo>
                  <a:lnTo>
                    <a:pt x="1397" y="403"/>
                  </a:lnTo>
                  <a:lnTo>
                    <a:pt x="1389" y="407"/>
                  </a:lnTo>
                  <a:lnTo>
                    <a:pt x="1376" y="407"/>
                  </a:lnTo>
                  <a:lnTo>
                    <a:pt x="1362" y="404"/>
                  </a:lnTo>
                  <a:lnTo>
                    <a:pt x="1353" y="403"/>
                  </a:lnTo>
                  <a:lnTo>
                    <a:pt x="1348" y="407"/>
                  </a:lnTo>
                  <a:lnTo>
                    <a:pt x="1345" y="413"/>
                  </a:lnTo>
                  <a:lnTo>
                    <a:pt x="1339" y="419"/>
                  </a:lnTo>
                  <a:lnTo>
                    <a:pt x="1331" y="421"/>
                  </a:lnTo>
                  <a:lnTo>
                    <a:pt x="1323" y="422"/>
                  </a:lnTo>
                  <a:lnTo>
                    <a:pt x="1314" y="425"/>
                  </a:lnTo>
                  <a:lnTo>
                    <a:pt x="1305" y="428"/>
                  </a:lnTo>
                  <a:lnTo>
                    <a:pt x="1294" y="429"/>
                  </a:lnTo>
                  <a:lnTo>
                    <a:pt x="1285" y="426"/>
                  </a:lnTo>
                  <a:lnTo>
                    <a:pt x="1276" y="422"/>
                  </a:lnTo>
                  <a:lnTo>
                    <a:pt x="1267" y="418"/>
                  </a:lnTo>
                  <a:lnTo>
                    <a:pt x="1256" y="417"/>
                  </a:lnTo>
                  <a:lnTo>
                    <a:pt x="1245" y="416"/>
                  </a:lnTo>
                  <a:lnTo>
                    <a:pt x="1236" y="412"/>
                  </a:lnTo>
                  <a:lnTo>
                    <a:pt x="1233" y="404"/>
                  </a:lnTo>
                  <a:lnTo>
                    <a:pt x="1234" y="394"/>
                  </a:lnTo>
                  <a:lnTo>
                    <a:pt x="1233" y="387"/>
                  </a:lnTo>
                  <a:lnTo>
                    <a:pt x="1225" y="384"/>
                  </a:lnTo>
                  <a:lnTo>
                    <a:pt x="1212" y="383"/>
                  </a:lnTo>
                  <a:lnTo>
                    <a:pt x="1198" y="380"/>
                  </a:lnTo>
                  <a:lnTo>
                    <a:pt x="1190" y="375"/>
                  </a:lnTo>
                  <a:lnTo>
                    <a:pt x="1187" y="368"/>
                  </a:lnTo>
                  <a:lnTo>
                    <a:pt x="1187" y="361"/>
                  </a:lnTo>
                  <a:lnTo>
                    <a:pt x="1187" y="354"/>
                  </a:lnTo>
                  <a:lnTo>
                    <a:pt x="1190" y="347"/>
                  </a:lnTo>
                  <a:lnTo>
                    <a:pt x="1197" y="341"/>
                  </a:lnTo>
                  <a:lnTo>
                    <a:pt x="1207" y="336"/>
                  </a:lnTo>
                  <a:lnTo>
                    <a:pt x="1217" y="332"/>
                  </a:lnTo>
                  <a:lnTo>
                    <a:pt x="1221" y="327"/>
                  </a:lnTo>
                  <a:lnTo>
                    <a:pt x="1220" y="320"/>
                  </a:lnTo>
                  <a:lnTo>
                    <a:pt x="1221" y="312"/>
                  </a:lnTo>
                  <a:lnTo>
                    <a:pt x="1227" y="307"/>
                  </a:lnTo>
                  <a:lnTo>
                    <a:pt x="1238" y="304"/>
                  </a:lnTo>
                  <a:lnTo>
                    <a:pt x="1249" y="303"/>
                  </a:lnTo>
                  <a:lnTo>
                    <a:pt x="1256" y="299"/>
                  </a:lnTo>
                  <a:lnTo>
                    <a:pt x="1261" y="292"/>
                  </a:lnTo>
                  <a:lnTo>
                    <a:pt x="1266" y="283"/>
                  </a:lnTo>
                  <a:lnTo>
                    <a:pt x="1275" y="278"/>
                  </a:lnTo>
                  <a:lnTo>
                    <a:pt x="1285" y="278"/>
                  </a:lnTo>
                  <a:lnTo>
                    <a:pt x="1296" y="281"/>
                  </a:lnTo>
                  <a:lnTo>
                    <a:pt x="1305" y="284"/>
                  </a:lnTo>
                  <a:lnTo>
                    <a:pt x="1314" y="287"/>
                  </a:lnTo>
                  <a:lnTo>
                    <a:pt x="1321" y="290"/>
                  </a:lnTo>
                  <a:lnTo>
                    <a:pt x="1327" y="294"/>
                  </a:lnTo>
                  <a:lnTo>
                    <a:pt x="1332" y="298"/>
                  </a:lnTo>
                  <a:lnTo>
                    <a:pt x="1339" y="298"/>
                  </a:lnTo>
                  <a:lnTo>
                    <a:pt x="1349" y="295"/>
                  </a:lnTo>
                  <a:lnTo>
                    <a:pt x="1362" y="291"/>
                  </a:lnTo>
                  <a:lnTo>
                    <a:pt x="1372" y="291"/>
                  </a:lnTo>
                  <a:lnTo>
                    <a:pt x="1377" y="297"/>
                  </a:lnTo>
                  <a:lnTo>
                    <a:pt x="1377" y="305"/>
                  </a:lnTo>
                  <a:lnTo>
                    <a:pt x="1376" y="314"/>
                  </a:lnTo>
                  <a:lnTo>
                    <a:pt x="1379" y="319"/>
                  </a:lnTo>
                  <a:lnTo>
                    <a:pt x="1385" y="323"/>
                  </a:lnTo>
                  <a:lnTo>
                    <a:pt x="1390" y="329"/>
                  </a:lnTo>
                  <a:lnTo>
                    <a:pt x="1390" y="335"/>
                  </a:lnTo>
                  <a:lnTo>
                    <a:pt x="1387" y="342"/>
                  </a:lnTo>
                  <a:lnTo>
                    <a:pt x="1384" y="348"/>
                  </a:lnTo>
                  <a:close/>
                </a:path>
              </a:pathLst>
            </a:custGeom>
            <a:solidFill>
              <a:srgbClr val="DA9FC0">
                <a:alpha val="12900"/>
              </a:srgbClr>
            </a:solidFill>
            <a:ln>
              <a:noFill/>
            </a:ln>
          </p:spPr>
          <p:txBody>
            <a:bodyPr anchor="ctr"/>
            <a:lstStyle/>
            <a:p>
              <a:pPr algn="ctr">
                <a:buNone/>
              </a:pPr>
            </a:p>
          </p:txBody>
        </p:sp>
        <p:sp>
          <p:nvSpPr>
            <p:cNvPr id="7056" name="addition:input:55">
              <a:extLst>
                <a:ext uri="{FF2B5EF4-FFF2-40B4-BE49-F238E27FC236}">
                  <ns2:creationId id="{23DD6B3D-F0C4-48E6-98E7-2A5349241C97}"/>
                </a:ext>
              </a:extLst>
            </p:cNvPr>
            <p:cNvSpPr>
              <a:spLocks noGrp="1"/>
            </p:cNvSpPr>
            <p:nvPr/>
          </p:nvSpPr>
          <p:spPr>
            <a:xfrm>
              <a:off x="209550" y="5438775"/>
              <a:ext cx="2304288" cy="804169"/>
            </a:xfrm>
            <a:custGeom>
              <a:rect l="l" t="t" r="r" b="b"/>
              <a:pathLst>
                <a:path w="1400" h="429">
                  <a:moveTo>
                    <a:pt x="0" y="0"/>
                  </a:moveTo>
                  <a:moveTo>
                    <a:pt x="1397" y="359"/>
                  </a:moveTo>
                  <a:lnTo>
                    <a:pt x="1392" y="365"/>
                  </a:lnTo>
                  <a:lnTo>
                    <a:pt x="1388" y="370"/>
                  </a:lnTo>
                  <a:lnTo>
                    <a:pt x="1385" y="375"/>
                  </a:lnTo>
                  <a:lnTo>
                    <a:pt x="1380" y="380"/>
                  </a:lnTo>
                  <a:lnTo>
                    <a:pt x="1372" y="384"/>
                  </a:lnTo>
                  <a:lnTo>
                    <a:pt x="1365" y="387"/>
                  </a:lnTo>
                  <a:lnTo>
                    <a:pt x="1361" y="392"/>
                  </a:lnTo>
                  <a:lnTo>
                    <a:pt x="1360" y="398"/>
                  </a:lnTo>
                  <a:lnTo>
                    <a:pt x="1356" y="404"/>
                  </a:lnTo>
                  <a:lnTo>
                    <a:pt x="1349" y="407"/>
                  </a:lnTo>
                  <a:lnTo>
                    <a:pt x="1339" y="408"/>
                  </a:lnTo>
                  <a:lnTo>
                    <a:pt x="1330" y="409"/>
                  </a:lnTo>
                  <a:lnTo>
                    <a:pt x="1324" y="413"/>
                  </a:lnTo>
                  <a:lnTo>
                    <a:pt x="1318" y="420"/>
                  </a:lnTo>
                  <a:lnTo>
                    <a:pt x="1311" y="427"/>
                  </a:lnTo>
                  <a:lnTo>
                    <a:pt x="1302" y="429"/>
                  </a:lnTo>
                  <a:lnTo>
                    <a:pt x="1293" y="425"/>
                  </a:lnTo>
                  <a:lnTo>
                    <a:pt x="1284" y="419"/>
                  </a:lnTo>
                  <a:lnTo>
                    <a:pt x="1278" y="414"/>
                  </a:lnTo>
                  <a:lnTo>
                    <a:pt x="1271" y="412"/>
                  </a:lnTo>
                  <a:lnTo>
                    <a:pt x="1265" y="411"/>
                  </a:lnTo>
                  <a:lnTo>
                    <a:pt x="1259" y="409"/>
                  </a:lnTo>
                  <a:lnTo>
                    <a:pt x="1254" y="407"/>
                  </a:lnTo>
                  <a:lnTo>
                    <a:pt x="1247" y="407"/>
                  </a:lnTo>
                  <a:lnTo>
                    <a:pt x="1237" y="408"/>
                  </a:lnTo>
                  <a:lnTo>
                    <a:pt x="1227" y="408"/>
                  </a:lnTo>
                  <a:lnTo>
                    <a:pt x="1220" y="405"/>
                  </a:lnTo>
                  <a:lnTo>
                    <a:pt x="1219" y="398"/>
                  </a:lnTo>
                  <a:lnTo>
                    <a:pt x="1223" y="391"/>
                  </a:lnTo>
                  <a:lnTo>
                    <a:pt x="1225" y="384"/>
                  </a:lnTo>
                  <a:lnTo>
                    <a:pt x="1222" y="380"/>
                  </a:lnTo>
                  <a:lnTo>
                    <a:pt x="1216" y="375"/>
                  </a:lnTo>
                  <a:lnTo>
                    <a:pt x="1213" y="370"/>
                  </a:lnTo>
                  <a:lnTo>
                    <a:pt x="1215" y="365"/>
                  </a:lnTo>
                  <a:lnTo>
                    <a:pt x="1221" y="359"/>
                  </a:lnTo>
                  <a:lnTo>
                    <a:pt x="1226" y="354"/>
                  </a:lnTo>
                  <a:lnTo>
                    <a:pt x="1227" y="349"/>
                  </a:lnTo>
                  <a:lnTo>
                    <a:pt x="1224" y="344"/>
                  </a:lnTo>
                  <a:lnTo>
                    <a:pt x="1222" y="338"/>
                  </a:lnTo>
                  <a:lnTo>
                    <a:pt x="1222" y="332"/>
                  </a:lnTo>
                  <a:lnTo>
                    <a:pt x="1223" y="327"/>
                  </a:lnTo>
                  <a:lnTo>
                    <a:pt x="1223" y="320"/>
                  </a:lnTo>
                  <a:lnTo>
                    <a:pt x="1224" y="313"/>
                  </a:lnTo>
                  <a:lnTo>
                    <a:pt x="1228" y="308"/>
                  </a:lnTo>
                  <a:lnTo>
                    <a:pt x="1237" y="307"/>
                  </a:lnTo>
                  <a:lnTo>
                    <a:pt x="1248" y="310"/>
                  </a:lnTo>
                  <a:lnTo>
                    <a:pt x="1258" y="313"/>
                  </a:lnTo>
                  <a:lnTo>
                    <a:pt x="1264" y="313"/>
                  </a:lnTo>
                  <a:lnTo>
                    <a:pt x="1267" y="308"/>
                  </a:lnTo>
                  <a:lnTo>
                    <a:pt x="1271" y="301"/>
                  </a:lnTo>
                  <a:lnTo>
                    <a:pt x="1277" y="297"/>
                  </a:lnTo>
                  <a:lnTo>
                    <a:pt x="1285" y="297"/>
                  </a:lnTo>
                  <a:lnTo>
                    <a:pt x="1292" y="298"/>
                  </a:lnTo>
                  <a:lnTo>
                    <a:pt x="1300" y="299"/>
                  </a:lnTo>
                  <a:lnTo>
                    <a:pt x="1308" y="298"/>
                  </a:lnTo>
                  <a:lnTo>
                    <a:pt x="1317" y="297"/>
                  </a:lnTo>
                  <a:lnTo>
                    <a:pt x="1325" y="299"/>
                  </a:lnTo>
                  <a:lnTo>
                    <a:pt x="1332" y="304"/>
                  </a:lnTo>
                  <a:lnTo>
                    <a:pt x="1339" y="308"/>
                  </a:lnTo>
                  <a:lnTo>
                    <a:pt x="1347" y="310"/>
                  </a:lnTo>
                  <a:lnTo>
                    <a:pt x="1355" y="313"/>
                  </a:lnTo>
                  <a:lnTo>
                    <a:pt x="1360" y="319"/>
                  </a:lnTo>
                  <a:lnTo>
                    <a:pt x="1360" y="326"/>
                  </a:lnTo>
                  <a:lnTo>
                    <a:pt x="1358" y="333"/>
                  </a:lnTo>
                  <a:lnTo>
                    <a:pt x="1361" y="338"/>
                  </a:lnTo>
                  <a:lnTo>
                    <a:pt x="1370" y="340"/>
                  </a:lnTo>
                  <a:lnTo>
                    <a:pt x="1384" y="343"/>
                  </a:lnTo>
                  <a:lnTo>
                    <a:pt x="1396" y="347"/>
                  </a:lnTo>
                  <a:lnTo>
                    <a:pt x="1400" y="353"/>
                  </a:lnTo>
                  <a:close/>
                </a:path>
              </a:pathLst>
            </a:custGeom>
            <a:solidFill>
              <a:srgbClr val="CC79A7">
                <a:alpha val="10500"/>
              </a:srgbClr>
            </a:solidFill>
            <a:ln>
              <a:noFill/>
            </a:ln>
          </p:spPr>
          <p:txBody>
            <a:bodyPr anchor="ctr"/>
            <a:lstStyle/>
            <a:p>
              <a:pPr algn="ctr">
                <a:buNone/>
              </a:pPr>
            </a:p>
          </p:txBody>
        </p:sp>
        <p:sp>
          <p:nvSpPr>
            <p:cNvPr id="7057" name="addition:input:56">
              <a:extLst>
                <a:ext uri="{FF2B5EF4-FFF2-40B4-BE49-F238E27FC236}">
                  <ns2:creationId id="{4B1BEF9A-A464-48A2-AD7A-BA98856A277D}"/>
                </a:ext>
              </a:extLst>
            </p:cNvPr>
            <p:cNvSpPr>
              <a:spLocks noGrp="1"/>
            </p:cNvSpPr>
            <p:nvPr/>
          </p:nvSpPr>
          <p:spPr>
            <a:xfrm>
              <a:off x="209550" y="5438775"/>
              <a:ext cx="2142988" cy="686074"/>
            </a:xfrm>
            <a:custGeom>
              <a:rect l="l" t="t" r="r" b="b"/>
              <a:pathLst>
                <a:path w="1302" h="366">
                  <a:moveTo>
                    <a:pt x="0" y="0"/>
                  </a:moveTo>
                  <a:moveTo>
                    <a:pt x="1294" y="339"/>
                  </a:moveTo>
                  <a:lnTo>
                    <a:pt x="1295" y="341"/>
                  </a:lnTo>
                  <a:lnTo>
                    <a:pt x="1298" y="344"/>
                  </a:lnTo>
                  <a:lnTo>
                    <a:pt x="1301" y="347"/>
                  </a:lnTo>
                  <a:lnTo>
                    <a:pt x="1302" y="350"/>
                  </a:lnTo>
                  <a:lnTo>
                    <a:pt x="1299" y="352"/>
                  </a:lnTo>
                  <a:lnTo>
                    <a:pt x="1294" y="352"/>
                  </a:lnTo>
                  <a:lnTo>
                    <a:pt x="1289" y="353"/>
                  </a:lnTo>
                  <a:lnTo>
                    <a:pt x="1287" y="354"/>
                  </a:lnTo>
                  <a:lnTo>
                    <a:pt x="1286" y="356"/>
                  </a:lnTo>
                  <a:lnTo>
                    <a:pt x="1285" y="358"/>
                  </a:lnTo>
                  <a:lnTo>
                    <a:pt x="1282" y="360"/>
                  </a:lnTo>
                  <a:lnTo>
                    <a:pt x="1279" y="361"/>
                  </a:lnTo>
                  <a:lnTo>
                    <a:pt x="1276" y="362"/>
                  </a:lnTo>
                  <a:lnTo>
                    <a:pt x="1273" y="363"/>
                  </a:lnTo>
                  <a:lnTo>
                    <a:pt x="1270" y="365"/>
                  </a:lnTo>
                  <a:lnTo>
                    <a:pt x="1266" y="366"/>
                  </a:lnTo>
                  <a:lnTo>
                    <a:pt x="1262" y="366"/>
                  </a:lnTo>
                  <a:lnTo>
                    <a:pt x="1259" y="365"/>
                  </a:lnTo>
                  <a:lnTo>
                    <a:pt x="1255" y="365"/>
                  </a:lnTo>
                  <a:lnTo>
                    <a:pt x="1251" y="366"/>
                  </a:lnTo>
                  <a:lnTo>
                    <a:pt x="1247" y="366"/>
                  </a:lnTo>
                  <a:lnTo>
                    <a:pt x="1243" y="364"/>
                  </a:lnTo>
                  <a:lnTo>
                    <a:pt x="1242" y="360"/>
                  </a:lnTo>
                  <a:lnTo>
                    <a:pt x="1241" y="357"/>
                  </a:lnTo>
                  <a:lnTo>
                    <a:pt x="1240" y="355"/>
                  </a:lnTo>
                  <a:lnTo>
                    <a:pt x="1236" y="355"/>
                  </a:lnTo>
                  <a:lnTo>
                    <a:pt x="1231" y="355"/>
                  </a:lnTo>
                  <a:lnTo>
                    <a:pt x="1227" y="355"/>
                  </a:lnTo>
                  <a:lnTo>
                    <a:pt x="1224" y="353"/>
                  </a:lnTo>
                  <a:lnTo>
                    <a:pt x="1223" y="351"/>
                  </a:lnTo>
                  <a:lnTo>
                    <a:pt x="1222" y="349"/>
                  </a:lnTo>
                  <a:lnTo>
                    <a:pt x="1221" y="346"/>
                  </a:lnTo>
                  <a:lnTo>
                    <a:pt x="1221" y="344"/>
                  </a:lnTo>
                  <a:lnTo>
                    <a:pt x="1223" y="342"/>
                  </a:lnTo>
                  <a:lnTo>
                    <a:pt x="1226" y="339"/>
                  </a:lnTo>
                  <a:lnTo>
                    <a:pt x="1228" y="337"/>
                  </a:lnTo>
                  <a:lnTo>
                    <a:pt x="1228" y="335"/>
                  </a:lnTo>
                  <a:lnTo>
                    <a:pt x="1227" y="333"/>
                  </a:lnTo>
                  <a:lnTo>
                    <a:pt x="1228" y="330"/>
                  </a:lnTo>
                  <a:lnTo>
                    <a:pt x="1231" y="328"/>
                  </a:lnTo>
                  <a:lnTo>
                    <a:pt x="1234" y="327"/>
                  </a:lnTo>
                  <a:lnTo>
                    <a:pt x="1237" y="326"/>
                  </a:lnTo>
                  <a:lnTo>
                    <a:pt x="1238" y="324"/>
                  </a:lnTo>
                  <a:lnTo>
                    <a:pt x="1237" y="320"/>
                  </a:lnTo>
                  <a:lnTo>
                    <a:pt x="1238" y="317"/>
                  </a:lnTo>
                  <a:lnTo>
                    <a:pt x="1240" y="315"/>
                  </a:lnTo>
                  <a:lnTo>
                    <a:pt x="1244" y="314"/>
                  </a:lnTo>
                  <a:lnTo>
                    <a:pt x="1248" y="315"/>
                  </a:lnTo>
                  <a:lnTo>
                    <a:pt x="1251" y="315"/>
                  </a:lnTo>
                  <a:lnTo>
                    <a:pt x="1254" y="315"/>
                  </a:lnTo>
                  <a:lnTo>
                    <a:pt x="1257" y="316"/>
                  </a:lnTo>
                  <a:lnTo>
                    <a:pt x="1259" y="317"/>
                  </a:lnTo>
                  <a:lnTo>
                    <a:pt x="1262" y="318"/>
                  </a:lnTo>
                  <a:lnTo>
                    <a:pt x="1264" y="317"/>
                  </a:lnTo>
                  <a:lnTo>
                    <a:pt x="1267" y="315"/>
                  </a:lnTo>
                  <a:lnTo>
                    <a:pt x="1271" y="313"/>
                  </a:lnTo>
                  <a:lnTo>
                    <a:pt x="1274" y="313"/>
                  </a:lnTo>
                  <a:lnTo>
                    <a:pt x="1276" y="315"/>
                  </a:lnTo>
                  <a:lnTo>
                    <a:pt x="1278" y="318"/>
                  </a:lnTo>
                  <a:lnTo>
                    <a:pt x="1279" y="320"/>
                  </a:lnTo>
                  <a:lnTo>
                    <a:pt x="1282" y="321"/>
                  </a:lnTo>
                  <a:lnTo>
                    <a:pt x="1286" y="321"/>
                  </a:lnTo>
                  <a:lnTo>
                    <a:pt x="1289" y="323"/>
                  </a:lnTo>
                  <a:lnTo>
                    <a:pt x="1289" y="326"/>
                  </a:lnTo>
                  <a:lnTo>
                    <a:pt x="1289" y="329"/>
                  </a:lnTo>
                  <a:lnTo>
                    <a:pt x="1289" y="331"/>
                  </a:lnTo>
                  <a:lnTo>
                    <a:pt x="1290" y="333"/>
                  </a:lnTo>
                  <a:lnTo>
                    <a:pt x="1291" y="335"/>
                  </a:lnTo>
                  <a:lnTo>
                    <a:pt x="1293" y="337"/>
                  </a:lnTo>
                  <a:close/>
                </a:path>
              </a:pathLst>
            </a:custGeom>
            <a:solidFill>
              <a:srgbClr val="DA9FC0">
                <a:alpha val="9600"/>
              </a:srgbClr>
            </a:solidFill>
            <a:ln>
              <a:noFill/>
            </a:ln>
          </p:spPr>
          <p:txBody>
            <a:bodyPr anchor="ctr"/>
            <a:lstStyle/>
            <a:p>
              <a:pPr algn="ctr">
                <a:buNone/>
              </a:pPr>
            </a:p>
          </p:txBody>
        </p:sp>
        <p:sp>
          <p:nvSpPr>
            <p:cNvPr id="7058" name="addition:input:57">
              <a:extLst>
                <a:ext uri="{FF2B5EF4-FFF2-40B4-BE49-F238E27FC236}">
                  <ns2:creationId id="{B6E71034-37F5-4B9E-A4CF-2E140CA8F655}"/>
                </a:ext>
              </a:extLst>
            </p:cNvPr>
            <p:cNvSpPr>
              <a:spLocks noGrp="1"/>
            </p:cNvSpPr>
            <p:nvPr/>
          </p:nvSpPr>
          <p:spPr>
            <a:xfrm>
              <a:off x="209550" y="5438775"/>
              <a:ext cx="2182490" cy="646709"/>
            </a:xfrm>
            <a:custGeom>
              <a:rect l="l" t="t" r="r" b="b"/>
              <a:pathLst>
                <a:path w="1326" h="345">
                  <a:moveTo>
                    <a:pt x="0" y="0"/>
                  </a:moveTo>
                  <a:moveTo>
                    <a:pt x="1326" y="319"/>
                  </a:moveTo>
                  <a:lnTo>
                    <a:pt x="1325" y="321"/>
                  </a:lnTo>
                  <a:lnTo>
                    <a:pt x="1322" y="323"/>
                  </a:lnTo>
                  <a:lnTo>
                    <a:pt x="1320" y="325"/>
                  </a:lnTo>
                  <a:lnTo>
                    <a:pt x="1320" y="327"/>
                  </a:lnTo>
                  <a:lnTo>
                    <a:pt x="1319" y="329"/>
                  </a:lnTo>
                  <a:lnTo>
                    <a:pt x="1317" y="331"/>
                  </a:lnTo>
                  <a:lnTo>
                    <a:pt x="1313" y="332"/>
                  </a:lnTo>
                  <a:lnTo>
                    <a:pt x="1310" y="333"/>
                  </a:lnTo>
                  <a:lnTo>
                    <a:pt x="1308" y="335"/>
                  </a:lnTo>
                  <a:lnTo>
                    <a:pt x="1308" y="338"/>
                  </a:lnTo>
                  <a:lnTo>
                    <a:pt x="1307" y="342"/>
                  </a:lnTo>
                  <a:lnTo>
                    <a:pt x="1305" y="345"/>
                  </a:lnTo>
                  <a:lnTo>
                    <a:pt x="1302" y="345"/>
                  </a:lnTo>
                  <a:lnTo>
                    <a:pt x="1298" y="344"/>
                  </a:lnTo>
                  <a:lnTo>
                    <a:pt x="1294" y="342"/>
                  </a:lnTo>
                  <a:lnTo>
                    <a:pt x="1291" y="342"/>
                  </a:lnTo>
                  <a:lnTo>
                    <a:pt x="1288" y="342"/>
                  </a:lnTo>
                  <a:lnTo>
                    <a:pt x="1286" y="341"/>
                  </a:lnTo>
                  <a:lnTo>
                    <a:pt x="1284" y="341"/>
                  </a:lnTo>
                  <a:lnTo>
                    <a:pt x="1282" y="340"/>
                  </a:lnTo>
                  <a:lnTo>
                    <a:pt x="1279" y="341"/>
                  </a:lnTo>
                  <a:lnTo>
                    <a:pt x="1275" y="342"/>
                  </a:lnTo>
                  <a:lnTo>
                    <a:pt x="1272" y="343"/>
                  </a:lnTo>
                  <a:lnTo>
                    <a:pt x="1270" y="341"/>
                  </a:lnTo>
                  <a:lnTo>
                    <a:pt x="1269" y="339"/>
                  </a:lnTo>
                  <a:lnTo>
                    <a:pt x="1268" y="336"/>
                  </a:lnTo>
                  <a:lnTo>
                    <a:pt x="1266" y="335"/>
                  </a:lnTo>
                  <a:lnTo>
                    <a:pt x="1263" y="334"/>
                  </a:lnTo>
                  <a:lnTo>
                    <a:pt x="1260" y="333"/>
                  </a:lnTo>
                  <a:lnTo>
                    <a:pt x="1259" y="330"/>
                  </a:lnTo>
                  <a:lnTo>
                    <a:pt x="1260" y="327"/>
                  </a:lnTo>
                  <a:lnTo>
                    <a:pt x="1262" y="325"/>
                  </a:lnTo>
                  <a:lnTo>
                    <a:pt x="1263" y="323"/>
                  </a:lnTo>
                  <a:lnTo>
                    <a:pt x="1262" y="321"/>
                  </a:lnTo>
                  <a:lnTo>
                    <a:pt x="1260" y="319"/>
                  </a:lnTo>
                  <a:lnTo>
                    <a:pt x="1258" y="317"/>
                  </a:lnTo>
                  <a:lnTo>
                    <a:pt x="1257" y="314"/>
                  </a:lnTo>
                  <a:lnTo>
                    <a:pt x="1256" y="312"/>
                  </a:lnTo>
                  <a:lnTo>
                    <a:pt x="1254" y="309"/>
                  </a:lnTo>
                  <a:lnTo>
                    <a:pt x="1253" y="306"/>
                  </a:lnTo>
                  <a:lnTo>
                    <a:pt x="1255" y="304"/>
                  </a:lnTo>
                  <a:lnTo>
                    <a:pt x="1259" y="303"/>
                  </a:lnTo>
                  <a:lnTo>
                    <a:pt x="1264" y="304"/>
                  </a:lnTo>
                  <a:lnTo>
                    <a:pt x="1267" y="303"/>
                  </a:lnTo>
                  <a:lnTo>
                    <a:pt x="1268" y="301"/>
                  </a:lnTo>
                  <a:lnTo>
                    <a:pt x="1268" y="299"/>
                  </a:lnTo>
                  <a:lnTo>
                    <a:pt x="1270" y="297"/>
                  </a:lnTo>
                  <a:lnTo>
                    <a:pt x="1273" y="296"/>
                  </a:lnTo>
                  <a:lnTo>
                    <a:pt x="1277" y="296"/>
                  </a:lnTo>
                  <a:lnTo>
                    <a:pt x="1280" y="296"/>
                  </a:lnTo>
                  <a:lnTo>
                    <a:pt x="1282" y="295"/>
                  </a:lnTo>
                  <a:lnTo>
                    <a:pt x="1286" y="293"/>
                  </a:lnTo>
                  <a:lnTo>
                    <a:pt x="1289" y="292"/>
                  </a:lnTo>
                  <a:lnTo>
                    <a:pt x="1293" y="292"/>
                  </a:lnTo>
                  <a:lnTo>
                    <a:pt x="1296" y="293"/>
                  </a:lnTo>
                  <a:lnTo>
                    <a:pt x="1300" y="293"/>
                  </a:lnTo>
                  <a:lnTo>
                    <a:pt x="1304" y="294"/>
                  </a:lnTo>
                  <a:lnTo>
                    <a:pt x="1307" y="296"/>
                  </a:lnTo>
                  <a:lnTo>
                    <a:pt x="1308" y="298"/>
                  </a:lnTo>
                  <a:lnTo>
                    <a:pt x="1309" y="302"/>
                  </a:lnTo>
                  <a:lnTo>
                    <a:pt x="1310" y="304"/>
                  </a:lnTo>
                  <a:lnTo>
                    <a:pt x="1312" y="305"/>
                  </a:lnTo>
                  <a:lnTo>
                    <a:pt x="1317" y="305"/>
                  </a:lnTo>
                  <a:lnTo>
                    <a:pt x="1322" y="305"/>
                  </a:lnTo>
                  <a:lnTo>
                    <a:pt x="1326" y="307"/>
                  </a:lnTo>
                  <a:lnTo>
                    <a:pt x="1326" y="309"/>
                  </a:lnTo>
                  <a:lnTo>
                    <a:pt x="1326" y="312"/>
                  </a:lnTo>
                  <a:lnTo>
                    <a:pt x="1326" y="314"/>
                  </a:lnTo>
                  <a:lnTo>
                    <a:pt x="1326" y="316"/>
                  </a:lnTo>
                  <a:close/>
                </a:path>
              </a:pathLst>
            </a:custGeom>
            <a:solidFill>
              <a:srgbClr val="DA9FC0">
                <a:alpha val="9600"/>
              </a:srgbClr>
            </a:solidFill>
            <a:ln>
              <a:noFill/>
            </a:ln>
          </p:spPr>
          <p:txBody>
            <a:bodyPr anchor="ctr"/>
            <a:lstStyle/>
            <a:p>
              <a:pPr algn="ctr">
                <a:buNone/>
              </a:pPr>
            </a:p>
          </p:txBody>
        </p:sp>
        <p:sp>
          <p:nvSpPr>
            <p:cNvPr id="7059" name="addition:input:58">
              <a:extLst>
                <a:ext uri="{FF2B5EF4-FFF2-40B4-BE49-F238E27FC236}">
                  <ns2:creationId id="{5A45B3C9-D892-4082-8A27-C3134FC1549A}"/>
                </a:ext>
              </a:extLst>
            </p:cNvPr>
            <p:cNvSpPr>
              <a:spLocks noGrp="1"/>
            </p:cNvSpPr>
            <p:nvPr/>
          </p:nvSpPr>
          <p:spPr>
            <a:xfrm>
              <a:off x="209550" y="5438775"/>
              <a:ext cx="2240097" cy="659831"/>
            </a:xfrm>
            <a:custGeom>
              <a:rect l="l" t="t" r="r" b="b"/>
              <a:pathLst>
                <a:path w="1361" h="352">
                  <a:moveTo>
                    <a:pt x="0" y="0"/>
                  </a:moveTo>
                  <a:moveTo>
                    <a:pt x="1359" y="324"/>
                  </a:moveTo>
                  <a:lnTo>
                    <a:pt x="1359" y="327"/>
                  </a:lnTo>
                  <a:lnTo>
                    <a:pt x="1357" y="329"/>
                  </a:lnTo>
                  <a:lnTo>
                    <a:pt x="1353" y="331"/>
                  </a:lnTo>
                  <a:lnTo>
                    <a:pt x="1349" y="332"/>
                  </a:lnTo>
                  <a:lnTo>
                    <a:pt x="1348" y="334"/>
                  </a:lnTo>
                  <a:lnTo>
                    <a:pt x="1349" y="337"/>
                  </a:lnTo>
                  <a:lnTo>
                    <a:pt x="1350" y="341"/>
                  </a:lnTo>
                  <a:lnTo>
                    <a:pt x="1350" y="344"/>
                  </a:lnTo>
                  <a:lnTo>
                    <a:pt x="1348" y="346"/>
                  </a:lnTo>
                  <a:lnTo>
                    <a:pt x="1345" y="348"/>
                  </a:lnTo>
                  <a:lnTo>
                    <a:pt x="1343" y="349"/>
                  </a:lnTo>
                  <a:lnTo>
                    <a:pt x="1340" y="350"/>
                  </a:lnTo>
                  <a:lnTo>
                    <a:pt x="1336" y="350"/>
                  </a:lnTo>
                  <a:lnTo>
                    <a:pt x="1333" y="348"/>
                  </a:lnTo>
                  <a:lnTo>
                    <a:pt x="1330" y="347"/>
                  </a:lnTo>
                  <a:lnTo>
                    <a:pt x="1328" y="347"/>
                  </a:lnTo>
                  <a:lnTo>
                    <a:pt x="1326" y="349"/>
                  </a:lnTo>
                  <a:lnTo>
                    <a:pt x="1323" y="351"/>
                  </a:lnTo>
                  <a:lnTo>
                    <a:pt x="1320" y="352"/>
                  </a:lnTo>
                  <a:lnTo>
                    <a:pt x="1318" y="351"/>
                  </a:lnTo>
                  <a:lnTo>
                    <a:pt x="1315" y="349"/>
                  </a:lnTo>
                  <a:lnTo>
                    <a:pt x="1313" y="348"/>
                  </a:lnTo>
                  <a:lnTo>
                    <a:pt x="1310" y="348"/>
                  </a:lnTo>
                  <a:lnTo>
                    <a:pt x="1306" y="348"/>
                  </a:lnTo>
                  <a:lnTo>
                    <a:pt x="1303" y="348"/>
                  </a:lnTo>
                  <a:lnTo>
                    <a:pt x="1300" y="346"/>
                  </a:lnTo>
                  <a:lnTo>
                    <a:pt x="1299" y="343"/>
                  </a:lnTo>
                  <a:lnTo>
                    <a:pt x="1298" y="340"/>
                  </a:lnTo>
                  <a:lnTo>
                    <a:pt x="1297" y="338"/>
                  </a:lnTo>
                  <a:lnTo>
                    <a:pt x="1296" y="335"/>
                  </a:lnTo>
                  <a:lnTo>
                    <a:pt x="1296" y="333"/>
                  </a:lnTo>
                  <a:lnTo>
                    <a:pt x="1296" y="330"/>
                  </a:lnTo>
                  <a:lnTo>
                    <a:pt x="1295" y="328"/>
                  </a:lnTo>
                  <a:lnTo>
                    <a:pt x="1292" y="327"/>
                  </a:lnTo>
                  <a:lnTo>
                    <a:pt x="1286" y="324"/>
                  </a:lnTo>
                  <a:lnTo>
                    <a:pt x="1283" y="322"/>
                  </a:lnTo>
                  <a:lnTo>
                    <a:pt x="1282" y="319"/>
                  </a:lnTo>
                  <a:lnTo>
                    <a:pt x="1285" y="317"/>
                  </a:lnTo>
                  <a:lnTo>
                    <a:pt x="1289" y="315"/>
                  </a:lnTo>
                  <a:lnTo>
                    <a:pt x="1291" y="313"/>
                  </a:lnTo>
                  <a:lnTo>
                    <a:pt x="1292" y="311"/>
                  </a:lnTo>
                  <a:lnTo>
                    <a:pt x="1293" y="309"/>
                  </a:lnTo>
                  <a:lnTo>
                    <a:pt x="1295" y="307"/>
                  </a:lnTo>
                  <a:lnTo>
                    <a:pt x="1298" y="306"/>
                  </a:lnTo>
                  <a:lnTo>
                    <a:pt x="1301" y="305"/>
                  </a:lnTo>
                  <a:lnTo>
                    <a:pt x="1303" y="303"/>
                  </a:lnTo>
                  <a:lnTo>
                    <a:pt x="1306" y="301"/>
                  </a:lnTo>
                  <a:lnTo>
                    <a:pt x="1309" y="300"/>
                  </a:lnTo>
                  <a:lnTo>
                    <a:pt x="1312" y="299"/>
                  </a:lnTo>
                  <a:lnTo>
                    <a:pt x="1316" y="299"/>
                  </a:lnTo>
                  <a:lnTo>
                    <a:pt x="1319" y="298"/>
                  </a:lnTo>
                  <a:lnTo>
                    <a:pt x="1322" y="295"/>
                  </a:lnTo>
                  <a:lnTo>
                    <a:pt x="1326" y="293"/>
                  </a:lnTo>
                  <a:lnTo>
                    <a:pt x="1331" y="293"/>
                  </a:lnTo>
                  <a:lnTo>
                    <a:pt x="1334" y="296"/>
                  </a:lnTo>
                  <a:lnTo>
                    <a:pt x="1336" y="300"/>
                  </a:lnTo>
                  <a:lnTo>
                    <a:pt x="1338" y="303"/>
                  </a:lnTo>
                  <a:lnTo>
                    <a:pt x="1340" y="304"/>
                  </a:lnTo>
                  <a:lnTo>
                    <a:pt x="1344" y="304"/>
                  </a:lnTo>
                  <a:lnTo>
                    <a:pt x="1347" y="305"/>
                  </a:lnTo>
                  <a:lnTo>
                    <a:pt x="1350" y="305"/>
                  </a:lnTo>
                  <a:lnTo>
                    <a:pt x="1353" y="307"/>
                  </a:lnTo>
                  <a:lnTo>
                    <a:pt x="1355" y="308"/>
                  </a:lnTo>
                  <a:lnTo>
                    <a:pt x="1358" y="309"/>
                  </a:lnTo>
                  <a:lnTo>
                    <a:pt x="1361" y="311"/>
                  </a:lnTo>
                  <a:lnTo>
                    <a:pt x="1360" y="314"/>
                  </a:lnTo>
                  <a:lnTo>
                    <a:pt x="1359" y="317"/>
                  </a:lnTo>
                  <a:lnTo>
                    <a:pt x="1357" y="320"/>
                  </a:lnTo>
                  <a:lnTo>
                    <a:pt x="1358" y="322"/>
                  </a:lnTo>
                  <a:close/>
                </a:path>
              </a:pathLst>
            </a:custGeom>
            <a:solidFill>
              <a:srgbClr val="DA9FC0">
                <a:alpha val="9600"/>
              </a:srgbClr>
            </a:solidFill>
            <a:ln>
              <a:noFill/>
            </a:ln>
          </p:spPr>
          <p:txBody>
            <a:bodyPr anchor="ctr"/>
            <a:lstStyle/>
            <a:p>
              <a:pPr algn="ctr">
                <a:buNone/>
              </a:pPr>
            </a:p>
          </p:txBody>
        </p:sp>
        <p:sp>
          <p:nvSpPr>
            <p:cNvPr id="7060" name="addition:input:59">
              <a:extLst>
                <a:ext uri="{FF2B5EF4-FFF2-40B4-BE49-F238E27FC236}">
                  <ns2:creationId id="{5F028C3C-7DAE-48F0-A3DF-D42A946297CC}"/>
                </a:ext>
              </a:extLst>
            </p:cNvPr>
            <p:cNvSpPr>
              <a:spLocks noGrp="1"/>
            </p:cNvSpPr>
            <p:nvPr/>
          </p:nvSpPr>
          <p:spPr>
            <a:xfrm>
              <a:off x="209550" y="5438775"/>
              <a:ext cx="2292767" cy="712318"/>
            </a:xfrm>
            <a:custGeom>
              <a:rect l="l" t="t" r="r" b="b"/>
              <a:pathLst>
                <a:path w="1393" h="380">
                  <a:moveTo>
                    <a:pt x="0" y="0"/>
                  </a:moveTo>
                  <a:moveTo>
                    <a:pt x="1392" y="347"/>
                  </a:moveTo>
                  <a:lnTo>
                    <a:pt x="1393" y="350"/>
                  </a:lnTo>
                  <a:lnTo>
                    <a:pt x="1393" y="352"/>
                  </a:lnTo>
                  <a:lnTo>
                    <a:pt x="1392" y="355"/>
                  </a:lnTo>
                  <a:lnTo>
                    <a:pt x="1389" y="357"/>
                  </a:lnTo>
                  <a:lnTo>
                    <a:pt x="1386" y="359"/>
                  </a:lnTo>
                  <a:lnTo>
                    <a:pt x="1384" y="361"/>
                  </a:lnTo>
                  <a:lnTo>
                    <a:pt x="1382" y="364"/>
                  </a:lnTo>
                  <a:lnTo>
                    <a:pt x="1379" y="365"/>
                  </a:lnTo>
                  <a:lnTo>
                    <a:pt x="1375" y="366"/>
                  </a:lnTo>
                  <a:lnTo>
                    <a:pt x="1371" y="367"/>
                  </a:lnTo>
                  <a:lnTo>
                    <a:pt x="1369" y="368"/>
                  </a:lnTo>
                  <a:lnTo>
                    <a:pt x="1367" y="372"/>
                  </a:lnTo>
                  <a:lnTo>
                    <a:pt x="1366" y="377"/>
                  </a:lnTo>
                  <a:lnTo>
                    <a:pt x="1363" y="380"/>
                  </a:lnTo>
                  <a:lnTo>
                    <a:pt x="1358" y="380"/>
                  </a:lnTo>
                  <a:lnTo>
                    <a:pt x="1354" y="378"/>
                  </a:lnTo>
                  <a:lnTo>
                    <a:pt x="1350" y="375"/>
                  </a:lnTo>
                  <a:lnTo>
                    <a:pt x="1346" y="374"/>
                  </a:lnTo>
                  <a:lnTo>
                    <a:pt x="1343" y="374"/>
                  </a:lnTo>
                  <a:lnTo>
                    <a:pt x="1340" y="373"/>
                  </a:lnTo>
                  <a:lnTo>
                    <a:pt x="1337" y="372"/>
                  </a:lnTo>
                  <a:lnTo>
                    <a:pt x="1335" y="371"/>
                  </a:lnTo>
                  <a:lnTo>
                    <a:pt x="1332" y="371"/>
                  </a:lnTo>
                  <a:lnTo>
                    <a:pt x="1328" y="371"/>
                  </a:lnTo>
                  <a:lnTo>
                    <a:pt x="1324" y="371"/>
                  </a:lnTo>
                  <a:lnTo>
                    <a:pt x="1322" y="369"/>
                  </a:lnTo>
                  <a:lnTo>
                    <a:pt x="1321" y="366"/>
                  </a:lnTo>
                  <a:lnTo>
                    <a:pt x="1321" y="364"/>
                  </a:lnTo>
                  <a:lnTo>
                    <a:pt x="1319" y="362"/>
                  </a:lnTo>
                  <a:lnTo>
                    <a:pt x="1315" y="360"/>
                  </a:lnTo>
                  <a:lnTo>
                    <a:pt x="1312" y="358"/>
                  </a:lnTo>
                  <a:lnTo>
                    <a:pt x="1312" y="355"/>
                  </a:lnTo>
                  <a:lnTo>
                    <a:pt x="1316" y="352"/>
                  </a:lnTo>
                  <a:lnTo>
                    <a:pt x="1320" y="349"/>
                  </a:lnTo>
                  <a:lnTo>
                    <a:pt x="1322" y="347"/>
                  </a:lnTo>
                  <a:lnTo>
                    <a:pt x="1321" y="345"/>
                  </a:lnTo>
                  <a:lnTo>
                    <a:pt x="1320" y="342"/>
                  </a:lnTo>
                  <a:lnTo>
                    <a:pt x="1319" y="340"/>
                  </a:lnTo>
                  <a:lnTo>
                    <a:pt x="1318" y="337"/>
                  </a:lnTo>
                  <a:lnTo>
                    <a:pt x="1318" y="334"/>
                  </a:lnTo>
                  <a:lnTo>
                    <a:pt x="1317" y="331"/>
                  </a:lnTo>
                  <a:lnTo>
                    <a:pt x="1317" y="327"/>
                  </a:lnTo>
                  <a:lnTo>
                    <a:pt x="1319" y="325"/>
                  </a:lnTo>
                  <a:lnTo>
                    <a:pt x="1324" y="325"/>
                  </a:lnTo>
                  <a:lnTo>
                    <a:pt x="1328" y="325"/>
                  </a:lnTo>
                  <a:lnTo>
                    <a:pt x="1332" y="325"/>
                  </a:lnTo>
                  <a:lnTo>
                    <a:pt x="1333" y="324"/>
                  </a:lnTo>
                  <a:lnTo>
                    <a:pt x="1335" y="321"/>
                  </a:lnTo>
                  <a:lnTo>
                    <a:pt x="1337" y="319"/>
                  </a:lnTo>
                  <a:lnTo>
                    <a:pt x="1340" y="319"/>
                  </a:lnTo>
                  <a:lnTo>
                    <a:pt x="1343" y="320"/>
                  </a:lnTo>
                  <a:lnTo>
                    <a:pt x="1346" y="321"/>
                  </a:lnTo>
                  <a:lnTo>
                    <a:pt x="1349" y="320"/>
                  </a:lnTo>
                  <a:lnTo>
                    <a:pt x="1353" y="318"/>
                  </a:lnTo>
                  <a:lnTo>
                    <a:pt x="1357" y="317"/>
                  </a:lnTo>
                  <a:lnTo>
                    <a:pt x="1361" y="317"/>
                  </a:lnTo>
                  <a:lnTo>
                    <a:pt x="1364" y="318"/>
                  </a:lnTo>
                  <a:lnTo>
                    <a:pt x="1368" y="319"/>
                  </a:lnTo>
                  <a:lnTo>
                    <a:pt x="1372" y="321"/>
                  </a:lnTo>
                  <a:lnTo>
                    <a:pt x="1374" y="323"/>
                  </a:lnTo>
                  <a:lnTo>
                    <a:pt x="1376" y="326"/>
                  </a:lnTo>
                  <a:lnTo>
                    <a:pt x="1375" y="330"/>
                  </a:lnTo>
                  <a:lnTo>
                    <a:pt x="1375" y="333"/>
                  </a:lnTo>
                  <a:lnTo>
                    <a:pt x="1378" y="335"/>
                  </a:lnTo>
                  <a:lnTo>
                    <a:pt x="1384" y="335"/>
                  </a:lnTo>
                  <a:lnTo>
                    <a:pt x="1389" y="336"/>
                  </a:lnTo>
                  <a:lnTo>
                    <a:pt x="1393" y="338"/>
                  </a:lnTo>
                  <a:lnTo>
                    <a:pt x="1393" y="341"/>
                  </a:lnTo>
                  <a:lnTo>
                    <a:pt x="1392" y="344"/>
                  </a:lnTo>
                  <a:close/>
                </a:path>
              </a:pathLst>
            </a:custGeom>
            <a:solidFill>
              <a:srgbClr val="DA9FC0">
                <a:alpha val="9600"/>
              </a:srgbClr>
            </a:solidFill>
            <a:ln>
              <a:noFill/>
            </a:ln>
          </p:spPr>
          <p:txBody>
            <a:bodyPr anchor="ctr"/>
            <a:lstStyle/>
            <a:p>
              <a:pPr algn="ctr">
                <a:buNone/>
              </a:pPr>
            </a:p>
          </p:txBody>
        </p:sp>
        <p:sp>
          <p:nvSpPr>
            <p:cNvPr id="7061" name="addition:input:60">
              <a:extLst>
                <a:ext uri="{FF2B5EF4-FFF2-40B4-BE49-F238E27FC236}">
                  <ns2:creationId id="{15BC7A6F-BFF3-4A81-986F-6663F1C37C2C}"/>
                </a:ext>
              </a:extLst>
            </p:cNvPr>
            <p:cNvSpPr>
              <a:spLocks noGrp="1"/>
            </p:cNvSpPr>
            <p:nvPr/>
          </p:nvSpPr>
          <p:spPr>
            <a:xfrm>
              <a:off x="209550" y="5438775"/>
              <a:ext cx="2274661" cy="755432"/>
            </a:xfrm>
            <a:custGeom>
              <a:rect l="l" t="t" r="r" b="b"/>
              <a:pathLst>
                <a:path w="1382" h="403">
                  <a:moveTo>
                    <a:pt x="0" y="0"/>
                  </a:moveTo>
                  <a:moveTo>
                    <a:pt x="1381" y="372"/>
                  </a:moveTo>
                  <a:lnTo>
                    <a:pt x="1376" y="374"/>
                  </a:lnTo>
                  <a:lnTo>
                    <a:pt x="1368" y="377"/>
                  </a:lnTo>
                  <a:lnTo>
                    <a:pt x="1363" y="378"/>
                  </a:lnTo>
                  <a:lnTo>
                    <a:pt x="1361" y="380"/>
                  </a:lnTo>
                  <a:lnTo>
                    <a:pt x="1362" y="383"/>
                  </a:lnTo>
                  <a:lnTo>
                    <a:pt x="1362" y="386"/>
                  </a:lnTo>
                  <a:lnTo>
                    <a:pt x="1361" y="389"/>
                  </a:lnTo>
                  <a:lnTo>
                    <a:pt x="1358" y="391"/>
                  </a:lnTo>
                  <a:lnTo>
                    <a:pt x="1355" y="394"/>
                  </a:lnTo>
                  <a:lnTo>
                    <a:pt x="1353" y="397"/>
                  </a:lnTo>
                  <a:lnTo>
                    <a:pt x="1350" y="399"/>
                  </a:lnTo>
                  <a:lnTo>
                    <a:pt x="1345" y="400"/>
                  </a:lnTo>
                  <a:lnTo>
                    <a:pt x="1340" y="399"/>
                  </a:lnTo>
                  <a:lnTo>
                    <a:pt x="1336" y="399"/>
                  </a:lnTo>
                  <a:lnTo>
                    <a:pt x="1333" y="400"/>
                  </a:lnTo>
                  <a:lnTo>
                    <a:pt x="1329" y="402"/>
                  </a:lnTo>
                  <a:lnTo>
                    <a:pt x="1326" y="403"/>
                  </a:lnTo>
                  <a:lnTo>
                    <a:pt x="1322" y="401"/>
                  </a:lnTo>
                  <a:lnTo>
                    <a:pt x="1319" y="398"/>
                  </a:lnTo>
                  <a:lnTo>
                    <a:pt x="1317" y="396"/>
                  </a:lnTo>
                  <a:lnTo>
                    <a:pt x="1314" y="396"/>
                  </a:lnTo>
                  <a:lnTo>
                    <a:pt x="1310" y="397"/>
                  </a:lnTo>
                  <a:lnTo>
                    <a:pt x="1304" y="399"/>
                  </a:lnTo>
                  <a:lnTo>
                    <a:pt x="1300" y="399"/>
                  </a:lnTo>
                  <a:lnTo>
                    <a:pt x="1296" y="398"/>
                  </a:lnTo>
                  <a:lnTo>
                    <a:pt x="1294" y="395"/>
                  </a:lnTo>
                  <a:lnTo>
                    <a:pt x="1292" y="393"/>
                  </a:lnTo>
                  <a:lnTo>
                    <a:pt x="1290" y="390"/>
                  </a:lnTo>
                  <a:lnTo>
                    <a:pt x="1290" y="387"/>
                  </a:lnTo>
                  <a:lnTo>
                    <a:pt x="1291" y="384"/>
                  </a:lnTo>
                  <a:lnTo>
                    <a:pt x="1293" y="381"/>
                  </a:lnTo>
                  <a:lnTo>
                    <a:pt x="1292" y="378"/>
                  </a:lnTo>
                  <a:lnTo>
                    <a:pt x="1287" y="377"/>
                  </a:lnTo>
                  <a:lnTo>
                    <a:pt x="1282" y="374"/>
                  </a:lnTo>
                  <a:lnTo>
                    <a:pt x="1280" y="372"/>
                  </a:lnTo>
                  <a:lnTo>
                    <a:pt x="1280" y="369"/>
                  </a:lnTo>
                  <a:lnTo>
                    <a:pt x="1283" y="366"/>
                  </a:lnTo>
                  <a:lnTo>
                    <a:pt x="1284" y="364"/>
                  </a:lnTo>
                  <a:lnTo>
                    <a:pt x="1282" y="361"/>
                  </a:lnTo>
                  <a:lnTo>
                    <a:pt x="1280" y="358"/>
                  </a:lnTo>
                  <a:lnTo>
                    <a:pt x="1280" y="355"/>
                  </a:lnTo>
                  <a:lnTo>
                    <a:pt x="1283" y="352"/>
                  </a:lnTo>
                  <a:lnTo>
                    <a:pt x="1287" y="351"/>
                  </a:lnTo>
                  <a:lnTo>
                    <a:pt x="1292" y="351"/>
                  </a:lnTo>
                  <a:lnTo>
                    <a:pt x="1295" y="350"/>
                  </a:lnTo>
                  <a:lnTo>
                    <a:pt x="1299" y="349"/>
                  </a:lnTo>
                  <a:lnTo>
                    <a:pt x="1303" y="348"/>
                  </a:lnTo>
                  <a:lnTo>
                    <a:pt x="1307" y="348"/>
                  </a:lnTo>
                  <a:lnTo>
                    <a:pt x="1310" y="347"/>
                  </a:lnTo>
                  <a:lnTo>
                    <a:pt x="1313" y="344"/>
                  </a:lnTo>
                  <a:lnTo>
                    <a:pt x="1316" y="340"/>
                  </a:lnTo>
                  <a:lnTo>
                    <a:pt x="1321" y="337"/>
                  </a:lnTo>
                  <a:lnTo>
                    <a:pt x="1326" y="337"/>
                  </a:lnTo>
                  <a:lnTo>
                    <a:pt x="1331" y="340"/>
                  </a:lnTo>
                  <a:lnTo>
                    <a:pt x="1335" y="343"/>
                  </a:lnTo>
                  <a:lnTo>
                    <a:pt x="1339" y="345"/>
                  </a:lnTo>
                  <a:lnTo>
                    <a:pt x="1344" y="345"/>
                  </a:lnTo>
                  <a:lnTo>
                    <a:pt x="1349" y="346"/>
                  </a:lnTo>
                  <a:lnTo>
                    <a:pt x="1353" y="347"/>
                  </a:lnTo>
                  <a:lnTo>
                    <a:pt x="1356" y="350"/>
                  </a:lnTo>
                  <a:lnTo>
                    <a:pt x="1358" y="352"/>
                  </a:lnTo>
                  <a:lnTo>
                    <a:pt x="1361" y="353"/>
                  </a:lnTo>
                  <a:lnTo>
                    <a:pt x="1365" y="355"/>
                  </a:lnTo>
                  <a:lnTo>
                    <a:pt x="1368" y="357"/>
                  </a:lnTo>
                  <a:lnTo>
                    <a:pt x="1370" y="359"/>
                  </a:lnTo>
                  <a:lnTo>
                    <a:pt x="1371" y="361"/>
                  </a:lnTo>
                  <a:lnTo>
                    <a:pt x="1374" y="364"/>
                  </a:lnTo>
                  <a:lnTo>
                    <a:pt x="1378" y="366"/>
                  </a:lnTo>
                  <a:lnTo>
                    <a:pt x="1382" y="369"/>
                  </a:lnTo>
                  <a:close/>
                </a:path>
              </a:pathLst>
            </a:custGeom>
            <a:solidFill>
              <a:srgbClr val="DA9FC0">
                <a:alpha val="9600"/>
              </a:srgbClr>
            </a:solidFill>
            <a:ln>
              <a:noFill/>
            </a:ln>
          </p:spPr>
          <p:txBody>
            <a:bodyPr anchor="ctr"/>
            <a:lstStyle/>
            <a:p>
              <a:pPr algn="ctr">
                <a:buNone/>
              </a:pPr>
            </a:p>
          </p:txBody>
        </p:sp>
        <p:sp>
          <p:nvSpPr>
            <p:cNvPr id="7062" name="addition:input:61">
              <a:extLst>
                <a:ext uri="{FF2B5EF4-FFF2-40B4-BE49-F238E27FC236}">
                  <ns2:creationId id="{F29B50E5-70D2-47A5-80F8-370C3F6A67AD}"/>
                </a:ext>
              </a:extLst>
            </p:cNvPr>
            <p:cNvSpPr>
              <a:spLocks noGrp="1"/>
            </p:cNvSpPr>
            <p:nvPr/>
          </p:nvSpPr>
          <p:spPr>
            <a:xfrm>
              <a:off x="209550" y="5438775"/>
              <a:ext cx="2189074" cy="762930"/>
            </a:xfrm>
            <a:custGeom>
              <a:rect l="l" t="t" r="r" b="b"/>
              <a:pathLst>
                <a:path w="1330" h="407">
                  <a:moveTo>
                    <a:pt x="0" y="0"/>
                  </a:moveTo>
                  <a:moveTo>
                    <a:pt x="1330" y="374"/>
                  </a:moveTo>
                  <a:lnTo>
                    <a:pt x="1330" y="377"/>
                  </a:lnTo>
                  <a:lnTo>
                    <a:pt x="1328" y="380"/>
                  </a:lnTo>
                  <a:lnTo>
                    <a:pt x="1326" y="383"/>
                  </a:lnTo>
                  <a:lnTo>
                    <a:pt x="1324" y="385"/>
                  </a:lnTo>
                  <a:lnTo>
                    <a:pt x="1321" y="387"/>
                  </a:lnTo>
                  <a:lnTo>
                    <a:pt x="1318" y="389"/>
                  </a:lnTo>
                  <a:lnTo>
                    <a:pt x="1314" y="390"/>
                  </a:lnTo>
                  <a:lnTo>
                    <a:pt x="1311" y="391"/>
                  </a:lnTo>
                  <a:lnTo>
                    <a:pt x="1309" y="394"/>
                  </a:lnTo>
                  <a:lnTo>
                    <a:pt x="1308" y="397"/>
                  </a:lnTo>
                  <a:lnTo>
                    <a:pt x="1306" y="400"/>
                  </a:lnTo>
                  <a:lnTo>
                    <a:pt x="1302" y="401"/>
                  </a:lnTo>
                  <a:lnTo>
                    <a:pt x="1298" y="401"/>
                  </a:lnTo>
                  <a:lnTo>
                    <a:pt x="1293" y="401"/>
                  </a:lnTo>
                  <a:lnTo>
                    <a:pt x="1290" y="402"/>
                  </a:lnTo>
                  <a:lnTo>
                    <a:pt x="1286" y="405"/>
                  </a:lnTo>
                  <a:lnTo>
                    <a:pt x="1282" y="407"/>
                  </a:lnTo>
                  <a:lnTo>
                    <a:pt x="1278" y="407"/>
                  </a:lnTo>
                  <a:lnTo>
                    <a:pt x="1274" y="405"/>
                  </a:lnTo>
                  <a:lnTo>
                    <a:pt x="1271" y="402"/>
                  </a:lnTo>
                  <a:lnTo>
                    <a:pt x="1268" y="400"/>
                  </a:lnTo>
                  <a:lnTo>
                    <a:pt x="1265" y="398"/>
                  </a:lnTo>
                  <a:lnTo>
                    <a:pt x="1262" y="397"/>
                  </a:lnTo>
                  <a:lnTo>
                    <a:pt x="1260" y="396"/>
                  </a:lnTo>
                  <a:lnTo>
                    <a:pt x="1257" y="395"/>
                  </a:lnTo>
                  <a:lnTo>
                    <a:pt x="1253" y="395"/>
                  </a:lnTo>
                  <a:lnTo>
                    <a:pt x="1248" y="395"/>
                  </a:lnTo>
                  <a:lnTo>
                    <a:pt x="1243" y="394"/>
                  </a:lnTo>
                  <a:lnTo>
                    <a:pt x="1241" y="392"/>
                  </a:lnTo>
                  <a:lnTo>
                    <a:pt x="1242" y="388"/>
                  </a:lnTo>
                  <a:lnTo>
                    <a:pt x="1245" y="385"/>
                  </a:lnTo>
                  <a:lnTo>
                    <a:pt x="1247" y="382"/>
                  </a:lnTo>
                  <a:lnTo>
                    <a:pt x="1246" y="379"/>
                  </a:lnTo>
                  <a:lnTo>
                    <a:pt x="1245" y="377"/>
                  </a:lnTo>
                  <a:lnTo>
                    <a:pt x="1244" y="374"/>
                  </a:lnTo>
                  <a:lnTo>
                    <a:pt x="1246" y="372"/>
                  </a:lnTo>
                  <a:lnTo>
                    <a:pt x="1249" y="370"/>
                  </a:lnTo>
                  <a:lnTo>
                    <a:pt x="1250" y="367"/>
                  </a:lnTo>
                  <a:lnTo>
                    <a:pt x="1251" y="365"/>
                  </a:lnTo>
                  <a:lnTo>
                    <a:pt x="1250" y="362"/>
                  </a:lnTo>
                  <a:lnTo>
                    <a:pt x="1251" y="359"/>
                  </a:lnTo>
                  <a:lnTo>
                    <a:pt x="1252" y="357"/>
                  </a:lnTo>
                  <a:lnTo>
                    <a:pt x="1254" y="355"/>
                  </a:lnTo>
                  <a:lnTo>
                    <a:pt x="1254" y="352"/>
                  </a:lnTo>
                  <a:lnTo>
                    <a:pt x="1255" y="349"/>
                  </a:lnTo>
                  <a:lnTo>
                    <a:pt x="1258" y="347"/>
                  </a:lnTo>
                  <a:lnTo>
                    <a:pt x="1263" y="347"/>
                  </a:lnTo>
                  <a:lnTo>
                    <a:pt x="1268" y="350"/>
                  </a:lnTo>
                  <a:lnTo>
                    <a:pt x="1271" y="352"/>
                  </a:lnTo>
                  <a:lnTo>
                    <a:pt x="1274" y="351"/>
                  </a:lnTo>
                  <a:lnTo>
                    <a:pt x="1276" y="349"/>
                  </a:lnTo>
                  <a:lnTo>
                    <a:pt x="1278" y="346"/>
                  </a:lnTo>
                  <a:lnTo>
                    <a:pt x="1282" y="345"/>
                  </a:lnTo>
                  <a:lnTo>
                    <a:pt x="1285" y="345"/>
                  </a:lnTo>
                  <a:lnTo>
                    <a:pt x="1288" y="345"/>
                  </a:lnTo>
                  <a:lnTo>
                    <a:pt x="1292" y="346"/>
                  </a:lnTo>
                  <a:lnTo>
                    <a:pt x="1296" y="346"/>
                  </a:lnTo>
                  <a:lnTo>
                    <a:pt x="1299" y="347"/>
                  </a:lnTo>
                  <a:lnTo>
                    <a:pt x="1302" y="349"/>
                  </a:lnTo>
                  <a:lnTo>
                    <a:pt x="1304" y="352"/>
                  </a:lnTo>
                  <a:lnTo>
                    <a:pt x="1307" y="354"/>
                  </a:lnTo>
                  <a:lnTo>
                    <a:pt x="1310" y="355"/>
                  </a:lnTo>
                  <a:lnTo>
                    <a:pt x="1314" y="357"/>
                  </a:lnTo>
                  <a:lnTo>
                    <a:pt x="1315" y="360"/>
                  </a:lnTo>
                  <a:lnTo>
                    <a:pt x="1315" y="363"/>
                  </a:lnTo>
                  <a:lnTo>
                    <a:pt x="1314" y="366"/>
                  </a:lnTo>
                  <a:lnTo>
                    <a:pt x="1315" y="368"/>
                  </a:lnTo>
                  <a:lnTo>
                    <a:pt x="1320" y="370"/>
                  </a:lnTo>
                  <a:lnTo>
                    <a:pt x="1326" y="372"/>
                  </a:lnTo>
                  <a:close/>
                </a:path>
              </a:pathLst>
            </a:custGeom>
            <a:solidFill>
              <a:srgbClr val="DA9FC0">
                <a:alpha val="9600"/>
              </a:srgbClr>
            </a:solidFill>
            <a:ln>
              <a:noFill/>
            </a:ln>
          </p:spPr>
          <p:txBody>
            <a:bodyPr anchor="ctr"/>
            <a:lstStyle/>
            <a:p>
              <a:pPr algn="ctr">
                <a:buNone/>
              </a:pPr>
            </a:p>
          </p:txBody>
        </p:sp>
        <p:sp>
          <p:nvSpPr>
            <p:cNvPr id="7063" name="addition:input:62">
              <a:extLst>
                <a:ext uri="{FF2B5EF4-FFF2-40B4-BE49-F238E27FC236}">
                  <ns2:creationId id="{94D0F6DA-BFF2-496D-BECC-79FBD32B63FC}"/>
                </a:ext>
              </a:extLst>
            </p:cNvPr>
            <p:cNvSpPr>
              <a:spLocks noGrp="1"/>
            </p:cNvSpPr>
            <p:nvPr/>
          </p:nvSpPr>
          <p:spPr>
            <a:xfrm>
              <a:off x="209550" y="5438775"/>
              <a:ext cx="2115007" cy="732937"/>
            </a:xfrm>
            <a:custGeom>
              <a:rect l="l" t="t" r="r" b="b"/>
              <a:pathLst>
                <a:path w="1285" h="391">
                  <a:moveTo>
                    <a:pt x="0" y="0"/>
                  </a:moveTo>
                  <a:moveTo>
                    <a:pt x="1281" y="364"/>
                  </a:moveTo>
                  <a:lnTo>
                    <a:pt x="1282" y="366"/>
                  </a:lnTo>
                  <a:lnTo>
                    <a:pt x="1284" y="369"/>
                  </a:lnTo>
                  <a:lnTo>
                    <a:pt x="1285" y="371"/>
                  </a:lnTo>
                  <a:lnTo>
                    <a:pt x="1283" y="374"/>
                  </a:lnTo>
                  <a:lnTo>
                    <a:pt x="1279" y="375"/>
                  </a:lnTo>
                  <a:lnTo>
                    <a:pt x="1274" y="375"/>
                  </a:lnTo>
                  <a:lnTo>
                    <a:pt x="1271" y="376"/>
                  </a:lnTo>
                  <a:lnTo>
                    <a:pt x="1270" y="378"/>
                  </a:lnTo>
                  <a:lnTo>
                    <a:pt x="1268" y="380"/>
                  </a:lnTo>
                  <a:lnTo>
                    <a:pt x="1267" y="382"/>
                  </a:lnTo>
                  <a:lnTo>
                    <a:pt x="1265" y="384"/>
                  </a:lnTo>
                  <a:lnTo>
                    <a:pt x="1263" y="386"/>
                  </a:lnTo>
                  <a:lnTo>
                    <a:pt x="1260" y="389"/>
                  </a:lnTo>
                  <a:lnTo>
                    <a:pt x="1257" y="391"/>
                  </a:lnTo>
                  <a:lnTo>
                    <a:pt x="1254" y="391"/>
                  </a:lnTo>
                  <a:lnTo>
                    <a:pt x="1250" y="390"/>
                  </a:lnTo>
                  <a:lnTo>
                    <a:pt x="1247" y="388"/>
                  </a:lnTo>
                  <a:lnTo>
                    <a:pt x="1244" y="387"/>
                  </a:lnTo>
                  <a:lnTo>
                    <a:pt x="1241" y="387"/>
                  </a:lnTo>
                  <a:lnTo>
                    <a:pt x="1238" y="388"/>
                  </a:lnTo>
                  <a:lnTo>
                    <a:pt x="1235" y="388"/>
                  </a:lnTo>
                  <a:lnTo>
                    <a:pt x="1233" y="386"/>
                  </a:lnTo>
                  <a:lnTo>
                    <a:pt x="1231" y="384"/>
                  </a:lnTo>
                  <a:lnTo>
                    <a:pt x="1230" y="382"/>
                  </a:lnTo>
                  <a:lnTo>
                    <a:pt x="1228" y="382"/>
                  </a:lnTo>
                  <a:lnTo>
                    <a:pt x="1224" y="382"/>
                  </a:lnTo>
                  <a:lnTo>
                    <a:pt x="1221" y="381"/>
                  </a:lnTo>
                  <a:lnTo>
                    <a:pt x="1219" y="380"/>
                  </a:lnTo>
                  <a:lnTo>
                    <a:pt x="1218" y="378"/>
                  </a:lnTo>
                  <a:lnTo>
                    <a:pt x="1216" y="376"/>
                  </a:lnTo>
                  <a:lnTo>
                    <a:pt x="1215" y="374"/>
                  </a:lnTo>
                  <a:lnTo>
                    <a:pt x="1216" y="371"/>
                  </a:lnTo>
                  <a:lnTo>
                    <a:pt x="1218" y="368"/>
                  </a:lnTo>
                  <a:lnTo>
                    <a:pt x="1222" y="366"/>
                  </a:lnTo>
                  <a:lnTo>
                    <a:pt x="1224" y="364"/>
                  </a:lnTo>
                  <a:lnTo>
                    <a:pt x="1223" y="362"/>
                  </a:lnTo>
                  <a:lnTo>
                    <a:pt x="1220" y="360"/>
                  </a:lnTo>
                  <a:lnTo>
                    <a:pt x="1218" y="357"/>
                  </a:lnTo>
                  <a:lnTo>
                    <a:pt x="1218" y="355"/>
                  </a:lnTo>
                  <a:lnTo>
                    <a:pt x="1220" y="353"/>
                  </a:lnTo>
                  <a:lnTo>
                    <a:pt x="1222" y="351"/>
                  </a:lnTo>
                  <a:lnTo>
                    <a:pt x="1223" y="349"/>
                  </a:lnTo>
                  <a:lnTo>
                    <a:pt x="1224" y="347"/>
                  </a:lnTo>
                  <a:lnTo>
                    <a:pt x="1225" y="345"/>
                  </a:lnTo>
                  <a:lnTo>
                    <a:pt x="1227" y="343"/>
                  </a:lnTo>
                  <a:lnTo>
                    <a:pt x="1230" y="343"/>
                  </a:lnTo>
                  <a:lnTo>
                    <a:pt x="1232" y="342"/>
                  </a:lnTo>
                  <a:lnTo>
                    <a:pt x="1234" y="342"/>
                  </a:lnTo>
                  <a:lnTo>
                    <a:pt x="1236" y="341"/>
                  </a:lnTo>
                  <a:lnTo>
                    <a:pt x="1239" y="341"/>
                  </a:lnTo>
                  <a:lnTo>
                    <a:pt x="1242" y="342"/>
                  </a:lnTo>
                  <a:lnTo>
                    <a:pt x="1244" y="343"/>
                  </a:lnTo>
                  <a:lnTo>
                    <a:pt x="1246" y="342"/>
                  </a:lnTo>
                  <a:lnTo>
                    <a:pt x="1249" y="340"/>
                  </a:lnTo>
                  <a:lnTo>
                    <a:pt x="1253" y="337"/>
                  </a:lnTo>
                  <a:lnTo>
                    <a:pt x="1257" y="336"/>
                  </a:lnTo>
                  <a:lnTo>
                    <a:pt x="1259" y="338"/>
                  </a:lnTo>
                  <a:lnTo>
                    <a:pt x="1261" y="341"/>
                  </a:lnTo>
                  <a:lnTo>
                    <a:pt x="1263" y="343"/>
                  </a:lnTo>
                  <a:lnTo>
                    <a:pt x="1265" y="345"/>
                  </a:lnTo>
                  <a:lnTo>
                    <a:pt x="1267" y="347"/>
                  </a:lnTo>
                  <a:lnTo>
                    <a:pt x="1269" y="348"/>
                  </a:lnTo>
                  <a:lnTo>
                    <a:pt x="1271" y="350"/>
                  </a:lnTo>
                  <a:lnTo>
                    <a:pt x="1272" y="352"/>
                  </a:lnTo>
                  <a:lnTo>
                    <a:pt x="1275" y="354"/>
                  </a:lnTo>
                  <a:lnTo>
                    <a:pt x="1278" y="355"/>
                  </a:lnTo>
                  <a:lnTo>
                    <a:pt x="1281" y="357"/>
                  </a:lnTo>
                  <a:lnTo>
                    <a:pt x="1281" y="359"/>
                  </a:lnTo>
                  <a:lnTo>
                    <a:pt x="1281" y="362"/>
                  </a:lnTo>
                  <a:close/>
                </a:path>
              </a:pathLst>
            </a:custGeom>
            <a:solidFill>
              <a:srgbClr val="DA9FC0">
                <a:alpha val="9600"/>
              </a:srgbClr>
            </a:solidFill>
            <a:ln>
              <a:noFill/>
            </a:ln>
          </p:spPr>
          <p:txBody>
            <a:bodyPr anchor="ctr"/>
            <a:lstStyle/>
            <a:p>
              <a:pPr algn="ctr">
                <a:buNone/>
              </a:pPr>
            </a:p>
          </p:txBody>
        </p:sp>
        <p:sp>
          <p:nvSpPr>
            <p:cNvPr id="7064" name="addition:input:63">
              <a:extLst>
                <a:ext uri="{FF2B5EF4-FFF2-40B4-BE49-F238E27FC236}">
                  <ns2:creationId id="{464D10AF-69AA-4711-8BBC-2B26E8BD02AF}"/>
                </a:ext>
              </a:extLst>
            </p:cNvPr>
            <p:cNvSpPr>
              <a:spLocks noGrp="1"/>
            </p:cNvSpPr>
            <p:nvPr/>
          </p:nvSpPr>
          <p:spPr>
            <a:xfrm>
              <a:off x="209550" y="5438775"/>
              <a:ext cx="2245035" cy="738561"/>
            </a:xfrm>
            <a:custGeom>
              <a:rect l="l" t="t" r="r" b="b"/>
              <a:pathLst>
                <a:path w="1364" h="394">
                  <a:moveTo>
                    <a:pt x="0" y="0"/>
                  </a:moveTo>
                  <a:moveTo>
                    <a:pt x="1359" y="360"/>
                  </a:moveTo>
                  <a:lnTo>
                    <a:pt x="1353" y="362"/>
                  </a:lnTo>
                  <a:lnTo>
                    <a:pt x="1347" y="365"/>
                  </a:lnTo>
                  <a:lnTo>
                    <a:pt x="1346" y="367"/>
                  </a:lnTo>
                  <a:lnTo>
                    <a:pt x="1346" y="370"/>
                  </a:lnTo>
                  <a:lnTo>
                    <a:pt x="1345" y="373"/>
                  </a:lnTo>
                  <a:lnTo>
                    <a:pt x="1343" y="375"/>
                  </a:lnTo>
                  <a:lnTo>
                    <a:pt x="1339" y="378"/>
                  </a:lnTo>
                  <a:lnTo>
                    <a:pt x="1337" y="380"/>
                  </a:lnTo>
                  <a:lnTo>
                    <a:pt x="1335" y="383"/>
                  </a:lnTo>
                  <a:lnTo>
                    <a:pt x="1332" y="386"/>
                  </a:lnTo>
                  <a:lnTo>
                    <a:pt x="1328" y="388"/>
                  </a:lnTo>
                  <a:lnTo>
                    <a:pt x="1324" y="388"/>
                  </a:lnTo>
                  <a:lnTo>
                    <a:pt x="1319" y="389"/>
                  </a:lnTo>
                  <a:lnTo>
                    <a:pt x="1316" y="391"/>
                  </a:lnTo>
                  <a:lnTo>
                    <a:pt x="1312" y="394"/>
                  </a:lnTo>
                  <a:lnTo>
                    <a:pt x="1308" y="394"/>
                  </a:lnTo>
                  <a:lnTo>
                    <a:pt x="1303" y="393"/>
                  </a:lnTo>
                  <a:lnTo>
                    <a:pt x="1299" y="389"/>
                  </a:lnTo>
                  <a:lnTo>
                    <a:pt x="1297" y="385"/>
                  </a:lnTo>
                  <a:lnTo>
                    <a:pt x="1294" y="385"/>
                  </a:lnTo>
                  <a:lnTo>
                    <a:pt x="1290" y="387"/>
                  </a:lnTo>
                  <a:lnTo>
                    <a:pt x="1285" y="389"/>
                  </a:lnTo>
                  <a:lnTo>
                    <a:pt x="1280" y="389"/>
                  </a:lnTo>
                  <a:lnTo>
                    <a:pt x="1277" y="388"/>
                  </a:lnTo>
                  <a:lnTo>
                    <a:pt x="1274" y="387"/>
                  </a:lnTo>
                  <a:lnTo>
                    <a:pt x="1270" y="385"/>
                  </a:lnTo>
                  <a:lnTo>
                    <a:pt x="1267" y="383"/>
                  </a:lnTo>
                  <a:lnTo>
                    <a:pt x="1266" y="380"/>
                  </a:lnTo>
                  <a:lnTo>
                    <a:pt x="1267" y="376"/>
                  </a:lnTo>
                  <a:lnTo>
                    <a:pt x="1268" y="372"/>
                  </a:lnTo>
                  <a:lnTo>
                    <a:pt x="1268" y="370"/>
                  </a:lnTo>
                  <a:lnTo>
                    <a:pt x="1264" y="368"/>
                  </a:lnTo>
                  <a:lnTo>
                    <a:pt x="1260" y="365"/>
                  </a:lnTo>
                  <a:lnTo>
                    <a:pt x="1259" y="363"/>
                  </a:lnTo>
                  <a:lnTo>
                    <a:pt x="1261" y="360"/>
                  </a:lnTo>
                  <a:lnTo>
                    <a:pt x="1263" y="357"/>
                  </a:lnTo>
                  <a:lnTo>
                    <a:pt x="1264" y="355"/>
                  </a:lnTo>
                  <a:lnTo>
                    <a:pt x="1261" y="351"/>
                  </a:lnTo>
                  <a:lnTo>
                    <a:pt x="1257" y="348"/>
                  </a:lnTo>
                  <a:lnTo>
                    <a:pt x="1255" y="344"/>
                  </a:lnTo>
                  <a:lnTo>
                    <a:pt x="1256" y="341"/>
                  </a:lnTo>
                  <a:lnTo>
                    <a:pt x="1260" y="339"/>
                  </a:lnTo>
                  <a:lnTo>
                    <a:pt x="1265" y="338"/>
                  </a:lnTo>
                  <a:lnTo>
                    <a:pt x="1268" y="337"/>
                  </a:lnTo>
                  <a:lnTo>
                    <a:pt x="1272" y="336"/>
                  </a:lnTo>
                  <a:lnTo>
                    <a:pt x="1277" y="336"/>
                  </a:lnTo>
                  <a:lnTo>
                    <a:pt x="1281" y="336"/>
                  </a:lnTo>
                  <a:lnTo>
                    <a:pt x="1284" y="335"/>
                  </a:lnTo>
                  <a:lnTo>
                    <a:pt x="1287" y="332"/>
                  </a:lnTo>
                  <a:lnTo>
                    <a:pt x="1289" y="328"/>
                  </a:lnTo>
                  <a:lnTo>
                    <a:pt x="1293" y="325"/>
                  </a:lnTo>
                  <a:lnTo>
                    <a:pt x="1299" y="324"/>
                  </a:lnTo>
                  <a:lnTo>
                    <a:pt x="1304" y="326"/>
                  </a:lnTo>
                  <a:lnTo>
                    <a:pt x="1308" y="328"/>
                  </a:lnTo>
                  <a:lnTo>
                    <a:pt x="1313" y="329"/>
                  </a:lnTo>
                  <a:lnTo>
                    <a:pt x="1318" y="329"/>
                  </a:lnTo>
                  <a:lnTo>
                    <a:pt x="1324" y="328"/>
                  </a:lnTo>
                  <a:lnTo>
                    <a:pt x="1328" y="330"/>
                  </a:lnTo>
                  <a:lnTo>
                    <a:pt x="1331" y="333"/>
                  </a:lnTo>
                  <a:lnTo>
                    <a:pt x="1334" y="336"/>
                  </a:lnTo>
                  <a:lnTo>
                    <a:pt x="1337" y="339"/>
                  </a:lnTo>
                  <a:lnTo>
                    <a:pt x="1340" y="340"/>
                  </a:lnTo>
                  <a:lnTo>
                    <a:pt x="1343" y="342"/>
                  </a:lnTo>
                  <a:lnTo>
                    <a:pt x="1345" y="345"/>
                  </a:lnTo>
                  <a:lnTo>
                    <a:pt x="1348" y="347"/>
                  </a:lnTo>
                  <a:lnTo>
                    <a:pt x="1352" y="349"/>
                  </a:lnTo>
                  <a:lnTo>
                    <a:pt x="1358" y="350"/>
                  </a:lnTo>
                  <a:lnTo>
                    <a:pt x="1363" y="353"/>
                  </a:lnTo>
                  <a:lnTo>
                    <a:pt x="1364" y="356"/>
                  </a:lnTo>
                  <a:close/>
                </a:path>
              </a:pathLst>
            </a:custGeom>
            <a:solidFill>
              <a:srgbClr val="DA9FC0">
                <a:alpha val="9600"/>
              </a:srgbClr>
            </a:solidFill>
            <a:ln>
              <a:noFill/>
            </a:ln>
          </p:spPr>
          <p:txBody>
            <a:bodyPr anchor="ctr"/>
            <a:lstStyle/>
            <a:p>
              <a:pPr algn="ctr">
                <a:buNone/>
              </a:pPr>
            </a:p>
          </p:txBody>
        </p:sp>
        <p:sp>
          <p:nvSpPr>
            <p:cNvPr id="7065" name="addition:input:64">
              <a:extLst>
                <a:ext uri="{FF2B5EF4-FFF2-40B4-BE49-F238E27FC236}">
                  <ns2:creationId id="{1E77A6F0-E2F9-4E11-B82D-94D2D00F54FE}"/>
                </a:ext>
              </a:extLst>
            </p:cNvPr>
            <p:cNvSpPr>
              <a:spLocks noGrp="1"/>
            </p:cNvSpPr>
            <p:nvPr/>
          </p:nvSpPr>
          <p:spPr>
            <a:xfrm>
              <a:off x="209550" y="5438775"/>
              <a:ext cx="2263140" cy="751683"/>
            </a:xfrm>
            <a:custGeom>
              <a:rect l="l" t="t" r="r" b="b"/>
              <a:pathLst>
                <a:path w="1375" h="401">
                  <a:moveTo>
                    <a:pt x="0" y="0"/>
                  </a:moveTo>
                  <a:moveTo>
                    <a:pt x="1371" y="354"/>
                  </a:moveTo>
                  <a:lnTo>
                    <a:pt x="1362" y="358"/>
                  </a:lnTo>
                  <a:lnTo>
                    <a:pt x="1354" y="361"/>
                  </a:lnTo>
                  <a:lnTo>
                    <a:pt x="1351" y="364"/>
                  </a:lnTo>
                  <a:lnTo>
                    <a:pt x="1351" y="368"/>
                  </a:lnTo>
                  <a:lnTo>
                    <a:pt x="1352" y="373"/>
                  </a:lnTo>
                  <a:lnTo>
                    <a:pt x="1352" y="377"/>
                  </a:lnTo>
                  <a:lnTo>
                    <a:pt x="1350" y="381"/>
                  </a:lnTo>
                  <a:lnTo>
                    <a:pt x="1349" y="386"/>
                  </a:lnTo>
                  <a:lnTo>
                    <a:pt x="1347" y="391"/>
                  </a:lnTo>
                  <a:lnTo>
                    <a:pt x="1343" y="395"/>
                  </a:lnTo>
                  <a:lnTo>
                    <a:pt x="1337" y="396"/>
                  </a:lnTo>
                  <a:lnTo>
                    <a:pt x="1329" y="395"/>
                  </a:lnTo>
                  <a:lnTo>
                    <a:pt x="1322" y="393"/>
                  </a:lnTo>
                  <a:lnTo>
                    <a:pt x="1318" y="393"/>
                  </a:lnTo>
                  <a:lnTo>
                    <a:pt x="1314" y="397"/>
                  </a:lnTo>
                  <a:lnTo>
                    <a:pt x="1310" y="400"/>
                  </a:lnTo>
                  <a:lnTo>
                    <a:pt x="1305" y="401"/>
                  </a:lnTo>
                  <a:lnTo>
                    <a:pt x="1300" y="398"/>
                  </a:lnTo>
                  <a:lnTo>
                    <a:pt x="1296" y="395"/>
                  </a:lnTo>
                  <a:lnTo>
                    <a:pt x="1292" y="394"/>
                  </a:lnTo>
                  <a:lnTo>
                    <a:pt x="1286" y="396"/>
                  </a:lnTo>
                  <a:lnTo>
                    <a:pt x="1280" y="398"/>
                  </a:lnTo>
                  <a:lnTo>
                    <a:pt x="1273" y="398"/>
                  </a:lnTo>
                  <a:lnTo>
                    <a:pt x="1268" y="396"/>
                  </a:lnTo>
                  <a:lnTo>
                    <a:pt x="1263" y="393"/>
                  </a:lnTo>
                  <a:lnTo>
                    <a:pt x="1258" y="390"/>
                  </a:lnTo>
                  <a:lnTo>
                    <a:pt x="1254" y="387"/>
                  </a:lnTo>
                  <a:lnTo>
                    <a:pt x="1252" y="382"/>
                  </a:lnTo>
                  <a:lnTo>
                    <a:pt x="1254" y="376"/>
                  </a:lnTo>
                  <a:lnTo>
                    <a:pt x="1257" y="371"/>
                  </a:lnTo>
                  <a:lnTo>
                    <a:pt x="1256" y="367"/>
                  </a:lnTo>
                  <a:lnTo>
                    <a:pt x="1250" y="365"/>
                  </a:lnTo>
                  <a:lnTo>
                    <a:pt x="1240" y="362"/>
                  </a:lnTo>
                  <a:lnTo>
                    <a:pt x="1233" y="358"/>
                  </a:lnTo>
                  <a:lnTo>
                    <a:pt x="1230" y="354"/>
                  </a:lnTo>
                  <a:lnTo>
                    <a:pt x="1232" y="350"/>
                  </a:lnTo>
                  <a:lnTo>
                    <a:pt x="1235" y="346"/>
                  </a:lnTo>
                  <a:lnTo>
                    <a:pt x="1235" y="342"/>
                  </a:lnTo>
                  <a:lnTo>
                    <a:pt x="1235" y="337"/>
                  </a:lnTo>
                  <a:lnTo>
                    <a:pt x="1236" y="333"/>
                  </a:lnTo>
                  <a:lnTo>
                    <a:pt x="1240" y="330"/>
                  </a:lnTo>
                  <a:lnTo>
                    <a:pt x="1245" y="327"/>
                  </a:lnTo>
                  <a:lnTo>
                    <a:pt x="1250" y="325"/>
                  </a:lnTo>
                  <a:lnTo>
                    <a:pt x="1254" y="322"/>
                  </a:lnTo>
                  <a:lnTo>
                    <a:pt x="1258" y="319"/>
                  </a:lnTo>
                  <a:lnTo>
                    <a:pt x="1264" y="318"/>
                  </a:lnTo>
                  <a:lnTo>
                    <a:pt x="1271" y="318"/>
                  </a:lnTo>
                  <a:lnTo>
                    <a:pt x="1277" y="317"/>
                  </a:lnTo>
                  <a:lnTo>
                    <a:pt x="1281" y="314"/>
                  </a:lnTo>
                  <a:lnTo>
                    <a:pt x="1285" y="307"/>
                  </a:lnTo>
                  <a:lnTo>
                    <a:pt x="1291" y="301"/>
                  </a:lnTo>
                  <a:lnTo>
                    <a:pt x="1299" y="299"/>
                  </a:lnTo>
                  <a:lnTo>
                    <a:pt x="1306" y="302"/>
                  </a:lnTo>
                  <a:lnTo>
                    <a:pt x="1313" y="307"/>
                  </a:lnTo>
                  <a:lnTo>
                    <a:pt x="1319" y="311"/>
                  </a:lnTo>
                  <a:lnTo>
                    <a:pt x="1324" y="313"/>
                  </a:lnTo>
                  <a:lnTo>
                    <a:pt x="1330" y="314"/>
                  </a:lnTo>
                  <a:lnTo>
                    <a:pt x="1335" y="316"/>
                  </a:lnTo>
                  <a:lnTo>
                    <a:pt x="1340" y="319"/>
                  </a:lnTo>
                  <a:lnTo>
                    <a:pt x="1344" y="321"/>
                  </a:lnTo>
                  <a:lnTo>
                    <a:pt x="1350" y="322"/>
                  </a:lnTo>
                  <a:lnTo>
                    <a:pt x="1357" y="323"/>
                  </a:lnTo>
                  <a:lnTo>
                    <a:pt x="1362" y="325"/>
                  </a:lnTo>
                  <a:lnTo>
                    <a:pt x="1364" y="330"/>
                  </a:lnTo>
                  <a:lnTo>
                    <a:pt x="1363" y="334"/>
                  </a:lnTo>
                  <a:lnTo>
                    <a:pt x="1364" y="338"/>
                  </a:lnTo>
                  <a:lnTo>
                    <a:pt x="1369" y="341"/>
                  </a:lnTo>
                  <a:lnTo>
                    <a:pt x="1374" y="345"/>
                  </a:lnTo>
                  <a:lnTo>
                    <a:pt x="1375" y="349"/>
                  </a:lnTo>
                  <a:close/>
                </a:path>
              </a:pathLst>
            </a:custGeom>
            <a:solidFill>
              <a:srgbClr val="CC79A7">
                <a:alpha val="11100"/>
              </a:srgbClr>
            </a:solidFill>
            <a:ln>
              <a:noFill/>
            </a:ln>
          </p:spPr>
          <p:txBody>
            <a:bodyPr anchor="ctr"/>
            <a:lstStyle/>
            <a:p>
              <a:pPr algn="ctr">
                <a:buNone/>
              </a:pPr>
            </a:p>
          </p:txBody>
        </p:sp>
        <p:sp>
          <p:nvSpPr>
            <p:cNvPr id="7066" name="addition:input:65">
              <a:extLst>
                <a:ext uri="{FF2B5EF4-FFF2-40B4-BE49-F238E27FC236}">
                  <ns2:creationId id="{DB3C055C-F6BF-4B75-B37B-782F3317E971}"/>
                </a:ext>
              </a:extLst>
            </p:cNvPr>
            <p:cNvSpPr>
              <a:spLocks noGrp="1"/>
            </p:cNvSpPr>
            <p:nvPr/>
          </p:nvSpPr>
          <p:spPr>
            <a:xfrm>
              <a:off x="209550" y="5438775"/>
              <a:ext cx="2156155" cy="686074"/>
            </a:xfrm>
            <a:custGeom>
              <a:rect l="l" t="t" r="r" b="b"/>
              <a:pathLst>
                <a:path w="1310" h="366">
                  <a:moveTo>
                    <a:pt x="0" y="0"/>
                  </a:moveTo>
                  <a:moveTo>
                    <a:pt x="1309" y="341"/>
                  </a:moveTo>
                  <a:lnTo>
                    <a:pt x="1310" y="344"/>
                  </a:lnTo>
                  <a:lnTo>
                    <a:pt x="1309" y="346"/>
                  </a:lnTo>
                  <a:lnTo>
                    <a:pt x="1309" y="348"/>
                  </a:lnTo>
                  <a:lnTo>
                    <a:pt x="1308" y="350"/>
                  </a:lnTo>
                  <a:lnTo>
                    <a:pt x="1306" y="352"/>
                  </a:lnTo>
                  <a:lnTo>
                    <a:pt x="1303" y="353"/>
                  </a:lnTo>
                  <a:lnTo>
                    <a:pt x="1298" y="353"/>
                  </a:lnTo>
                  <a:lnTo>
                    <a:pt x="1295" y="354"/>
                  </a:lnTo>
                  <a:lnTo>
                    <a:pt x="1293" y="355"/>
                  </a:lnTo>
                  <a:lnTo>
                    <a:pt x="1293" y="358"/>
                  </a:lnTo>
                  <a:lnTo>
                    <a:pt x="1293" y="362"/>
                  </a:lnTo>
                  <a:lnTo>
                    <a:pt x="1291" y="364"/>
                  </a:lnTo>
                  <a:lnTo>
                    <a:pt x="1288" y="365"/>
                  </a:lnTo>
                  <a:lnTo>
                    <a:pt x="1284" y="365"/>
                  </a:lnTo>
                  <a:lnTo>
                    <a:pt x="1281" y="365"/>
                  </a:lnTo>
                  <a:lnTo>
                    <a:pt x="1278" y="365"/>
                  </a:lnTo>
                  <a:lnTo>
                    <a:pt x="1275" y="366"/>
                  </a:lnTo>
                  <a:lnTo>
                    <a:pt x="1272" y="365"/>
                  </a:lnTo>
                  <a:lnTo>
                    <a:pt x="1269" y="364"/>
                  </a:lnTo>
                  <a:lnTo>
                    <a:pt x="1266" y="363"/>
                  </a:lnTo>
                  <a:lnTo>
                    <a:pt x="1264" y="363"/>
                  </a:lnTo>
                  <a:lnTo>
                    <a:pt x="1261" y="362"/>
                  </a:lnTo>
                  <a:lnTo>
                    <a:pt x="1259" y="361"/>
                  </a:lnTo>
                  <a:lnTo>
                    <a:pt x="1258" y="359"/>
                  </a:lnTo>
                  <a:lnTo>
                    <a:pt x="1257" y="357"/>
                  </a:lnTo>
                  <a:lnTo>
                    <a:pt x="1255" y="356"/>
                  </a:lnTo>
                  <a:lnTo>
                    <a:pt x="1252" y="356"/>
                  </a:lnTo>
                  <a:lnTo>
                    <a:pt x="1248" y="357"/>
                  </a:lnTo>
                  <a:lnTo>
                    <a:pt x="1244" y="356"/>
                  </a:lnTo>
                  <a:lnTo>
                    <a:pt x="1244" y="353"/>
                  </a:lnTo>
                  <a:lnTo>
                    <a:pt x="1245" y="350"/>
                  </a:lnTo>
                  <a:lnTo>
                    <a:pt x="1248" y="347"/>
                  </a:lnTo>
                  <a:lnTo>
                    <a:pt x="1249" y="345"/>
                  </a:lnTo>
                  <a:lnTo>
                    <a:pt x="1249" y="343"/>
                  </a:lnTo>
                  <a:lnTo>
                    <a:pt x="1250" y="341"/>
                  </a:lnTo>
                  <a:lnTo>
                    <a:pt x="1250" y="339"/>
                  </a:lnTo>
                  <a:lnTo>
                    <a:pt x="1251" y="338"/>
                  </a:lnTo>
                  <a:lnTo>
                    <a:pt x="1250" y="335"/>
                  </a:lnTo>
                  <a:lnTo>
                    <a:pt x="1249" y="333"/>
                  </a:lnTo>
                  <a:lnTo>
                    <a:pt x="1249" y="330"/>
                  </a:lnTo>
                  <a:lnTo>
                    <a:pt x="1250" y="328"/>
                  </a:lnTo>
                  <a:lnTo>
                    <a:pt x="1252" y="327"/>
                  </a:lnTo>
                  <a:lnTo>
                    <a:pt x="1255" y="326"/>
                  </a:lnTo>
                  <a:lnTo>
                    <a:pt x="1256" y="325"/>
                  </a:lnTo>
                  <a:lnTo>
                    <a:pt x="1256" y="322"/>
                  </a:lnTo>
                  <a:lnTo>
                    <a:pt x="1257" y="320"/>
                  </a:lnTo>
                  <a:lnTo>
                    <a:pt x="1260" y="319"/>
                  </a:lnTo>
                  <a:lnTo>
                    <a:pt x="1263" y="320"/>
                  </a:lnTo>
                  <a:lnTo>
                    <a:pt x="1266" y="321"/>
                  </a:lnTo>
                  <a:lnTo>
                    <a:pt x="1268" y="322"/>
                  </a:lnTo>
                  <a:lnTo>
                    <a:pt x="1270" y="321"/>
                  </a:lnTo>
                  <a:lnTo>
                    <a:pt x="1272" y="320"/>
                  </a:lnTo>
                  <a:lnTo>
                    <a:pt x="1274" y="319"/>
                  </a:lnTo>
                  <a:lnTo>
                    <a:pt x="1277" y="318"/>
                  </a:lnTo>
                  <a:lnTo>
                    <a:pt x="1280" y="318"/>
                  </a:lnTo>
                  <a:lnTo>
                    <a:pt x="1283" y="317"/>
                  </a:lnTo>
                  <a:lnTo>
                    <a:pt x="1286" y="317"/>
                  </a:lnTo>
                  <a:lnTo>
                    <a:pt x="1289" y="318"/>
                  </a:lnTo>
                  <a:lnTo>
                    <a:pt x="1291" y="321"/>
                  </a:lnTo>
                  <a:lnTo>
                    <a:pt x="1291" y="324"/>
                  </a:lnTo>
                  <a:lnTo>
                    <a:pt x="1292" y="326"/>
                  </a:lnTo>
                  <a:lnTo>
                    <a:pt x="1294" y="327"/>
                  </a:lnTo>
                  <a:lnTo>
                    <a:pt x="1298" y="328"/>
                  </a:lnTo>
                  <a:lnTo>
                    <a:pt x="1301" y="329"/>
                  </a:lnTo>
                  <a:lnTo>
                    <a:pt x="1302" y="331"/>
                  </a:lnTo>
                  <a:lnTo>
                    <a:pt x="1302" y="334"/>
                  </a:lnTo>
                  <a:lnTo>
                    <a:pt x="1302" y="336"/>
                  </a:lnTo>
                  <a:lnTo>
                    <a:pt x="1304" y="337"/>
                  </a:lnTo>
                  <a:lnTo>
                    <a:pt x="1307" y="339"/>
                  </a:lnTo>
                  <a:close/>
                </a:path>
              </a:pathLst>
            </a:custGeom>
            <a:solidFill>
              <a:srgbClr val="CC79A7">
                <a:alpha val="10800"/>
              </a:srgbClr>
            </a:solidFill>
            <a:ln>
              <a:noFill/>
            </a:ln>
          </p:spPr>
          <p:txBody>
            <a:bodyPr anchor="ctr"/>
            <a:lstStyle/>
            <a:p>
              <a:pPr algn="ctr">
                <a:buNone/>
              </a:pPr>
            </a:p>
          </p:txBody>
        </p:sp>
        <p:sp>
          <p:nvSpPr>
            <p:cNvPr id="7067" name="addition:input:66">
              <a:extLst>
                <a:ext uri="{FF2B5EF4-FFF2-40B4-BE49-F238E27FC236}">
                  <ns2:creationId id="{CA2674A5-D52A-4AFD-94BB-7ADCE5E570DA}"/>
                </a:ext>
              </a:extLst>
            </p:cNvPr>
            <p:cNvSpPr>
              <a:spLocks noGrp="1"/>
            </p:cNvSpPr>
            <p:nvPr/>
          </p:nvSpPr>
          <p:spPr>
            <a:xfrm>
              <a:off x="209550" y="5438775"/>
              <a:ext cx="2207179" cy="661706"/>
            </a:xfrm>
            <a:custGeom>
              <a:rect l="l" t="t" r="r" b="b"/>
              <a:pathLst>
                <a:path w="1341" h="353">
                  <a:moveTo>
                    <a:pt x="0" y="0"/>
                  </a:moveTo>
                  <a:moveTo>
                    <a:pt x="1339" y="334"/>
                  </a:moveTo>
                  <a:lnTo>
                    <a:pt x="1337" y="336"/>
                  </a:lnTo>
                  <a:lnTo>
                    <a:pt x="1336" y="337"/>
                  </a:lnTo>
                  <a:lnTo>
                    <a:pt x="1337" y="338"/>
                  </a:lnTo>
                  <a:lnTo>
                    <a:pt x="1339" y="341"/>
                  </a:lnTo>
                  <a:lnTo>
                    <a:pt x="1341" y="343"/>
                  </a:lnTo>
                  <a:lnTo>
                    <a:pt x="1341" y="345"/>
                  </a:lnTo>
                  <a:lnTo>
                    <a:pt x="1339" y="346"/>
                  </a:lnTo>
                  <a:lnTo>
                    <a:pt x="1337" y="347"/>
                  </a:lnTo>
                  <a:lnTo>
                    <a:pt x="1335" y="347"/>
                  </a:lnTo>
                  <a:lnTo>
                    <a:pt x="1333" y="348"/>
                  </a:lnTo>
                  <a:lnTo>
                    <a:pt x="1331" y="348"/>
                  </a:lnTo>
                  <a:lnTo>
                    <a:pt x="1329" y="348"/>
                  </a:lnTo>
                  <a:lnTo>
                    <a:pt x="1327" y="348"/>
                  </a:lnTo>
                  <a:lnTo>
                    <a:pt x="1326" y="349"/>
                  </a:lnTo>
                  <a:lnTo>
                    <a:pt x="1325" y="351"/>
                  </a:lnTo>
                  <a:lnTo>
                    <a:pt x="1323" y="352"/>
                  </a:lnTo>
                  <a:lnTo>
                    <a:pt x="1321" y="353"/>
                  </a:lnTo>
                  <a:lnTo>
                    <a:pt x="1319" y="352"/>
                  </a:lnTo>
                  <a:lnTo>
                    <a:pt x="1317" y="351"/>
                  </a:lnTo>
                  <a:lnTo>
                    <a:pt x="1314" y="351"/>
                  </a:lnTo>
                  <a:lnTo>
                    <a:pt x="1312" y="352"/>
                  </a:lnTo>
                  <a:lnTo>
                    <a:pt x="1309" y="352"/>
                  </a:lnTo>
                  <a:lnTo>
                    <a:pt x="1306" y="352"/>
                  </a:lnTo>
                  <a:lnTo>
                    <a:pt x="1304" y="350"/>
                  </a:lnTo>
                  <a:lnTo>
                    <a:pt x="1304" y="348"/>
                  </a:lnTo>
                  <a:lnTo>
                    <a:pt x="1303" y="346"/>
                  </a:lnTo>
                  <a:lnTo>
                    <a:pt x="1302" y="345"/>
                  </a:lnTo>
                  <a:lnTo>
                    <a:pt x="1300" y="344"/>
                  </a:lnTo>
                  <a:lnTo>
                    <a:pt x="1299" y="342"/>
                  </a:lnTo>
                  <a:lnTo>
                    <a:pt x="1297" y="341"/>
                  </a:lnTo>
                  <a:lnTo>
                    <a:pt x="1295" y="340"/>
                  </a:lnTo>
                  <a:lnTo>
                    <a:pt x="1292" y="339"/>
                  </a:lnTo>
                  <a:lnTo>
                    <a:pt x="1289" y="338"/>
                  </a:lnTo>
                  <a:lnTo>
                    <a:pt x="1288" y="336"/>
                  </a:lnTo>
                  <a:lnTo>
                    <a:pt x="1289" y="334"/>
                  </a:lnTo>
                  <a:lnTo>
                    <a:pt x="1292" y="333"/>
                  </a:lnTo>
                  <a:lnTo>
                    <a:pt x="1294" y="331"/>
                  </a:lnTo>
                  <a:lnTo>
                    <a:pt x="1295" y="330"/>
                  </a:lnTo>
                  <a:lnTo>
                    <a:pt x="1295" y="328"/>
                  </a:lnTo>
                  <a:lnTo>
                    <a:pt x="1295" y="326"/>
                  </a:lnTo>
                  <a:lnTo>
                    <a:pt x="1297" y="325"/>
                  </a:lnTo>
                  <a:lnTo>
                    <a:pt x="1299" y="324"/>
                  </a:lnTo>
                  <a:lnTo>
                    <a:pt x="1301" y="324"/>
                  </a:lnTo>
                  <a:lnTo>
                    <a:pt x="1303" y="323"/>
                  </a:lnTo>
                  <a:lnTo>
                    <a:pt x="1304" y="321"/>
                  </a:lnTo>
                  <a:lnTo>
                    <a:pt x="1305" y="319"/>
                  </a:lnTo>
                  <a:lnTo>
                    <a:pt x="1307" y="318"/>
                  </a:lnTo>
                  <a:lnTo>
                    <a:pt x="1310" y="317"/>
                  </a:lnTo>
                  <a:lnTo>
                    <a:pt x="1312" y="316"/>
                  </a:lnTo>
                  <a:lnTo>
                    <a:pt x="1314" y="315"/>
                  </a:lnTo>
                  <a:lnTo>
                    <a:pt x="1316" y="314"/>
                  </a:lnTo>
                  <a:lnTo>
                    <a:pt x="1319" y="315"/>
                  </a:lnTo>
                  <a:lnTo>
                    <a:pt x="1321" y="317"/>
                  </a:lnTo>
                  <a:lnTo>
                    <a:pt x="1322" y="319"/>
                  </a:lnTo>
                  <a:lnTo>
                    <a:pt x="1324" y="320"/>
                  </a:lnTo>
                  <a:lnTo>
                    <a:pt x="1326" y="320"/>
                  </a:lnTo>
                  <a:lnTo>
                    <a:pt x="1328" y="319"/>
                  </a:lnTo>
                  <a:lnTo>
                    <a:pt x="1331" y="318"/>
                  </a:lnTo>
                  <a:lnTo>
                    <a:pt x="1332" y="319"/>
                  </a:lnTo>
                  <a:lnTo>
                    <a:pt x="1334" y="320"/>
                  </a:lnTo>
                  <a:lnTo>
                    <a:pt x="1335" y="321"/>
                  </a:lnTo>
                  <a:lnTo>
                    <a:pt x="1337" y="322"/>
                  </a:lnTo>
                  <a:lnTo>
                    <a:pt x="1338" y="323"/>
                  </a:lnTo>
                  <a:lnTo>
                    <a:pt x="1339" y="325"/>
                  </a:lnTo>
                  <a:lnTo>
                    <a:pt x="1338" y="326"/>
                  </a:lnTo>
                  <a:lnTo>
                    <a:pt x="1338" y="328"/>
                  </a:lnTo>
                  <a:lnTo>
                    <a:pt x="1339" y="330"/>
                  </a:lnTo>
                  <a:lnTo>
                    <a:pt x="1340" y="331"/>
                  </a:lnTo>
                  <a:lnTo>
                    <a:pt x="1340" y="333"/>
                  </a:lnTo>
                  <a:close/>
                </a:path>
              </a:pathLst>
            </a:custGeom>
            <a:solidFill>
              <a:srgbClr val="CC79A7">
                <a:alpha val="10800"/>
              </a:srgbClr>
            </a:solidFill>
            <a:ln>
              <a:noFill/>
            </a:ln>
          </p:spPr>
          <p:txBody>
            <a:bodyPr anchor="ctr"/>
            <a:lstStyle/>
            <a:p>
              <a:pPr algn="ctr">
                <a:buNone/>
              </a:pPr>
            </a:p>
          </p:txBody>
        </p:sp>
        <p:sp>
          <p:nvSpPr>
            <p:cNvPr id="7068" name="addition:input:67">
              <a:extLst>
                <a:ext uri="{FF2B5EF4-FFF2-40B4-BE49-F238E27FC236}">
                  <ns2:creationId id="{13508809-7CBC-49E0-AD0B-7205196A5E08}"/>
                </a:ext>
              </a:extLst>
            </p:cNvPr>
            <p:cNvSpPr>
              <a:spLocks noGrp="1"/>
            </p:cNvSpPr>
            <p:nvPr/>
          </p:nvSpPr>
          <p:spPr>
            <a:xfrm>
              <a:off x="209550" y="5438775"/>
              <a:ext cx="2261494" cy="731063"/>
            </a:xfrm>
            <a:custGeom>
              <a:rect l="l" t="t" r="r" b="b"/>
              <a:pathLst>
                <a:path w="1374" h="390">
                  <a:moveTo>
                    <a:pt x="0" y="0"/>
                  </a:moveTo>
                  <a:moveTo>
                    <a:pt x="1367" y="365"/>
                  </a:moveTo>
                  <a:lnTo>
                    <a:pt x="1366" y="367"/>
                  </a:lnTo>
                  <a:lnTo>
                    <a:pt x="1365" y="369"/>
                  </a:lnTo>
                  <a:lnTo>
                    <a:pt x="1364" y="371"/>
                  </a:lnTo>
                  <a:lnTo>
                    <a:pt x="1362" y="373"/>
                  </a:lnTo>
                  <a:lnTo>
                    <a:pt x="1362" y="375"/>
                  </a:lnTo>
                  <a:lnTo>
                    <a:pt x="1362" y="377"/>
                  </a:lnTo>
                  <a:lnTo>
                    <a:pt x="1362" y="380"/>
                  </a:lnTo>
                  <a:lnTo>
                    <a:pt x="1360" y="382"/>
                  </a:lnTo>
                  <a:lnTo>
                    <a:pt x="1357" y="382"/>
                  </a:lnTo>
                  <a:lnTo>
                    <a:pt x="1354" y="383"/>
                  </a:lnTo>
                  <a:lnTo>
                    <a:pt x="1352" y="385"/>
                  </a:lnTo>
                  <a:lnTo>
                    <a:pt x="1351" y="387"/>
                  </a:lnTo>
                  <a:lnTo>
                    <a:pt x="1349" y="390"/>
                  </a:lnTo>
                  <a:lnTo>
                    <a:pt x="1346" y="390"/>
                  </a:lnTo>
                  <a:lnTo>
                    <a:pt x="1343" y="388"/>
                  </a:lnTo>
                  <a:lnTo>
                    <a:pt x="1340" y="386"/>
                  </a:lnTo>
                  <a:lnTo>
                    <a:pt x="1337" y="385"/>
                  </a:lnTo>
                  <a:lnTo>
                    <a:pt x="1335" y="385"/>
                  </a:lnTo>
                  <a:lnTo>
                    <a:pt x="1333" y="386"/>
                  </a:lnTo>
                  <a:lnTo>
                    <a:pt x="1331" y="387"/>
                  </a:lnTo>
                  <a:lnTo>
                    <a:pt x="1328" y="387"/>
                  </a:lnTo>
                  <a:lnTo>
                    <a:pt x="1326" y="387"/>
                  </a:lnTo>
                  <a:lnTo>
                    <a:pt x="1322" y="388"/>
                  </a:lnTo>
                  <a:lnTo>
                    <a:pt x="1319" y="388"/>
                  </a:lnTo>
                  <a:lnTo>
                    <a:pt x="1316" y="386"/>
                  </a:lnTo>
                  <a:lnTo>
                    <a:pt x="1316" y="383"/>
                  </a:lnTo>
                  <a:lnTo>
                    <a:pt x="1316" y="380"/>
                  </a:lnTo>
                  <a:lnTo>
                    <a:pt x="1316" y="378"/>
                  </a:lnTo>
                  <a:lnTo>
                    <a:pt x="1314" y="376"/>
                  </a:lnTo>
                  <a:lnTo>
                    <a:pt x="1311" y="375"/>
                  </a:lnTo>
                  <a:lnTo>
                    <a:pt x="1308" y="374"/>
                  </a:lnTo>
                  <a:lnTo>
                    <a:pt x="1308" y="371"/>
                  </a:lnTo>
                  <a:lnTo>
                    <a:pt x="1309" y="369"/>
                  </a:lnTo>
                  <a:lnTo>
                    <a:pt x="1309" y="367"/>
                  </a:lnTo>
                  <a:lnTo>
                    <a:pt x="1308" y="365"/>
                  </a:lnTo>
                  <a:lnTo>
                    <a:pt x="1305" y="363"/>
                  </a:lnTo>
                  <a:lnTo>
                    <a:pt x="1303" y="361"/>
                  </a:lnTo>
                  <a:lnTo>
                    <a:pt x="1303" y="359"/>
                  </a:lnTo>
                  <a:lnTo>
                    <a:pt x="1303" y="356"/>
                  </a:lnTo>
                  <a:lnTo>
                    <a:pt x="1304" y="354"/>
                  </a:lnTo>
                  <a:lnTo>
                    <a:pt x="1305" y="352"/>
                  </a:lnTo>
                  <a:lnTo>
                    <a:pt x="1307" y="350"/>
                  </a:lnTo>
                  <a:lnTo>
                    <a:pt x="1310" y="350"/>
                  </a:lnTo>
                  <a:lnTo>
                    <a:pt x="1315" y="350"/>
                  </a:lnTo>
                  <a:lnTo>
                    <a:pt x="1318" y="351"/>
                  </a:lnTo>
                  <a:lnTo>
                    <a:pt x="1320" y="349"/>
                  </a:lnTo>
                  <a:lnTo>
                    <a:pt x="1321" y="346"/>
                  </a:lnTo>
                  <a:lnTo>
                    <a:pt x="1322" y="343"/>
                  </a:lnTo>
                  <a:lnTo>
                    <a:pt x="1324" y="341"/>
                  </a:lnTo>
                  <a:lnTo>
                    <a:pt x="1328" y="341"/>
                  </a:lnTo>
                  <a:lnTo>
                    <a:pt x="1331" y="341"/>
                  </a:lnTo>
                  <a:lnTo>
                    <a:pt x="1335" y="342"/>
                  </a:lnTo>
                  <a:lnTo>
                    <a:pt x="1338" y="341"/>
                  </a:lnTo>
                  <a:lnTo>
                    <a:pt x="1342" y="341"/>
                  </a:lnTo>
                  <a:lnTo>
                    <a:pt x="1345" y="342"/>
                  </a:lnTo>
                  <a:lnTo>
                    <a:pt x="1348" y="343"/>
                  </a:lnTo>
                  <a:lnTo>
                    <a:pt x="1351" y="345"/>
                  </a:lnTo>
                  <a:lnTo>
                    <a:pt x="1353" y="345"/>
                  </a:lnTo>
                  <a:lnTo>
                    <a:pt x="1356" y="346"/>
                  </a:lnTo>
                  <a:lnTo>
                    <a:pt x="1358" y="348"/>
                  </a:lnTo>
                  <a:lnTo>
                    <a:pt x="1359" y="350"/>
                  </a:lnTo>
                  <a:lnTo>
                    <a:pt x="1360" y="352"/>
                  </a:lnTo>
                  <a:lnTo>
                    <a:pt x="1362" y="353"/>
                  </a:lnTo>
                  <a:lnTo>
                    <a:pt x="1366" y="354"/>
                  </a:lnTo>
                  <a:lnTo>
                    <a:pt x="1371" y="354"/>
                  </a:lnTo>
                  <a:lnTo>
                    <a:pt x="1374" y="356"/>
                  </a:lnTo>
                  <a:lnTo>
                    <a:pt x="1374" y="358"/>
                  </a:lnTo>
                  <a:lnTo>
                    <a:pt x="1372" y="361"/>
                  </a:lnTo>
                  <a:lnTo>
                    <a:pt x="1369" y="363"/>
                  </a:lnTo>
                  <a:close/>
                </a:path>
              </a:pathLst>
            </a:custGeom>
            <a:solidFill>
              <a:srgbClr val="CC79A7">
                <a:alpha val="10800"/>
              </a:srgbClr>
            </a:solidFill>
            <a:ln>
              <a:noFill/>
            </a:ln>
          </p:spPr>
          <p:txBody>
            <a:bodyPr anchor="ctr"/>
            <a:lstStyle/>
            <a:p>
              <a:pPr algn="ctr">
                <a:buNone/>
              </a:pPr>
            </a:p>
          </p:txBody>
        </p:sp>
        <p:sp>
          <p:nvSpPr>
            <p:cNvPr id="7069" name="addition:input:68">
              <a:extLst>
                <a:ext uri="{FF2B5EF4-FFF2-40B4-BE49-F238E27FC236}">
                  <ns2:creationId id="{606DB0F6-863A-462B-B727-7AF2469CAFAB}"/>
                </a:ext>
              </a:extLst>
            </p:cNvPr>
            <p:cNvSpPr>
              <a:spLocks noGrp="1"/>
            </p:cNvSpPr>
            <p:nvPr/>
          </p:nvSpPr>
          <p:spPr>
            <a:xfrm>
              <a:off x="209550" y="5438775"/>
              <a:ext cx="2177552" cy="749808"/>
            </a:xfrm>
            <a:custGeom>
              <a:rect l="l" t="t" r="r" b="b"/>
              <a:pathLst>
                <a:path w="1323" h="400">
                  <a:moveTo>
                    <a:pt x="0" y="0"/>
                  </a:moveTo>
                  <a:moveTo>
                    <a:pt x="1317" y="379"/>
                  </a:moveTo>
                  <a:lnTo>
                    <a:pt x="1314" y="380"/>
                  </a:lnTo>
                  <a:lnTo>
                    <a:pt x="1314" y="382"/>
                  </a:lnTo>
                  <a:lnTo>
                    <a:pt x="1315" y="384"/>
                  </a:lnTo>
                  <a:lnTo>
                    <a:pt x="1317" y="386"/>
                  </a:lnTo>
                  <a:lnTo>
                    <a:pt x="1316" y="388"/>
                  </a:lnTo>
                  <a:lnTo>
                    <a:pt x="1314" y="389"/>
                  </a:lnTo>
                  <a:lnTo>
                    <a:pt x="1312" y="390"/>
                  </a:lnTo>
                  <a:lnTo>
                    <a:pt x="1311" y="392"/>
                  </a:lnTo>
                  <a:lnTo>
                    <a:pt x="1310" y="393"/>
                  </a:lnTo>
                  <a:lnTo>
                    <a:pt x="1309" y="395"/>
                  </a:lnTo>
                  <a:lnTo>
                    <a:pt x="1307" y="397"/>
                  </a:lnTo>
                  <a:lnTo>
                    <a:pt x="1304" y="397"/>
                  </a:lnTo>
                  <a:lnTo>
                    <a:pt x="1302" y="397"/>
                  </a:lnTo>
                  <a:lnTo>
                    <a:pt x="1300" y="398"/>
                  </a:lnTo>
                  <a:lnTo>
                    <a:pt x="1298" y="398"/>
                  </a:lnTo>
                  <a:lnTo>
                    <a:pt x="1296" y="398"/>
                  </a:lnTo>
                  <a:lnTo>
                    <a:pt x="1294" y="396"/>
                  </a:lnTo>
                  <a:lnTo>
                    <a:pt x="1292" y="395"/>
                  </a:lnTo>
                  <a:lnTo>
                    <a:pt x="1290" y="395"/>
                  </a:lnTo>
                  <a:lnTo>
                    <a:pt x="1288" y="397"/>
                  </a:lnTo>
                  <a:lnTo>
                    <a:pt x="1285" y="399"/>
                  </a:lnTo>
                  <a:lnTo>
                    <a:pt x="1281" y="400"/>
                  </a:lnTo>
                  <a:lnTo>
                    <a:pt x="1279" y="399"/>
                  </a:lnTo>
                  <a:lnTo>
                    <a:pt x="1277" y="397"/>
                  </a:lnTo>
                  <a:lnTo>
                    <a:pt x="1277" y="394"/>
                  </a:lnTo>
                  <a:lnTo>
                    <a:pt x="1275" y="393"/>
                  </a:lnTo>
                  <a:lnTo>
                    <a:pt x="1273" y="392"/>
                  </a:lnTo>
                  <a:lnTo>
                    <a:pt x="1272" y="390"/>
                  </a:lnTo>
                  <a:lnTo>
                    <a:pt x="1271" y="388"/>
                  </a:lnTo>
                  <a:lnTo>
                    <a:pt x="1270" y="387"/>
                  </a:lnTo>
                  <a:lnTo>
                    <a:pt x="1269" y="385"/>
                  </a:lnTo>
                  <a:lnTo>
                    <a:pt x="1267" y="384"/>
                  </a:lnTo>
                  <a:lnTo>
                    <a:pt x="1265" y="382"/>
                  </a:lnTo>
                  <a:lnTo>
                    <a:pt x="1264" y="380"/>
                  </a:lnTo>
                  <a:lnTo>
                    <a:pt x="1265" y="379"/>
                  </a:lnTo>
                  <a:lnTo>
                    <a:pt x="1265" y="377"/>
                  </a:lnTo>
                  <a:lnTo>
                    <a:pt x="1263" y="375"/>
                  </a:lnTo>
                  <a:lnTo>
                    <a:pt x="1261" y="373"/>
                  </a:lnTo>
                  <a:lnTo>
                    <a:pt x="1260" y="371"/>
                  </a:lnTo>
                  <a:lnTo>
                    <a:pt x="1261" y="369"/>
                  </a:lnTo>
                  <a:lnTo>
                    <a:pt x="1265" y="368"/>
                  </a:lnTo>
                  <a:lnTo>
                    <a:pt x="1269" y="368"/>
                  </a:lnTo>
                  <a:lnTo>
                    <a:pt x="1272" y="367"/>
                  </a:lnTo>
                  <a:lnTo>
                    <a:pt x="1273" y="366"/>
                  </a:lnTo>
                  <a:lnTo>
                    <a:pt x="1275" y="365"/>
                  </a:lnTo>
                  <a:lnTo>
                    <a:pt x="1276" y="363"/>
                  </a:lnTo>
                  <a:lnTo>
                    <a:pt x="1278" y="362"/>
                  </a:lnTo>
                  <a:lnTo>
                    <a:pt x="1280" y="361"/>
                  </a:lnTo>
                  <a:lnTo>
                    <a:pt x="1282" y="359"/>
                  </a:lnTo>
                  <a:lnTo>
                    <a:pt x="1285" y="357"/>
                  </a:lnTo>
                  <a:lnTo>
                    <a:pt x="1288" y="356"/>
                  </a:lnTo>
                  <a:lnTo>
                    <a:pt x="1291" y="357"/>
                  </a:lnTo>
                  <a:lnTo>
                    <a:pt x="1294" y="359"/>
                  </a:lnTo>
                  <a:lnTo>
                    <a:pt x="1297" y="360"/>
                  </a:lnTo>
                  <a:lnTo>
                    <a:pt x="1300" y="360"/>
                  </a:lnTo>
                  <a:lnTo>
                    <a:pt x="1303" y="359"/>
                  </a:lnTo>
                  <a:lnTo>
                    <a:pt x="1305" y="360"/>
                  </a:lnTo>
                  <a:lnTo>
                    <a:pt x="1307" y="361"/>
                  </a:lnTo>
                  <a:lnTo>
                    <a:pt x="1308" y="364"/>
                  </a:lnTo>
                  <a:lnTo>
                    <a:pt x="1309" y="365"/>
                  </a:lnTo>
                  <a:lnTo>
                    <a:pt x="1311" y="366"/>
                  </a:lnTo>
                  <a:lnTo>
                    <a:pt x="1314" y="366"/>
                  </a:lnTo>
                  <a:lnTo>
                    <a:pt x="1317" y="367"/>
                  </a:lnTo>
                  <a:lnTo>
                    <a:pt x="1319" y="368"/>
                  </a:lnTo>
                  <a:lnTo>
                    <a:pt x="1320" y="369"/>
                  </a:lnTo>
                  <a:lnTo>
                    <a:pt x="1322" y="371"/>
                  </a:lnTo>
                  <a:lnTo>
                    <a:pt x="1323" y="373"/>
                  </a:lnTo>
                  <a:lnTo>
                    <a:pt x="1323" y="375"/>
                  </a:lnTo>
                  <a:lnTo>
                    <a:pt x="1321" y="377"/>
                  </a:lnTo>
                  <a:close/>
                </a:path>
              </a:pathLst>
            </a:custGeom>
            <a:solidFill>
              <a:srgbClr val="CC79A7">
                <a:alpha val="10800"/>
              </a:srgbClr>
            </a:solidFill>
            <a:ln>
              <a:noFill/>
            </a:ln>
          </p:spPr>
          <p:txBody>
            <a:bodyPr anchor="ctr"/>
            <a:lstStyle/>
            <a:p>
              <a:pPr algn="ctr">
                <a:buNone/>
              </a:pPr>
            </a:p>
          </p:txBody>
        </p:sp>
        <p:sp>
          <p:nvSpPr>
            <p:cNvPr id="7070" name="addition:input:69">
              <a:extLst>
                <a:ext uri="{FF2B5EF4-FFF2-40B4-BE49-F238E27FC236}">
                  <ns2:creationId id="{A04D3A4C-0EF1-43DA-BB6E-E156D3A2180A}"/>
                </a:ext>
              </a:extLst>
            </p:cNvPr>
            <p:cNvSpPr>
              <a:spLocks noGrp="1"/>
            </p:cNvSpPr>
            <p:nvPr/>
          </p:nvSpPr>
          <p:spPr>
            <a:xfrm>
              <a:off x="209550" y="5438775"/>
              <a:ext cx="1107704" cy="1085347"/>
            </a:xfrm>
            <a:custGeom>
              <a:rect l="l" t="t" r="r" b="b"/>
              <a:pathLst>
                <a:path w="673" h="579">
                  <a:moveTo>
                    <a:pt x="0" y="0"/>
                  </a:moveTo>
                  <a:moveTo>
                    <a:pt x="662" y="506"/>
                  </a:moveTo>
                  <a:lnTo>
                    <a:pt x="650" y="512"/>
                  </a:lnTo>
                  <a:lnTo>
                    <a:pt x="640" y="516"/>
                  </a:lnTo>
                  <a:lnTo>
                    <a:pt x="639" y="522"/>
                  </a:lnTo>
                  <a:lnTo>
                    <a:pt x="644" y="529"/>
                  </a:lnTo>
                  <a:lnTo>
                    <a:pt x="649" y="537"/>
                  </a:lnTo>
                  <a:lnTo>
                    <a:pt x="647" y="544"/>
                  </a:lnTo>
                  <a:lnTo>
                    <a:pt x="639" y="549"/>
                  </a:lnTo>
                  <a:lnTo>
                    <a:pt x="629" y="551"/>
                  </a:lnTo>
                  <a:lnTo>
                    <a:pt x="622" y="555"/>
                  </a:lnTo>
                  <a:lnTo>
                    <a:pt x="619" y="562"/>
                  </a:lnTo>
                  <a:lnTo>
                    <a:pt x="615" y="569"/>
                  </a:lnTo>
                  <a:lnTo>
                    <a:pt x="607" y="573"/>
                  </a:lnTo>
                  <a:lnTo>
                    <a:pt x="598" y="573"/>
                  </a:lnTo>
                  <a:lnTo>
                    <a:pt x="589" y="572"/>
                  </a:lnTo>
                  <a:lnTo>
                    <a:pt x="581" y="572"/>
                  </a:lnTo>
                  <a:lnTo>
                    <a:pt x="573" y="573"/>
                  </a:lnTo>
                  <a:lnTo>
                    <a:pt x="566" y="571"/>
                  </a:lnTo>
                  <a:lnTo>
                    <a:pt x="559" y="568"/>
                  </a:lnTo>
                  <a:lnTo>
                    <a:pt x="553" y="564"/>
                  </a:lnTo>
                  <a:lnTo>
                    <a:pt x="546" y="565"/>
                  </a:lnTo>
                  <a:lnTo>
                    <a:pt x="537" y="570"/>
                  </a:lnTo>
                  <a:lnTo>
                    <a:pt x="524" y="577"/>
                  </a:lnTo>
                  <a:lnTo>
                    <a:pt x="513" y="579"/>
                  </a:lnTo>
                  <a:lnTo>
                    <a:pt x="505" y="574"/>
                  </a:lnTo>
                  <a:lnTo>
                    <a:pt x="503" y="564"/>
                  </a:lnTo>
                  <a:lnTo>
                    <a:pt x="501" y="556"/>
                  </a:lnTo>
                  <a:lnTo>
                    <a:pt x="498" y="549"/>
                  </a:lnTo>
                  <a:lnTo>
                    <a:pt x="491" y="545"/>
                  </a:lnTo>
                  <a:lnTo>
                    <a:pt x="485" y="541"/>
                  </a:lnTo>
                  <a:lnTo>
                    <a:pt x="482" y="535"/>
                  </a:lnTo>
                  <a:lnTo>
                    <a:pt x="480" y="529"/>
                  </a:lnTo>
                  <a:lnTo>
                    <a:pt x="476" y="523"/>
                  </a:lnTo>
                  <a:lnTo>
                    <a:pt x="469" y="518"/>
                  </a:lnTo>
                  <a:lnTo>
                    <a:pt x="462" y="512"/>
                  </a:lnTo>
                  <a:lnTo>
                    <a:pt x="460" y="506"/>
                  </a:lnTo>
                  <a:lnTo>
                    <a:pt x="461" y="500"/>
                  </a:lnTo>
                  <a:lnTo>
                    <a:pt x="462" y="494"/>
                  </a:lnTo>
                  <a:lnTo>
                    <a:pt x="459" y="487"/>
                  </a:lnTo>
                  <a:lnTo>
                    <a:pt x="453" y="479"/>
                  </a:lnTo>
                  <a:lnTo>
                    <a:pt x="450" y="471"/>
                  </a:lnTo>
                  <a:lnTo>
                    <a:pt x="457" y="465"/>
                  </a:lnTo>
                  <a:lnTo>
                    <a:pt x="470" y="464"/>
                  </a:lnTo>
                  <a:lnTo>
                    <a:pt x="486" y="465"/>
                  </a:lnTo>
                  <a:lnTo>
                    <a:pt x="496" y="464"/>
                  </a:lnTo>
                  <a:lnTo>
                    <a:pt x="501" y="460"/>
                  </a:lnTo>
                  <a:lnTo>
                    <a:pt x="505" y="453"/>
                  </a:lnTo>
                  <a:lnTo>
                    <a:pt x="510" y="447"/>
                  </a:lnTo>
                  <a:lnTo>
                    <a:pt x="518" y="443"/>
                  </a:lnTo>
                  <a:lnTo>
                    <a:pt x="526" y="439"/>
                  </a:lnTo>
                  <a:lnTo>
                    <a:pt x="535" y="434"/>
                  </a:lnTo>
                  <a:lnTo>
                    <a:pt x="545" y="429"/>
                  </a:lnTo>
                  <a:lnTo>
                    <a:pt x="557" y="428"/>
                  </a:lnTo>
                  <a:lnTo>
                    <a:pt x="568" y="432"/>
                  </a:lnTo>
                  <a:lnTo>
                    <a:pt x="578" y="438"/>
                  </a:lnTo>
                  <a:lnTo>
                    <a:pt x="587" y="442"/>
                  </a:lnTo>
                  <a:lnTo>
                    <a:pt x="597" y="442"/>
                  </a:lnTo>
                  <a:lnTo>
                    <a:pt x="608" y="441"/>
                  </a:lnTo>
                  <a:lnTo>
                    <a:pt x="618" y="442"/>
                  </a:lnTo>
                  <a:lnTo>
                    <a:pt x="624" y="449"/>
                  </a:lnTo>
                  <a:lnTo>
                    <a:pt x="627" y="457"/>
                  </a:lnTo>
                  <a:lnTo>
                    <a:pt x="629" y="463"/>
                  </a:lnTo>
                  <a:lnTo>
                    <a:pt x="637" y="466"/>
                  </a:lnTo>
                  <a:lnTo>
                    <a:pt x="648" y="466"/>
                  </a:lnTo>
                  <a:lnTo>
                    <a:pt x="660" y="468"/>
                  </a:lnTo>
                  <a:lnTo>
                    <a:pt x="667" y="473"/>
                  </a:lnTo>
                  <a:lnTo>
                    <a:pt x="671" y="479"/>
                  </a:lnTo>
                  <a:lnTo>
                    <a:pt x="672" y="486"/>
                  </a:lnTo>
                  <a:lnTo>
                    <a:pt x="673" y="492"/>
                  </a:lnTo>
                  <a:lnTo>
                    <a:pt x="670" y="499"/>
                  </a:lnTo>
                  <a:close/>
                </a:path>
              </a:pathLst>
            </a:custGeom>
            <a:solidFill>
              <a:srgbClr val="A7CEE4">
                <a:alpha val="12900"/>
              </a:srgbClr>
            </a:solidFill>
            <a:ln>
              <a:noFill/>
            </a:ln>
          </p:spPr>
          <p:txBody>
            <a:bodyPr anchor="ctr"/>
            <a:lstStyle/>
            <a:p>
              <a:pPr algn="ctr">
                <a:buNone/>
              </a:pPr>
            </a:p>
          </p:txBody>
        </p:sp>
        <p:sp>
          <p:nvSpPr>
            <p:cNvPr id="7071" name="addition:input:70">
              <a:extLst>
                <a:ext uri="{FF2B5EF4-FFF2-40B4-BE49-F238E27FC236}">
                  <ns2:creationId id="{1773FB01-93CE-4292-AFD0-C7CDB8B8AB73}"/>
                </a:ext>
              </a:extLst>
            </p:cNvPr>
            <p:cNvSpPr>
              <a:spLocks noGrp="1"/>
            </p:cNvSpPr>
            <p:nvPr/>
          </p:nvSpPr>
          <p:spPr>
            <a:xfrm>
              <a:off x="209550" y="5438775"/>
              <a:ext cx="1059972" cy="1083473"/>
            </a:xfrm>
            <a:custGeom>
              <a:rect l="l" t="t" r="r" b="b"/>
              <a:pathLst>
                <a:path w="644" h="578">
                  <a:moveTo>
                    <a:pt x="0" y="0"/>
                  </a:moveTo>
                  <a:moveTo>
                    <a:pt x="633" y="511"/>
                  </a:moveTo>
                  <a:lnTo>
                    <a:pt x="640" y="516"/>
                  </a:lnTo>
                  <a:lnTo>
                    <a:pt x="644" y="522"/>
                  </a:lnTo>
                  <a:lnTo>
                    <a:pt x="643" y="528"/>
                  </a:lnTo>
                  <a:lnTo>
                    <a:pt x="638" y="532"/>
                  </a:lnTo>
                  <a:lnTo>
                    <a:pt x="633" y="536"/>
                  </a:lnTo>
                  <a:lnTo>
                    <a:pt x="631" y="541"/>
                  </a:lnTo>
                  <a:lnTo>
                    <a:pt x="633" y="548"/>
                  </a:lnTo>
                  <a:lnTo>
                    <a:pt x="631" y="554"/>
                  </a:lnTo>
                  <a:lnTo>
                    <a:pt x="625" y="557"/>
                  </a:lnTo>
                  <a:lnTo>
                    <a:pt x="614" y="556"/>
                  </a:lnTo>
                  <a:lnTo>
                    <a:pt x="603" y="554"/>
                  </a:lnTo>
                  <a:lnTo>
                    <a:pt x="596" y="555"/>
                  </a:lnTo>
                  <a:lnTo>
                    <a:pt x="591" y="558"/>
                  </a:lnTo>
                  <a:lnTo>
                    <a:pt x="586" y="564"/>
                  </a:lnTo>
                  <a:lnTo>
                    <a:pt x="580" y="568"/>
                  </a:lnTo>
                  <a:lnTo>
                    <a:pt x="572" y="571"/>
                  </a:lnTo>
                  <a:lnTo>
                    <a:pt x="564" y="574"/>
                  </a:lnTo>
                  <a:lnTo>
                    <a:pt x="554" y="577"/>
                  </a:lnTo>
                  <a:lnTo>
                    <a:pt x="544" y="578"/>
                  </a:lnTo>
                  <a:lnTo>
                    <a:pt x="535" y="576"/>
                  </a:lnTo>
                  <a:lnTo>
                    <a:pt x="528" y="569"/>
                  </a:lnTo>
                  <a:lnTo>
                    <a:pt x="523" y="561"/>
                  </a:lnTo>
                  <a:lnTo>
                    <a:pt x="517" y="557"/>
                  </a:lnTo>
                  <a:lnTo>
                    <a:pt x="509" y="556"/>
                  </a:lnTo>
                  <a:lnTo>
                    <a:pt x="498" y="556"/>
                  </a:lnTo>
                  <a:lnTo>
                    <a:pt x="489" y="555"/>
                  </a:lnTo>
                  <a:lnTo>
                    <a:pt x="485" y="550"/>
                  </a:lnTo>
                  <a:lnTo>
                    <a:pt x="483" y="544"/>
                  </a:lnTo>
                  <a:lnTo>
                    <a:pt x="481" y="539"/>
                  </a:lnTo>
                  <a:lnTo>
                    <a:pt x="474" y="536"/>
                  </a:lnTo>
                  <a:lnTo>
                    <a:pt x="466" y="532"/>
                  </a:lnTo>
                  <a:lnTo>
                    <a:pt x="459" y="528"/>
                  </a:lnTo>
                  <a:lnTo>
                    <a:pt x="457" y="523"/>
                  </a:lnTo>
                  <a:lnTo>
                    <a:pt x="458" y="517"/>
                  </a:lnTo>
                  <a:lnTo>
                    <a:pt x="459" y="511"/>
                  </a:lnTo>
                  <a:lnTo>
                    <a:pt x="461" y="505"/>
                  </a:lnTo>
                  <a:lnTo>
                    <a:pt x="466" y="500"/>
                  </a:lnTo>
                  <a:lnTo>
                    <a:pt x="475" y="496"/>
                  </a:lnTo>
                  <a:lnTo>
                    <a:pt x="487" y="493"/>
                  </a:lnTo>
                  <a:lnTo>
                    <a:pt x="495" y="490"/>
                  </a:lnTo>
                  <a:lnTo>
                    <a:pt x="496" y="485"/>
                  </a:lnTo>
                  <a:lnTo>
                    <a:pt x="493" y="478"/>
                  </a:lnTo>
                  <a:lnTo>
                    <a:pt x="490" y="469"/>
                  </a:lnTo>
                  <a:lnTo>
                    <a:pt x="494" y="463"/>
                  </a:lnTo>
                  <a:lnTo>
                    <a:pt x="503" y="460"/>
                  </a:lnTo>
                  <a:lnTo>
                    <a:pt x="512" y="459"/>
                  </a:lnTo>
                  <a:lnTo>
                    <a:pt x="521" y="458"/>
                  </a:lnTo>
                  <a:lnTo>
                    <a:pt x="527" y="455"/>
                  </a:lnTo>
                  <a:lnTo>
                    <a:pt x="534" y="452"/>
                  </a:lnTo>
                  <a:lnTo>
                    <a:pt x="542" y="452"/>
                  </a:lnTo>
                  <a:lnTo>
                    <a:pt x="549" y="453"/>
                  </a:lnTo>
                  <a:lnTo>
                    <a:pt x="556" y="455"/>
                  </a:lnTo>
                  <a:lnTo>
                    <a:pt x="562" y="455"/>
                  </a:lnTo>
                  <a:lnTo>
                    <a:pt x="569" y="454"/>
                  </a:lnTo>
                  <a:lnTo>
                    <a:pt x="575" y="455"/>
                  </a:lnTo>
                  <a:lnTo>
                    <a:pt x="580" y="459"/>
                  </a:lnTo>
                  <a:lnTo>
                    <a:pt x="584" y="462"/>
                  </a:lnTo>
                  <a:lnTo>
                    <a:pt x="590" y="463"/>
                  </a:lnTo>
                  <a:lnTo>
                    <a:pt x="600" y="461"/>
                  </a:lnTo>
                  <a:lnTo>
                    <a:pt x="611" y="458"/>
                  </a:lnTo>
                  <a:lnTo>
                    <a:pt x="621" y="460"/>
                  </a:lnTo>
                  <a:lnTo>
                    <a:pt x="624" y="466"/>
                  </a:lnTo>
                  <a:lnTo>
                    <a:pt x="621" y="474"/>
                  </a:lnTo>
                  <a:lnTo>
                    <a:pt x="618" y="482"/>
                  </a:lnTo>
                  <a:lnTo>
                    <a:pt x="618" y="488"/>
                  </a:lnTo>
                  <a:lnTo>
                    <a:pt x="621" y="492"/>
                  </a:lnTo>
                  <a:lnTo>
                    <a:pt x="625" y="497"/>
                  </a:lnTo>
                  <a:lnTo>
                    <a:pt x="627" y="501"/>
                  </a:lnTo>
                  <a:lnTo>
                    <a:pt x="629" y="506"/>
                  </a:lnTo>
                  <a:close/>
                </a:path>
              </a:pathLst>
            </a:custGeom>
            <a:solidFill>
              <a:srgbClr val="59A3CD">
                <a:alpha val="12900"/>
              </a:srgbClr>
            </a:solidFill>
            <a:ln>
              <a:noFill/>
            </a:ln>
          </p:spPr>
          <p:txBody>
            <a:bodyPr anchor="ctr"/>
            <a:lstStyle/>
            <a:p>
              <a:pPr algn="ctr">
                <a:buNone/>
              </a:pPr>
            </a:p>
          </p:txBody>
        </p:sp>
        <p:sp>
          <p:nvSpPr>
            <p:cNvPr id="7072" name="addition:input:71">
              <a:extLst>
                <a:ext uri="{FF2B5EF4-FFF2-40B4-BE49-F238E27FC236}">
                  <ns2:creationId id="{13CC07AD-2DED-4CDE-A6A5-21C3E2BC90F4}"/>
                </a:ext>
              </a:extLst>
            </p:cNvPr>
            <p:cNvSpPr>
              <a:spLocks noGrp="1"/>
            </p:cNvSpPr>
            <p:nvPr/>
          </p:nvSpPr>
          <p:spPr>
            <a:xfrm>
              <a:off x="209550" y="5438775"/>
              <a:ext cx="1028700" cy="1077849"/>
            </a:xfrm>
            <a:custGeom>
              <a:rect l="l" t="t" r="r" b="b"/>
              <a:pathLst>
                <a:path w="625" h="575">
                  <a:moveTo>
                    <a:pt x="0" y="0"/>
                  </a:moveTo>
                  <a:moveTo>
                    <a:pt x="622" y="516"/>
                  </a:moveTo>
                  <a:lnTo>
                    <a:pt x="622" y="521"/>
                  </a:lnTo>
                  <a:lnTo>
                    <a:pt x="622" y="525"/>
                  </a:lnTo>
                  <a:lnTo>
                    <a:pt x="624" y="530"/>
                  </a:lnTo>
                  <a:lnTo>
                    <a:pt x="625" y="535"/>
                  </a:lnTo>
                  <a:lnTo>
                    <a:pt x="622" y="540"/>
                  </a:lnTo>
                  <a:lnTo>
                    <a:pt x="617" y="543"/>
                  </a:lnTo>
                  <a:lnTo>
                    <a:pt x="613" y="546"/>
                  </a:lnTo>
                  <a:lnTo>
                    <a:pt x="610" y="550"/>
                  </a:lnTo>
                  <a:lnTo>
                    <a:pt x="607" y="555"/>
                  </a:lnTo>
                  <a:lnTo>
                    <a:pt x="601" y="557"/>
                  </a:lnTo>
                  <a:lnTo>
                    <a:pt x="593" y="556"/>
                  </a:lnTo>
                  <a:lnTo>
                    <a:pt x="584" y="555"/>
                  </a:lnTo>
                  <a:lnTo>
                    <a:pt x="577" y="555"/>
                  </a:lnTo>
                  <a:lnTo>
                    <a:pt x="573" y="559"/>
                  </a:lnTo>
                  <a:lnTo>
                    <a:pt x="569" y="567"/>
                  </a:lnTo>
                  <a:lnTo>
                    <a:pt x="563" y="573"/>
                  </a:lnTo>
                  <a:lnTo>
                    <a:pt x="555" y="575"/>
                  </a:lnTo>
                  <a:lnTo>
                    <a:pt x="546" y="574"/>
                  </a:lnTo>
                  <a:lnTo>
                    <a:pt x="538" y="571"/>
                  </a:lnTo>
                  <a:lnTo>
                    <a:pt x="530" y="568"/>
                  </a:lnTo>
                  <a:lnTo>
                    <a:pt x="523" y="566"/>
                  </a:lnTo>
                  <a:lnTo>
                    <a:pt x="517" y="562"/>
                  </a:lnTo>
                  <a:lnTo>
                    <a:pt x="512" y="558"/>
                  </a:lnTo>
                  <a:lnTo>
                    <a:pt x="508" y="554"/>
                  </a:lnTo>
                  <a:lnTo>
                    <a:pt x="501" y="552"/>
                  </a:lnTo>
                  <a:lnTo>
                    <a:pt x="493" y="552"/>
                  </a:lnTo>
                  <a:lnTo>
                    <a:pt x="485" y="551"/>
                  </a:lnTo>
                  <a:lnTo>
                    <a:pt x="480" y="547"/>
                  </a:lnTo>
                  <a:lnTo>
                    <a:pt x="479" y="542"/>
                  </a:lnTo>
                  <a:lnTo>
                    <a:pt x="479" y="537"/>
                  </a:lnTo>
                  <a:lnTo>
                    <a:pt x="476" y="533"/>
                  </a:lnTo>
                  <a:lnTo>
                    <a:pt x="468" y="530"/>
                  </a:lnTo>
                  <a:lnTo>
                    <a:pt x="461" y="526"/>
                  </a:lnTo>
                  <a:lnTo>
                    <a:pt x="459" y="521"/>
                  </a:lnTo>
                  <a:lnTo>
                    <a:pt x="465" y="516"/>
                  </a:lnTo>
                  <a:lnTo>
                    <a:pt x="473" y="511"/>
                  </a:lnTo>
                  <a:lnTo>
                    <a:pt x="480" y="507"/>
                  </a:lnTo>
                  <a:lnTo>
                    <a:pt x="484" y="504"/>
                  </a:lnTo>
                  <a:lnTo>
                    <a:pt x="488" y="500"/>
                  </a:lnTo>
                  <a:lnTo>
                    <a:pt x="491" y="496"/>
                  </a:lnTo>
                  <a:lnTo>
                    <a:pt x="495" y="493"/>
                  </a:lnTo>
                  <a:lnTo>
                    <a:pt x="496" y="488"/>
                  </a:lnTo>
                  <a:lnTo>
                    <a:pt x="496" y="481"/>
                  </a:lnTo>
                  <a:lnTo>
                    <a:pt x="496" y="474"/>
                  </a:lnTo>
                  <a:lnTo>
                    <a:pt x="500" y="469"/>
                  </a:lnTo>
                  <a:lnTo>
                    <a:pt x="508" y="468"/>
                  </a:lnTo>
                  <a:lnTo>
                    <a:pt x="518" y="470"/>
                  </a:lnTo>
                  <a:lnTo>
                    <a:pt x="526" y="471"/>
                  </a:lnTo>
                  <a:lnTo>
                    <a:pt x="531" y="470"/>
                  </a:lnTo>
                  <a:lnTo>
                    <a:pt x="536" y="466"/>
                  </a:lnTo>
                  <a:lnTo>
                    <a:pt x="541" y="463"/>
                  </a:lnTo>
                  <a:lnTo>
                    <a:pt x="547" y="464"/>
                  </a:lnTo>
                  <a:lnTo>
                    <a:pt x="553" y="467"/>
                  </a:lnTo>
                  <a:lnTo>
                    <a:pt x="558" y="470"/>
                  </a:lnTo>
                  <a:lnTo>
                    <a:pt x="563" y="471"/>
                  </a:lnTo>
                  <a:lnTo>
                    <a:pt x="568" y="470"/>
                  </a:lnTo>
                  <a:lnTo>
                    <a:pt x="574" y="469"/>
                  </a:lnTo>
                  <a:lnTo>
                    <a:pt x="580" y="470"/>
                  </a:lnTo>
                  <a:lnTo>
                    <a:pt x="586" y="472"/>
                  </a:lnTo>
                  <a:lnTo>
                    <a:pt x="593" y="473"/>
                  </a:lnTo>
                  <a:lnTo>
                    <a:pt x="601" y="474"/>
                  </a:lnTo>
                  <a:lnTo>
                    <a:pt x="607" y="477"/>
                  </a:lnTo>
                  <a:lnTo>
                    <a:pt x="608" y="483"/>
                  </a:lnTo>
                  <a:lnTo>
                    <a:pt x="605" y="490"/>
                  </a:lnTo>
                  <a:lnTo>
                    <a:pt x="600" y="497"/>
                  </a:lnTo>
                  <a:lnTo>
                    <a:pt x="600" y="501"/>
                  </a:lnTo>
                  <a:lnTo>
                    <a:pt x="606" y="504"/>
                  </a:lnTo>
                  <a:lnTo>
                    <a:pt x="614" y="507"/>
                  </a:lnTo>
                  <a:lnTo>
                    <a:pt x="620" y="511"/>
                  </a:lnTo>
                  <a:close/>
                </a:path>
              </a:pathLst>
            </a:custGeom>
            <a:solidFill>
              <a:srgbClr val="0675B4">
                <a:alpha val="10500"/>
              </a:srgbClr>
            </a:solidFill>
            <a:ln>
              <a:noFill/>
            </a:ln>
          </p:spPr>
          <p:txBody>
            <a:bodyPr anchor="ctr"/>
            <a:lstStyle/>
            <a:p>
              <a:pPr algn="ctr">
                <a:buNone/>
              </a:pPr>
            </a:p>
          </p:txBody>
        </p:sp>
        <p:sp>
          <p:nvSpPr>
            <p:cNvPr id="7073" name="addition:input:72">
              <a:extLst>
                <a:ext uri="{FF2B5EF4-FFF2-40B4-BE49-F238E27FC236}">
                  <ns2:creationId id="{24315D59-0734-4368-AFAC-B80D05DE462B}"/>
                </a:ext>
              </a:extLst>
            </p:cNvPr>
            <p:cNvSpPr>
              <a:spLocks noGrp="1"/>
            </p:cNvSpPr>
            <p:nvPr/>
          </p:nvSpPr>
          <p:spPr>
            <a:xfrm>
              <a:off x="209550" y="5438775"/>
              <a:ext cx="908548" cy="980374"/>
            </a:xfrm>
            <a:custGeom>
              <a:rect l="l" t="t" r="r" b="b"/>
              <a:pathLst>
                <a:path w="552" h="523">
                  <a:moveTo>
                    <a:pt x="0" y="0"/>
                  </a:moveTo>
                  <a:moveTo>
                    <a:pt x="552" y="498"/>
                  </a:moveTo>
                  <a:lnTo>
                    <a:pt x="552" y="501"/>
                  </a:lnTo>
                  <a:lnTo>
                    <a:pt x="550" y="502"/>
                  </a:lnTo>
                  <a:lnTo>
                    <a:pt x="549" y="504"/>
                  </a:lnTo>
                  <a:lnTo>
                    <a:pt x="549" y="506"/>
                  </a:lnTo>
                  <a:lnTo>
                    <a:pt x="550" y="508"/>
                  </a:lnTo>
                  <a:lnTo>
                    <a:pt x="551" y="511"/>
                  </a:lnTo>
                  <a:lnTo>
                    <a:pt x="549" y="513"/>
                  </a:lnTo>
                  <a:lnTo>
                    <a:pt x="545" y="513"/>
                  </a:lnTo>
                  <a:lnTo>
                    <a:pt x="541" y="513"/>
                  </a:lnTo>
                  <a:lnTo>
                    <a:pt x="538" y="513"/>
                  </a:lnTo>
                  <a:lnTo>
                    <a:pt x="536" y="514"/>
                  </a:lnTo>
                  <a:lnTo>
                    <a:pt x="534" y="516"/>
                  </a:lnTo>
                  <a:lnTo>
                    <a:pt x="532" y="517"/>
                  </a:lnTo>
                  <a:lnTo>
                    <a:pt x="530" y="518"/>
                  </a:lnTo>
                  <a:lnTo>
                    <a:pt x="527" y="520"/>
                  </a:lnTo>
                  <a:lnTo>
                    <a:pt x="524" y="522"/>
                  </a:lnTo>
                  <a:lnTo>
                    <a:pt x="521" y="523"/>
                  </a:lnTo>
                  <a:lnTo>
                    <a:pt x="517" y="523"/>
                  </a:lnTo>
                  <a:lnTo>
                    <a:pt x="514" y="521"/>
                  </a:lnTo>
                  <a:lnTo>
                    <a:pt x="511" y="519"/>
                  </a:lnTo>
                  <a:lnTo>
                    <a:pt x="509" y="517"/>
                  </a:lnTo>
                  <a:lnTo>
                    <a:pt x="506" y="516"/>
                  </a:lnTo>
                  <a:lnTo>
                    <a:pt x="503" y="517"/>
                  </a:lnTo>
                  <a:lnTo>
                    <a:pt x="499" y="517"/>
                  </a:lnTo>
                  <a:lnTo>
                    <a:pt x="497" y="515"/>
                  </a:lnTo>
                  <a:lnTo>
                    <a:pt x="496" y="513"/>
                  </a:lnTo>
                  <a:lnTo>
                    <a:pt x="495" y="511"/>
                  </a:lnTo>
                  <a:lnTo>
                    <a:pt x="493" y="510"/>
                  </a:lnTo>
                  <a:lnTo>
                    <a:pt x="490" y="509"/>
                  </a:lnTo>
                  <a:lnTo>
                    <a:pt x="487" y="508"/>
                  </a:lnTo>
                  <a:lnTo>
                    <a:pt x="486" y="507"/>
                  </a:lnTo>
                  <a:lnTo>
                    <a:pt x="485" y="505"/>
                  </a:lnTo>
                  <a:lnTo>
                    <a:pt x="484" y="503"/>
                  </a:lnTo>
                  <a:lnTo>
                    <a:pt x="484" y="501"/>
                  </a:lnTo>
                  <a:lnTo>
                    <a:pt x="484" y="498"/>
                  </a:lnTo>
                  <a:lnTo>
                    <a:pt x="487" y="496"/>
                  </a:lnTo>
                  <a:lnTo>
                    <a:pt x="492" y="495"/>
                  </a:lnTo>
                  <a:lnTo>
                    <a:pt x="495" y="494"/>
                  </a:lnTo>
                  <a:lnTo>
                    <a:pt x="496" y="492"/>
                  </a:lnTo>
                  <a:lnTo>
                    <a:pt x="495" y="490"/>
                  </a:lnTo>
                  <a:lnTo>
                    <a:pt x="493" y="487"/>
                  </a:lnTo>
                  <a:lnTo>
                    <a:pt x="494" y="485"/>
                  </a:lnTo>
                  <a:lnTo>
                    <a:pt x="496" y="483"/>
                  </a:lnTo>
                  <a:lnTo>
                    <a:pt x="499" y="482"/>
                  </a:lnTo>
                  <a:lnTo>
                    <a:pt x="501" y="481"/>
                  </a:lnTo>
                  <a:lnTo>
                    <a:pt x="503" y="480"/>
                  </a:lnTo>
                  <a:lnTo>
                    <a:pt x="505" y="478"/>
                  </a:lnTo>
                  <a:lnTo>
                    <a:pt x="508" y="478"/>
                  </a:lnTo>
                  <a:lnTo>
                    <a:pt x="511" y="478"/>
                  </a:lnTo>
                  <a:lnTo>
                    <a:pt x="513" y="478"/>
                  </a:lnTo>
                  <a:lnTo>
                    <a:pt x="516" y="478"/>
                  </a:lnTo>
                  <a:lnTo>
                    <a:pt x="518" y="477"/>
                  </a:lnTo>
                  <a:lnTo>
                    <a:pt x="520" y="477"/>
                  </a:lnTo>
                  <a:lnTo>
                    <a:pt x="522" y="479"/>
                  </a:lnTo>
                  <a:lnTo>
                    <a:pt x="524" y="480"/>
                  </a:lnTo>
                  <a:lnTo>
                    <a:pt x="526" y="481"/>
                  </a:lnTo>
                  <a:lnTo>
                    <a:pt x="529" y="479"/>
                  </a:lnTo>
                  <a:lnTo>
                    <a:pt x="533" y="478"/>
                  </a:lnTo>
                  <a:lnTo>
                    <a:pt x="537" y="477"/>
                  </a:lnTo>
                  <a:lnTo>
                    <a:pt x="539" y="479"/>
                  </a:lnTo>
                  <a:lnTo>
                    <a:pt x="540" y="481"/>
                  </a:lnTo>
                  <a:lnTo>
                    <a:pt x="540" y="484"/>
                  </a:lnTo>
                  <a:lnTo>
                    <a:pt x="540" y="486"/>
                  </a:lnTo>
                  <a:lnTo>
                    <a:pt x="542" y="488"/>
                  </a:lnTo>
                  <a:lnTo>
                    <a:pt x="543" y="490"/>
                  </a:lnTo>
                  <a:lnTo>
                    <a:pt x="543" y="492"/>
                  </a:lnTo>
                  <a:lnTo>
                    <a:pt x="544" y="493"/>
                  </a:lnTo>
                  <a:lnTo>
                    <a:pt x="546" y="495"/>
                  </a:lnTo>
                  <a:lnTo>
                    <a:pt x="549" y="497"/>
                  </a:lnTo>
                  <a:close/>
                </a:path>
              </a:pathLst>
            </a:custGeom>
            <a:solidFill>
              <a:srgbClr val="59A3CD">
                <a:alpha val="9600"/>
              </a:srgbClr>
            </a:solidFill>
            <a:ln>
              <a:noFill/>
            </a:ln>
          </p:spPr>
          <p:txBody>
            <a:bodyPr anchor="ctr"/>
            <a:lstStyle/>
            <a:p>
              <a:pPr algn="ctr">
                <a:buNone/>
              </a:pPr>
            </a:p>
          </p:txBody>
        </p:sp>
        <p:sp>
          <p:nvSpPr>
            <p:cNvPr id="7074" name="addition:input:73">
              <a:extLst>
                <a:ext uri="{FF2B5EF4-FFF2-40B4-BE49-F238E27FC236}">
                  <ns2:creationId id="{9B19F297-C197-4F54-B177-C5E565EB9A0C}"/>
                </a:ext>
              </a:extLst>
            </p:cNvPr>
            <p:cNvSpPr>
              <a:spLocks noGrp="1"/>
            </p:cNvSpPr>
            <p:nvPr/>
          </p:nvSpPr>
          <p:spPr>
            <a:xfrm>
              <a:off x="209550" y="5438775"/>
              <a:ext cx="949696" cy="948507"/>
            </a:xfrm>
            <a:custGeom>
              <a:rect l="l" t="t" r="r" b="b"/>
              <a:pathLst>
                <a:path w="577" h="506">
                  <a:moveTo>
                    <a:pt x="0" y="0"/>
                  </a:moveTo>
                  <a:moveTo>
                    <a:pt x="575" y="481"/>
                  </a:moveTo>
                  <a:lnTo>
                    <a:pt x="577" y="483"/>
                  </a:lnTo>
                  <a:lnTo>
                    <a:pt x="576" y="485"/>
                  </a:lnTo>
                  <a:lnTo>
                    <a:pt x="575" y="487"/>
                  </a:lnTo>
                  <a:lnTo>
                    <a:pt x="574" y="489"/>
                  </a:lnTo>
                  <a:lnTo>
                    <a:pt x="573" y="491"/>
                  </a:lnTo>
                  <a:lnTo>
                    <a:pt x="572" y="492"/>
                  </a:lnTo>
                  <a:lnTo>
                    <a:pt x="569" y="493"/>
                  </a:lnTo>
                  <a:lnTo>
                    <a:pt x="567" y="494"/>
                  </a:lnTo>
                  <a:lnTo>
                    <a:pt x="565" y="495"/>
                  </a:lnTo>
                  <a:lnTo>
                    <a:pt x="564" y="497"/>
                  </a:lnTo>
                  <a:lnTo>
                    <a:pt x="562" y="499"/>
                  </a:lnTo>
                  <a:lnTo>
                    <a:pt x="560" y="499"/>
                  </a:lnTo>
                  <a:lnTo>
                    <a:pt x="556" y="499"/>
                  </a:lnTo>
                  <a:lnTo>
                    <a:pt x="553" y="499"/>
                  </a:lnTo>
                  <a:lnTo>
                    <a:pt x="551" y="500"/>
                  </a:lnTo>
                  <a:lnTo>
                    <a:pt x="549" y="503"/>
                  </a:lnTo>
                  <a:lnTo>
                    <a:pt x="546" y="505"/>
                  </a:lnTo>
                  <a:lnTo>
                    <a:pt x="542" y="506"/>
                  </a:lnTo>
                  <a:lnTo>
                    <a:pt x="539" y="505"/>
                  </a:lnTo>
                  <a:lnTo>
                    <a:pt x="536" y="502"/>
                  </a:lnTo>
                  <a:lnTo>
                    <a:pt x="534" y="501"/>
                  </a:lnTo>
                  <a:lnTo>
                    <a:pt x="531" y="499"/>
                  </a:lnTo>
                  <a:lnTo>
                    <a:pt x="529" y="498"/>
                  </a:lnTo>
                  <a:lnTo>
                    <a:pt x="527" y="497"/>
                  </a:lnTo>
                  <a:lnTo>
                    <a:pt x="526" y="495"/>
                  </a:lnTo>
                  <a:lnTo>
                    <a:pt x="523" y="495"/>
                  </a:lnTo>
                  <a:lnTo>
                    <a:pt x="520" y="495"/>
                  </a:lnTo>
                  <a:lnTo>
                    <a:pt x="516" y="494"/>
                  </a:lnTo>
                  <a:lnTo>
                    <a:pt x="513" y="493"/>
                  </a:lnTo>
                  <a:lnTo>
                    <a:pt x="513" y="491"/>
                  </a:lnTo>
                  <a:lnTo>
                    <a:pt x="514" y="489"/>
                  </a:lnTo>
                  <a:lnTo>
                    <a:pt x="515" y="487"/>
                  </a:lnTo>
                  <a:lnTo>
                    <a:pt x="514" y="485"/>
                  </a:lnTo>
                  <a:lnTo>
                    <a:pt x="512" y="483"/>
                  </a:lnTo>
                  <a:lnTo>
                    <a:pt x="512" y="481"/>
                  </a:lnTo>
                  <a:lnTo>
                    <a:pt x="513" y="479"/>
                  </a:lnTo>
                  <a:lnTo>
                    <a:pt x="517" y="478"/>
                  </a:lnTo>
                  <a:lnTo>
                    <a:pt x="520" y="476"/>
                  </a:lnTo>
                  <a:lnTo>
                    <a:pt x="521" y="475"/>
                  </a:lnTo>
                  <a:lnTo>
                    <a:pt x="521" y="473"/>
                  </a:lnTo>
                  <a:lnTo>
                    <a:pt x="522" y="471"/>
                  </a:lnTo>
                  <a:lnTo>
                    <a:pt x="523" y="469"/>
                  </a:lnTo>
                  <a:lnTo>
                    <a:pt x="524" y="467"/>
                  </a:lnTo>
                  <a:lnTo>
                    <a:pt x="525" y="465"/>
                  </a:lnTo>
                  <a:lnTo>
                    <a:pt x="525" y="462"/>
                  </a:lnTo>
                  <a:lnTo>
                    <a:pt x="527" y="460"/>
                  </a:lnTo>
                  <a:lnTo>
                    <a:pt x="530" y="460"/>
                  </a:lnTo>
                  <a:lnTo>
                    <a:pt x="534" y="461"/>
                  </a:lnTo>
                  <a:lnTo>
                    <a:pt x="537" y="463"/>
                  </a:lnTo>
                  <a:lnTo>
                    <a:pt x="539" y="464"/>
                  </a:lnTo>
                  <a:lnTo>
                    <a:pt x="541" y="463"/>
                  </a:lnTo>
                  <a:lnTo>
                    <a:pt x="543" y="461"/>
                  </a:lnTo>
                  <a:lnTo>
                    <a:pt x="545" y="460"/>
                  </a:lnTo>
                  <a:lnTo>
                    <a:pt x="547" y="461"/>
                  </a:lnTo>
                  <a:lnTo>
                    <a:pt x="549" y="462"/>
                  </a:lnTo>
                  <a:lnTo>
                    <a:pt x="551" y="462"/>
                  </a:lnTo>
                  <a:lnTo>
                    <a:pt x="554" y="462"/>
                  </a:lnTo>
                  <a:lnTo>
                    <a:pt x="557" y="462"/>
                  </a:lnTo>
                  <a:lnTo>
                    <a:pt x="559" y="463"/>
                  </a:lnTo>
                  <a:lnTo>
                    <a:pt x="561" y="464"/>
                  </a:lnTo>
                  <a:lnTo>
                    <a:pt x="563" y="465"/>
                  </a:lnTo>
                  <a:lnTo>
                    <a:pt x="565" y="466"/>
                  </a:lnTo>
                  <a:lnTo>
                    <a:pt x="567" y="468"/>
                  </a:lnTo>
                  <a:lnTo>
                    <a:pt x="568" y="470"/>
                  </a:lnTo>
                  <a:lnTo>
                    <a:pt x="567" y="472"/>
                  </a:lnTo>
                  <a:lnTo>
                    <a:pt x="565" y="475"/>
                  </a:lnTo>
                  <a:lnTo>
                    <a:pt x="565" y="477"/>
                  </a:lnTo>
                  <a:lnTo>
                    <a:pt x="567" y="478"/>
                  </a:lnTo>
                  <a:lnTo>
                    <a:pt x="572" y="479"/>
                  </a:lnTo>
                  <a:close/>
                </a:path>
              </a:pathLst>
            </a:custGeom>
            <a:solidFill>
              <a:srgbClr val="59A3CD">
                <a:alpha val="9600"/>
              </a:srgbClr>
            </a:solidFill>
            <a:ln>
              <a:noFill/>
            </a:ln>
          </p:spPr>
          <p:txBody>
            <a:bodyPr anchor="ctr"/>
            <a:lstStyle/>
            <a:p>
              <a:pPr algn="ctr">
                <a:buNone/>
              </a:pPr>
            </a:p>
          </p:txBody>
        </p:sp>
        <p:sp>
          <p:nvSpPr>
            <p:cNvPr id="7075" name="addition:input:74">
              <a:extLst>
                <a:ext uri="{FF2B5EF4-FFF2-40B4-BE49-F238E27FC236}">
                  <ns2:creationId id="{8A3BED10-83D9-49F9-998A-197C0B6251E7}"/>
                </a:ext>
              </a:extLst>
            </p:cNvPr>
            <p:cNvSpPr>
              <a:spLocks noGrp="1"/>
            </p:cNvSpPr>
            <p:nvPr/>
          </p:nvSpPr>
          <p:spPr>
            <a:xfrm>
              <a:off x="209550" y="5438775"/>
              <a:ext cx="1002365" cy="956005"/>
            </a:xfrm>
            <a:custGeom>
              <a:rect l="l" t="t" r="r" b="b"/>
              <a:pathLst>
                <a:path w="609" h="510">
                  <a:moveTo>
                    <a:pt x="0" y="0"/>
                  </a:moveTo>
                  <a:moveTo>
                    <a:pt x="609" y="486"/>
                  </a:moveTo>
                  <a:lnTo>
                    <a:pt x="609" y="488"/>
                  </a:lnTo>
                  <a:lnTo>
                    <a:pt x="608" y="490"/>
                  </a:lnTo>
                  <a:lnTo>
                    <a:pt x="608" y="492"/>
                  </a:lnTo>
                  <a:lnTo>
                    <a:pt x="607" y="494"/>
                  </a:lnTo>
                  <a:lnTo>
                    <a:pt x="604" y="496"/>
                  </a:lnTo>
                  <a:lnTo>
                    <a:pt x="600" y="497"/>
                  </a:lnTo>
                  <a:lnTo>
                    <a:pt x="596" y="497"/>
                  </a:lnTo>
                  <a:lnTo>
                    <a:pt x="593" y="498"/>
                  </a:lnTo>
                  <a:lnTo>
                    <a:pt x="593" y="500"/>
                  </a:lnTo>
                  <a:lnTo>
                    <a:pt x="593" y="504"/>
                  </a:lnTo>
                  <a:lnTo>
                    <a:pt x="592" y="507"/>
                  </a:lnTo>
                  <a:lnTo>
                    <a:pt x="589" y="508"/>
                  </a:lnTo>
                  <a:lnTo>
                    <a:pt x="586" y="508"/>
                  </a:lnTo>
                  <a:lnTo>
                    <a:pt x="582" y="508"/>
                  </a:lnTo>
                  <a:lnTo>
                    <a:pt x="579" y="509"/>
                  </a:lnTo>
                  <a:lnTo>
                    <a:pt x="576" y="509"/>
                  </a:lnTo>
                  <a:lnTo>
                    <a:pt x="573" y="510"/>
                  </a:lnTo>
                  <a:lnTo>
                    <a:pt x="570" y="509"/>
                  </a:lnTo>
                  <a:lnTo>
                    <a:pt x="568" y="508"/>
                  </a:lnTo>
                  <a:lnTo>
                    <a:pt x="565" y="507"/>
                  </a:lnTo>
                  <a:lnTo>
                    <a:pt x="563" y="507"/>
                  </a:lnTo>
                  <a:lnTo>
                    <a:pt x="560" y="506"/>
                  </a:lnTo>
                  <a:lnTo>
                    <a:pt x="559" y="505"/>
                  </a:lnTo>
                  <a:lnTo>
                    <a:pt x="557" y="503"/>
                  </a:lnTo>
                  <a:lnTo>
                    <a:pt x="556" y="502"/>
                  </a:lnTo>
                  <a:lnTo>
                    <a:pt x="553" y="501"/>
                  </a:lnTo>
                  <a:lnTo>
                    <a:pt x="549" y="502"/>
                  </a:lnTo>
                  <a:lnTo>
                    <a:pt x="545" y="502"/>
                  </a:lnTo>
                  <a:lnTo>
                    <a:pt x="543" y="500"/>
                  </a:lnTo>
                  <a:lnTo>
                    <a:pt x="544" y="497"/>
                  </a:lnTo>
                  <a:lnTo>
                    <a:pt x="547" y="494"/>
                  </a:lnTo>
                  <a:lnTo>
                    <a:pt x="548" y="492"/>
                  </a:lnTo>
                  <a:lnTo>
                    <a:pt x="549" y="490"/>
                  </a:lnTo>
                  <a:lnTo>
                    <a:pt x="548" y="488"/>
                  </a:lnTo>
                  <a:lnTo>
                    <a:pt x="549" y="486"/>
                  </a:lnTo>
                  <a:lnTo>
                    <a:pt x="549" y="484"/>
                  </a:lnTo>
                  <a:lnTo>
                    <a:pt x="549" y="482"/>
                  </a:lnTo>
                  <a:lnTo>
                    <a:pt x="548" y="480"/>
                  </a:lnTo>
                  <a:lnTo>
                    <a:pt x="546" y="477"/>
                  </a:lnTo>
                  <a:lnTo>
                    <a:pt x="546" y="475"/>
                  </a:lnTo>
                  <a:lnTo>
                    <a:pt x="548" y="474"/>
                  </a:lnTo>
                  <a:lnTo>
                    <a:pt x="551" y="473"/>
                  </a:lnTo>
                  <a:lnTo>
                    <a:pt x="553" y="471"/>
                  </a:lnTo>
                  <a:lnTo>
                    <a:pt x="553" y="469"/>
                  </a:lnTo>
                  <a:lnTo>
                    <a:pt x="553" y="466"/>
                  </a:lnTo>
                  <a:lnTo>
                    <a:pt x="555" y="465"/>
                  </a:lnTo>
                  <a:lnTo>
                    <a:pt x="558" y="465"/>
                  </a:lnTo>
                  <a:lnTo>
                    <a:pt x="562" y="466"/>
                  </a:lnTo>
                  <a:lnTo>
                    <a:pt x="565" y="467"/>
                  </a:lnTo>
                  <a:lnTo>
                    <a:pt x="567" y="467"/>
                  </a:lnTo>
                  <a:lnTo>
                    <a:pt x="568" y="466"/>
                  </a:lnTo>
                  <a:lnTo>
                    <a:pt x="570" y="464"/>
                  </a:lnTo>
                  <a:lnTo>
                    <a:pt x="573" y="463"/>
                  </a:lnTo>
                  <a:lnTo>
                    <a:pt x="576" y="463"/>
                  </a:lnTo>
                  <a:lnTo>
                    <a:pt x="579" y="462"/>
                  </a:lnTo>
                  <a:lnTo>
                    <a:pt x="582" y="461"/>
                  </a:lnTo>
                  <a:lnTo>
                    <a:pt x="586" y="462"/>
                  </a:lnTo>
                  <a:lnTo>
                    <a:pt x="588" y="464"/>
                  </a:lnTo>
                  <a:lnTo>
                    <a:pt x="589" y="467"/>
                  </a:lnTo>
                  <a:lnTo>
                    <a:pt x="590" y="470"/>
                  </a:lnTo>
                  <a:lnTo>
                    <a:pt x="592" y="471"/>
                  </a:lnTo>
                  <a:lnTo>
                    <a:pt x="595" y="472"/>
                  </a:lnTo>
                  <a:lnTo>
                    <a:pt x="599" y="473"/>
                  </a:lnTo>
                  <a:lnTo>
                    <a:pt x="601" y="474"/>
                  </a:lnTo>
                  <a:lnTo>
                    <a:pt x="601" y="476"/>
                  </a:lnTo>
                  <a:lnTo>
                    <a:pt x="601" y="479"/>
                  </a:lnTo>
                  <a:lnTo>
                    <a:pt x="603" y="480"/>
                  </a:lnTo>
                  <a:lnTo>
                    <a:pt x="605" y="482"/>
                  </a:lnTo>
                  <a:lnTo>
                    <a:pt x="608" y="484"/>
                  </a:lnTo>
                  <a:close/>
                </a:path>
              </a:pathLst>
            </a:custGeom>
            <a:solidFill>
              <a:srgbClr val="59A3CD">
                <a:alpha val="9600"/>
              </a:srgbClr>
            </a:solidFill>
            <a:ln>
              <a:noFill/>
            </a:ln>
          </p:spPr>
          <p:txBody>
            <a:bodyPr anchor="ctr"/>
            <a:lstStyle/>
            <a:p>
              <a:pPr algn="ctr">
                <a:buNone/>
              </a:pPr>
            </a:p>
          </p:txBody>
        </p:sp>
        <p:sp>
          <p:nvSpPr>
            <p:cNvPr id="7076" name="addition:input:75">
              <a:extLst>
                <a:ext uri="{FF2B5EF4-FFF2-40B4-BE49-F238E27FC236}">
                  <ns2:creationId id="{DCCA4259-DC50-46D9-98C1-EB2458E0514E}"/>
                </a:ext>
              </a:extLst>
            </p:cNvPr>
            <p:cNvSpPr>
              <a:spLocks noGrp="1"/>
            </p:cNvSpPr>
            <p:nvPr/>
          </p:nvSpPr>
          <p:spPr>
            <a:xfrm>
              <a:off x="209550" y="5438775"/>
              <a:ext cx="1043513" cy="993496"/>
            </a:xfrm>
            <a:custGeom>
              <a:rect l="l" t="t" r="r" b="b"/>
              <a:pathLst>
                <a:path w="634" h="530">
                  <a:moveTo>
                    <a:pt x="0" y="0"/>
                  </a:moveTo>
                  <a:moveTo>
                    <a:pt x="626" y="505"/>
                  </a:moveTo>
                  <a:lnTo>
                    <a:pt x="625" y="507"/>
                  </a:lnTo>
                  <a:lnTo>
                    <a:pt x="624" y="509"/>
                  </a:lnTo>
                  <a:lnTo>
                    <a:pt x="623" y="511"/>
                  </a:lnTo>
                  <a:lnTo>
                    <a:pt x="623" y="513"/>
                  </a:lnTo>
                  <a:lnTo>
                    <a:pt x="623" y="515"/>
                  </a:lnTo>
                  <a:lnTo>
                    <a:pt x="624" y="518"/>
                  </a:lnTo>
                  <a:lnTo>
                    <a:pt x="625" y="521"/>
                  </a:lnTo>
                  <a:lnTo>
                    <a:pt x="623" y="523"/>
                  </a:lnTo>
                  <a:lnTo>
                    <a:pt x="620" y="524"/>
                  </a:lnTo>
                  <a:lnTo>
                    <a:pt x="616" y="524"/>
                  </a:lnTo>
                  <a:lnTo>
                    <a:pt x="613" y="525"/>
                  </a:lnTo>
                  <a:lnTo>
                    <a:pt x="611" y="526"/>
                  </a:lnTo>
                  <a:lnTo>
                    <a:pt x="610" y="528"/>
                  </a:lnTo>
                  <a:lnTo>
                    <a:pt x="608" y="530"/>
                  </a:lnTo>
                  <a:lnTo>
                    <a:pt x="605" y="529"/>
                  </a:lnTo>
                  <a:lnTo>
                    <a:pt x="602" y="527"/>
                  </a:lnTo>
                  <a:lnTo>
                    <a:pt x="600" y="526"/>
                  </a:lnTo>
                  <a:lnTo>
                    <a:pt x="598" y="527"/>
                  </a:lnTo>
                  <a:lnTo>
                    <a:pt x="595" y="528"/>
                  </a:lnTo>
                  <a:lnTo>
                    <a:pt x="592" y="529"/>
                  </a:lnTo>
                  <a:lnTo>
                    <a:pt x="589" y="529"/>
                  </a:lnTo>
                  <a:lnTo>
                    <a:pt x="586" y="529"/>
                  </a:lnTo>
                  <a:lnTo>
                    <a:pt x="583" y="529"/>
                  </a:lnTo>
                  <a:lnTo>
                    <a:pt x="579" y="529"/>
                  </a:lnTo>
                  <a:lnTo>
                    <a:pt x="576" y="527"/>
                  </a:lnTo>
                  <a:lnTo>
                    <a:pt x="575" y="524"/>
                  </a:lnTo>
                  <a:lnTo>
                    <a:pt x="576" y="520"/>
                  </a:lnTo>
                  <a:lnTo>
                    <a:pt x="577" y="517"/>
                  </a:lnTo>
                  <a:lnTo>
                    <a:pt x="575" y="516"/>
                  </a:lnTo>
                  <a:lnTo>
                    <a:pt x="571" y="515"/>
                  </a:lnTo>
                  <a:lnTo>
                    <a:pt x="567" y="514"/>
                  </a:lnTo>
                  <a:lnTo>
                    <a:pt x="565" y="512"/>
                  </a:lnTo>
                  <a:lnTo>
                    <a:pt x="564" y="509"/>
                  </a:lnTo>
                  <a:lnTo>
                    <a:pt x="564" y="507"/>
                  </a:lnTo>
                  <a:lnTo>
                    <a:pt x="563" y="505"/>
                  </a:lnTo>
                  <a:lnTo>
                    <a:pt x="562" y="503"/>
                  </a:lnTo>
                  <a:lnTo>
                    <a:pt x="561" y="500"/>
                  </a:lnTo>
                  <a:lnTo>
                    <a:pt x="561" y="498"/>
                  </a:lnTo>
                  <a:lnTo>
                    <a:pt x="563" y="496"/>
                  </a:lnTo>
                  <a:lnTo>
                    <a:pt x="564" y="494"/>
                  </a:lnTo>
                  <a:lnTo>
                    <a:pt x="566" y="492"/>
                  </a:lnTo>
                  <a:lnTo>
                    <a:pt x="567" y="490"/>
                  </a:lnTo>
                  <a:lnTo>
                    <a:pt x="570" y="489"/>
                  </a:lnTo>
                  <a:lnTo>
                    <a:pt x="575" y="489"/>
                  </a:lnTo>
                  <a:lnTo>
                    <a:pt x="579" y="489"/>
                  </a:lnTo>
                  <a:lnTo>
                    <a:pt x="581" y="488"/>
                  </a:lnTo>
                  <a:lnTo>
                    <a:pt x="582" y="485"/>
                  </a:lnTo>
                  <a:lnTo>
                    <a:pt x="583" y="481"/>
                  </a:lnTo>
                  <a:lnTo>
                    <a:pt x="585" y="478"/>
                  </a:lnTo>
                  <a:lnTo>
                    <a:pt x="589" y="478"/>
                  </a:lnTo>
                  <a:lnTo>
                    <a:pt x="593" y="478"/>
                  </a:lnTo>
                  <a:lnTo>
                    <a:pt x="597" y="479"/>
                  </a:lnTo>
                  <a:lnTo>
                    <a:pt x="600" y="480"/>
                  </a:lnTo>
                  <a:lnTo>
                    <a:pt x="604" y="480"/>
                  </a:lnTo>
                  <a:lnTo>
                    <a:pt x="607" y="482"/>
                  </a:lnTo>
                  <a:lnTo>
                    <a:pt x="609" y="483"/>
                  </a:lnTo>
                  <a:lnTo>
                    <a:pt x="612" y="485"/>
                  </a:lnTo>
                  <a:lnTo>
                    <a:pt x="614" y="485"/>
                  </a:lnTo>
                  <a:lnTo>
                    <a:pt x="618" y="485"/>
                  </a:lnTo>
                  <a:lnTo>
                    <a:pt x="621" y="486"/>
                  </a:lnTo>
                  <a:lnTo>
                    <a:pt x="622" y="487"/>
                  </a:lnTo>
                  <a:lnTo>
                    <a:pt x="623" y="490"/>
                  </a:lnTo>
                  <a:lnTo>
                    <a:pt x="624" y="492"/>
                  </a:lnTo>
                  <a:lnTo>
                    <a:pt x="626" y="493"/>
                  </a:lnTo>
                  <a:lnTo>
                    <a:pt x="630" y="493"/>
                  </a:lnTo>
                  <a:lnTo>
                    <a:pt x="634" y="495"/>
                  </a:lnTo>
                  <a:lnTo>
                    <a:pt x="634" y="497"/>
                  </a:lnTo>
                  <a:lnTo>
                    <a:pt x="632" y="500"/>
                  </a:lnTo>
                  <a:lnTo>
                    <a:pt x="628" y="503"/>
                  </a:lnTo>
                  <a:close/>
                </a:path>
              </a:pathLst>
            </a:custGeom>
            <a:solidFill>
              <a:srgbClr val="59A3CD">
                <a:alpha val="9600"/>
              </a:srgbClr>
            </a:solidFill>
            <a:ln>
              <a:noFill/>
            </a:ln>
          </p:spPr>
          <p:txBody>
            <a:bodyPr anchor="ctr"/>
            <a:lstStyle/>
            <a:p>
              <a:pPr algn="ctr">
                <a:buNone/>
              </a:pPr>
            </a:p>
          </p:txBody>
        </p:sp>
        <p:sp>
          <p:nvSpPr>
            <p:cNvPr id="7077" name="addition:input:76">
              <a:extLst>
                <a:ext uri="{FF2B5EF4-FFF2-40B4-BE49-F238E27FC236}">
                  <ns2:creationId id="{83C93C08-1E1D-4F88-A524-9216AD2C1889}"/>
                </a:ext>
              </a:extLst>
            </p:cNvPr>
            <p:cNvSpPr>
              <a:spLocks noGrp="1"/>
            </p:cNvSpPr>
            <p:nvPr/>
          </p:nvSpPr>
          <p:spPr>
            <a:xfrm>
              <a:off x="209550" y="5438775"/>
              <a:ext cx="1020470" cy="1034735"/>
            </a:xfrm>
            <a:custGeom>
              <a:rect l="l" t="t" r="r" b="b"/>
              <a:pathLst>
                <a:path w="620" h="552">
                  <a:moveTo>
                    <a:pt x="0" y="0"/>
                  </a:moveTo>
                  <a:moveTo>
                    <a:pt x="616" y="526"/>
                  </a:moveTo>
                  <a:lnTo>
                    <a:pt x="615" y="528"/>
                  </a:lnTo>
                  <a:lnTo>
                    <a:pt x="612" y="530"/>
                  </a:lnTo>
                  <a:lnTo>
                    <a:pt x="610" y="532"/>
                  </a:lnTo>
                  <a:lnTo>
                    <a:pt x="609" y="534"/>
                  </a:lnTo>
                  <a:lnTo>
                    <a:pt x="608" y="537"/>
                  </a:lnTo>
                  <a:lnTo>
                    <a:pt x="606" y="538"/>
                  </a:lnTo>
                  <a:lnTo>
                    <a:pt x="603" y="540"/>
                  </a:lnTo>
                  <a:lnTo>
                    <a:pt x="601" y="541"/>
                  </a:lnTo>
                  <a:lnTo>
                    <a:pt x="600" y="544"/>
                  </a:lnTo>
                  <a:lnTo>
                    <a:pt x="600" y="547"/>
                  </a:lnTo>
                  <a:lnTo>
                    <a:pt x="599" y="551"/>
                  </a:lnTo>
                  <a:lnTo>
                    <a:pt x="595" y="552"/>
                  </a:lnTo>
                  <a:lnTo>
                    <a:pt x="590" y="551"/>
                  </a:lnTo>
                  <a:lnTo>
                    <a:pt x="586" y="549"/>
                  </a:lnTo>
                  <a:lnTo>
                    <a:pt x="582" y="548"/>
                  </a:lnTo>
                  <a:lnTo>
                    <a:pt x="579" y="548"/>
                  </a:lnTo>
                  <a:lnTo>
                    <a:pt x="577" y="549"/>
                  </a:lnTo>
                  <a:lnTo>
                    <a:pt x="574" y="549"/>
                  </a:lnTo>
                  <a:lnTo>
                    <a:pt x="571" y="550"/>
                  </a:lnTo>
                  <a:lnTo>
                    <a:pt x="568" y="550"/>
                  </a:lnTo>
                  <a:lnTo>
                    <a:pt x="565" y="550"/>
                  </a:lnTo>
                  <a:lnTo>
                    <a:pt x="561" y="551"/>
                  </a:lnTo>
                  <a:lnTo>
                    <a:pt x="557" y="550"/>
                  </a:lnTo>
                  <a:lnTo>
                    <a:pt x="555" y="548"/>
                  </a:lnTo>
                  <a:lnTo>
                    <a:pt x="554" y="546"/>
                  </a:lnTo>
                  <a:lnTo>
                    <a:pt x="552" y="544"/>
                  </a:lnTo>
                  <a:lnTo>
                    <a:pt x="549" y="542"/>
                  </a:lnTo>
                  <a:lnTo>
                    <a:pt x="545" y="542"/>
                  </a:lnTo>
                  <a:lnTo>
                    <a:pt x="542" y="540"/>
                  </a:lnTo>
                  <a:lnTo>
                    <a:pt x="542" y="537"/>
                  </a:lnTo>
                  <a:lnTo>
                    <a:pt x="544" y="534"/>
                  </a:lnTo>
                  <a:lnTo>
                    <a:pt x="545" y="532"/>
                  </a:lnTo>
                  <a:lnTo>
                    <a:pt x="544" y="530"/>
                  </a:lnTo>
                  <a:lnTo>
                    <a:pt x="540" y="528"/>
                  </a:lnTo>
                  <a:lnTo>
                    <a:pt x="536" y="526"/>
                  </a:lnTo>
                  <a:lnTo>
                    <a:pt x="534" y="524"/>
                  </a:lnTo>
                  <a:lnTo>
                    <a:pt x="533" y="521"/>
                  </a:lnTo>
                  <a:lnTo>
                    <a:pt x="532" y="519"/>
                  </a:lnTo>
                  <a:lnTo>
                    <a:pt x="532" y="516"/>
                  </a:lnTo>
                  <a:lnTo>
                    <a:pt x="533" y="514"/>
                  </a:lnTo>
                  <a:lnTo>
                    <a:pt x="537" y="512"/>
                  </a:lnTo>
                  <a:lnTo>
                    <a:pt x="542" y="512"/>
                  </a:lnTo>
                  <a:lnTo>
                    <a:pt x="547" y="512"/>
                  </a:lnTo>
                  <a:lnTo>
                    <a:pt x="549" y="510"/>
                  </a:lnTo>
                  <a:lnTo>
                    <a:pt x="550" y="508"/>
                  </a:lnTo>
                  <a:lnTo>
                    <a:pt x="551" y="505"/>
                  </a:lnTo>
                  <a:lnTo>
                    <a:pt x="553" y="503"/>
                  </a:lnTo>
                  <a:lnTo>
                    <a:pt x="558" y="503"/>
                  </a:lnTo>
                  <a:lnTo>
                    <a:pt x="562" y="503"/>
                  </a:lnTo>
                  <a:lnTo>
                    <a:pt x="566" y="503"/>
                  </a:lnTo>
                  <a:lnTo>
                    <a:pt x="569" y="501"/>
                  </a:lnTo>
                  <a:lnTo>
                    <a:pt x="573" y="499"/>
                  </a:lnTo>
                  <a:lnTo>
                    <a:pt x="578" y="498"/>
                  </a:lnTo>
                  <a:lnTo>
                    <a:pt x="582" y="499"/>
                  </a:lnTo>
                  <a:lnTo>
                    <a:pt x="586" y="500"/>
                  </a:lnTo>
                  <a:lnTo>
                    <a:pt x="590" y="501"/>
                  </a:lnTo>
                  <a:lnTo>
                    <a:pt x="594" y="503"/>
                  </a:lnTo>
                  <a:lnTo>
                    <a:pt x="597" y="504"/>
                  </a:lnTo>
                  <a:lnTo>
                    <a:pt x="598" y="507"/>
                  </a:lnTo>
                  <a:lnTo>
                    <a:pt x="599" y="510"/>
                  </a:lnTo>
                  <a:lnTo>
                    <a:pt x="602" y="511"/>
                  </a:lnTo>
                  <a:lnTo>
                    <a:pt x="606" y="511"/>
                  </a:lnTo>
                  <a:lnTo>
                    <a:pt x="612" y="511"/>
                  </a:lnTo>
                  <a:lnTo>
                    <a:pt x="618" y="511"/>
                  </a:lnTo>
                  <a:lnTo>
                    <a:pt x="620" y="513"/>
                  </a:lnTo>
                  <a:lnTo>
                    <a:pt x="619" y="516"/>
                  </a:lnTo>
                  <a:lnTo>
                    <a:pt x="617" y="519"/>
                  </a:lnTo>
                  <a:lnTo>
                    <a:pt x="616" y="521"/>
                  </a:lnTo>
                  <a:lnTo>
                    <a:pt x="616" y="524"/>
                  </a:lnTo>
                  <a:close/>
                </a:path>
              </a:pathLst>
            </a:custGeom>
            <a:solidFill>
              <a:srgbClr val="59A3CD">
                <a:alpha val="9600"/>
              </a:srgbClr>
            </a:solidFill>
            <a:ln>
              <a:noFill/>
            </a:ln>
          </p:spPr>
          <p:txBody>
            <a:bodyPr anchor="ctr"/>
            <a:lstStyle/>
            <a:p>
              <a:pPr algn="ctr">
                <a:buNone/>
              </a:pPr>
            </a:p>
          </p:txBody>
        </p:sp>
        <p:sp>
          <p:nvSpPr>
            <p:cNvPr id="7078" name="addition:input:77">
              <a:extLst>
                <a:ext uri="{FF2B5EF4-FFF2-40B4-BE49-F238E27FC236}">
                  <ns2:creationId id="{3B48F4FB-8972-4197-8DC1-2A78D6DDC003}"/>
                </a:ext>
              </a:extLst>
            </p:cNvPr>
            <p:cNvSpPr>
              <a:spLocks noGrp="1"/>
            </p:cNvSpPr>
            <p:nvPr/>
          </p:nvSpPr>
          <p:spPr>
            <a:xfrm>
              <a:off x="209550" y="5438775"/>
              <a:ext cx="941466" cy="1038484"/>
            </a:xfrm>
            <a:custGeom>
              <a:rect l="l" t="t" r="r" b="b"/>
              <a:pathLst>
                <a:path w="572" h="554">
                  <a:moveTo>
                    <a:pt x="0" y="0"/>
                  </a:moveTo>
                  <a:moveTo>
                    <a:pt x="571" y="528"/>
                  </a:moveTo>
                  <a:lnTo>
                    <a:pt x="571" y="531"/>
                  </a:lnTo>
                  <a:lnTo>
                    <a:pt x="568" y="533"/>
                  </a:lnTo>
                  <a:lnTo>
                    <a:pt x="565" y="534"/>
                  </a:lnTo>
                  <a:lnTo>
                    <a:pt x="562" y="536"/>
                  </a:lnTo>
                  <a:lnTo>
                    <a:pt x="562" y="538"/>
                  </a:lnTo>
                  <a:lnTo>
                    <a:pt x="565" y="541"/>
                  </a:lnTo>
                  <a:lnTo>
                    <a:pt x="566" y="544"/>
                  </a:lnTo>
                  <a:lnTo>
                    <a:pt x="566" y="547"/>
                  </a:lnTo>
                  <a:lnTo>
                    <a:pt x="563" y="548"/>
                  </a:lnTo>
                  <a:lnTo>
                    <a:pt x="559" y="549"/>
                  </a:lnTo>
                  <a:lnTo>
                    <a:pt x="556" y="549"/>
                  </a:lnTo>
                  <a:lnTo>
                    <a:pt x="553" y="550"/>
                  </a:lnTo>
                  <a:lnTo>
                    <a:pt x="551" y="550"/>
                  </a:lnTo>
                  <a:lnTo>
                    <a:pt x="548" y="550"/>
                  </a:lnTo>
                  <a:lnTo>
                    <a:pt x="545" y="549"/>
                  </a:lnTo>
                  <a:lnTo>
                    <a:pt x="543" y="550"/>
                  </a:lnTo>
                  <a:lnTo>
                    <a:pt x="541" y="552"/>
                  </a:lnTo>
                  <a:lnTo>
                    <a:pt x="538" y="554"/>
                  </a:lnTo>
                  <a:lnTo>
                    <a:pt x="535" y="554"/>
                  </a:lnTo>
                  <a:lnTo>
                    <a:pt x="532" y="553"/>
                  </a:lnTo>
                  <a:lnTo>
                    <a:pt x="530" y="551"/>
                  </a:lnTo>
                  <a:lnTo>
                    <a:pt x="527" y="550"/>
                  </a:lnTo>
                  <a:lnTo>
                    <a:pt x="524" y="550"/>
                  </a:lnTo>
                  <a:lnTo>
                    <a:pt x="519" y="551"/>
                  </a:lnTo>
                  <a:lnTo>
                    <a:pt x="516" y="550"/>
                  </a:lnTo>
                  <a:lnTo>
                    <a:pt x="514" y="548"/>
                  </a:lnTo>
                  <a:lnTo>
                    <a:pt x="514" y="544"/>
                  </a:lnTo>
                  <a:lnTo>
                    <a:pt x="513" y="542"/>
                  </a:lnTo>
                  <a:lnTo>
                    <a:pt x="512" y="540"/>
                  </a:lnTo>
                  <a:lnTo>
                    <a:pt x="510" y="538"/>
                  </a:lnTo>
                  <a:lnTo>
                    <a:pt x="509" y="536"/>
                  </a:lnTo>
                  <a:lnTo>
                    <a:pt x="507" y="534"/>
                  </a:lnTo>
                  <a:lnTo>
                    <a:pt x="505" y="532"/>
                  </a:lnTo>
                  <a:lnTo>
                    <a:pt x="501" y="531"/>
                  </a:lnTo>
                  <a:lnTo>
                    <a:pt x="497" y="528"/>
                  </a:lnTo>
                  <a:lnTo>
                    <a:pt x="495" y="526"/>
                  </a:lnTo>
                  <a:lnTo>
                    <a:pt x="496" y="523"/>
                  </a:lnTo>
                  <a:lnTo>
                    <a:pt x="500" y="522"/>
                  </a:lnTo>
                  <a:lnTo>
                    <a:pt x="504" y="520"/>
                  </a:lnTo>
                  <a:lnTo>
                    <a:pt x="506" y="519"/>
                  </a:lnTo>
                  <a:lnTo>
                    <a:pt x="507" y="516"/>
                  </a:lnTo>
                  <a:lnTo>
                    <a:pt x="507" y="514"/>
                  </a:lnTo>
                  <a:lnTo>
                    <a:pt x="509" y="512"/>
                  </a:lnTo>
                  <a:lnTo>
                    <a:pt x="513" y="511"/>
                  </a:lnTo>
                  <a:lnTo>
                    <a:pt x="516" y="511"/>
                  </a:lnTo>
                  <a:lnTo>
                    <a:pt x="519" y="509"/>
                  </a:lnTo>
                  <a:lnTo>
                    <a:pt x="521" y="507"/>
                  </a:lnTo>
                  <a:lnTo>
                    <a:pt x="524" y="506"/>
                  </a:lnTo>
                  <a:lnTo>
                    <a:pt x="527" y="504"/>
                  </a:lnTo>
                  <a:lnTo>
                    <a:pt x="530" y="504"/>
                  </a:lnTo>
                  <a:lnTo>
                    <a:pt x="534" y="503"/>
                  </a:lnTo>
                  <a:lnTo>
                    <a:pt x="538" y="501"/>
                  </a:lnTo>
                  <a:lnTo>
                    <a:pt x="541" y="500"/>
                  </a:lnTo>
                  <a:lnTo>
                    <a:pt x="545" y="501"/>
                  </a:lnTo>
                  <a:lnTo>
                    <a:pt x="548" y="505"/>
                  </a:lnTo>
                  <a:lnTo>
                    <a:pt x="550" y="508"/>
                  </a:lnTo>
                  <a:lnTo>
                    <a:pt x="551" y="510"/>
                  </a:lnTo>
                  <a:lnTo>
                    <a:pt x="554" y="510"/>
                  </a:lnTo>
                  <a:lnTo>
                    <a:pt x="558" y="509"/>
                  </a:lnTo>
                  <a:lnTo>
                    <a:pt x="562" y="509"/>
                  </a:lnTo>
                  <a:lnTo>
                    <a:pt x="565" y="510"/>
                  </a:lnTo>
                  <a:lnTo>
                    <a:pt x="567" y="512"/>
                  </a:lnTo>
                  <a:lnTo>
                    <a:pt x="568" y="513"/>
                  </a:lnTo>
                  <a:lnTo>
                    <a:pt x="570" y="515"/>
                  </a:lnTo>
                  <a:lnTo>
                    <a:pt x="572" y="517"/>
                  </a:lnTo>
                  <a:lnTo>
                    <a:pt x="572" y="519"/>
                  </a:lnTo>
                  <a:lnTo>
                    <a:pt x="571" y="522"/>
                  </a:lnTo>
                  <a:lnTo>
                    <a:pt x="570" y="524"/>
                  </a:lnTo>
                  <a:lnTo>
                    <a:pt x="570" y="526"/>
                  </a:lnTo>
                  <a:close/>
                </a:path>
              </a:pathLst>
            </a:custGeom>
            <a:solidFill>
              <a:srgbClr val="59A3CD">
                <a:alpha val="9600"/>
              </a:srgbClr>
            </a:solidFill>
            <a:ln>
              <a:noFill/>
            </a:ln>
          </p:spPr>
          <p:txBody>
            <a:bodyPr anchor="ctr"/>
            <a:lstStyle/>
            <a:p>
              <a:pPr algn="ctr">
                <a:buNone/>
              </a:pPr>
            </a:p>
          </p:txBody>
        </p:sp>
        <p:sp>
          <p:nvSpPr>
            <p:cNvPr id="7079" name="addition:input:78">
              <a:extLst>
                <a:ext uri="{FF2B5EF4-FFF2-40B4-BE49-F238E27FC236}">
                  <ns2:creationId id="{C05A0609-34FB-414D-8275-3BD4A86B9ACC}"/>
                </a:ext>
              </a:extLst>
            </p:cNvPr>
            <p:cNvSpPr>
              <a:spLocks noGrp="1"/>
            </p:cNvSpPr>
            <p:nvPr/>
          </p:nvSpPr>
          <p:spPr>
            <a:xfrm>
              <a:off x="209550" y="5438775"/>
              <a:ext cx="880567" cy="1017864"/>
            </a:xfrm>
            <a:custGeom>
              <a:rect l="l" t="t" r="r" b="b"/>
              <a:pathLst>
                <a:path w="535" h="543">
                  <a:moveTo>
                    <a:pt x="0" y="0"/>
                  </a:moveTo>
                  <a:moveTo>
                    <a:pt x="530" y="519"/>
                  </a:moveTo>
                  <a:lnTo>
                    <a:pt x="532" y="521"/>
                  </a:lnTo>
                  <a:lnTo>
                    <a:pt x="533" y="523"/>
                  </a:lnTo>
                  <a:lnTo>
                    <a:pt x="532" y="525"/>
                  </a:lnTo>
                  <a:lnTo>
                    <a:pt x="530" y="526"/>
                  </a:lnTo>
                  <a:lnTo>
                    <a:pt x="529" y="528"/>
                  </a:lnTo>
                  <a:lnTo>
                    <a:pt x="529" y="530"/>
                  </a:lnTo>
                  <a:lnTo>
                    <a:pt x="530" y="532"/>
                  </a:lnTo>
                  <a:lnTo>
                    <a:pt x="529" y="535"/>
                  </a:lnTo>
                  <a:lnTo>
                    <a:pt x="528" y="536"/>
                  </a:lnTo>
                  <a:lnTo>
                    <a:pt x="525" y="537"/>
                  </a:lnTo>
                  <a:lnTo>
                    <a:pt x="523" y="537"/>
                  </a:lnTo>
                  <a:lnTo>
                    <a:pt x="521" y="538"/>
                  </a:lnTo>
                  <a:lnTo>
                    <a:pt x="519" y="538"/>
                  </a:lnTo>
                  <a:lnTo>
                    <a:pt x="516" y="538"/>
                  </a:lnTo>
                  <a:lnTo>
                    <a:pt x="514" y="537"/>
                  </a:lnTo>
                  <a:lnTo>
                    <a:pt x="512" y="536"/>
                  </a:lnTo>
                  <a:lnTo>
                    <a:pt x="511" y="538"/>
                  </a:lnTo>
                  <a:lnTo>
                    <a:pt x="508" y="540"/>
                  </a:lnTo>
                  <a:lnTo>
                    <a:pt x="505" y="543"/>
                  </a:lnTo>
                  <a:lnTo>
                    <a:pt x="503" y="543"/>
                  </a:lnTo>
                  <a:lnTo>
                    <a:pt x="500" y="541"/>
                  </a:lnTo>
                  <a:lnTo>
                    <a:pt x="498" y="539"/>
                  </a:lnTo>
                  <a:lnTo>
                    <a:pt x="496" y="538"/>
                  </a:lnTo>
                  <a:lnTo>
                    <a:pt x="494" y="537"/>
                  </a:lnTo>
                  <a:lnTo>
                    <a:pt x="491" y="536"/>
                  </a:lnTo>
                  <a:lnTo>
                    <a:pt x="489" y="534"/>
                  </a:lnTo>
                  <a:lnTo>
                    <a:pt x="488" y="532"/>
                  </a:lnTo>
                  <a:lnTo>
                    <a:pt x="487" y="531"/>
                  </a:lnTo>
                  <a:lnTo>
                    <a:pt x="485" y="529"/>
                  </a:lnTo>
                  <a:lnTo>
                    <a:pt x="483" y="528"/>
                  </a:lnTo>
                  <a:lnTo>
                    <a:pt x="481" y="527"/>
                  </a:lnTo>
                  <a:lnTo>
                    <a:pt x="481" y="525"/>
                  </a:lnTo>
                  <a:lnTo>
                    <a:pt x="481" y="523"/>
                  </a:lnTo>
                  <a:lnTo>
                    <a:pt x="479" y="521"/>
                  </a:lnTo>
                  <a:lnTo>
                    <a:pt x="476" y="519"/>
                  </a:lnTo>
                  <a:lnTo>
                    <a:pt x="473" y="517"/>
                  </a:lnTo>
                  <a:lnTo>
                    <a:pt x="473" y="515"/>
                  </a:lnTo>
                  <a:lnTo>
                    <a:pt x="475" y="513"/>
                  </a:lnTo>
                  <a:lnTo>
                    <a:pt x="479" y="512"/>
                  </a:lnTo>
                  <a:lnTo>
                    <a:pt x="483" y="511"/>
                  </a:lnTo>
                  <a:lnTo>
                    <a:pt x="485" y="510"/>
                  </a:lnTo>
                  <a:lnTo>
                    <a:pt x="486" y="508"/>
                  </a:lnTo>
                  <a:lnTo>
                    <a:pt x="487" y="507"/>
                  </a:lnTo>
                  <a:lnTo>
                    <a:pt x="489" y="505"/>
                  </a:lnTo>
                  <a:lnTo>
                    <a:pt x="491" y="504"/>
                  </a:lnTo>
                  <a:lnTo>
                    <a:pt x="492" y="502"/>
                  </a:lnTo>
                  <a:lnTo>
                    <a:pt x="494" y="500"/>
                  </a:lnTo>
                  <a:lnTo>
                    <a:pt x="496" y="498"/>
                  </a:lnTo>
                  <a:lnTo>
                    <a:pt x="499" y="498"/>
                  </a:lnTo>
                  <a:lnTo>
                    <a:pt x="503" y="498"/>
                  </a:lnTo>
                  <a:lnTo>
                    <a:pt x="506" y="499"/>
                  </a:lnTo>
                  <a:lnTo>
                    <a:pt x="508" y="499"/>
                  </a:lnTo>
                  <a:lnTo>
                    <a:pt x="511" y="498"/>
                  </a:lnTo>
                  <a:lnTo>
                    <a:pt x="514" y="497"/>
                  </a:lnTo>
                  <a:lnTo>
                    <a:pt x="516" y="498"/>
                  </a:lnTo>
                  <a:lnTo>
                    <a:pt x="518" y="501"/>
                  </a:lnTo>
                  <a:lnTo>
                    <a:pt x="519" y="503"/>
                  </a:lnTo>
                  <a:lnTo>
                    <a:pt x="520" y="504"/>
                  </a:lnTo>
                  <a:lnTo>
                    <a:pt x="523" y="504"/>
                  </a:lnTo>
                  <a:lnTo>
                    <a:pt x="526" y="503"/>
                  </a:lnTo>
                  <a:lnTo>
                    <a:pt x="528" y="504"/>
                  </a:lnTo>
                  <a:lnTo>
                    <a:pt x="530" y="505"/>
                  </a:lnTo>
                  <a:lnTo>
                    <a:pt x="532" y="506"/>
                  </a:lnTo>
                  <a:lnTo>
                    <a:pt x="534" y="507"/>
                  </a:lnTo>
                  <a:lnTo>
                    <a:pt x="535" y="509"/>
                  </a:lnTo>
                  <a:lnTo>
                    <a:pt x="535" y="511"/>
                  </a:lnTo>
                  <a:lnTo>
                    <a:pt x="533" y="514"/>
                  </a:lnTo>
                  <a:lnTo>
                    <a:pt x="530" y="516"/>
                  </a:lnTo>
                  <a:lnTo>
                    <a:pt x="529" y="518"/>
                  </a:lnTo>
                  <a:close/>
                </a:path>
              </a:pathLst>
            </a:custGeom>
            <a:solidFill>
              <a:srgbClr val="59A3CD">
                <a:alpha val="9600"/>
              </a:srgbClr>
            </a:solidFill>
            <a:ln>
              <a:noFill/>
            </a:ln>
          </p:spPr>
          <p:txBody>
            <a:bodyPr anchor="ctr"/>
            <a:lstStyle/>
            <a:p>
              <a:pPr algn="ctr">
                <a:buNone/>
              </a:pPr>
            </a:p>
          </p:txBody>
        </p:sp>
        <p:sp>
          <p:nvSpPr>
            <p:cNvPr id="7080" name="addition:input:79">
              <a:extLst>
                <a:ext uri="{FF2B5EF4-FFF2-40B4-BE49-F238E27FC236}">
                  <ns2:creationId id="{ADE92909-C42A-406F-A231-190170006204}"/>
                </a:ext>
              </a:extLst>
            </p:cNvPr>
            <p:cNvSpPr>
              <a:spLocks noGrp="1"/>
            </p:cNvSpPr>
            <p:nvPr/>
          </p:nvSpPr>
          <p:spPr>
            <a:xfrm>
              <a:off x="209550" y="5438775"/>
              <a:ext cx="994136" cy="1019739"/>
            </a:xfrm>
            <a:custGeom>
              <a:rect l="l" t="t" r="r" b="b"/>
              <a:pathLst>
                <a:path w="604" h="544">
                  <a:moveTo>
                    <a:pt x="0" y="0"/>
                  </a:moveTo>
                  <a:moveTo>
                    <a:pt x="602" y="516"/>
                  </a:moveTo>
                  <a:lnTo>
                    <a:pt x="599" y="518"/>
                  </a:lnTo>
                  <a:lnTo>
                    <a:pt x="595" y="520"/>
                  </a:lnTo>
                  <a:lnTo>
                    <a:pt x="593" y="522"/>
                  </a:lnTo>
                  <a:lnTo>
                    <a:pt x="593" y="525"/>
                  </a:lnTo>
                  <a:lnTo>
                    <a:pt x="593" y="528"/>
                  </a:lnTo>
                  <a:lnTo>
                    <a:pt x="592" y="530"/>
                  </a:lnTo>
                  <a:lnTo>
                    <a:pt x="588" y="531"/>
                  </a:lnTo>
                  <a:lnTo>
                    <a:pt x="583" y="532"/>
                  </a:lnTo>
                  <a:lnTo>
                    <a:pt x="580" y="533"/>
                  </a:lnTo>
                  <a:lnTo>
                    <a:pt x="579" y="536"/>
                  </a:lnTo>
                  <a:lnTo>
                    <a:pt x="578" y="540"/>
                  </a:lnTo>
                  <a:lnTo>
                    <a:pt x="576" y="543"/>
                  </a:lnTo>
                  <a:lnTo>
                    <a:pt x="572" y="544"/>
                  </a:lnTo>
                  <a:lnTo>
                    <a:pt x="567" y="543"/>
                  </a:lnTo>
                  <a:lnTo>
                    <a:pt x="563" y="542"/>
                  </a:lnTo>
                  <a:lnTo>
                    <a:pt x="559" y="542"/>
                  </a:lnTo>
                  <a:lnTo>
                    <a:pt x="556" y="541"/>
                  </a:lnTo>
                  <a:lnTo>
                    <a:pt x="553" y="540"/>
                  </a:lnTo>
                  <a:lnTo>
                    <a:pt x="551" y="539"/>
                  </a:lnTo>
                  <a:lnTo>
                    <a:pt x="548" y="538"/>
                  </a:lnTo>
                  <a:lnTo>
                    <a:pt x="545" y="540"/>
                  </a:lnTo>
                  <a:lnTo>
                    <a:pt x="540" y="542"/>
                  </a:lnTo>
                  <a:lnTo>
                    <a:pt x="536" y="543"/>
                  </a:lnTo>
                  <a:lnTo>
                    <a:pt x="533" y="541"/>
                  </a:lnTo>
                  <a:lnTo>
                    <a:pt x="531" y="538"/>
                  </a:lnTo>
                  <a:lnTo>
                    <a:pt x="531" y="535"/>
                  </a:lnTo>
                  <a:lnTo>
                    <a:pt x="529" y="533"/>
                  </a:lnTo>
                  <a:lnTo>
                    <a:pt x="526" y="532"/>
                  </a:lnTo>
                  <a:lnTo>
                    <a:pt x="522" y="530"/>
                  </a:lnTo>
                  <a:lnTo>
                    <a:pt x="521" y="528"/>
                  </a:lnTo>
                  <a:lnTo>
                    <a:pt x="522" y="525"/>
                  </a:lnTo>
                  <a:lnTo>
                    <a:pt x="523" y="522"/>
                  </a:lnTo>
                  <a:lnTo>
                    <a:pt x="523" y="520"/>
                  </a:lnTo>
                  <a:lnTo>
                    <a:pt x="521" y="518"/>
                  </a:lnTo>
                  <a:lnTo>
                    <a:pt x="520" y="516"/>
                  </a:lnTo>
                  <a:lnTo>
                    <a:pt x="519" y="514"/>
                  </a:lnTo>
                  <a:lnTo>
                    <a:pt x="519" y="511"/>
                  </a:lnTo>
                  <a:lnTo>
                    <a:pt x="517" y="509"/>
                  </a:lnTo>
                  <a:lnTo>
                    <a:pt x="514" y="505"/>
                  </a:lnTo>
                  <a:lnTo>
                    <a:pt x="512" y="502"/>
                  </a:lnTo>
                  <a:lnTo>
                    <a:pt x="513" y="499"/>
                  </a:lnTo>
                  <a:lnTo>
                    <a:pt x="519" y="499"/>
                  </a:lnTo>
                  <a:lnTo>
                    <a:pt x="525" y="499"/>
                  </a:lnTo>
                  <a:lnTo>
                    <a:pt x="529" y="499"/>
                  </a:lnTo>
                  <a:lnTo>
                    <a:pt x="531" y="497"/>
                  </a:lnTo>
                  <a:lnTo>
                    <a:pt x="532" y="495"/>
                  </a:lnTo>
                  <a:lnTo>
                    <a:pt x="534" y="493"/>
                  </a:lnTo>
                  <a:lnTo>
                    <a:pt x="537" y="491"/>
                  </a:lnTo>
                  <a:lnTo>
                    <a:pt x="541" y="491"/>
                  </a:lnTo>
                  <a:lnTo>
                    <a:pt x="545" y="490"/>
                  </a:lnTo>
                  <a:lnTo>
                    <a:pt x="548" y="489"/>
                  </a:lnTo>
                  <a:lnTo>
                    <a:pt x="552" y="487"/>
                  </a:lnTo>
                  <a:lnTo>
                    <a:pt x="557" y="487"/>
                  </a:lnTo>
                  <a:lnTo>
                    <a:pt x="561" y="488"/>
                  </a:lnTo>
                  <a:lnTo>
                    <a:pt x="565" y="489"/>
                  </a:lnTo>
                  <a:lnTo>
                    <a:pt x="570" y="489"/>
                  </a:lnTo>
                  <a:lnTo>
                    <a:pt x="575" y="489"/>
                  </a:lnTo>
                  <a:lnTo>
                    <a:pt x="579" y="490"/>
                  </a:lnTo>
                  <a:lnTo>
                    <a:pt x="582" y="493"/>
                  </a:lnTo>
                  <a:lnTo>
                    <a:pt x="582" y="497"/>
                  </a:lnTo>
                  <a:lnTo>
                    <a:pt x="582" y="500"/>
                  </a:lnTo>
                  <a:lnTo>
                    <a:pt x="585" y="501"/>
                  </a:lnTo>
                  <a:lnTo>
                    <a:pt x="590" y="501"/>
                  </a:lnTo>
                  <a:lnTo>
                    <a:pt x="596" y="502"/>
                  </a:lnTo>
                  <a:lnTo>
                    <a:pt x="601" y="503"/>
                  </a:lnTo>
                  <a:lnTo>
                    <a:pt x="603" y="505"/>
                  </a:lnTo>
                  <a:lnTo>
                    <a:pt x="603" y="508"/>
                  </a:lnTo>
                  <a:lnTo>
                    <a:pt x="604" y="511"/>
                  </a:lnTo>
                  <a:lnTo>
                    <a:pt x="604" y="513"/>
                  </a:lnTo>
                  <a:close/>
                </a:path>
              </a:pathLst>
            </a:custGeom>
            <a:solidFill>
              <a:srgbClr val="59A3CD">
                <a:alpha val="9600"/>
              </a:srgbClr>
            </a:solidFill>
            <a:ln>
              <a:noFill/>
            </a:ln>
          </p:spPr>
          <p:txBody>
            <a:bodyPr anchor="ctr"/>
            <a:lstStyle/>
            <a:p>
              <a:pPr algn="ctr">
                <a:buNone/>
              </a:pPr>
            </a:p>
          </p:txBody>
        </p:sp>
        <p:sp>
          <p:nvSpPr>
            <p:cNvPr id="7081" name="addition:input:80">
              <a:extLst>
                <a:ext uri="{FF2B5EF4-FFF2-40B4-BE49-F238E27FC236}">
                  <ns2:creationId id="{7563345B-78A5-48F8-BE20-46AAC20EA235}"/>
                </a:ext>
              </a:extLst>
            </p:cNvPr>
            <p:cNvSpPr>
              <a:spLocks noGrp="1"/>
            </p:cNvSpPr>
            <p:nvPr/>
          </p:nvSpPr>
          <p:spPr>
            <a:xfrm>
              <a:off x="209550" y="5438775"/>
              <a:ext cx="1028700" cy="1036610"/>
            </a:xfrm>
            <a:custGeom>
              <a:rect l="l" t="t" r="r" b="b"/>
              <a:pathLst>
                <a:path w="625" h="553">
                  <a:moveTo>
                    <a:pt x="0" y="0"/>
                  </a:moveTo>
                  <a:moveTo>
                    <a:pt x="624" y="511"/>
                  </a:moveTo>
                  <a:lnTo>
                    <a:pt x="617" y="515"/>
                  </a:lnTo>
                  <a:lnTo>
                    <a:pt x="609" y="517"/>
                  </a:lnTo>
                  <a:lnTo>
                    <a:pt x="603" y="520"/>
                  </a:lnTo>
                  <a:lnTo>
                    <a:pt x="602" y="523"/>
                  </a:lnTo>
                  <a:lnTo>
                    <a:pt x="603" y="527"/>
                  </a:lnTo>
                  <a:lnTo>
                    <a:pt x="602" y="531"/>
                  </a:lnTo>
                  <a:lnTo>
                    <a:pt x="599" y="534"/>
                  </a:lnTo>
                  <a:lnTo>
                    <a:pt x="594" y="536"/>
                  </a:lnTo>
                  <a:lnTo>
                    <a:pt x="590" y="538"/>
                  </a:lnTo>
                  <a:lnTo>
                    <a:pt x="587" y="542"/>
                  </a:lnTo>
                  <a:lnTo>
                    <a:pt x="584" y="545"/>
                  </a:lnTo>
                  <a:lnTo>
                    <a:pt x="579" y="547"/>
                  </a:lnTo>
                  <a:lnTo>
                    <a:pt x="574" y="548"/>
                  </a:lnTo>
                  <a:lnTo>
                    <a:pt x="568" y="549"/>
                  </a:lnTo>
                  <a:lnTo>
                    <a:pt x="564" y="551"/>
                  </a:lnTo>
                  <a:lnTo>
                    <a:pt x="559" y="552"/>
                  </a:lnTo>
                  <a:lnTo>
                    <a:pt x="554" y="553"/>
                  </a:lnTo>
                  <a:lnTo>
                    <a:pt x="549" y="550"/>
                  </a:lnTo>
                  <a:lnTo>
                    <a:pt x="545" y="545"/>
                  </a:lnTo>
                  <a:lnTo>
                    <a:pt x="543" y="541"/>
                  </a:lnTo>
                  <a:lnTo>
                    <a:pt x="539" y="542"/>
                  </a:lnTo>
                  <a:lnTo>
                    <a:pt x="534" y="544"/>
                  </a:lnTo>
                  <a:lnTo>
                    <a:pt x="527" y="547"/>
                  </a:lnTo>
                  <a:lnTo>
                    <a:pt x="521" y="547"/>
                  </a:lnTo>
                  <a:lnTo>
                    <a:pt x="518" y="545"/>
                  </a:lnTo>
                  <a:lnTo>
                    <a:pt x="515" y="541"/>
                  </a:lnTo>
                  <a:lnTo>
                    <a:pt x="513" y="538"/>
                  </a:lnTo>
                  <a:lnTo>
                    <a:pt x="510" y="535"/>
                  </a:lnTo>
                  <a:lnTo>
                    <a:pt x="509" y="532"/>
                  </a:lnTo>
                  <a:lnTo>
                    <a:pt x="510" y="527"/>
                  </a:lnTo>
                  <a:lnTo>
                    <a:pt x="511" y="523"/>
                  </a:lnTo>
                  <a:lnTo>
                    <a:pt x="511" y="520"/>
                  </a:lnTo>
                  <a:lnTo>
                    <a:pt x="507" y="518"/>
                  </a:lnTo>
                  <a:lnTo>
                    <a:pt x="503" y="515"/>
                  </a:lnTo>
                  <a:lnTo>
                    <a:pt x="502" y="511"/>
                  </a:lnTo>
                  <a:lnTo>
                    <a:pt x="504" y="508"/>
                  </a:lnTo>
                  <a:lnTo>
                    <a:pt x="507" y="505"/>
                  </a:lnTo>
                  <a:lnTo>
                    <a:pt x="507" y="502"/>
                  </a:lnTo>
                  <a:lnTo>
                    <a:pt x="504" y="497"/>
                  </a:lnTo>
                  <a:lnTo>
                    <a:pt x="499" y="492"/>
                  </a:lnTo>
                  <a:lnTo>
                    <a:pt x="498" y="488"/>
                  </a:lnTo>
                  <a:lnTo>
                    <a:pt x="502" y="485"/>
                  </a:lnTo>
                  <a:lnTo>
                    <a:pt x="508" y="484"/>
                  </a:lnTo>
                  <a:lnTo>
                    <a:pt x="514" y="483"/>
                  </a:lnTo>
                  <a:lnTo>
                    <a:pt x="518" y="482"/>
                  </a:lnTo>
                  <a:lnTo>
                    <a:pt x="523" y="481"/>
                  </a:lnTo>
                  <a:lnTo>
                    <a:pt x="527" y="480"/>
                  </a:lnTo>
                  <a:lnTo>
                    <a:pt x="532" y="480"/>
                  </a:lnTo>
                  <a:lnTo>
                    <a:pt x="535" y="479"/>
                  </a:lnTo>
                  <a:lnTo>
                    <a:pt x="539" y="475"/>
                  </a:lnTo>
                  <a:lnTo>
                    <a:pt x="543" y="470"/>
                  </a:lnTo>
                  <a:lnTo>
                    <a:pt x="548" y="467"/>
                  </a:lnTo>
                  <a:lnTo>
                    <a:pt x="554" y="467"/>
                  </a:lnTo>
                  <a:lnTo>
                    <a:pt x="560" y="471"/>
                  </a:lnTo>
                  <a:lnTo>
                    <a:pt x="565" y="474"/>
                  </a:lnTo>
                  <a:lnTo>
                    <a:pt x="570" y="475"/>
                  </a:lnTo>
                  <a:lnTo>
                    <a:pt x="577" y="474"/>
                  </a:lnTo>
                  <a:lnTo>
                    <a:pt x="583" y="475"/>
                  </a:lnTo>
                  <a:lnTo>
                    <a:pt x="588" y="477"/>
                  </a:lnTo>
                  <a:lnTo>
                    <a:pt x="591" y="481"/>
                  </a:lnTo>
                  <a:lnTo>
                    <a:pt x="593" y="485"/>
                  </a:lnTo>
                  <a:lnTo>
                    <a:pt x="596" y="488"/>
                  </a:lnTo>
                  <a:lnTo>
                    <a:pt x="600" y="490"/>
                  </a:lnTo>
                  <a:lnTo>
                    <a:pt x="604" y="492"/>
                  </a:lnTo>
                  <a:lnTo>
                    <a:pt x="608" y="495"/>
                  </a:lnTo>
                  <a:lnTo>
                    <a:pt x="611" y="498"/>
                  </a:lnTo>
                  <a:lnTo>
                    <a:pt x="616" y="500"/>
                  </a:lnTo>
                  <a:lnTo>
                    <a:pt x="621" y="503"/>
                  </a:lnTo>
                  <a:lnTo>
                    <a:pt x="625" y="507"/>
                  </a:lnTo>
                  <a:close/>
                </a:path>
              </a:pathLst>
            </a:custGeom>
            <a:solidFill>
              <a:srgbClr val="0675B4">
                <a:alpha val="11100"/>
              </a:srgbClr>
            </a:solidFill>
            <a:ln>
              <a:noFill/>
            </a:ln>
          </p:spPr>
          <p:txBody>
            <a:bodyPr anchor="ctr"/>
            <a:lstStyle/>
            <a:p>
              <a:pPr algn="ctr">
                <a:buNone/>
              </a:pPr>
            </a:p>
          </p:txBody>
        </p:sp>
        <p:sp>
          <p:nvSpPr>
            <p:cNvPr id="7082" name="addition:input:81">
              <a:extLst>
                <a:ext uri="{FF2B5EF4-FFF2-40B4-BE49-F238E27FC236}">
                  <ns2:creationId id="{1B6F2342-DCC8-4B9B-A6E7-9C75128DCA9E}"/>
                </a:ext>
              </a:extLst>
            </p:cNvPr>
            <p:cNvSpPr>
              <a:spLocks noGrp="1"/>
            </p:cNvSpPr>
            <p:nvPr/>
          </p:nvSpPr>
          <p:spPr>
            <a:xfrm>
              <a:off x="209550" y="5438775"/>
              <a:ext cx="915132" cy="978499"/>
            </a:xfrm>
            <a:custGeom>
              <a:rect l="l" t="t" r="r" b="b"/>
              <a:pathLst>
                <a:path w="556" h="522">
                  <a:moveTo>
                    <a:pt x="0" y="0"/>
                  </a:moveTo>
                  <a:moveTo>
                    <a:pt x="556" y="500"/>
                  </a:moveTo>
                  <a:lnTo>
                    <a:pt x="555" y="502"/>
                  </a:lnTo>
                  <a:lnTo>
                    <a:pt x="554" y="504"/>
                  </a:lnTo>
                  <a:lnTo>
                    <a:pt x="553" y="505"/>
                  </a:lnTo>
                  <a:lnTo>
                    <a:pt x="554" y="507"/>
                  </a:lnTo>
                  <a:lnTo>
                    <a:pt x="555" y="509"/>
                  </a:lnTo>
                  <a:lnTo>
                    <a:pt x="555" y="511"/>
                  </a:lnTo>
                  <a:lnTo>
                    <a:pt x="554" y="513"/>
                  </a:lnTo>
                  <a:lnTo>
                    <a:pt x="553" y="514"/>
                  </a:lnTo>
                  <a:lnTo>
                    <a:pt x="551" y="515"/>
                  </a:lnTo>
                  <a:lnTo>
                    <a:pt x="550" y="517"/>
                  </a:lnTo>
                  <a:lnTo>
                    <a:pt x="547" y="517"/>
                  </a:lnTo>
                  <a:lnTo>
                    <a:pt x="545" y="516"/>
                  </a:lnTo>
                  <a:lnTo>
                    <a:pt x="542" y="515"/>
                  </a:lnTo>
                  <a:lnTo>
                    <a:pt x="540" y="515"/>
                  </a:lnTo>
                  <a:lnTo>
                    <a:pt x="539" y="517"/>
                  </a:lnTo>
                  <a:lnTo>
                    <a:pt x="537" y="520"/>
                  </a:lnTo>
                  <a:lnTo>
                    <a:pt x="535" y="522"/>
                  </a:lnTo>
                  <a:lnTo>
                    <a:pt x="532" y="522"/>
                  </a:lnTo>
                  <a:lnTo>
                    <a:pt x="530" y="521"/>
                  </a:lnTo>
                  <a:lnTo>
                    <a:pt x="527" y="520"/>
                  </a:lnTo>
                  <a:lnTo>
                    <a:pt x="525" y="519"/>
                  </a:lnTo>
                  <a:lnTo>
                    <a:pt x="522" y="519"/>
                  </a:lnTo>
                  <a:lnTo>
                    <a:pt x="520" y="518"/>
                  </a:lnTo>
                  <a:lnTo>
                    <a:pt x="518" y="517"/>
                  </a:lnTo>
                  <a:lnTo>
                    <a:pt x="516" y="515"/>
                  </a:lnTo>
                  <a:lnTo>
                    <a:pt x="514" y="514"/>
                  </a:lnTo>
                  <a:lnTo>
                    <a:pt x="512" y="513"/>
                  </a:lnTo>
                  <a:lnTo>
                    <a:pt x="510" y="511"/>
                  </a:lnTo>
                  <a:lnTo>
                    <a:pt x="509" y="510"/>
                  </a:lnTo>
                  <a:lnTo>
                    <a:pt x="509" y="508"/>
                  </a:lnTo>
                  <a:lnTo>
                    <a:pt x="508" y="506"/>
                  </a:lnTo>
                  <a:lnTo>
                    <a:pt x="506" y="505"/>
                  </a:lnTo>
                  <a:lnTo>
                    <a:pt x="503" y="504"/>
                  </a:lnTo>
                  <a:lnTo>
                    <a:pt x="499" y="502"/>
                  </a:lnTo>
                  <a:lnTo>
                    <a:pt x="499" y="500"/>
                  </a:lnTo>
                  <a:lnTo>
                    <a:pt x="500" y="498"/>
                  </a:lnTo>
                  <a:lnTo>
                    <a:pt x="504" y="497"/>
                  </a:lnTo>
                  <a:lnTo>
                    <a:pt x="507" y="495"/>
                  </a:lnTo>
                  <a:lnTo>
                    <a:pt x="509" y="494"/>
                  </a:lnTo>
                  <a:lnTo>
                    <a:pt x="509" y="492"/>
                  </a:lnTo>
                  <a:lnTo>
                    <a:pt x="510" y="491"/>
                  </a:lnTo>
                  <a:lnTo>
                    <a:pt x="512" y="490"/>
                  </a:lnTo>
                  <a:lnTo>
                    <a:pt x="514" y="488"/>
                  </a:lnTo>
                  <a:lnTo>
                    <a:pt x="515" y="486"/>
                  </a:lnTo>
                  <a:lnTo>
                    <a:pt x="516" y="484"/>
                  </a:lnTo>
                  <a:lnTo>
                    <a:pt x="517" y="482"/>
                  </a:lnTo>
                  <a:lnTo>
                    <a:pt x="520" y="482"/>
                  </a:lnTo>
                  <a:lnTo>
                    <a:pt x="523" y="482"/>
                  </a:lnTo>
                  <a:lnTo>
                    <a:pt x="526" y="482"/>
                  </a:lnTo>
                  <a:lnTo>
                    <a:pt x="528" y="481"/>
                  </a:lnTo>
                  <a:lnTo>
                    <a:pt x="530" y="479"/>
                  </a:lnTo>
                  <a:lnTo>
                    <a:pt x="532" y="478"/>
                  </a:lnTo>
                  <a:lnTo>
                    <a:pt x="535" y="479"/>
                  </a:lnTo>
                  <a:lnTo>
                    <a:pt x="537" y="482"/>
                  </a:lnTo>
                  <a:lnTo>
                    <a:pt x="538" y="484"/>
                  </a:lnTo>
                  <a:lnTo>
                    <a:pt x="540" y="485"/>
                  </a:lnTo>
                  <a:lnTo>
                    <a:pt x="542" y="484"/>
                  </a:lnTo>
                  <a:lnTo>
                    <a:pt x="544" y="484"/>
                  </a:lnTo>
                  <a:lnTo>
                    <a:pt x="547" y="484"/>
                  </a:lnTo>
                  <a:lnTo>
                    <a:pt x="549" y="484"/>
                  </a:lnTo>
                  <a:lnTo>
                    <a:pt x="551" y="485"/>
                  </a:lnTo>
                  <a:lnTo>
                    <a:pt x="553" y="486"/>
                  </a:lnTo>
                  <a:lnTo>
                    <a:pt x="555" y="487"/>
                  </a:lnTo>
                  <a:lnTo>
                    <a:pt x="555" y="489"/>
                  </a:lnTo>
                  <a:lnTo>
                    <a:pt x="554" y="492"/>
                  </a:lnTo>
                  <a:lnTo>
                    <a:pt x="552" y="494"/>
                  </a:lnTo>
                  <a:lnTo>
                    <a:pt x="552" y="496"/>
                  </a:lnTo>
                  <a:lnTo>
                    <a:pt x="553" y="497"/>
                  </a:lnTo>
                  <a:lnTo>
                    <a:pt x="555" y="498"/>
                  </a:lnTo>
                  <a:close/>
                </a:path>
              </a:pathLst>
            </a:custGeom>
            <a:solidFill>
              <a:srgbClr val="0072B2">
                <a:alpha val="10800"/>
              </a:srgbClr>
            </a:solidFill>
            <a:ln>
              <a:noFill/>
            </a:ln>
          </p:spPr>
          <p:txBody>
            <a:bodyPr anchor="ctr"/>
            <a:lstStyle/>
            <a:p>
              <a:pPr algn="ctr">
                <a:buNone/>
              </a:pPr>
            </a:p>
          </p:txBody>
        </p:sp>
        <p:sp>
          <p:nvSpPr>
            <p:cNvPr id="7083" name="addition:input:82">
              <a:extLst>
                <a:ext uri="{FF2B5EF4-FFF2-40B4-BE49-F238E27FC236}">
                  <ns2:creationId id="{58BA7711-751F-4655-B12C-B94F656F0BD6}"/>
                </a:ext>
              </a:extLst>
            </p:cNvPr>
            <p:cNvSpPr>
              <a:spLocks noGrp="1"/>
            </p:cNvSpPr>
            <p:nvPr/>
          </p:nvSpPr>
          <p:spPr>
            <a:xfrm>
              <a:off x="209550" y="5438775"/>
              <a:ext cx="979322" cy="957880"/>
            </a:xfrm>
            <a:custGeom>
              <a:rect l="l" t="t" r="r" b="b"/>
              <a:pathLst>
                <a:path w="595" h="511">
                  <a:moveTo>
                    <a:pt x="0" y="0"/>
                  </a:moveTo>
                  <a:moveTo>
                    <a:pt x="594" y="494"/>
                  </a:moveTo>
                  <a:lnTo>
                    <a:pt x="591" y="496"/>
                  </a:lnTo>
                  <a:lnTo>
                    <a:pt x="588" y="497"/>
                  </a:lnTo>
                  <a:lnTo>
                    <a:pt x="587" y="498"/>
                  </a:lnTo>
                  <a:lnTo>
                    <a:pt x="587" y="499"/>
                  </a:lnTo>
                  <a:lnTo>
                    <a:pt x="587" y="501"/>
                  </a:lnTo>
                  <a:lnTo>
                    <a:pt x="586" y="502"/>
                  </a:lnTo>
                  <a:lnTo>
                    <a:pt x="585" y="503"/>
                  </a:lnTo>
                  <a:lnTo>
                    <a:pt x="583" y="504"/>
                  </a:lnTo>
                  <a:lnTo>
                    <a:pt x="582" y="505"/>
                  </a:lnTo>
                  <a:lnTo>
                    <a:pt x="581" y="506"/>
                  </a:lnTo>
                  <a:lnTo>
                    <a:pt x="579" y="507"/>
                  </a:lnTo>
                  <a:lnTo>
                    <a:pt x="578" y="508"/>
                  </a:lnTo>
                  <a:lnTo>
                    <a:pt x="576" y="508"/>
                  </a:lnTo>
                  <a:lnTo>
                    <a:pt x="574" y="509"/>
                  </a:lnTo>
                  <a:lnTo>
                    <a:pt x="572" y="510"/>
                  </a:lnTo>
                  <a:lnTo>
                    <a:pt x="570" y="511"/>
                  </a:lnTo>
                  <a:lnTo>
                    <a:pt x="568" y="510"/>
                  </a:lnTo>
                  <a:lnTo>
                    <a:pt x="567" y="508"/>
                  </a:lnTo>
                  <a:lnTo>
                    <a:pt x="565" y="507"/>
                  </a:lnTo>
                  <a:lnTo>
                    <a:pt x="564" y="506"/>
                  </a:lnTo>
                  <a:lnTo>
                    <a:pt x="563" y="507"/>
                  </a:lnTo>
                  <a:lnTo>
                    <a:pt x="560" y="508"/>
                  </a:lnTo>
                  <a:lnTo>
                    <a:pt x="558" y="508"/>
                  </a:lnTo>
                  <a:lnTo>
                    <a:pt x="557" y="508"/>
                  </a:lnTo>
                  <a:lnTo>
                    <a:pt x="555" y="507"/>
                  </a:lnTo>
                  <a:lnTo>
                    <a:pt x="554" y="506"/>
                  </a:lnTo>
                  <a:lnTo>
                    <a:pt x="553" y="505"/>
                  </a:lnTo>
                  <a:lnTo>
                    <a:pt x="552" y="504"/>
                  </a:lnTo>
                  <a:lnTo>
                    <a:pt x="552" y="502"/>
                  </a:lnTo>
                  <a:lnTo>
                    <a:pt x="553" y="500"/>
                  </a:lnTo>
                  <a:lnTo>
                    <a:pt x="553" y="499"/>
                  </a:lnTo>
                  <a:lnTo>
                    <a:pt x="552" y="498"/>
                  </a:lnTo>
                  <a:lnTo>
                    <a:pt x="550" y="497"/>
                  </a:lnTo>
                  <a:lnTo>
                    <a:pt x="549" y="496"/>
                  </a:lnTo>
                  <a:lnTo>
                    <a:pt x="550" y="494"/>
                  </a:lnTo>
                  <a:lnTo>
                    <a:pt x="551" y="493"/>
                  </a:lnTo>
                  <a:lnTo>
                    <a:pt x="552" y="492"/>
                  </a:lnTo>
                  <a:lnTo>
                    <a:pt x="551" y="491"/>
                  </a:lnTo>
                  <a:lnTo>
                    <a:pt x="549" y="489"/>
                  </a:lnTo>
                  <a:lnTo>
                    <a:pt x="548" y="487"/>
                  </a:lnTo>
                  <a:lnTo>
                    <a:pt x="548" y="485"/>
                  </a:lnTo>
                  <a:lnTo>
                    <a:pt x="550" y="484"/>
                  </a:lnTo>
                  <a:lnTo>
                    <a:pt x="552" y="484"/>
                  </a:lnTo>
                  <a:lnTo>
                    <a:pt x="554" y="483"/>
                  </a:lnTo>
                  <a:lnTo>
                    <a:pt x="555" y="483"/>
                  </a:lnTo>
                  <a:lnTo>
                    <a:pt x="557" y="483"/>
                  </a:lnTo>
                  <a:lnTo>
                    <a:pt x="559" y="483"/>
                  </a:lnTo>
                  <a:lnTo>
                    <a:pt x="560" y="483"/>
                  </a:lnTo>
                  <a:lnTo>
                    <a:pt x="561" y="482"/>
                  </a:lnTo>
                  <a:lnTo>
                    <a:pt x="563" y="480"/>
                  </a:lnTo>
                  <a:lnTo>
                    <a:pt x="564" y="478"/>
                  </a:lnTo>
                  <a:lnTo>
                    <a:pt x="566" y="478"/>
                  </a:lnTo>
                  <a:lnTo>
                    <a:pt x="568" y="478"/>
                  </a:lnTo>
                  <a:lnTo>
                    <a:pt x="570" y="479"/>
                  </a:lnTo>
                  <a:lnTo>
                    <a:pt x="572" y="480"/>
                  </a:lnTo>
                  <a:lnTo>
                    <a:pt x="575" y="480"/>
                  </a:lnTo>
                  <a:lnTo>
                    <a:pt x="577" y="479"/>
                  </a:lnTo>
                  <a:lnTo>
                    <a:pt x="579" y="480"/>
                  </a:lnTo>
                  <a:lnTo>
                    <a:pt x="581" y="481"/>
                  </a:lnTo>
                  <a:lnTo>
                    <a:pt x="582" y="483"/>
                  </a:lnTo>
                  <a:lnTo>
                    <a:pt x="583" y="484"/>
                  </a:lnTo>
                  <a:lnTo>
                    <a:pt x="584" y="485"/>
                  </a:lnTo>
                  <a:lnTo>
                    <a:pt x="585" y="486"/>
                  </a:lnTo>
                  <a:lnTo>
                    <a:pt x="587" y="487"/>
                  </a:lnTo>
                  <a:lnTo>
                    <a:pt x="588" y="488"/>
                  </a:lnTo>
                  <a:lnTo>
                    <a:pt x="589" y="489"/>
                  </a:lnTo>
                  <a:lnTo>
                    <a:pt x="592" y="490"/>
                  </a:lnTo>
                  <a:lnTo>
                    <a:pt x="594" y="491"/>
                  </a:lnTo>
                  <a:lnTo>
                    <a:pt x="595" y="493"/>
                  </a:lnTo>
                  <a:close/>
                </a:path>
              </a:pathLst>
            </a:custGeom>
            <a:solidFill>
              <a:srgbClr val="0072B2">
                <a:alpha val="10800"/>
              </a:srgbClr>
            </a:solidFill>
            <a:ln>
              <a:noFill/>
            </a:ln>
          </p:spPr>
          <p:txBody>
            <a:bodyPr anchor="ctr"/>
            <a:lstStyle/>
            <a:p>
              <a:pPr algn="ctr">
                <a:buNone/>
              </a:pPr>
            </a:p>
          </p:txBody>
        </p:sp>
        <p:sp>
          <p:nvSpPr>
            <p:cNvPr id="7084" name="addition:input:83">
              <a:extLst>
                <a:ext uri="{FF2B5EF4-FFF2-40B4-BE49-F238E27FC236}">
                  <ns2:creationId id="{544AC686-864C-4515-8699-B12247CE4028}"/>
                </a:ext>
              </a:extLst>
            </p:cNvPr>
            <p:cNvSpPr>
              <a:spLocks noGrp="1"/>
            </p:cNvSpPr>
            <p:nvPr/>
          </p:nvSpPr>
          <p:spPr>
            <a:xfrm>
              <a:off x="209550" y="5438775"/>
              <a:ext cx="1018824" cy="1019739"/>
            </a:xfrm>
            <a:custGeom>
              <a:rect l="l" t="t" r="r" b="b"/>
              <a:pathLst>
                <a:path w="619" h="544">
                  <a:moveTo>
                    <a:pt x="0" y="0"/>
                  </a:moveTo>
                  <a:moveTo>
                    <a:pt x="617" y="521"/>
                  </a:moveTo>
                  <a:lnTo>
                    <a:pt x="619" y="523"/>
                  </a:lnTo>
                  <a:lnTo>
                    <a:pt x="618" y="525"/>
                  </a:lnTo>
                  <a:lnTo>
                    <a:pt x="615" y="526"/>
                  </a:lnTo>
                  <a:lnTo>
                    <a:pt x="612" y="527"/>
                  </a:lnTo>
                  <a:lnTo>
                    <a:pt x="611" y="529"/>
                  </a:lnTo>
                  <a:lnTo>
                    <a:pt x="611" y="531"/>
                  </a:lnTo>
                  <a:lnTo>
                    <a:pt x="610" y="532"/>
                  </a:lnTo>
                  <a:lnTo>
                    <a:pt x="608" y="533"/>
                  </a:lnTo>
                  <a:lnTo>
                    <a:pt x="605" y="534"/>
                  </a:lnTo>
                  <a:lnTo>
                    <a:pt x="603" y="535"/>
                  </a:lnTo>
                  <a:lnTo>
                    <a:pt x="601" y="536"/>
                  </a:lnTo>
                  <a:lnTo>
                    <a:pt x="599" y="537"/>
                  </a:lnTo>
                  <a:lnTo>
                    <a:pt x="597" y="538"/>
                  </a:lnTo>
                  <a:lnTo>
                    <a:pt x="594" y="539"/>
                  </a:lnTo>
                  <a:lnTo>
                    <a:pt x="591" y="540"/>
                  </a:lnTo>
                  <a:lnTo>
                    <a:pt x="589" y="541"/>
                  </a:lnTo>
                  <a:lnTo>
                    <a:pt x="586" y="543"/>
                  </a:lnTo>
                  <a:lnTo>
                    <a:pt x="583" y="544"/>
                  </a:lnTo>
                  <a:lnTo>
                    <a:pt x="580" y="543"/>
                  </a:lnTo>
                  <a:lnTo>
                    <a:pt x="577" y="540"/>
                  </a:lnTo>
                  <a:lnTo>
                    <a:pt x="576" y="537"/>
                  </a:lnTo>
                  <a:lnTo>
                    <a:pt x="574" y="536"/>
                  </a:lnTo>
                  <a:lnTo>
                    <a:pt x="572" y="536"/>
                  </a:lnTo>
                  <a:lnTo>
                    <a:pt x="569" y="536"/>
                  </a:lnTo>
                  <a:lnTo>
                    <a:pt x="566" y="536"/>
                  </a:lnTo>
                  <a:lnTo>
                    <a:pt x="564" y="535"/>
                  </a:lnTo>
                  <a:lnTo>
                    <a:pt x="562" y="534"/>
                  </a:lnTo>
                  <a:lnTo>
                    <a:pt x="560" y="533"/>
                  </a:lnTo>
                  <a:lnTo>
                    <a:pt x="558" y="531"/>
                  </a:lnTo>
                  <a:lnTo>
                    <a:pt x="557" y="530"/>
                  </a:lnTo>
                  <a:lnTo>
                    <a:pt x="557" y="528"/>
                  </a:lnTo>
                  <a:lnTo>
                    <a:pt x="558" y="526"/>
                  </a:lnTo>
                  <a:lnTo>
                    <a:pt x="559" y="524"/>
                  </a:lnTo>
                  <a:lnTo>
                    <a:pt x="558" y="522"/>
                  </a:lnTo>
                  <a:lnTo>
                    <a:pt x="557" y="521"/>
                  </a:lnTo>
                  <a:lnTo>
                    <a:pt x="558" y="519"/>
                  </a:lnTo>
                  <a:lnTo>
                    <a:pt x="560" y="517"/>
                  </a:lnTo>
                  <a:lnTo>
                    <a:pt x="564" y="516"/>
                  </a:lnTo>
                  <a:lnTo>
                    <a:pt x="566" y="515"/>
                  </a:lnTo>
                  <a:lnTo>
                    <a:pt x="566" y="513"/>
                  </a:lnTo>
                  <a:lnTo>
                    <a:pt x="564" y="511"/>
                  </a:lnTo>
                  <a:lnTo>
                    <a:pt x="563" y="508"/>
                  </a:lnTo>
                  <a:lnTo>
                    <a:pt x="564" y="506"/>
                  </a:lnTo>
                  <a:lnTo>
                    <a:pt x="566" y="505"/>
                  </a:lnTo>
                  <a:lnTo>
                    <a:pt x="568" y="504"/>
                  </a:lnTo>
                  <a:lnTo>
                    <a:pt x="570" y="503"/>
                  </a:lnTo>
                  <a:lnTo>
                    <a:pt x="573" y="502"/>
                  </a:lnTo>
                  <a:lnTo>
                    <a:pt x="575" y="503"/>
                  </a:lnTo>
                  <a:lnTo>
                    <a:pt x="578" y="504"/>
                  </a:lnTo>
                  <a:lnTo>
                    <a:pt x="580" y="504"/>
                  </a:lnTo>
                  <a:lnTo>
                    <a:pt x="582" y="503"/>
                  </a:lnTo>
                  <a:lnTo>
                    <a:pt x="583" y="502"/>
                  </a:lnTo>
                  <a:lnTo>
                    <a:pt x="585" y="500"/>
                  </a:lnTo>
                  <a:lnTo>
                    <a:pt x="588" y="500"/>
                  </a:lnTo>
                  <a:lnTo>
                    <a:pt x="590" y="501"/>
                  </a:lnTo>
                  <a:lnTo>
                    <a:pt x="592" y="503"/>
                  </a:lnTo>
                  <a:lnTo>
                    <a:pt x="594" y="503"/>
                  </a:lnTo>
                  <a:lnTo>
                    <a:pt x="597" y="503"/>
                  </a:lnTo>
                  <a:lnTo>
                    <a:pt x="600" y="502"/>
                  </a:lnTo>
                  <a:lnTo>
                    <a:pt x="603" y="503"/>
                  </a:lnTo>
                  <a:lnTo>
                    <a:pt x="604" y="505"/>
                  </a:lnTo>
                  <a:lnTo>
                    <a:pt x="605" y="507"/>
                  </a:lnTo>
                  <a:lnTo>
                    <a:pt x="605" y="509"/>
                  </a:lnTo>
                  <a:lnTo>
                    <a:pt x="606" y="511"/>
                  </a:lnTo>
                  <a:lnTo>
                    <a:pt x="607" y="513"/>
                  </a:lnTo>
                  <a:lnTo>
                    <a:pt x="607" y="514"/>
                  </a:lnTo>
                  <a:lnTo>
                    <a:pt x="608" y="516"/>
                  </a:lnTo>
                  <a:lnTo>
                    <a:pt x="610" y="517"/>
                  </a:lnTo>
                  <a:lnTo>
                    <a:pt x="613" y="519"/>
                  </a:lnTo>
                  <a:close/>
                </a:path>
              </a:pathLst>
            </a:custGeom>
            <a:solidFill>
              <a:srgbClr val="0072B2">
                <a:alpha val="10800"/>
              </a:srgbClr>
            </a:solidFill>
            <a:ln>
              <a:noFill/>
            </a:ln>
          </p:spPr>
          <p:txBody>
            <a:bodyPr anchor="ctr"/>
            <a:lstStyle/>
            <a:p>
              <a:pPr algn="ctr">
                <a:buNone/>
              </a:pPr>
            </a:p>
          </p:txBody>
        </p:sp>
        <p:sp>
          <p:nvSpPr>
            <p:cNvPr id="7085" name="addition:input:84">
              <a:extLst>
                <a:ext uri="{FF2B5EF4-FFF2-40B4-BE49-F238E27FC236}">
                  <ns2:creationId id="{2CA8CA6E-1ADE-4909-9360-831FA92FEA15}"/>
                </a:ext>
              </a:extLst>
            </p:cNvPr>
            <p:cNvSpPr>
              <a:spLocks noGrp="1"/>
            </p:cNvSpPr>
            <p:nvPr/>
          </p:nvSpPr>
          <p:spPr>
            <a:xfrm>
              <a:off x="209550" y="5438775"/>
              <a:ext cx="936528" cy="1030986"/>
            </a:xfrm>
            <a:custGeom>
              <a:rect l="l" t="t" r="r" b="b"/>
              <a:pathLst>
                <a:path w="569" h="550">
                  <a:moveTo>
                    <a:pt x="0" y="0"/>
                  </a:moveTo>
                  <a:moveTo>
                    <a:pt x="567" y="532"/>
                  </a:moveTo>
                  <a:lnTo>
                    <a:pt x="567" y="533"/>
                  </a:lnTo>
                  <a:lnTo>
                    <a:pt x="567" y="535"/>
                  </a:lnTo>
                  <a:lnTo>
                    <a:pt x="567" y="536"/>
                  </a:lnTo>
                  <a:lnTo>
                    <a:pt x="566" y="538"/>
                  </a:lnTo>
                  <a:lnTo>
                    <a:pt x="565" y="539"/>
                  </a:lnTo>
                  <a:lnTo>
                    <a:pt x="565" y="540"/>
                  </a:lnTo>
                  <a:lnTo>
                    <a:pt x="566" y="543"/>
                  </a:lnTo>
                  <a:lnTo>
                    <a:pt x="567" y="545"/>
                  </a:lnTo>
                  <a:lnTo>
                    <a:pt x="566" y="546"/>
                  </a:lnTo>
                  <a:lnTo>
                    <a:pt x="563" y="546"/>
                  </a:lnTo>
                  <a:lnTo>
                    <a:pt x="560" y="546"/>
                  </a:lnTo>
                  <a:lnTo>
                    <a:pt x="557" y="545"/>
                  </a:lnTo>
                  <a:lnTo>
                    <a:pt x="555" y="545"/>
                  </a:lnTo>
                  <a:lnTo>
                    <a:pt x="554" y="546"/>
                  </a:lnTo>
                  <a:lnTo>
                    <a:pt x="553" y="547"/>
                  </a:lnTo>
                  <a:lnTo>
                    <a:pt x="551" y="548"/>
                  </a:lnTo>
                  <a:lnTo>
                    <a:pt x="549" y="548"/>
                  </a:lnTo>
                  <a:lnTo>
                    <a:pt x="547" y="549"/>
                  </a:lnTo>
                  <a:lnTo>
                    <a:pt x="545" y="550"/>
                  </a:lnTo>
                  <a:lnTo>
                    <a:pt x="542" y="550"/>
                  </a:lnTo>
                  <a:lnTo>
                    <a:pt x="540" y="549"/>
                  </a:lnTo>
                  <a:lnTo>
                    <a:pt x="538" y="548"/>
                  </a:lnTo>
                  <a:lnTo>
                    <a:pt x="537" y="546"/>
                  </a:lnTo>
                  <a:lnTo>
                    <a:pt x="534" y="546"/>
                  </a:lnTo>
                  <a:lnTo>
                    <a:pt x="532" y="546"/>
                  </a:lnTo>
                  <a:lnTo>
                    <a:pt x="529" y="545"/>
                  </a:lnTo>
                  <a:lnTo>
                    <a:pt x="528" y="543"/>
                  </a:lnTo>
                  <a:lnTo>
                    <a:pt x="528" y="541"/>
                  </a:lnTo>
                  <a:lnTo>
                    <a:pt x="529" y="539"/>
                  </a:lnTo>
                  <a:lnTo>
                    <a:pt x="528" y="538"/>
                  </a:lnTo>
                  <a:lnTo>
                    <a:pt x="525" y="537"/>
                  </a:lnTo>
                  <a:lnTo>
                    <a:pt x="522" y="536"/>
                  </a:lnTo>
                  <a:lnTo>
                    <a:pt x="519" y="535"/>
                  </a:lnTo>
                  <a:lnTo>
                    <a:pt x="518" y="534"/>
                  </a:lnTo>
                  <a:lnTo>
                    <a:pt x="518" y="532"/>
                  </a:lnTo>
                  <a:lnTo>
                    <a:pt x="518" y="530"/>
                  </a:lnTo>
                  <a:lnTo>
                    <a:pt x="518" y="529"/>
                  </a:lnTo>
                  <a:lnTo>
                    <a:pt x="520" y="527"/>
                  </a:lnTo>
                  <a:lnTo>
                    <a:pt x="523" y="526"/>
                  </a:lnTo>
                  <a:lnTo>
                    <a:pt x="526" y="526"/>
                  </a:lnTo>
                  <a:lnTo>
                    <a:pt x="527" y="525"/>
                  </a:lnTo>
                  <a:lnTo>
                    <a:pt x="527" y="523"/>
                  </a:lnTo>
                  <a:lnTo>
                    <a:pt x="527" y="521"/>
                  </a:lnTo>
                  <a:lnTo>
                    <a:pt x="528" y="519"/>
                  </a:lnTo>
                  <a:lnTo>
                    <a:pt x="531" y="519"/>
                  </a:lnTo>
                  <a:lnTo>
                    <a:pt x="534" y="519"/>
                  </a:lnTo>
                  <a:lnTo>
                    <a:pt x="536" y="518"/>
                  </a:lnTo>
                  <a:lnTo>
                    <a:pt x="538" y="517"/>
                  </a:lnTo>
                  <a:lnTo>
                    <a:pt x="540" y="515"/>
                  </a:lnTo>
                  <a:lnTo>
                    <a:pt x="542" y="514"/>
                  </a:lnTo>
                  <a:lnTo>
                    <a:pt x="544" y="513"/>
                  </a:lnTo>
                  <a:lnTo>
                    <a:pt x="547" y="514"/>
                  </a:lnTo>
                  <a:lnTo>
                    <a:pt x="549" y="515"/>
                  </a:lnTo>
                  <a:lnTo>
                    <a:pt x="552" y="515"/>
                  </a:lnTo>
                  <a:lnTo>
                    <a:pt x="553" y="516"/>
                  </a:lnTo>
                  <a:lnTo>
                    <a:pt x="555" y="517"/>
                  </a:lnTo>
                  <a:lnTo>
                    <a:pt x="556" y="519"/>
                  </a:lnTo>
                  <a:lnTo>
                    <a:pt x="557" y="520"/>
                  </a:lnTo>
                  <a:lnTo>
                    <a:pt x="560" y="519"/>
                  </a:lnTo>
                  <a:lnTo>
                    <a:pt x="563" y="518"/>
                  </a:lnTo>
                  <a:lnTo>
                    <a:pt x="566" y="518"/>
                  </a:lnTo>
                  <a:lnTo>
                    <a:pt x="568" y="519"/>
                  </a:lnTo>
                  <a:lnTo>
                    <a:pt x="568" y="521"/>
                  </a:lnTo>
                  <a:lnTo>
                    <a:pt x="567" y="523"/>
                  </a:lnTo>
                  <a:lnTo>
                    <a:pt x="567" y="525"/>
                  </a:lnTo>
                  <a:lnTo>
                    <a:pt x="568" y="526"/>
                  </a:lnTo>
                  <a:lnTo>
                    <a:pt x="569" y="527"/>
                  </a:lnTo>
                  <a:lnTo>
                    <a:pt x="569" y="529"/>
                  </a:lnTo>
                  <a:lnTo>
                    <a:pt x="568" y="530"/>
                  </a:lnTo>
                  <a:close/>
                </a:path>
              </a:pathLst>
            </a:custGeom>
            <a:solidFill>
              <a:srgbClr val="0072B2">
                <a:alpha val="10800"/>
              </a:srgbClr>
            </a:solidFill>
            <a:ln>
              <a:noFill/>
            </a:ln>
          </p:spPr>
          <p:txBody>
            <a:bodyPr anchor="ctr"/>
            <a:lstStyle/>
            <a:p>
              <a:pPr algn="ctr">
                <a:buNone/>
              </a:pPr>
            </a:p>
          </p:txBody>
        </p:sp>
        <p:sp>
          <p:nvSpPr>
            <p:cNvPr id="7086" name="addition:input:85">
              <a:extLst>
                <a:ext uri="{FF2B5EF4-FFF2-40B4-BE49-F238E27FC236}">
                  <ns2:creationId id="{48154753-1603-419D-A6A2-739FE65F40BC}"/>
                </a:ext>
              </a:extLst>
            </p:cNvPr>
            <p:cNvSpPr>
              <a:spLocks noGrp="1"/>
            </p:cNvSpPr>
            <p:nvPr/>
          </p:nvSpPr>
          <p:spPr>
            <a:xfrm>
              <a:off x="209550" y="5438775"/>
              <a:ext cx="1948769" cy="1053480"/>
            </a:xfrm>
            <a:custGeom>
              <a:rect l="l" t="t" r="r" b="b"/>
              <a:pathLst>
                <a:path w="1184" h="562">
                  <a:moveTo>
                    <a:pt x="0" y="0"/>
                  </a:moveTo>
                  <a:moveTo>
                    <a:pt x="1181" y="505"/>
                  </a:moveTo>
                  <a:lnTo>
                    <a:pt x="1176" y="510"/>
                  </a:lnTo>
                  <a:lnTo>
                    <a:pt x="1172" y="516"/>
                  </a:lnTo>
                  <a:lnTo>
                    <a:pt x="1168" y="521"/>
                  </a:lnTo>
                  <a:lnTo>
                    <a:pt x="1159" y="525"/>
                  </a:lnTo>
                  <a:lnTo>
                    <a:pt x="1148" y="527"/>
                  </a:lnTo>
                  <a:lnTo>
                    <a:pt x="1139" y="530"/>
                  </a:lnTo>
                  <a:lnTo>
                    <a:pt x="1136" y="534"/>
                  </a:lnTo>
                  <a:lnTo>
                    <a:pt x="1139" y="542"/>
                  </a:lnTo>
                  <a:lnTo>
                    <a:pt x="1141" y="552"/>
                  </a:lnTo>
                  <a:lnTo>
                    <a:pt x="1138" y="558"/>
                  </a:lnTo>
                  <a:lnTo>
                    <a:pt x="1128" y="561"/>
                  </a:lnTo>
                  <a:lnTo>
                    <a:pt x="1116" y="560"/>
                  </a:lnTo>
                  <a:lnTo>
                    <a:pt x="1105" y="559"/>
                  </a:lnTo>
                  <a:lnTo>
                    <a:pt x="1097" y="560"/>
                  </a:lnTo>
                  <a:lnTo>
                    <a:pt x="1089" y="562"/>
                  </a:lnTo>
                  <a:lnTo>
                    <a:pt x="1082" y="562"/>
                  </a:lnTo>
                  <a:lnTo>
                    <a:pt x="1074" y="561"/>
                  </a:lnTo>
                  <a:lnTo>
                    <a:pt x="1067" y="559"/>
                  </a:lnTo>
                  <a:lnTo>
                    <a:pt x="1060" y="559"/>
                  </a:lnTo>
                  <a:lnTo>
                    <a:pt x="1053" y="560"/>
                  </a:lnTo>
                  <a:lnTo>
                    <a:pt x="1046" y="560"/>
                  </a:lnTo>
                  <a:lnTo>
                    <a:pt x="1039" y="558"/>
                  </a:lnTo>
                  <a:lnTo>
                    <a:pt x="1035" y="554"/>
                  </a:lnTo>
                  <a:lnTo>
                    <a:pt x="1029" y="552"/>
                  </a:lnTo>
                  <a:lnTo>
                    <a:pt x="1019" y="552"/>
                  </a:lnTo>
                  <a:lnTo>
                    <a:pt x="1007" y="553"/>
                  </a:lnTo>
                  <a:lnTo>
                    <a:pt x="997" y="551"/>
                  </a:lnTo>
                  <a:lnTo>
                    <a:pt x="994" y="545"/>
                  </a:lnTo>
                  <a:lnTo>
                    <a:pt x="998" y="536"/>
                  </a:lnTo>
                  <a:lnTo>
                    <a:pt x="1003" y="528"/>
                  </a:lnTo>
                  <a:lnTo>
                    <a:pt x="1005" y="523"/>
                  </a:lnTo>
                  <a:lnTo>
                    <a:pt x="1002" y="519"/>
                  </a:lnTo>
                  <a:lnTo>
                    <a:pt x="996" y="514"/>
                  </a:lnTo>
                  <a:lnTo>
                    <a:pt x="992" y="510"/>
                  </a:lnTo>
                  <a:lnTo>
                    <a:pt x="989" y="505"/>
                  </a:lnTo>
                  <a:lnTo>
                    <a:pt x="984" y="500"/>
                  </a:lnTo>
                  <a:lnTo>
                    <a:pt x="978" y="494"/>
                  </a:lnTo>
                  <a:lnTo>
                    <a:pt x="973" y="488"/>
                  </a:lnTo>
                  <a:lnTo>
                    <a:pt x="975" y="482"/>
                  </a:lnTo>
                  <a:lnTo>
                    <a:pt x="983" y="478"/>
                  </a:lnTo>
                  <a:lnTo>
                    <a:pt x="991" y="476"/>
                  </a:lnTo>
                  <a:lnTo>
                    <a:pt x="996" y="472"/>
                  </a:lnTo>
                  <a:lnTo>
                    <a:pt x="998" y="466"/>
                  </a:lnTo>
                  <a:lnTo>
                    <a:pt x="999" y="460"/>
                  </a:lnTo>
                  <a:lnTo>
                    <a:pt x="1005" y="457"/>
                  </a:lnTo>
                  <a:lnTo>
                    <a:pt x="1016" y="457"/>
                  </a:lnTo>
                  <a:lnTo>
                    <a:pt x="1027" y="459"/>
                  </a:lnTo>
                  <a:lnTo>
                    <a:pt x="1036" y="460"/>
                  </a:lnTo>
                  <a:lnTo>
                    <a:pt x="1042" y="456"/>
                  </a:lnTo>
                  <a:lnTo>
                    <a:pt x="1048" y="450"/>
                  </a:lnTo>
                  <a:lnTo>
                    <a:pt x="1056" y="445"/>
                  </a:lnTo>
                  <a:lnTo>
                    <a:pt x="1065" y="443"/>
                  </a:lnTo>
                  <a:lnTo>
                    <a:pt x="1076" y="441"/>
                  </a:lnTo>
                  <a:lnTo>
                    <a:pt x="1086" y="441"/>
                  </a:lnTo>
                  <a:lnTo>
                    <a:pt x="1097" y="441"/>
                  </a:lnTo>
                  <a:lnTo>
                    <a:pt x="1107" y="444"/>
                  </a:lnTo>
                  <a:lnTo>
                    <a:pt x="1114" y="450"/>
                  </a:lnTo>
                  <a:lnTo>
                    <a:pt x="1118" y="458"/>
                  </a:lnTo>
                  <a:lnTo>
                    <a:pt x="1123" y="464"/>
                  </a:lnTo>
                  <a:lnTo>
                    <a:pt x="1131" y="466"/>
                  </a:lnTo>
                  <a:lnTo>
                    <a:pt x="1143" y="465"/>
                  </a:lnTo>
                  <a:lnTo>
                    <a:pt x="1155" y="466"/>
                  </a:lnTo>
                  <a:lnTo>
                    <a:pt x="1162" y="469"/>
                  </a:lnTo>
                  <a:lnTo>
                    <a:pt x="1165" y="475"/>
                  </a:lnTo>
                  <a:lnTo>
                    <a:pt x="1166" y="480"/>
                  </a:lnTo>
                  <a:lnTo>
                    <a:pt x="1170" y="485"/>
                  </a:lnTo>
                  <a:lnTo>
                    <a:pt x="1177" y="489"/>
                  </a:lnTo>
                  <a:lnTo>
                    <a:pt x="1183" y="494"/>
                  </a:lnTo>
                  <a:lnTo>
                    <a:pt x="1184" y="499"/>
                  </a:lnTo>
                  <a:close/>
                </a:path>
              </a:pathLst>
            </a:custGeom>
            <a:solidFill>
              <a:srgbClr val="F5DAC5">
                <a:alpha val="12900"/>
              </a:srgbClr>
            </a:solidFill>
            <a:ln>
              <a:noFill/>
            </a:ln>
          </p:spPr>
          <p:txBody>
            <a:bodyPr anchor="ctr"/>
            <a:lstStyle/>
            <a:p>
              <a:pPr algn="ctr">
                <a:buNone/>
              </a:pPr>
            </a:p>
          </p:txBody>
        </p:sp>
        <p:sp>
          <p:nvSpPr>
            <p:cNvPr id="7087" name="addition:input:86">
              <a:extLst>
                <a:ext uri="{FF2B5EF4-FFF2-40B4-BE49-F238E27FC236}">
                  <ns2:creationId id="{972517A7-0AEC-431C-B47C-CA204122F362}"/>
                </a:ext>
              </a:extLst>
            </p:cNvPr>
            <p:cNvSpPr>
              <a:spLocks noGrp="1"/>
            </p:cNvSpPr>
            <p:nvPr/>
          </p:nvSpPr>
          <p:spPr>
            <a:xfrm>
              <a:off x="209550" y="5438775"/>
              <a:ext cx="1915851" cy="1055355"/>
            </a:xfrm>
            <a:custGeom>
              <a:rect l="l" t="t" r="r" b="b"/>
              <a:pathLst>
                <a:path w="1164" h="563">
                  <a:moveTo>
                    <a:pt x="0" y="0"/>
                  </a:moveTo>
                  <a:moveTo>
                    <a:pt x="1141" y="510"/>
                  </a:moveTo>
                  <a:lnTo>
                    <a:pt x="1140" y="514"/>
                  </a:lnTo>
                  <a:lnTo>
                    <a:pt x="1140" y="518"/>
                  </a:lnTo>
                  <a:lnTo>
                    <a:pt x="1139" y="523"/>
                  </a:lnTo>
                  <a:lnTo>
                    <a:pt x="1136" y="527"/>
                  </a:lnTo>
                  <a:lnTo>
                    <a:pt x="1132" y="531"/>
                  </a:lnTo>
                  <a:lnTo>
                    <a:pt x="1131" y="535"/>
                  </a:lnTo>
                  <a:lnTo>
                    <a:pt x="1130" y="540"/>
                  </a:lnTo>
                  <a:lnTo>
                    <a:pt x="1126" y="545"/>
                  </a:lnTo>
                  <a:lnTo>
                    <a:pt x="1120" y="548"/>
                  </a:lnTo>
                  <a:lnTo>
                    <a:pt x="1113" y="549"/>
                  </a:lnTo>
                  <a:lnTo>
                    <a:pt x="1107" y="552"/>
                  </a:lnTo>
                  <a:lnTo>
                    <a:pt x="1103" y="556"/>
                  </a:lnTo>
                  <a:lnTo>
                    <a:pt x="1099" y="561"/>
                  </a:lnTo>
                  <a:lnTo>
                    <a:pt x="1092" y="563"/>
                  </a:lnTo>
                  <a:lnTo>
                    <a:pt x="1084" y="560"/>
                  </a:lnTo>
                  <a:lnTo>
                    <a:pt x="1076" y="555"/>
                  </a:lnTo>
                  <a:lnTo>
                    <a:pt x="1071" y="551"/>
                  </a:lnTo>
                  <a:lnTo>
                    <a:pt x="1066" y="551"/>
                  </a:lnTo>
                  <a:lnTo>
                    <a:pt x="1060" y="555"/>
                  </a:lnTo>
                  <a:lnTo>
                    <a:pt x="1053" y="558"/>
                  </a:lnTo>
                  <a:lnTo>
                    <a:pt x="1046" y="560"/>
                  </a:lnTo>
                  <a:lnTo>
                    <a:pt x="1039" y="559"/>
                  </a:lnTo>
                  <a:lnTo>
                    <a:pt x="1032" y="558"/>
                  </a:lnTo>
                  <a:lnTo>
                    <a:pt x="1024" y="556"/>
                  </a:lnTo>
                  <a:lnTo>
                    <a:pt x="1018" y="553"/>
                  </a:lnTo>
                  <a:lnTo>
                    <a:pt x="1015" y="548"/>
                  </a:lnTo>
                  <a:lnTo>
                    <a:pt x="1015" y="542"/>
                  </a:lnTo>
                  <a:lnTo>
                    <a:pt x="1014" y="537"/>
                  </a:lnTo>
                  <a:lnTo>
                    <a:pt x="1010" y="533"/>
                  </a:lnTo>
                  <a:lnTo>
                    <a:pt x="1002" y="531"/>
                  </a:lnTo>
                  <a:lnTo>
                    <a:pt x="995" y="528"/>
                  </a:lnTo>
                  <a:lnTo>
                    <a:pt x="992" y="523"/>
                  </a:lnTo>
                  <a:lnTo>
                    <a:pt x="994" y="518"/>
                  </a:lnTo>
                  <a:lnTo>
                    <a:pt x="996" y="514"/>
                  </a:lnTo>
                  <a:lnTo>
                    <a:pt x="994" y="510"/>
                  </a:lnTo>
                  <a:lnTo>
                    <a:pt x="987" y="506"/>
                  </a:lnTo>
                  <a:lnTo>
                    <a:pt x="979" y="500"/>
                  </a:lnTo>
                  <a:lnTo>
                    <a:pt x="976" y="495"/>
                  </a:lnTo>
                  <a:lnTo>
                    <a:pt x="978" y="490"/>
                  </a:lnTo>
                  <a:lnTo>
                    <a:pt x="983" y="487"/>
                  </a:lnTo>
                  <a:lnTo>
                    <a:pt x="989" y="483"/>
                  </a:lnTo>
                  <a:lnTo>
                    <a:pt x="994" y="480"/>
                  </a:lnTo>
                  <a:lnTo>
                    <a:pt x="1002" y="478"/>
                  </a:lnTo>
                  <a:lnTo>
                    <a:pt x="1011" y="478"/>
                  </a:lnTo>
                  <a:lnTo>
                    <a:pt x="1020" y="478"/>
                  </a:lnTo>
                  <a:lnTo>
                    <a:pt x="1025" y="475"/>
                  </a:lnTo>
                  <a:lnTo>
                    <a:pt x="1027" y="470"/>
                  </a:lnTo>
                  <a:lnTo>
                    <a:pt x="1030" y="462"/>
                  </a:lnTo>
                  <a:lnTo>
                    <a:pt x="1036" y="457"/>
                  </a:lnTo>
                  <a:lnTo>
                    <a:pt x="1045" y="456"/>
                  </a:lnTo>
                  <a:lnTo>
                    <a:pt x="1055" y="458"/>
                  </a:lnTo>
                  <a:lnTo>
                    <a:pt x="1064" y="460"/>
                  </a:lnTo>
                  <a:lnTo>
                    <a:pt x="1072" y="460"/>
                  </a:lnTo>
                  <a:lnTo>
                    <a:pt x="1081" y="458"/>
                  </a:lnTo>
                  <a:lnTo>
                    <a:pt x="1090" y="458"/>
                  </a:lnTo>
                  <a:lnTo>
                    <a:pt x="1098" y="461"/>
                  </a:lnTo>
                  <a:lnTo>
                    <a:pt x="1104" y="465"/>
                  </a:lnTo>
                  <a:lnTo>
                    <a:pt x="1110" y="469"/>
                  </a:lnTo>
                  <a:lnTo>
                    <a:pt x="1116" y="471"/>
                  </a:lnTo>
                  <a:lnTo>
                    <a:pt x="1122" y="473"/>
                  </a:lnTo>
                  <a:lnTo>
                    <a:pt x="1127" y="477"/>
                  </a:lnTo>
                  <a:lnTo>
                    <a:pt x="1130" y="480"/>
                  </a:lnTo>
                  <a:lnTo>
                    <a:pt x="1134" y="483"/>
                  </a:lnTo>
                  <a:lnTo>
                    <a:pt x="1143" y="485"/>
                  </a:lnTo>
                  <a:lnTo>
                    <a:pt x="1154" y="486"/>
                  </a:lnTo>
                  <a:lnTo>
                    <a:pt x="1163" y="489"/>
                  </a:lnTo>
                  <a:lnTo>
                    <a:pt x="1164" y="494"/>
                  </a:lnTo>
                  <a:lnTo>
                    <a:pt x="1157" y="500"/>
                  </a:lnTo>
                  <a:lnTo>
                    <a:pt x="1147" y="506"/>
                  </a:lnTo>
                  <a:close/>
                </a:path>
              </a:pathLst>
            </a:custGeom>
            <a:solidFill>
              <a:srgbClr val="ECB78D">
                <a:alpha val="12900"/>
              </a:srgbClr>
            </a:solidFill>
            <a:ln>
              <a:noFill/>
            </a:ln>
          </p:spPr>
          <p:txBody>
            <a:bodyPr anchor="ctr"/>
            <a:lstStyle/>
            <a:p>
              <a:pPr algn="ctr">
                <a:buNone/>
              </a:pPr>
            </a:p>
          </p:txBody>
        </p:sp>
        <p:sp>
          <p:nvSpPr>
            <p:cNvPr id="7088" name="addition:input:87">
              <a:extLst>
                <a:ext uri="{FF2B5EF4-FFF2-40B4-BE49-F238E27FC236}">
                  <ns2:creationId id="{1114F0EB-CA21-4AEB-97C8-30909D48F8C6}"/>
                </a:ext>
              </a:extLst>
            </p:cNvPr>
            <p:cNvSpPr>
              <a:spLocks noGrp="1"/>
            </p:cNvSpPr>
            <p:nvPr/>
          </p:nvSpPr>
          <p:spPr>
            <a:xfrm>
              <a:off x="209550" y="5438775"/>
              <a:ext cx="1887870" cy="1055355"/>
            </a:xfrm>
            <a:custGeom>
              <a:rect l="l" t="t" r="r" b="b"/>
              <a:pathLst>
                <a:path w="1147" h="563">
                  <a:moveTo>
                    <a:pt x="0" y="0"/>
                  </a:moveTo>
                  <a:moveTo>
                    <a:pt x="1132" y="515"/>
                  </a:moveTo>
                  <a:lnTo>
                    <a:pt x="1129" y="519"/>
                  </a:lnTo>
                  <a:lnTo>
                    <a:pt x="1130" y="523"/>
                  </a:lnTo>
                  <a:lnTo>
                    <a:pt x="1131" y="527"/>
                  </a:lnTo>
                  <a:lnTo>
                    <a:pt x="1127" y="530"/>
                  </a:lnTo>
                  <a:lnTo>
                    <a:pt x="1120" y="533"/>
                  </a:lnTo>
                  <a:lnTo>
                    <a:pt x="1115" y="535"/>
                  </a:lnTo>
                  <a:lnTo>
                    <a:pt x="1111" y="539"/>
                  </a:lnTo>
                  <a:lnTo>
                    <a:pt x="1109" y="543"/>
                  </a:lnTo>
                  <a:lnTo>
                    <a:pt x="1105" y="546"/>
                  </a:lnTo>
                  <a:lnTo>
                    <a:pt x="1101" y="549"/>
                  </a:lnTo>
                  <a:lnTo>
                    <a:pt x="1095" y="552"/>
                  </a:lnTo>
                  <a:lnTo>
                    <a:pt x="1091" y="556"/>
                  </a:lnTo>
                  <a:lnTo>
                    <a:pt x="1087" y="560"/>
                  </a:lnTo>
                  <a:lnTo>
                    <a:pt x="1081" y="563"/>
                  </a:lnTo>
                  <a:lnTo>
                    <a:pt x="1073" y="562"/>
                  </a:lnTo>
                  <a:lnTo>
                    <a:pt x="1066" y="558"/>
                  </a:lnTo>
                  <a:lnTo>
                    <a:pt x="1060" y="552"/>
                  </a:lnTo>
                  <a:lnTo>
                    <a:pt x="1055" y="550"/>
                  </a:lnTo>
                  <a:lnTo>
                    <a:pt x="1050" y="552"/>
                  </a:lnTo>
                  <a:lnTo>
                    <a:pt x="1045" y="555"/>
                  </a:lnTo>
                  <a:lnTo>
                    <a:pt x="1038" y="557"/>
                  </a:lnTo>
                  <a:lnTo>
                    <a:pt x="1033" y="556"/>
                  </a:lnTo>
                  <a:lnTo>
                    <a:pt x="1028" y="554"/>
                  </a:lnTo>
                  <a:lnTo>
                    <a:pt x="1023" y="553"/>
                  </a:lnTo>
                  <a:lnTo>
                    <a:pt x="1017" y="551"/>
                  </a:lnTo>
                  <a:lnTo>
                    <a:pt x="1012" y="549"/>
                  </a:lnTo>
                  <a:lnTo>
                    <a:pt x="1009" y="545"/>
                  </a:lnTo>
                  <a:lnTo>
                    <a:pt x="1009" y="541"/>
                  </a:lnTo>
                  <a:lnTo>
                    <a:pt x="1007" y="537"/>
                  </a:lnTo>
                  <a:lnTo>
                    <a:pt x="1004" y="534"/>
                  </a:lnTo>
                  <a:lnTo>
                    <a:pt x="999" y="531"/>
                  </a:lnTo>
                  <a:lnTo>
                    <a:pt x="997" y="527"/>
                  </a:lnTo>
                  <a:lnTo>
                    <a:pt x="999" y="522"/>
                  </a:lnTo>
                  <a:lnTo>
                    <a:pt x="1004" y="518"/>
                  </a:lnTo>
                  <a:lnTo>
                    <a:pt x="1006" y="515"/>
                  </a:lnTo>
                  <a:lnTo>
                    <a:pt x="1002" y="512"/>
                  </a:lnTo>
                  <a:lnTo>
                    <a:pt x="993" y="507"/>
                  </a:lnTo>
                  <a:lnTo>
                    <a:pt x="986" y="502"/>
                  </a:lnTo>
                  <a:lnTo>
                    <a:pt x="985" y="497"/>
                  </a:lnTo>
                  <a:lnTo>
                    <a:pt x="988" y="494"/>
                  </a:lnTo>
                  <a:lnTo>
                    <a:pt x="994" y="491"/>
                  </a:lnTo>
                  <a:lnTo>
                    <a:pt x="998" y="488"/>
                  </a:lnTo>
                  <a:lnTo>
                    <a:pt x="1003" y="486"/>
                  </a:lnTo>
                  <a:lnTo>
                    <a:pt x="1009" y="485"/>
                  </a:lnTo>
                  <a:lnTo>
                    <a:pt x="1016" y="484"/>
                  </a:lnTo>
                  <a:lnTo>
                    <a:pt x="1022" y="484"/>
                  </a:lnTo>
                  <a:lnTo>
                    <a:pt x="1026" y="481"/>
                  </a:lnTo>
                  <a:lnTo>
                    <a:pt x="1029" y="477"/>
                  </a:lnTo>
                  <a:lnTo>
                    <a:pt x="1033" y="472"/>
                  </a:lnTo>
                  <a:lnTo>
                    <a:pt x="1039" y="470"/>
                  </a:lnTo>
                  <a:lnTo>
                    <a:pt x="1047" y="471"/>
                  </a:lnTo>
                  <a:lnTo>
                    <a:pt x="1054" y="473"/>
                  </a:lnTo>
                  <a:lnTo>
                    <a:pt x="1061" y="473"/>
                  </a:lnTo>
                  <a:lnTo>
                    <a:pt x="1068" y="471"/>
                  </a:lnTo>
                  <a:lnTo>
                    <a:pt x="1077" y="468"/>
                  </a:lnTo>
                  <a:lnTo>
                    <a:pt x="1085" y="468"/>
                  </a:lnTo>
                  <a:lnTo>
                    <a:pt x="1092" y="472"/>
                  </a:lnTo>
                  <a:lnTo>
                    <a:pt x="1096" y="477"/>
                  </a:lnTo>
                  <a:lnTo>
                    <a:pt x="1100" y="481"/>
                  </a:lnTo>
                  <a:lnTo>
                    <a:pt x="1104" y="484"/>
                  </a:lnTo>
                  <a:lnTo>
                    <a:pt x="1109" y="487"/>
                  </a:lnTo>
                  <a:lnTo>
                    <a:pt x="1113" y="490"/>
                  </a:lnTo>
                  <a:lnTo>
                    <a:pt x="1117" y="492"/>
                  </a:lnTo>
                  <a:lnTo>
                    <a:pt x="1123" y="494"/>
                  </a:lnTo>
                  <a:lnTo>
                    <a:pt x="1132" y="496"/>
                  </a:lnTo>
                  <a:lnTo>
                    <a:pt x="1141" y="498"/>
                  </a:lnTo>
                  <a:lnTo>
                    <a:pt x="1147" y="501"/>
                  </a:lnTo>
                  <a:lnTo>
                    <a:pt x="1145" y="506"/>
                  </a:lnTo>
                  <a:lnTo>
                    <a:pt x="1139" y="511"/>
                  </a:lnTo>
                  <a:close/>
                </a:path>
              </a:pathLst>
            </a:custGeom>
            <a:solidFill>
              <a:srgbClr val="E18B48">
                <a:alpha val="10500"/>
              </a:srgbClr>
            </a:solidFill>
            <a:ln>
              <a:noFill/>
            </a:ln>
          </p:spPr>
          <p:txBody>
            <a:bodyPr anchor="ctr"/>
            <a:lstStyle/>
            <a:p>
              <a:pPr algn="ctr">
                <a:buNone/>
              </a:pPr>
            </a:p>
          </p:txBody>
        </p:sp>
        <p:sp>
          <p:nvSpPr>
            <p:cNvPr id="7089" name="addition:input:88">
              <a:extLst>
                <a:ext uri="{FF2B5EF4-FFF2-40B4-BE49-F238E27FC236}">
                  <ns2:creationId id="{C5B83689-8734-4B22-8A36-46A1E6ABFD83}"/>
                </a:ext>
              </a:extLst>
            </p:cNvPr>
            <p:cNvSpPr>
              <a:spLocks noGrp="1"/>
            </p:cNvSpPr>
            <p:nvPr/>
          </p:nvSpPr>
          <p:spPr>
            <a:xfrm>
              <a:off x="209550" y="5438775"/>
              <a:ext cx="1756197" cy="972876"/>
            </a:xfrm>
            <a:custGeom>
              <a:rect l="l" t="t" r="r" b="b"/>
              <a:pathLst>
                <a:path w="1067" h="519">
                  <a:moveTo>
                    <a:pt x="0" y="0"/>
                  </a:moveTo>
                  <a:moveTo>
                    <a:pt x="1065" y="499"/>
                  </a:moveTo>
                  <a:lnTo>
                    <a:pt x="1066" y="501"/>
                  </a:lnTo>
                  <a:lnTo>
                    <a:pt x="1067" y="503"/>
                  </a:lnTo>
                  <a:lnTo>
                    <a:pt x="1065" y="505"/>
                  </a:lnTo>
                  <a:lnTo>
                    <a:pt x="1061" y="506"/>
                  </a:lnTo>
                  <a:lnTo>
                    <a:pt x="1057" y="506"/>
                  </a:lnTo>
                  <a:lnTo>
                    <a:pt x="1055" y="507"/>
                  </a:lnTo>
                  <a:lnTo>
                    <a:pt x="1054" y="509"/>
                  </a:lnTo>
                  <a:lnTo>
                    <a:pt x="1053" y="511"/>
                  </a:lnTo>
                  <a:lnTo>
                    <a:pt x="1052" y="512"/>
                  </a:lnTo>
                  <a:lnTo>
                    <a:pt x="1050" y="514"/>
                  </a:lnTo>
                  <a:lnTo>
                    <a:pt x="1049" y="515"/>
                  </a:lnTo>
                  <a:lnTo>
                    <a:pt x="1047" y="517"/>
                  </a:lnTo>
                  <a:lnTo>
                    <a:pt x="1045" y="519"/>
                  </a:lnTo>
                  <a:lnTo>
                    <a:pt x="1042" y="519"/>
                  </a:lnTo>
                  <a:lnTo>
                    <a:pt x="1038" y="518"/>
                  </a:lnTo>
                  <a:lnTo>
                    <a:pt x="1035" y="516"/>
                  </a:lnTo>
                  <a:lnTo>
                    <a:pt x="1033" y="515"/>
                  </a:lnTo>
                  <a:lnTo>
                    <a:pt x="1030" y="516"/>
                  </a:lnTo>
                  <a:lnTo>
                    <a:pt x="1028" y="517"/>
                  </a:lnTo>
                  <a:lnTo>
                    <a:pt x="1026" y="517"/>
                  </a:lnTo>
                  <a:lnTo>
                    <a:pt x="1024" y="517"/>
                  </a:lnTo>
                  <a:lnTo>
                    <a:pt x="1022" y="515"/>
                  </a:lnTo>
                  <a:lnTo>
                    <a:pt x="1020" y="515"/>
                  </a:lnTo>
                  <a:lnTo>
                    <a:pt x="1018" y="514"/>
                  </a:lnTo>
                  <a:lnTo>
                    <a:pt x="1015" y="514"/>
                  </a:lnTo>
                  <a:lnTo>
                    <a:pt x="1013" y="514"/>
                  </a:lnTo>
                  <a:lnTo>
                    <a:pt x="1011" y="512"/>
                  </a:lnTo>
                  <a:lnTo>
                    <a:pt x="1010" y="511"/>
                  </a:lnTo>
                  <a:lnTo>
                    <a:pt x="1009" y="509"/>
                  </a:lnTo>
                  <a:lnTo>
                    <a:pt x="1007" y="508"/>
                  </a:lnTo>
                  <a:lnTo>
                    <a:pt x="1007" y="506"/>
                  </a:lnTo>
                  <a:lnTo>
                    <a:pt x="1008" y="504"/>
                  </a:lnTo>
                  <a:lnTo>
                    <a:pt x="1011" y="502"/>
                  </a:lnTo>
                  <a:lnTo>
                    <a:pt x="1012" y="501"/>
                  </a:lnTo>
                  <a:lnTo>
                    <a:pt x="1011" y="499"/>
                  </a:lnTo>
                  <a:lnTo>
                    <a:pt x="1007" y="498"/>
                  </a:lnTo>
                  <a:lnTo>
                    <a:pt x="1004" y="496"/>
                  </a:lnTo>
                  <a:lnTo>
                    <a:pt x="1002" y="494"/>
                  </a:lnTo>
                  <a:lnTo>
                    <a:pt x="1003" y="492"/>
                  </a:lnTo>
                  <a:lnTo>
                    <a:pt x="1005" y="491"/>
                  </a:lnTo>
                  <a:lnTo>
                    <a:pt x="1007" y="490"/>
                  </a:lnTo>
                  <a:lnTo>
                    <a:pt x="1008" y="488"/>
                  </a:lnTo>
                  <a:lnTo>
                    <a:pt x="1010" y="487"/>
                  </a:lnTo>
                  <a:lnTo>
                    <a:pt x="1012" y="486"/>
                  </a:lnTo>
                  <a:lnTo>
                    <a:pt x="1014" y="486"/>
                  </a:lnTo>
                  <a:lnTo>
                    <a:pt x="1016" y="485"/>
                  </a:lnTo>
                  <a:lnTo>
                    <a:pt x="1018" y="484"/>
                  </a:lnTo>
                  <a:lnTo>
                    <a:pt x="1020" y="483"/>
                  </a:lnTo>
                  <a:lnTo>
                    <a:pt x="1022" y="482"/>
                  </a:lnTo>
                  <a:lnTo>
                    <a:pt x="1025" y="483"/>
                  </a:lnTo>
                  <a:lnTo>
                    <a:pt x="1028" y="483"/>
                  </a:lnTo>
                  <a:lnTo>
                    <a:pt x="1030" y="483"/>
                  </a:lnTo>
                  <a:lnTo>
                    <a:pt x="1033" y="481"/>
                  </a:lnTo>
                  <a:lnTo>
                    <a:pt x="1036" y="479"/>
                  </a:lnTo>
                  <a:lnTo>
                    <a:pt x="1040" y="478"/>
                  </a:lnTo>
                  <a:lnTo>
                    <a:pt x="1043" y="480"/>
                  </a:lnTo>
                  <a:lnTo>
                    <a:pt x="1045" y="482"/>
                  </a:lnTo>
                  <a:lnTo>
                    <a:pt x="1047" y="484"/>
                  </a:lnTo>
                  <a:lnTo>
                    <a:pt x="1049" y="485"/>
                  </a:lnTo>
                  <a:lnTo>
                    <a:pt x="1051" y="486"/>
                  </a:lnTo>
                  <a:lnTo>
                    <a:pt x="1053" y="488"/>
                  </a:lnTo>
                  <a:lnTo>
                    <a:pt x="1055" y="489"/>
                  </a:lnTo>
                  <a:lnTo>
                    <a:pt x="1057" y="490"/>
                  </a:lnTo>
                  <a:lnTo>
                    <a:pt x="1060" y="490"/>
                  </a:lnTo>
                  <a:lnTo>
                    <a:pt x="1064" y="491"/>
                  </a:lnTo>
                  <a:lnTo>
                    <a:pt x="1067" y="492"/>
                  </a:lnTo>
                  <a:lnTo>
                    <a:pt x="1067" y="494"/>
                  </a:lnTo>
                  <a:lnTo>
                    <a:pt x="1066" y="496"/>
                  </a:lnTo>
                  <a:lnTo>
                    <a:pt x="1064" y="498"/>
                  </a:lnTo>
                  <a:close/>
                </a:path>
              </a:pathLst>
            </a:custGeom>
            <a:solidFill>
              <a:srgbClr val="ECB78D">
                <a:alpha val="9600"/>
              </a:srgbClr>
            </a:solidFill>
            <a:ln>
              <a:noFill/>
            </a:ln>
          </p:spPr>
          <p:txBody>
            <a:bodyPr anchor="ctr"/>
            <a:lstStyle/>
            <a:p>
              <a:pPr algn="ctr">
                <a:buNone/>
              </a:pPr>
            </a:p>
          </p:txBody>
        </p:sp>
        <p:sp>
          <p:nvSpPr>
            <p:cNvPr id="7090" name="addition:input:89">
              <a:extLst>
                <a:ext uri="{FF2B5EF4-FFF2-40B4-BE49-F238E27FC236}">
                  <ns2:creationId id="{92E9CAD3-44FF-493C-BB0E-C89FF11F2D0A}"/>
                </a:ext>
              </a:extLst>
            </p:cNvPr>
            <p:cNvSpPr>
              <a:spLocks noGrp="1"/>
            </p:cNvSpPr>
            <p:nvPr/>
          </p:nvSpPr>
          <p:spPr>
            <a:xfrm>
              <a:off x="209550" y="5438775"/>
              <a:ext cx="1794053" cy="944758"/>
            </a:xfrm>
            <a:custGeom>
              <a:rect l="l" t="t" r="r" b="b"/>
              <a:pathLst>
                <a:path w="1090" h="504">
                  <a:moveTo>
                    <a:pt x="0" y="0"/>
                  </a:moveTo>
                  <a:moveTo>
                    <a:pt x="1089" y="485"/>
                  </a:moveTo>
                  <a:lnTo>
                    <a:pt x="1088" y="486"/>
                  </a:lnTo>
                  <a:lnTo>
                    <a:pt x="1085" y="488"/>
                  </a:lnTo>
                  <a:lnTo>
                    <a:pt x="1082" y="489"/>
                  </a:lnTo>
                  <a:lnTo>
                    <a:pt x="1081" y="490"/>
                  </a:lnTo>
                  <a:lnTo>
                    <a:pt x="1081" y="492"/>
                  </a:lnTo>
                  <a:lnTo>
                    <a:pt x="1081" y="494"/>
                  </a:lnTo>
                  <a:lnTo>
                    <a:pt x="1080" y="496"/>
                  </a:lnTo>
                  <a:lnTo>
                    <a:pt x="1078" y="497"/>
                  </a:lnTo>
                  <a:lnTo>
                    <a:pt x="1074" y="497"/>
                  </a:lnTo>
                  <a:lnTo>
                    <a:pt x="1072" y="498"/>
                  </a:lnTo>
                  <a:lnTo>
                    <a:pt x="1070" y="499"/>
                  </a:lnTo>
                  <a:lnTo>
                    <a:pt x="1069" y="501"/>
                  </a:lnTo>
                  <a:lnTo>
                    <a:pt x="1068" y="503"/>
                  </a:lnTo>
                  <a:lnTo>
                    <a:pt x="1065" y="504"/>
                  </a:lnTo>
                  <a:lnTo>
                    <a:pt x="1062" y="503"/>
                  </a:lnTo>
                  <a:lnTo>
                    <a:pt x="1059" y="502"/>
                  </a:lnTo>
                  <a:lnTo>
                    <a:pt x="1057" y="502"/>
                  </a:lnTo>
                  <a:lnTo>
                    <a:pt x="1054" y="501"/>
                  </a:lnTo>
                  <a:lnTo>
                    <a:pt x="1053" y="501"/>
                  </a:lnTo>
                  <a:lnTo>
                    <a:pt x="1051" y="500"/>
                  </a:lnTo>
                  <a:lnTo>
                    <a:pt x="1049" y="499"/>
                  </a:lnTo>
                  <a:lnTo>
                    <a:pt x="1047" y="500"/>
                  </a:lnTo>
                  <a:lnTo>
                    <a:pt x="1044" y="501"/>
                  </a:lnTo>
                  <a:lnTo>
                    <a:pt x="1040" y="502"/>
                  </a:lnTo>
                  <a:lnTo>
                    <a:pt x="1038" y="501"/>
                  </a:lnTo>
                  <a:lnTo>
                    <a:pt x="1037" y="499"/>
                  </a:lnTo>
                  <a:lnTo>
                    <a:pt x="1038" y="496"/>
                  </a:lnTo>
                  <a:lnTo>
                    <a:pt x="1037" y="495"/>
                  </a:lnTo>
                  <a:lnTo>
                    <a:pt x="1036" y="494"/>
                  </a:lnTo>
                  <a:lnTo>
                    <a:pt x="1034" y="493"/>
                  </a:lnTo>
                  <a:lnTo>
                    <a:pt x="1033" y="491"/>
                  </a:lnTo>
                  <a:lnTo>
                    <a:pt x="1033" y="489"/>
                  </a:lnTo>
                  <a:lnTo>
                    <a:pt x="1034" y="488"/>
                  </a:lnTo>
                  <a:lnTo>
                    <a:pt x="1034" y="486"/>
                  </a:lnTo>
                  <a:lnTo>
                    <a:pt x="1033" y="485"/>
                  </a:lnTo>
                  <a:lnTo>
                    <a:pt x="1032" y="483"/>
                  </a:lnTo>
                  <a:lnTo>
                    <a:pt x="1032" y="482"/>
                  </a:lnTo>
                  <a:lnTo>
                    <a:pt x="1032" y="480"/>
                  </a:lnTo>
                  <a:lnTo>
                    <a:pt x="1032" y="479"/>
                  </a:lnTo>
                  <a:lnTo>
                    <a:pt x="1030" y="476"/>
                  </a:lnTo>
                  <a:lnTo>
                    <a:pt x="1029" y="474"/>
                  </a:lnTo>
                  <a:lnTo>
                    <a:pt x="1030" y="473"/>
                  </a:lnTo>
                  <a:lnTo>
                    <a:pt x="1033" y="472"/>
                  </a:lnTo>
                  <a:lnTo>
                    <a:pt x="1037" y="473"/>
                  </a:lnTo>
                  <a:lnTo>
                    <a:pt x="1041" y="473"/>
                  </a:lnTo>
                  <a:lnTo>
                    <a:pt x="1042" y="472"/>
                  </a:lnTo>
                  <a:lnTo>
                    <a:pt x="1043" y="471"/>
                  </a:lnTo>
                  <a:lnTo>
                    <a:pt x="1045" y="469"/>
                  </a:lnTo>
                  <a:lnTo>
                    <a:pt x="1047" y="468"/>
                  </a:lnTo>
                  <a:lnTo>
                    <a:pt x="1049" y="468"/>
                  </a:lnTo>
                  <a:lnTo>
                    <a:pt x="1051" y="467"/>
                  </a:lnTo>
                  <a:lnTo>
                    <a:pt x="1054" y="467"/>
                  </a:lnTo>
                  <a:lnTo>
                    <a:pt x="1057" y="466"/>
                  </a:lnTo>
                  <a:lnTo>
                    <a:pt x="1060" y="466"/>
                  </a:lnTo>
                  <a:lnTo>
                    <a:pt x="1063" y="467"/>
                  </a:lnTo>
                  <a:lnTo>
                    <a:pt x="1065" y="468"/>
                  </a:lnTo>
                  <a:lnTo>
                    <a:pt x="1068" y="468"/>
                  </a:lnTo>
                  <a:lnTo>
                    <a:pt x="1071" y="468"/>
                  </a:lnTo>
                  <a:lnTo>
                    <a:pt x="1074" y="469"/>
                  </a:lnTo>
                  <a:lnTo>
                    <a:pt x="1076" y="471"/>
                  </a:lnTo>
                  <a:lnTo>
                    <a:pt x="1076" y="473"/>
                  </a:lnTo>
                  <a:lnTo>
                    <a:pt x="1076" y="475"/>
                  </a:lnTo>
                  <a:lnTo>
                    <a:pt x="1078" y="476"/>
                  </a:lnTo>
                  <a:lnTo>
                    <a:pt x="1081" y="477"/>
                  </a:lnTo>
                  <a:lnTo>
                    <a:pt x="1085" y="477"/>
                  </a:lnTo>
                  <a:lnTo>
                    <a:pt x="1088" y="478"/>
                  </a:lnTo>
                  <a:lnTo>
                    <a:pt x="1090" y="480"/>
                  </a:lnTo>
                  <a:lnTo>
                    <a:pt x="1090" y="481"/>
                  </a:lnTo>
                  <a:lnTo>
                    <a:pt x="1090" y="483"/>
                  </a:lnTo>
                  <a:close/>
                </a:path>
              </a:pathLst>
            </a:custGeom>
            <a:solidFill>
              <a:srgbClr val="ECB78D">
                <a:alpha val="9600"/>
              </a:srgbClr>
            </a:solidFill>
            <a:ln>
              <a:noFill/>
            </a:ln>
          </p:spPr>
          <p:txBody>
            <a:bodyPr anchor="ctr"/>
            <a:lstStyle/>
            <a:p>
              <a:pPr algn="ctr">
                <a:buNone/>
              </a:pPr>
            </a:p>
          </p:txBody>
        </p:sp>
        <p:sp>
          <p:nvSpPr>
            <p:cNvPr id="7091" name="addition:input:90">
              <a:extLst>
                <a:ext uri="{FF2B5EF4-FFF2-40B4-BE49-F238E27FC236}">
                  <ns2:creationId id="{8ECC188D-E519-41C3-A8F1-FA77552E2C93}"/>
                </a:ext>
              </a:extLst>
            </p:cNvPr>
            <p:cNvSpPr>
              <a:spLocks noGrp="1"/>
            </p:cNvSpPr>
            <p:nvPr/>
          </p:nvSpPr>
          <p:spPr>
            <a:xfrm>
              <a:off x="209550" y="5438775"/>
              <a:ext cx="1836847" cy="954131"/>
            </a:xfrm>
            <a:custGeom>
              <a:rect l="l" t="t" r="r" b="b"/>
              <a:pathLst>
                <a:path w="1116" h="509">
                  <a:moveTo>
                    <a:pt x="0" y="0"/>
                  </a:moveTo>
                  <a:moveTo>
                    <a:pt x="1109" y="489"/>
                  </a:moveTo>
                  <a:lnTo>
                    <a:pt x="1108" y="490"/>
                  </a:lnTo>
                  <a:lnTo>
                    <a:pt x="1109" y="492"/>
                  </a:lnTo>
                  <a:lnTo>
                    <a:pt x="1110" y="494"/>
                  </a:lnTo>
                  <a:lnTo>
                    <a:pt x="1110" y="495"/>
                  </a:lnTo>
                  <a:lnTo>
                    <a:pt x="1110" y="497"/>
                  </a:lnTo>
                  <a:lnTo>
                    <a:pt x="1110" y="499"/>
                  </a:lnTo>
                  <a:lnTo>
                    <a:pt x="1110" y="501"/>
                  </a:lnTo>
                  <a:lnTo>
                    <a:pt x="1110" y="503"/>
                  </a:lnTo>
                  <a:lnTo>
                    <a:pt x="1107" y="504"/>
                  </a:lnTo>
                  <a:lnTo>
                    <a:pt x="1104" y="504"/>
                  </a:lnTo>
                  <a:lnTo>
                    <a:pt x="1101" y="504"/>
                  </a:lnTo>
                  <a:lnTo>
                    <a:pt x="1098" y="504"/>
                  </a:lnTo>
                  <a:lnTo>
                    <a:pt x="1097" y="505"/>
                  </a:lnTo>
                  <a:lnTo>
                    <a:pt x="1096" y="507"/>
                  </a:lnTo>
                  <a:lnTo>
                    <a:pt x="1094" y="508"/>
                  </a:lnTo>
                  <a:lnTo>
                    <a:pt x="1092" y="507"/>
                  </a:lnTo>
                  <a:lnTo>
                    <a:pt x="1089" y="507"/>
                  </a:lnTo>
                  <a:lnTo>
                    <a:pt x="1087" y="506"/>
                  </a:lnTo>
                  <a:lnTo>
                    <a:pt x="1085" y="507"/>
                  </a:lnTo>
                  <a:lnTo>
                    <a:pt x="1082" y="508"/>
                  </a:lnTo>
                  <a:lnTo>
                    <a:pt x="1079" y="509"/>
                  </a:lnTo>
                  <a:lnTo>
                    <a:pt x="1076" y="508"/>
                  </a:lnTo>
                  <a:lnTo>
                    <a:pt x="1073" y="507"/>
                  </a:lnTo>
                  <a:lnTo>
                    <a:pt x="1071" y="506"/>
                  </a:lnTo>
                  <a:lnTo>
                    <a:pt x="1068" y="505"/>
                  </a:lnTo>
                  <a:lnTo>
                    <a:pt x="1067" y="503"/>
                  </a:lnTo>
                  <a:lnTo>
                    <a:pt x="1066" y="501"/>
                  </a:lnTo>
                  <a:lnTo>
                    <a:pt x="1067" y="498"/>
                  </a:lnTo>
                  <a:lnTo>
                    <a:pt x="1066" y="497"/>
                  </a:lnTo>
                  <a:lnTo>
                    <a:pt x="1064" y="496"/>
                  </a:lnTo>
                  <a:lnTo>
                    <a:pt x="1059" y="495"/>
                  </a:lnTo>
                  <a:lnTo>
                    <a:pt x="1055" y="494"/>
                  </a:lnTo>
                  <a:lnTo>
                    <a:pt x="1053" y="493"/>
                  </a:lnTo>
                  <a:lnTo>
                    <a:pt x="1053" y="491"/>
                  </a:lnTo>
                  <a:lnTo>
                    <a:pt x="1054" y="489"/>
                  </a:lnTo>
                  <a:lnTo>
                    <a:pt x="1055" y="487"/>
                  </a:lnTo>
                  <a:lnTo>
                    <a:pt x="1054" y="485"/>
                  </a:lnTo>
                  <a:lnTo>
                    <a:pt x="1055" y="483"/>
                  </a:lnTo>
                  <a:lnTo>
                    <a:pt x="1056" y="482"/>
                  </a:lnTo>
                  <a:lnTo>
                    <a:pt x="1059" y="481"/>
                  </a:lnTo>
                  <a:lnTo>
                    <a:pt x="1061" y="479"/>
                  </a:lnTo>
                  <a:lnTo>
                    <a:pt x="1062" y="478"/>
                  </a:lnTo>
                  <a:lnTo>
                    <a:pt x="1064" y="477"/>
                  </a:lnTo>
                  <a:lnTo>
                    <a:pt x="1066" y="476"/>
                  </a:lnTo>
                  <a:lnTo>
                    <a:pt x="1069" y="475"/>
                  </a:lnTo>
                  <a:lnTo>
                    <a:pt x="1072" y="475"/>
                  </a:lnTo>
                  <a:lnTo>
                    <a:pt x="1074" y="473"/>
                  </a:lnTo>
                  <a:lnTo>
                    <a:pt x="1075" y="471"/>
                  </a:lnTo>
                  <a:lnTo>
                    <a:pt x="1077" y="468"/>
                  </a:lnTo>
                  <a:lnTo>
                    <a:pt x="1080" y="466"/>
                  </a:lnTo>
                  <a:lnTo>
                    <a:pt x="1083" y="467"/>
                  </a:lnTo>
                  <a:lnTo>
                    <a:pt x="1087" y="469"/>
                  </a:lnTo>
                  <a:lnTo>
                    <a:pt x="1089" y="471"/>
                  </a:lnTo>
                  <a:lnTo>
                    <a:pt x="1092" y="471"/>
                  </a:lnTo>
                  <a:lnTo>
                    <a:pt x="1094" y="472"/>
                  </a:lnTo>
                  <a:lnTo>
                    <a:pt x="1097" y="472"/>
                  </a:lnTo>
                  <a:lnTo>
                    <a:pt x="1099" y="473"/>
                  </a:lnTo>
                  <a:lnTo>
                    <a:pt x="1101" y="473"/>
                  </a:lnTo>
                  <a:lnTo>
                    <a:pt x="1103" y="473"/>
                  </a:lnTo>
                  <a:lnTo>
                    <a:pt x="1106" y="473"/>
                  </a:lnTo>
                  <a:lnTo>
                    <a:pt x="1109" y="474"/>
                  </a:lnTo>
                  <a:lnTo>
                    <a:pt x="1110" y="475"/>
                  </a:lnTo>
                  <a:lnTo>
                    <a:pt x="1110" y="477"/>
                  </a:lnTo>
                  <a:lnTo>
                    <a:pt x="1110" y="479"/>
                  </a:lnTo>
                  <a:lnTo>
                    <a:pt x="1112" y="480"/>
                  </a:lnTo>
                  <a:lnTo>
                    <a:pt x="1114" y="482"/>
                  </a:lnTo>
                  <a:lnTo>
                    <a:pt x="1116" y="483"/>
                  </a:lnTo>
                  <a:lnTo>
                    <a:pt x="1115" y="485"/>
                  </a:lnTo>
                  <a:lnTo>
                    <a:pt x="1112" y="487"/>
                  </a:lnTo>
                  <a:close/>
                </a:path>
              </a:pathLst>
            </a:custGeom>
            <a:solidFill>
              <a:srgbClr val="ECB78D">
                <a:alpha val="9600"/>
              </a:srgbClr>
            </a:solidFill>
            <a:ln>
              <a:noFill/>
            </a:ln>
          </p:spPr>
          <p:txBody>
            <a:bodyPr anchor="ctr"/>
            <a:lstStyle/>
            <a:p>
              <a:pPr algn="ctr">
                <a:buNone/>
              </a:pPr>
            </a:p>
          </p:txBody>
        </p:sp>
        <p:sp>
          <p:nvSpPr>
            <p:cNvPr id="7092" name="addition:input:91">
              <a:extLst>
                <a:ext uri="{FF2B5EF4-FFF2-40B4-BE49-F238E27FC236}">
                  <ns2:creationId id="{BB8391F3-48AE-4E0C-B484-E7D913544228}"/>
                </a:ext>
              </a:extLst>
            </p:cNvPr>
            <p:cNvSpPr>
              <a:spLocks noGrp="1"/>
            </p:cNvSpPr>
            <p:nvPr/>
          </p:nvSpPr>
          <p:spPr>
            <a:xfrm>
              <a:off x="209550" y="5438775"/>
              <a:ext cx="1879641" cy="987872"/>
            </a:xfrm>
            <a:custGeom>
              <a:rect l="l" t="t" r="r" b="b"/>
              <a:pathLst>
                <a:path w="1142" h="527">
                  <a:moveTo>
                    <a:pt x="0" y="0"/>
                  </a:moveTo>
                  <a:moveTo>
                    <a:pt x="1134" y="505"/>
                  </a:moveTo>
                  <a:lnTo>
                    <a:pt x="1136" y="507"/>
                  </a:lnTo>
                  <a:lnTo>
                    <a:pt x="1137" y="509"/>
                  </a:lnTo>
                  <a:lnTo>
                    <a:pt x="1136" y="510"/>
                  </a:lnTo>
                  <a:lnTo>
                    <a:pt x="1134" y="512"/>
                  </a:lnTo>
                  <a:lnTo>
                    <a:pt x="1133" y="514"/>
                  </a:lnTo>
                  <a:lnTo>
                    <a:pt x="1132" y="515"/>
                  </a:lnTo>
                  <a:lnTo>
                    <a:pt x="1132" y="518"/>
                  </a:lnTo>
                  <a:lnTo>
                    <a:pt x="1131" y="519"/>
                  </a:lnTo>
                  <a:lnTo>
                    <a:pt x="1129" y="521"/>
                  </a:lnTo>
                  <a:lnTo>
                    <a:pt x="1127" y="522"/>
                  </a:lnTo>
                  <a:lnTo>
                    <a:pt x="1126" y="523"/>
                  </a:lnTo>
                  <a:lnTo>
                    <a:pt x="1124" y="525"/>
                  </a:lnTo>
                  <a:lnTo>
                    <a:pt x="1121" y="525"/>
                  </a:lnTo>
                  <a:lnTo>
                    <a:pt x="1118" y="524"/>
                  </a:lnTo>
                  <a:lnTo>
                    <a:pt x="1115" y="522"/>
                  </a:lnTo>
                  <a:lnTo>
                    <a:pt x="1113" y="521"/>
                  </a:lnTo>
                  <a:lnTo>
                    <a:pt x="1111" y="522"/>
                  </a:lnTo>
                  <a:lnTo>
                    <a:pt x="1109" y="525"/>
                  </a:lnTo>
                  <a:lnTo>
                    <a:pt x="1106" y="527"/>
                  </a:lnTo>
                  <a:lnTo>
                    <a:pt x="1103" y="527"/>
                  </a:lnTo>
                  <a:lnTo>
                    <a:pt x="1100" y="527"/>
                  </a:lnTo>
                  <a:lnTo>
                    <a:pt x="1098" y="525"/>
                  </a:lnTo>
                  <a:lnTo>
                    <a:pt x="1095" y="524"/>
                  </a:lnTo>
                  <a:lnTo>
                    <a:pt x="1093" y="523"/>
                  </a:lnTo>
                  <a:lnTo>
                    <a:pt x="1090" y="522"/>
                  </a:lnTo>
                  <a:lnTo>
                    <a:pt x="1089" y="520"/>
                  </a:lnTo>
                  <a:lnTo>
                    <a:pt x="1088" y="518"/>
                  </a:lnTo>
                  <a:lnTo>
                    <a:pt x="1086" y="516"/>
                  </a:lnTo>
                  <a:lnTo>
                    <a:pt x="1083" y="515"/>
                  </a:lnTo>
                  <a:lnTo>
                    <a:pt x="1080" y="514"/>
                  </a:lnTo>
                  <a:lnTo>
                    <a:pt x="1079" y="512"/>
                  </a:lnTo>
                  <a:lnTo>
                    <a:pt x="1079" y="510"/>
                  </a:lnTo>
                  <a:lnTo>
                    <a:pt x="1080" y="508"/>
                  </a:lnTo>
                  <a:lnTo>
                    <a:pt x="1078" y="507"/>
                  </a:lnTo>
                  <a:lnTo>
                    <a:pt x="1075" y="505"/>
                  </a:lnTo>
                  <a:lnTo>
                    <a:pt x="1071" y="503"/>
                  </a:lnTo>
                  <a:lnTo>
                    <a:pt x="1070" y="501"/>
                  </a:lnTo>
                  <a:lnTo>
                    <a:pt x="1071" y="499"/>
                  </a:lnTo>
                  <a:lnTo>
                    <a:pt x="1075" y="497"/>
                  </a:lnTo>
                  <a:lnTo>
                    <a:pt x="1078" y="496"/>
                  </a:lnTo>
                  <a:lnTo>
                    <a:pt x="1081" y="495"/>
                  </a:lnTo>
                  <a:lnTo>
                    <a:pt x="1083" y="494"/>
                  </a:lnTo>
                  <a:lnTo>
                    <a:pt x="1085" y="493"/>
                  </a:lnTo>
                  <a:lnTo>
                    <a:pt x="1088" y="492"/>
                  </a:lnTo>
                  <a:lnTo>
                    <a:pt x="1089" y="490"/>
                  </a:lnTo>
                  <a:lnTo>
                    <a:pt x="1091" y="488"/>
                  </a:lnTo>
                  <a:lnTo>
                    <a:pt x="1092" y="486"/>
                  </a:lnTo>
                  <a:lnTo>
                    <a:pt x="1094" y="484"/>
                  </a:lnTo>
                  <a:lnTo>
                    <a:pt x="1098" y="483"/>
                  </a:lnTo>
                  <a:lnTo>
                    <a:pt x="1102" y="484"/>
                  </a:lnTo>
                  <a:lnTo>
                    <a:pt x="1105" y="485"/>
                  </a:lnTo>
                  <a:lnTo>
                    <a:pt x="1108" y="485"/>
                  </a:lnTo>
                  <a:lnTo>
                    <a:pt x="1112" y="483"/>
                  </a:lnTo>
                  <a:lnTo>
                    <a:pt x="1115" y="483"/>
                  </a:lnTo>
                  <a:lnTo>
                    <a:pt x="1118" y="484"/>
                  </a:lnTo>
                  <a:lnTo>
                    <a:pt x="1120" y="486"/>
                  </a:lnTo>
                  <a:lnTo>
                    <a:pt x="1122" y="488"/>
                  </a:lnTo>
                  <a:lnTo>
                    <a:pt x="1124" y="489"/>
                  </a:lnTo>
                  <a:lnTo>
                    <a:pt x="1126" y="490"/>
                  </a:lnTo>
                  <a:lnTo>
                    <a:pt x="1129" y="490"/>
                  </a:lnTo>
                  <a:lnTo>
                    <a:pt x="1131" y="491"/>
                  </a:lnTo>
                  <a:lnTo>
                    <a:pt x="1133" y="491"/>
                  </a:lnTo>
                  <a:lnTo>
                    <a:pt x="1136" y="492"/>
                  </a:lnTo>
                  <a:lnTo>
                    <a:pt x="1139" y="493"/>
                  </a:lnTo>
                  <a:lnTo>
                    <a:pt x="1142" y="494"/>
                  </a:lnTo>
                  <a:lnTo>
                    <a:pt x="1142" y="497"/>
                  </a:lnTo>
                  <a:lnTo>
                    <a:pt x="1139" y="499"/>
                  </a:lnTo>
                  <a:lnTo>
                    <a:pt x="1135" y="502"/>
                  </a:lnTo>
                  <a:lnTo>
                    <a:pt x="1134" y="503"/>
                  </a:lnTo>
                  <a:close/>
                </a:path>
              </a:pathLst>
            </a:custGeom>
            <a:solidFill>
              <a:srgbClr val="ECB78D">
                <a:alpha val="9600"/>
              </a:srgbClr>
            </a:solidFill>
            <a:ln>
              <a:noFill/>
            </a:ln>
          </p:spPr>
          <p:txBody>
            <a:bodyPr anchor="ctr"/>
            <a:lstStyle/>
            <a:p>
              <a:pPr algn="ctr">
                <a:buNone/>
              </a:pPr>
            </a:p>
          </p:txBody>
        </p:sp>
        <p:sp>
          <p:nvSpPr>
            <p:cNvPr id="7093" name="addition:input:92">
              <a:extLst>
                <a:ext uri="{FF2B5EF4-FFF2-40B4-BE49-F238E27FC236}">
                  <ns2:creationId id="{69E68B30-F6AB-4B00-8469-5A741DC67DA1}"/>
                </a:ext>
              </a:extLst>
            </p:cNvPr>
            <p:cNvSpPr>
              <a:spLocks noGrp="1"/>
            </p:cNvSpPr>
            <p:nvPr/>
          </p:nvSpPr>
          <p:spPr>
            <a:xfrm>
              <a:off x="209550" y="5438775"/>
              <a:ext cx="1851660" cy="1025362"/>
            </a:xfrm>
            <a:custGeom>
              <a:rect l="l" t="t" r="r" b="b"/>
              <a:pathLst>
                <a:path w="1125" h="547">
                  <a:moveTo>
                    <a:pt x="0" y="0"/>
                  </a:moveTo>
                  <a:moveTo>
                    <a:pt x="1119" y="523"/>
                  </a:moveTo>
                  <a:lnTo>
                    <a:pt x="1121" y="524"/>
                  </a:lnTo>
                  <a:lnTo>
                    <a:pt x="1124" y="527"/>
                  </a:lnTo>
                  <a:lnTo>
                    <a:pt x="1125" y="529"/>
                  </a:lnTo>
                  <a:lnTo>
                    <a:pt x="1123" y="530"/>
                  </a:lnTo>
                  <a:lnTo>
                    <a:pt x="1120" y="532"/>
                  </a:lnTo>
                  <a:lnTo>
                    <a:pt x="1119" y="533"/>
                  </a:lnTo>
                  <a:lnTo>
                    <a:pt x="1119" y="535"/>
                  </a:lnTo>
                  <a:lnTo>
                    <a:pt x="1119" y="538"/>
                  </a:lnTo>
                  <a:lnTo>
                    <a:pt x="1118" y="540"/>
                  </a:lnTo>
                  <a:lnTo>
                    <a:pt x="1115" y="540"/>
                  </a:lnTo>
                  <a:lnTo>
                    <a:pt x="1110" y="540"/>
                  </a:lnTo>
                  <a:lnTo>
                    <a:pt x="1106" y="539"/>
                  </a:lnTo>
                  <a:lnTo>
                    <a:pt x="1103" y="539"/>
                  </a:lnTo>
                  <a:lnTo>
                    <a:pt x="1101" y="540"/>
                  </a:lnTo>
                  <a:lnTo>
                    <a:pt x="1098" y="542"/>
                  </a:lnTo>
                  <a:lnTo>
                    <a:pt x="1096" y="542"/>
                  </a:lnTo>
                  <a:lnTo>
                    <a:pt x="1092" y="543"/>
                  </a:lnTo>
                  <a:lnTo>
                    <a:pt x="1089" y="545"/>
                  </a:lnTo>
                  <a:lnTo>
                    <a:pt x="1085" y="546"/>
                  </a:lnTo>
                  <a:lnTo>
                    <a:pt x="1080" y="547"/>
                  </a:lnTo>
                  <a:lnTo>
                    <a:pt x="1076" y="545"/>
                  </a:lnTo>
                  <a:lnTo>
                    <a:pt x="1074" y="543"/>
                  </a:lnTo>
                  <a:lnTo>
                    <a:pt x="1072" y="540"/>
                  </a:lnTo>
                  <a:lnTo>
                    <a:pt x="1069" y="538"/>
                  </a:lnTo>
                  <a:lnTo>
                    <a:pt x="1065" y="538"/>
                  </a:lnTo>
                  <a:lnTo>
                    <a:pt x="1061" y="538"/>
                  </a:lnTo>
                  <a:lnTo>
                    <a:pt x="1058" y="537"/>
                  </a:lnTo>
                  <a:lnTo>
                    <a:pt x="1056" y="535"/>
                  </a:lnTo>
                  <a:lnTo>
                    <a:pt x="1056" y="533"/>
                  </a:lnTo>
                  <a:lnTo>
                    <a:pt x="1054" y="531"/>
                  </a:lnTo>
                  <a:lnTo>
                    <a:pt x="1051" y="530"/>
                  </a:lnTo>
                  <a:lnTo>
                    <a:pt x="1047" y="528"/>
                  </a:lnTo>
                  <a:lnTo>
                    <a:pt x="1045" y="527"/>
                  </a:lnTo>
                  <a:lnTo>
                    <a:pt x="1045" y="525"/>
                  </a:lnTo>
                  <a:lnTo>
                    <a:pt x="1044" y="523"/>
                  </a:lnTo>
                  <a:lnTo>
                    <a:pt x="1044" y="521"/>
                  </a:lnTo>
                  <a:lnTo>
                    <a:pt x="1044" y="518"/>
                  </a:lnTo>
                  <a:lnTo>
                    <a:pt x="1047" y="517"/>
                  </a:lnTo>
                  <a:lnTo>
                    <a:pt x="1052" y="515"/>
                  </a:lnTo>
                  <a:lnTo>
                    <a:pt x="1058" y="515"/>
                  </a:lnTo>
                  <a:lnTo>
                    <a:pt x="1061" y="514"/>
                  </a:lnTo>
                  <a:lnTo>
                    <a:pt x="1062" y="512"/>
                  </a:lnTo>
                  <a:lnTo>
                    <a:pt x="1061" y="509"/>
                  </a:lnTo>
                  <a:lnTo>
                    <a:pt x="1061" y="506"/>
                  </a:lnTo>
                  <a:lnTo>
                    <a:pt x="1064" y="505"/>
                  </a:lnTo>
                  <a:lnTo>
                    <a:pt x="1067" y="504"/>
                  </a:lnTo>
                  <a:lnTo>
                    <a:pt x="1071" y="503"/>
                  </a:lnTo>
                  <a:lnTo>
                    <a:pt x="1075" y="502"/>
                  </a:lnTo>
                  <a:lnTo>
                    <a:pt x="1078" y="501"/>
                  </a:lnTo>
                  <a:lnTo>
                    <a:pt x="1082" y="501"/>
                  </a:lnTo>
                  <a:lnTo>
                    <a:pt x="1086" y="501"/>
                  </a:lnTo>
                  <a:lnTo>
                    <a:pt x="1089" y="502"/>
                  </a:lnTo>
                  <a:lnTo>
                    <a:pt x="1092" y="502"/>
                  </a:lnTo>
                  <a:lnTo>
                    <a:pt x="1095" y="502"/>
                  </a:lnTo>
                  <a:lnTo>
                    <a:pt x="1098" y="502"/>
                  </a:lnTo>
                  <a:lnTo>
                    <a:pt x="1101" y="503"/>
                  </a:lnTo>
                  <a:lnTo>
                    <a:pt x="1102" y="505"/>
                  </a:lnTo>
                  <a:lnTo>
                    <a:pt x="1104" y="507"/>
                  </a:lnTo>
                  <a:lnTo>
                    <a:pt x="1107" y="507"/>
                  </a:lnTo>
                  <a:lnTo>
                    <a:pt x="1112" y="506"/>
                  </a:lnTo>
                  <a:lnTo>
                    <a:pt x="1117" y="505"/>
                  </a:lnTo>
                  <a:lnTo>
                    <a:pt x="1120" y="506"/>
                  </a:lnTo>
                  <a:lnTo>
                    <a:pt x="1121" y="508"/>
                  </a:lnTo>
                  <a:lnTo>
                    <a:pt x="1120" y="511"/>
                  </a:lnTo>
                  <a:lnTo>
                    <a:pt x="1119" y="514"/>
                  </a:lnTo>
                  <a:lnTo>
                    <a:pt x="1119" y="515"/>
                  </a:lnTo>
                  <a:lnTo>
                    <a:pt x="1119" y="517"/>
                  </a:lnTo>
                  <a:lnTo>
                    <a:pt x="1119" y="519"/>
                  </a:lnTo>
                  <a:lnTo>
                    <a:pt x="1118" y="521"/>
                  </a:lnTo>
                  <a:close/>
                </a:path>
              </a:pathLst>
            </a:custGeom>
            <a:solidFill>
              <a:srgbClr val="ECB78D">
                <a:alpha val="9600"/>
              </a:srgbClr>
            </a:solidFill>
            <a:ln>
              <a:noFill/>
            </a:ln>
          </p:spPr>
          <p:txBody>
            <a:bodyPr anchor="ctr"/>
            <a:lstStyle/>
            <a:p>
              <a:pPr algn="ctr">
                <a:buNone/>
              </a:pPr>
            </a:p>
          </p:txBody>
        </p:sp>
        <p:sp>
          <p:nvSpPr>
            <p:cNvPr id="7094" name="addition:input:93">
              <a:extLst>
                <a:ext uri="{FF2B5EF4-FFF2-40B4-BE49-F238E27FC236}">
                  <ns2:creationId id="{31EDFD8D-611D-41F7-A91A-59BBE1CEA26C}"/>
                </a:ext>
              </a:extLst>
            </p:cNvPr>
            <p:cNvSpPr>
              <a:spLocks noGrp="1"/>
            </p:cNvSpPr>
            <p:nvPr/>
          </p:nvSpPr>
          <p:spPr>
            <a:xfrm>
              <a:off x="209550" y="5438775"/>
              <a:ext cx="1794053" cy="1023488"/>
            </a:xfrm>
            <a:custGeom>
              <a:rect l="l" t="t" r="r" b="b"/>
              <a:pathLst>
                <a:path w="1090" h="546">
                  <a:moveTo>
                    <a:pt x="0" y="0"/>
                  </a:moveTo>
                  <a:moveTo>
                    <a:pt x="1088" y="525"/>
                  </a:moveTo>
                  <a:lnTo>
                    <a:pt x="1090" y="527"/>
                  </a:lnTo>
                  <a:lnTo>
                    <a:pt x="1090" y="529"/>
                  </a:lnTo>
                  <a:lnTo>
                    <a:pt x="1089" y="531"/>
                  </a:lnTo>
                  <a:lnTo>
                    <a:pt x="1087" y="532"/>
                  </a:lnTo>
                  <a:lnTo>
                    <a:pt x="1085" y="534"/>
                  </a:lnTo>
                  <a:lnTo>
                    <a:pt x="1083" y="535"/>
                  </a:lnTo>
                  <a:lnTo>
                    <a:pt x="1079" y="536"/>
                  </a:lnTo>
                  <a:lnTo>
                    <a:pt x="1075" y="536"/>
                  </a:lnTo>
                  <a:lnTo>
                    <a:pt x="1072" y="537"/>
                  </a:lnTo>
                  <a:lnTo>
                    <a:pt x="1071" y="539"/>
                  </a:lnTo>
                  <a:lnTo>
                    <a:pt x="1071" y="542"/>
                  </a:lnTo>
                  <a:lnTo>
                    <a:pt x="1069" y="545"/>
                  </a:lnTo>
                  <a:lnTo>
                    <a:pt x="1066" y="546"/>
                  </a:lnTo>
                  <a:lnTo>
                    <a:pt x="1062" y="546"/>
                  </a:lnTo>
                  <a:lnTo>
                    <a:pt x="1058" y="545"/>
                  </a:lnTo>
                  <a:lnTo>
                    <a:pt x="1055" y="545"/>
                  </a:lnTo>
                  <a:lnTo>
                    <a:pt x="1052" y="546"/>
                  </a:lnTo>
                  <a:lnTo>
                    <a:pt x="1048" y="546"/>
                  </a:lnTo>
                  <a:lnTo>
                    <a:pt x="1045" y="546"/>
                  </a:lnTo>
                  <a:lnTo>
                    <a:pt x="1042" y="545"/>
                  </a:lnTo>
                  <a:lnTo>
                    <a:pt x="1039" y="543"/>
                  </a:lnTo>
                  <a:lnTo>
                    <a:pt x="1037" y="543"/>
                  </a:lnTo>
                  <a:lnTo>
                    <a:pt x="1034" y="542"/>
                  </a:lnTo>
                  <a:lnTo>
                    <a:pt x="1032" y="541"/>
                  </a:lnTo>
                  <a:lnTo>
                    <a:pt x="1031" y="539"/>
                  </a:lnTo>
                  <a:lnTo>
                    <a:pt x="1029" y="538"/>
                  </a:lnTo>
                  <a:lnTo>
                    <a:pt x="1027" y="537"/>
                  </a:lnTo>
                  <a:lnTo>
                    <a:pt x="1022" y="537"/>
                  </a:lnTo>
                  <a:lnTo>
                    <a:pt x="1018" y="537"/>
                  </a:lnTo>
                  <a:lnTo>
                    <a:pt x="1016" y="535"/>
                  </a:lnTo>
                  <a:lnTo>
                    <a:pt x="1017" y="533"/>
                  </a:lnTo>
                  <a:lnTo>
                    <a:pt x="1020" y="530"/>
                  </a:lnTo>
                  <a:lnTo>
                    <a:pt x="1023" y="528"/>
                  </a:lnTo>
                  <a:lnTo>
                    <a:pt x="1023" y="526"/>
                  </a:lnTo>
                  <a:lnTo>
                    <a:pt x="1023" y="525"/>
                  </a:lnTo>
                  <a:lnTo>
                    <a:pt x="1023" y="523"/>
                  </a:lnTo>
                  <a:lnTo>
                    <a:pt x="1024" y="521"/>
                  </a:lnTo>
                  <a:lnTo>
                    <a:pt x="1024" y="519"/>
                  </a:lnTo>
                  <a:lnTo>
                    <a:pt x="1024" y="518"/>
                  </a:lnTo>
                  <a:lnTo>
                    <a:pt x="1024" y="515"/>
                  </a:lnTo>
                  <a:lnTo>
                    <a:pt x="1024" y="513"/>
                  </a:lnTo>
                  <a:lnTo>
                    <a:pt x="1026" y="512"/>
                  </a:lnTo>
                  <a:lnTo>
                    <a:pt x="1029" y="511"/>
                  </a:lnTo>
                  <a:lnTo>
                    <a:pt x="1031" y="510"/>
                  </a:lnTo>
                  <a:lnTo>
                    <a:pt x="1032" y="508"/>
                  </a:lnTo>
                  <a:lnTo>
                    <a:pt x="1033" y="506"/>
                  </a:lnTo>
                  <a:lnTo>
                    <a:pt x="1035" y="504"/>
                  </a:lnTo>
                  <a:lnTo>
                    <a:pt x="1038" y="504"/>
                  </a:lnTo>
                  <a:lnTo>
                    <a:pt x="1042" y="506"/>
                  </a:lnTo>
                  <a:lnTo>
                    <a:pt x="1045" y="507"/>
                  </a:lnTo>
                  <a:lnTo>
                    <a:pt x="1047" y="508"/>
                  </a:lnTo>
                  <a:lnTo>
                    <a:pt x="1049" y="507"/>
                  </a:lnTo>
                  <a:lnTo>
                    <a:pt x="1051" y="505"/>
                  </a:lnTo>
                  <a:lnTo>
                    <a:pt x="1054" y="504"/>
                  </a:lnTo>
                  <a:lnTo>
                    <a:pt x="1057" y="504"/>
                  </a:lnTo>
                  <a:lnTo>
                    <a:pt x="1060" y="503"/>
                  </a:lnTo>
                  <a:lnTo>
                    <a:pt x="1063" y="503"/>
                  </a:lnTo>
                  <a:lnTo>
                    <a:pt x="1067" y="504"/>
                  </a:lnTo>
                  <a:lnTo>
                    <a:pt x="1069" y="506"/>
                  </a:lnTo>
                  <a:lnTo>
                    <a:pt x="1070" y="508"/>
                  </a:lnTo>
                  <a:lnTo>
                    <a:pt x="1070" y="511"/>
                  </a:lnTo>
                  <a:lnTo>
                    <a:pt x="1072" y="513"/>
                  </a:lnTo>
                  <a:lnTo>
                    <a:pt x="1075" y="513"/>
                  </a:lnTo>
                  <a:lnTo>
                    <a:pt x="1079" y="514"/>
                  </a:lnTo>
                  <a:lnTo>
                    <a:pt x="1081" y="515"/>
                  </a:lnTo>
                  <a:lnTo>
                    <a:pt x="1082" y="517"/>
                  </a:lnTo>
                  <a:lnTo>
                    <a:pt x="1081" y="520"/>
                  </a:lnTo>
                  <a:lnTo>
                    <a:pt x="1082" y="521"/>
                  </a:lnTo>
                  <a:lnTo>
                    <a:pt x="1084" y="523"/>
                  </a:lnTo>
                  <a:close/>
                </a:path>
              </a:pathLst>
            </a:custGeom>
            <a:solidFill>
              <a:srgbClr val="ECB78D">
                <a:alpha val="9600"/>
              </a:srgbClr>
            </a:solidFill>
            <a:ln>
              <a:noFill/>
            </a:ln>
          </p:spPr>
          <p:txBody>
            <a:bodyPr anchor="ctr"/>
            <a:lstStyle/>
            <a:p>
              <a:pPr algn="ctr">
                <a:buNone/>
              </a:pPr>
            </a:p>
          </p:txBody>
        </p:sp>
        <p:sp>
          <p:nvSpPr>
            <p:cNvPr id="7095" name="addition:input:94">
              <a:extLst>
                <a:ext uri="{FF2B5EF4-FFF2-40B4-BE49-F238E27FC236}">
                  <ns2:creationId id="{8B75DD6B-426C-4B41-A8F0-E8A54C546EB3}"/>
                </a:ext>
              </a:extLst>
            </p:cNvPr>
            <p:cNvSpPr>
              <a:spLocks noGrp="1"/>
            </p:cNvSpPr>
            <p:nvPr/>
          </p:nvSpPr>
          <p:spPr>
            <a:xfrm>
              <a:off x="209550" y="5438775"/>
              <a:ext cx="1729862" cy="1008492"/>
            </a:xfrm>
            <a:custGeom>
              <a:rect l="l" t="t" r="r" b="b"/>
              <a:pathLst>
                <a:path w="1051" h="538">
                  <a:moveTo>
                    <a:pt x="0" y="0"/>
                  </a:moveTo>
                  <a:moveTo>
                    <a:pt x="1046" y="517"/>
                  </a:moveTo>
                  <a:lnTo>
                    <a:pt x="1049" y="519"/>
                  </a:lnTo>
                  <a:lnTo>
                    <a:pt x="1051" y="521"/>
                  </a:lnTo>
                  <a:lnTo>
                    <a:pt x="1050" y="522"/>
                  </a:lnTo>
                  <a:lnTo>
                    <a:pt x="1048" y="523"/>
                  </a:lnTo>
                  <a:lnTo>
                    <a:pt x="1046" y="525"/>
                  </a:lnTo>
                  <a:lnTo>
                    <a:pt x="1046" y="526"/>
                  </a:lnTo>
                  <a:lnTo>
                    <a:pt x="1046" y="528"/>
                  </a:lnTo>
                  <a:lnTo>
                    <a:pt x="1045" y="529"/>
                  </a:lnTo>
                  <a:lnTo>
                    <a:pt x="1043" y="530"/>
                  </a:lnTo>
                  <a:lnTo>
                    <a:pt x="1041" y="531"/>
                  </a:lnTo>
                  <a:lnTo>
                    <a:pt x="1038" y="531"/>
                  </a:lnTo>
                  <a:lnTo>
                    <a:pt x="1037" y="532"/>
                  </a:lnTo>
                  <a:lnTo>
                    <a:pt x="1035" y="532"/>
                  </a:lnTo>
                  <a:lnTo>
                    <a:pt x="1032" y="532"/>
                  </a:lnTo>
                  <a:lnTo>
                    <a:pt x="1030" y="532"/>
                  </a:lnTo>
                  <a:lnTo>
                    <a:pt x="1028" y="533"/>
                  </a:lnTo>
                  <a:lnTo>
                    <a:pt x="1026" y="535"/>
                  </a:lnTo>
                  <a:lnTo>
                    <a:pt x="1023" y="537"/>
                  </a:lnTo>
                  <a:lnTo>
                    <a:pt x="1020" y="538"/>
                  </a:lnTo>
                  <a:lnTo>
                    <a:pt x="1017" y="537"/>
                  </a:lnTo>
                  <a:lnTo>
                    <a:pt x="1015" y="535"/>
                  </a:lnTo>
                  <a:lnTo>
                    <a:pt x="1013" y="533"/>
                  </a:lnTo>
                  <a:lnTo>
                    <a:pt x="1011" y="531"/>
                  </a:lnTo>
                  <a:lnTo>
                    <a:pt x="1009" y="531"/>
                  </a:lnTo>
                  <a:lnTo>
                    <a:pt x="1006" y="530"/>
                  </a:lnTo>
                  <a:lnTo>
                    <a:pt x="1004" y="529"/>
                  </a:lnTo>
                  <a:lnTo>
                    <a:pt x="1003" y="528"/>
                  </a:lnTo>
                  <a:lnTo>
                    <a:pt x="1001" y="527"/>
                  </a:lnTo>
                  <a:lnTo>
                    <a:pt x="999" y="526"/>
                  </a:lnTo>
                  <a:lnTo>
                    <a:pt x="996" y="525"/>
                  </a:lnTo>
                  <a:lnTo>
                    <a:pt x="995" y="524"/>
                  </a:lnTo>
                  <a:lnTo>
                    <a:pt x="995" y="522"/>
                  </a:lnTo>
                  <a:lnTo>
                    <a:pt x="995" y="520"/>
                  </a:lnTo>
                  <a:lnTo>
                    <a:pt x="994" y="519"/>
                  </a:lnTo>
                  <a:lnTo>
                    <a:pt x="993" y="517"/>
                  </a:lnTo>
                  <a:lnTo>
                    <a:pt x="992" y="515"/>
                  </a:lnTo>
                  <a:lnTo>
                    <a:pt x="993" y="514"/>
                  </a:lnTo>
                  <a:lnTo>
                    <a:pt x="997" y="512"/>
                  </a:lnTo>
                  <a:lnTo>
                    <a:pt x="1001" y="512"/>
                  </a:lnTo>
                  <a:lnTo>
                    <a:pt x="1004" y="511"/>
                  </a:lnTo>
                  <a:lnTo>
                    <a:pt x="1004" y="509"/>
                  </a:lnTo>
                  <a:lnTo>
                    <a:pt x="1004" y="507"/>
                  </a:lnTo>
                  <a:lnTo>
                    <a:pt x="1004" y="505"/>
                  </a:lnTo>
                  <a:lnTo>
                    <a:pt x="1005" y="504"/>
                  </a:lnTo>
                  <a:lnTo>
                    <a:pt x="1007" y="502"/>
                  </a:lnTo>
                  <a:lnTo>
                    <a:pt x="1009" y="501"/>
                  </a:lnTo>
                  <a:lnTo>
                    <a:pt x="1011" y="500"/>
                  </a:lnTo>
                  <a:lnTo>
                    <a:pt x="1013" y="499"/>
                  </a:lnTo>
                  <a:lnTo>
                    <a:pt x="1016" y="499"/>
                  </a:lnTo>
                  <a:lnTo>
                    <a:pt x="1019" y="500"/>
                  </a:lnTo>
                  <a:lnTo>
                    <a:pt x="1022" y="501"/>
                  </a:lnTo>
                  <a:lnTo>
                    <a:pt x="1023" y="501"/>
                  </a:lnTo>
                  <a:lnTo>
                    <a:pt x="1025" y="500"/>
                  </a:lnTo>
                  <a:lnTo>
                    <a:pt x="1028" y="499"/>
                  </a:lnTo>
                  <a:lnTo>
                    <a:pt x="1030" y="500"/>
                  </a:lnTo>
                  <a:lnTo>
                    <a:pt x="1031" y="501"/>
                  </a:lnTo>
                  <a:lnTo>
                    <a:pt x="1032" y="503"/>
                  </a:lnTo>
                  <a:lnTo>
                    <a:pt x="1034" y="503"/>
                  </a:lnTo>
                  <a:lnTo>
                    <a:pt x="1037" y="502"/>
                  </a:lnTo>
                  <a:lnTo>
                    <a:pt x="1040" y="502"/>
                  </a:lnTo>
                  <a:lnTo>
                    <a:pt x="1042" y="503"/>
                  </a:lnTo>
                  <a:lnTo>
                    <a:pt x="1043" y="504"/>
                  </a:lnTo>
                  <a:lnTo>
                    <a:pt x="1044" y="506"/>
                  </a:lnTo>
                  <a:lnTo>
                    <a:pt x="1045" y="507"/>
                  </a:lnTo>
                  <a:lnTo>
                    <a:pt x="1045" y="509"/>
                  </a:lnTo>
                  <a:lnTo>
                    <a:pt x="1045" y="511"/>
                  </a:lnTo>
                  <a:lnTo>
                    <a:pt x="1043" y="513"/>
                  </a:lnTo>
                  <a:lnTo>
                    <a:pt x="1042" y="514"/>
                  </a:lnTo>
                  <a:lnTo>
                    <a:pt x="1043" y="516"/>
                  </a:lnTo>
                  <a:close/>
                </a:path>
              </a:pathLst>
            </a:custGeom>
            <a:solidFill>
              <a:srgbClr val="ECB78D">
                <a:alpha val="9600"/>
              </a:srgbClr>
            </a:solidFill>
            <a:ln>
              <a:noFill/>
            </a:ln>
          </p:spPr>
          <p:txBody>
            <a:bodyPr anchor="ctr"/>
            <a:lstStyle/>
            <a:p>
              <a:pPr algn="ctr">
                <a:buNone/>
              </a:pPr>
            </a:p>
          </p:txBody>
        </p:sp>
        <p:sp>
          <p:nvSpPr>
            <p:cNvPr id="7096" name="addition:input:95">
              <a:extLst>
                <a:ext uri="{FF2B5EF4-FFF2-40B4-BE49-F238E27FC236}">
                  <ns2:creationId id="{5B1B3EF6-DF16-43B3-851F-A469DAEEFD79}"/>
                </a:ext>
              </a:extLst>
            </p:cNvPr>
            <p:cNvSpPr>
              <a:spLocks noGrp="1"/>
            </p:cNvSpPr>
            <p:nvPr/>
          </p:nvSpPr>
          <p:spPr>
            <a:xfrm>
              <a:off x="209550" y="5438775"/>
              <a:ext cx="1825325" cy="1010366"/>
            </a:xfrm>
            <a:custGeom>
              <a:rect l="l" t="t" r="r" b="b"/>
              <a:pathLst>
                <a:path w="1109" h="539">
                  <a:moveTo>
                    <a:pt x="0" y="0"/>
                  </a:moveTo>
                  <a:moveTo>
                    <a:pt x="1102" y="514"/>
                  </a:moveTo>
                  <a:lnTo>
                    <a:pt x="1100" y="516"/>
                  </a:lnTo>
                  <a:lnTo>
                    <a:pt x="1100" y="518"/>
                  </a:lnTo>
                  <a:lnTo>
                    <a:pt x="1103" y="520"/>
                  </a:lnTo>
                  <a:lnTo>
                    <a:pt x="1106" y="522"/>
                  </a:lnTo>
                  <a:lnTo>
                    <a:pt x="1107" y="525"/>
                  </a:lnTo>
                  <a:lnTo>
                    <a:pt x="1105" y="527"/>
                  </a:lnTo>
                  <a:lnTo>
                    <a:pt x="1101" y="528"/>
                  </a:lnTo>
                  <a:lnTo>
                    <a:pt x="1097" y="529"/>
                  </a:lnTo>
                  <a:lnTo>
                    <a:pt x="1095" y="530"/>
                  </a:lnTo>
                  <a:lnTo>
                    <a:pt x="1095" y="532"/>
                  </a:lnTo>
                  <a:lnTo>
                    <a:pt x="1093" y="534"/>
                  </a:lnTo>
                  <a:lnTo>
                    <a:pt x="1090" y="535"/>
                  </a:lnTo>
                  <a:lnTo>
                    <a:pt x="1086" y="534"/>
                  </a:lnTo>
                  <a:lnTo>
                    <a:pt x="1082" y="534"/>
                  </a:lnTo>
                  <a:lnTo>
                    <a:pt x="1080" y="534"/>
                  </a:lnTo>
                  <a:lnTo>
                    <a:pt x="1077" y="535"/>
                  </a:lnTo>
                  <a:lnTo>
                    <a:pt x="1074" y="535"/>
                  </a:lnTo>
                  <a:lnTo>
                    <a:pt x="1071" y="535"/>
                  </a:lnTo>
                  <a:lnTo>
                    <a:pt x="1068" y="536"/>
                  </a:lnTo>
                  <a:lnTo>
                    <a:pt x="1064" y="537"/>
                  </a:lnTo>
                  <a:lnTo>
                    <a:pt x="1059" y="538"/>
                  </a:lnTo>
                  <a:lnTo>
                    <a:pt x="1054" y="539"/>
                  </a:lnTo>
                  <a:lnTo>
                    <a:pt x="1050" y="537"/>
                  </a:lnTo>
                  <a:lnTo>
                    <a:pt x="1049" y="534"/>
                  </a:lnTo>
                  <a:lnTo>
                    <a:pt x="1048" y="531"/>
                  </a:lnTo>
                  <a:lnTo>
                    <a:pt x="1047" y="528"/>
                  </a:lnTo>
                  <a:lnTo>
                    <a:pt x="1044" y="527"/>
                  </a:lnTo>
                  <a:lnTo>
                    <a:pt x="1040" y="527"/>
                  </a:lnTo>
                  <a:lnTo>
                    <a:pt x="1036" y="525"/>
                  </a:lnTo>
                  <a:lnTo>
                    <a:pt x="1034" y="524"/>
                  </a:lnTo>
                  <a:lnTo>
                    <a:pt x="1033" y="522"/>
                  </a:lnTo>
                  <a:lnTo>
                    <a:pt x="1031" y="520"/>
                  </a:lnTo>
                  <a:lnTo>
                    <a:pt x="1028" y="518"/>
                  </a:lnTo>
                  <a:lnTo>
                    <a:pt x="1026" y="516"/>
                  </a:lnTo>
                  <a:lnTo>
                    <a:pt x="1025" y="514"/>
                  </a:lnTo>
                  <a:lnTo>
                    <a:pt x="1026" y="512"/>
                  </a:lnTo>
                  <a:lnTo>
                    <a:pt x="1027" y="510"/>
                  </a:lnTo>
                  <a:lnTo>
                    <a:pt x="1027" y="508"/>
                  </a:lnTo>
                  <a:lnTo>
                    <a:pt x="1026" y="505"/>
                  </a:lnTo>
                  <a:lnTo>
                    <a:pt x="1029" y="503"/>
                  </a:lnTo>
                  <a:lnTo>
                    <a:pt x="1033" y="502"/>
                  </a:lnTo>
                  <a:lnTo>
                    <a:pt x="1040" y="502"/>
                  </a:lnTo>
                  <a:lnTo>
                    <a:pt x="1044" y="502"/>
                  </a:lnTo>
                  <a:lnTo>
                    <a:pt x="1046" y="500"/>
                  </a:lnTo>
                  <a:lnTo>
                    <a:pt x="1046" y="498"/>
                  </a:lnTo>
                  <a:lnTo>
                    <a:pt x="1047" y="494"/>
                  </a:lnTo>
                  <a:lnTo>
                    <a:pt x="1050" y="492"/>
                  </a:lnTo>
                  <a:lnTo>
                    <a:pt x="1054" y="491"/>
                  </a:lnTo>
                  <a:lnTo>
                    <a:pt x="1058" y="491"/>
                  </a:lnTo>
                  <a:lnTo>
                    <a:pt x="1062" y="490"/>
                  </a:lnTo>
                  <a:lnTo>
                    <a:pt x="1066" y="490"/>
                  </a:lnTo>
                  <a:lnTo>
                    <a:pt x="1071" y="490"/>
                  </a:lnTo>
                  <a:lnTo>
                    <a:pt x="1074" y="492"/>
                  </a:lnTo>
                  <a:lnTo>
                    <a:pt x="1078" y="494"/>
                  </a:lnTo>
                  <a:lnTo>
                    <a:pt x="1081" y="494"/>
                  </a:lnTo>
                  <a:lnTo>
                    <a:pt x="1084" y="493"/>
                  </a:lnTo>
                  <a:lnTo>
                    <a:pt x="1088" y="493"/>
                  </a:lnTo>
                  <a:lnTo>
                    <a:pt x="1091" y="494"/>
                  </a:lnTo>
                  <a:lnTo>
                    <a:pt x="1093" y="496"/>
                  </a:lnTo>
                  <a:lnTo>
                    <a:pt x="1094" y="498"/>
                  </a:lnTo>
                  <a:lnTo>
                    <a:pt x="1096" y="499"/>
                  </a:lnTo>
                  <a:lnTo>
                    <a:pt x="1100" y="499"/>
                  </a:lnTo>
                  <a:lnTo>
                    <a:pt x="1105" y="499"/>
                  </a:lnTo>
                  <a:lnTo>
                    <a:pt x="1109" y="501"/>
                  </a:lnTo>
                  <a:lnTo>
                    <a:pt x="1109" y="503"/>
                  </a:lnTo>
                  <a:lnTo>
                    <a:pt x="1108" y="506"/>
                  </a:lnTo>
                  <a:lnTo>
                    <a:pt x="1106" y="508"/>
                  </a:lnTo>
                  <a:lnTo>
                    <a:pt x="1105" y="510"/>
                  </a:lnTo>
                  <a:lnTo>
                    <a:pt x="1104" y="512"/>
                  </a:lnTo>
                  <a:close/>
                </a:path>
              </a:pathLst>
            </a:custGeom>
            <a:solidFill>
              <a:srgbClr val="ECB78D">
                <a:alpha val="9600"/>
              </a:srgbClr>
            </a:solidFill>
            <a:ln>
              <a:noFill/>
            </a:ln>
          </p:spPr>
          <p:txBody>
            <a:bodyPr anchor="ctr"/>
            <a:lstStyle/>
            <a:p>
              <a:pPr algn="ctr">
                <a:buNone/>
              </a:pPr>
            </a:p>
          </p:txBody>
        </p:sp>
        <p:sp>
          <p:nvSpPr>
            <p:cNvPr id="7097" name="addition:input:96">
              <a:extLst>
                <a:ext uri="{FF2B5EF4-FFF2-40B4-BE49-F238E27FC236}">
                  <ns2:creationId id="{43B28DA0-1B83-4DB0-9A39-525E69B5A7E7}"/>
                </a:ext>
              </a:extLst>
            </p:cNvPr>
            <p:cNvSpPr>
              <a:spLocks noGrp="1"/>
            </p:cNvSpPr>
            <p:nvPr/>
          </p:nvSpPr>
          <p:spPr>
            <a:xfrm>
              <a:off x="209550" y="5438775"/>
              <a:ext cx="1854952" cy="1029111"/>
            </a:xfrm>
            <a:custGeom>
              <a:rect l="l" t="t" r="r" b="b"/>
              <a:pathLst>
                <a:path w="1127" h="549">
                  <a:moveTo>
                    <a:pt x="0" y="0"/>
                  </a:moveTo>
                  <a:moveTo>
                    <a:pt x="1127" y="510"/>
                  </a:moveTo>
                  <a:lnTo>
                    <a:pt x="1126" y="513"/>
                  </a:lnTo>
                  <a:lnTo>
                    <a:pt x="1124" y="516"/>
                  </a:lnTo>
                  <a:lnTo>
                    <a:pt x="1124" y="519"/>
                  </a:lnTo>
                  <a:lnTo>
                    <a:pt x="1124" y="522"/>
                  </a:lnTo>
                  <a:lnTo>
                    <a:pt x="1122" y="525"/>
                  </a:lnTo>
                  <a:lnTo>
                    <a:pt x="1118" y="527"/>
                  </a:lnTo>
                  <a:lnTo>
                    <a:pt x="1114" y="529"/>
                  </a:lnTo>
                  <a:lnTo>
                    <a:pt x="1111" y="531"/>
                  </a:lnTo>
                  <a:lnTo>
                    <a:pt x="1108" y="533"/>
                  </a:lnTo>
                  <a:lnTo>
                    <a:pt x="1105" y="535"/>
                  </a:lnTo>
                  <a:lnTo>
                    <a:pt x="1100" y="536"/>
                  </a:lnTo>
                  <a:lnTo>
                    <a:pt x="1094" y="536"/>
                  </a:lnTo>
                  <a:lnTo>
                    <a:pt x="1089" y="536"/>
                  </a:lnTo>
                  <a:lnTo>
                    <a:pt x="1085" y="539"/>
                  </a:lnTo>
                  <a:lnTo>
                    <a:pt x="1082" y="543"/>
                  </a:lnTo>
                  <a:lnTo>
                    <a:pt x="1077" y="547"/>
                  </a:lnTo>
                  <a:lnTo>
                    <a:pt x="1071" y="549"/>
                  </a:lnTo>
                  <a:lnTo>
                    <a:pt x="1064" y="547"/>
                  </a:lnTo>
                  <a:lnTo>
                    <a:pt x="1059" y="544"/>
                  </a:lnTo>
                  <a:lnTo>
                    <a:pt x="1054" y="541"/>
                  </a:lnTo>
                  <a:lnTo>
                    <a:pt x="1049" y="540"/>
                  </a:lnTo>
                  <a:lnTo>
                    <a:pt x="1045" y="538"/>
                  </a:lnTo>
                  <a:lnTo>
                    <a:pt x="1041" y="536"/>
                  </a:lnTo>
                  <a:lnTo>
                    <a:pt x="1038" y="534"/>
                  </a:lnTo>
                  <a:lnTo>
                    <a:pt x="1034" y="533"/>
                  </a:lnTo>
                  <a:lnTo>
                    <a:pt x="1028" y="533"/>
                  </a:lnTo>
                  <a:lnTo>
                    <a:pt x="1022" y="533"/>
                  </a:lnTo>
                  <a:lnTo>
                    <a:pt x="1018" y="531"/>
                  </a:lnTo>
                  <a:lnTo>
                    <a:pt x="1017" y="528"/>
                  </a:lnTo>
                  <a:lnTo>
                    <a:pt x="1017" y="524"/>
                  </a:lnTo>
                  <a:lnTo>
                    <a:pt x="1017" y="521"/>
                  </a:lnTo>
                  <a:lnTo>
                    <a:pt x="1013" y="519"/>
                  </a:lnTo>
                  <a:lnTo>
                    <a:pt x="1009" y="516"/>
                  </a:lnTo>
                  <a:lnTo>
                    <a:pt x="1008" y="513"/>
                  </a:lnTo>
                  <a:lnTo>
                    <a:pt x="1011" y="510"/>
                  </a:lnTo>
                  <a:lnTo>
                    <a:pt x="1018" y="507"/>
                  </a:lnTo>
                  <a:lnTo>
                    <a:pt x="1024" y="505"/>
                  </a:lnTo>
                  <a:lnTo>
                    <a:pt x="1026" y="502"/>
                  </a:lnTo>
                  <a:lnTo>
                    <a:pt x="1027" y="500"/>
                  </a:lnTo>
                  <a:lnTo>
                    <a:pt x="1027" y="497"/>
                  </a:lnTo>
                  <a:lnTo>
                    <a:pt x="1028" y="494"/>
                  </a:lnTo>
                  <a:lnTo>
                    <a:pt x="1029" y="491"/>
                  </a:lnTo>
                  <a:lnTo>
                    <a:pt x="1030" y="487"/>
                  </a:lnTo>
                  <a:lnTo>
                    <a:pt x="1030" y="483"/>
                  </a:lnTo>
                  <a:lnTo>
                    <a:pt x="1033" y="480"/>
                  </a:lnTo>
                  <a:lnTo>
                    <a:pt x="1039" y="479"/>
                  </a:lnTo>
                  <a:lnTo>
                    <a:pt x="1046" y="481"/>
                  </a:lnTo>
                  <a:lnTo>
                    <a:pt x="1051" y="482"/>
                  </a:lnTo>
                  <a:lnTo>
                    <a:pt x="1055" y="482"/>
                  </a:lnTo>
                  <a:lnTo>
                    <a:pt x="1058" y="480"/>
                  </a:lnTo>
                  <a:lnTo>
                    <a:pt x="1061" y="477"/>
                  </a:lnTo>
                  <a:lnTo>
                    <a:pt x="1065" y="477"/>
                  </a:lnTo>
                  <a:lnTo>
                    <a:pt x="1069" y="478"/>
                  </a:lnTo>
                  <a:lnTo>
                    <a:pt x="1073" y="480"/>
                  </a:lnTo>
                  <a:lnTo>
                    <a:pt x="1077" y="481"/>
                  </a:lnTo>
                  <a:lnTo>
                    <a:pt x="1081" y="480"/>
                  </a:lnTo>
                  <a:lnTo>
                    <a:pt x="1086" y="479"/>
                  </a:lnTo>
                  <a:lnTo>
                    <a:pt x="1091" y="479"/>
                  </a:lnTo>
                  <a:lnTo>
                    <a:pt x="1095" y="481"/>
                  </a:lnTo>
                  <a:lnTo>
                    <a:pt x="1100" y="482"/>
                  </a:lnTo>
                  <a:lnTo>
                    <a:pt x="1104" y="484"/>
                  </a:lnTo>
                  <a:lnTo>
                    <a:pt x="1108" y="486"/>
                  </a:lnTo>
                  <a:lnTo>
                    <a:pt x="1110" y="490"/>
                  </a:lnTo>
                  <a:lnTo>
                    <a:pt x="1108" y="494"/>
                  </a:lnTo>
                  <a:lnTo>
                    <a:pt x="1105" y="498"/>
                  </a:lnTo>
                  <a:lnTo>
                    <a:pt x="1105" y="501"/>
                  </a:lnTo>
                  <a:lnTo>
                    <a:pt x="1110" y="503"/>
                  </a:lnTo>
                  <a:lnTo>
                    <a:pt x="1118" y="504"/>
                  </a:lnTo>
                  <a:lnTo>
                    <a:pt x="1125" y="507"/>
                  </a:lnTo>
                  <a:close/>
                </a:path>
              </a:pathLst>
            </a:custGeom>
            <a:solidFill>
              <a:srgbClr val="E18B48">
                <a:alpha val="11100"/>
              </a:srgbClr>
            </a:solidFill>
            <a:ln>
              <a:noFill/>
            </a:ln>
          </p:spPr>
          <p:txBody>
            <a:bodyPr anchor="ctr"/>
            <a:lstStyle/>
            <a:p>
              <a:pPr algn="ctr">
                <a:buNone/>
              </a:pPr>
            </a:p>
          </p:txBody>
        </p:sp>
        <p:sp>
          <p:nvSpPr>
            <p:cNvPr id="7098" name="addition:input:97">
              <a:extLst>
                <a:ext uri="{FF2B5EF4-FFF2-40B4-BE49-F238E27FC236}">
                  <ns2:creationId id="{F4775370-5E34-44ED-92F5-6C6EDD313811}"/>
                </a:ext>
              </a:extLst>
            </p:cNvPr>
            <p:cNvSpPr>
              <a:spLocks noGrp="1"/>
            </p:cNvSpPr>
            <p:nvPr/>
          </p:nvSpPr>
          <p:spPr>
            <a:xfrm>
              <a:off x="209550" y="5438775"/>
              <a:ext cx="1767718" cy="974750"/>
            </a:xfrm>
            <a:custGeom>
              <a:rect l="l" t="t" r="r" b="b"/>
              <a:pathLst>
                <a:path w="1074" h="520">
                  <a:moveTo>
                    <a:pt x="0" y="0"/>
                  </a:moveTo>
                  <a:moveTo>
                    <a:pt x="1073" y="501"/>
                  </a:moveTo>
                  <a:lnTo>
                    <a:pt x="1074" y="503"/>
                  </a:lnTo>
                  <a:lnTo>
                    <a:pt x="1074" y="504"/>
                  </a:lnTo>
                  <a:lnTo>
                    <a:pt x="1073" y="506"/>
                  </a:lnTo>
                  <a:lnTo>
                    <a:pt x="1071" y="507"/>
                  </a:lnTo>
                  <a:lnTo>
                    <a:pt x="1069" y="508"/>
                  </a:lnTo>
                  <a:lnTo>
                    <a:pt x="1068" y="509"/>
                  </a:lnTo>
                  <a:lnTo>
                    <a:pt x="1068" y="511"/>
                  </a:lnTo>
                  <a:lnTo>
                    <a:pt x="1066" y="512"/>
                  </a:lnTo>
                  <a:lnTo>
                    <a:pt x="1063" y="512"/>
                  </a:lnTo>
                  <a:lnTo>
                    <a:pt x="1060" y="512"/>
                  </a:lnTo>
                  <a:lnTo>
                    <a:pt x="1058" y="513"/>
                  </a:lnTo>
                  <a:lnTo>
                    <a:pt x="1057" y="514"/>
                  </a:lnTo>
                  <a:lnTo>
                    <a:pt x="1056" y="517"/>
                  </a:lnTo>
                  <a:lnTo>
                    <a:pt x="1054" y="519"/>
                  </a:lnTo>
                  <a:lnTo>
                    <a:pt x="1051" y="520"/>
                  </a:lnTo>
                  <a:lnTo>
                    <a:pt x="1048" y="519"/>
                  </a:lnTo>
                  <a:lnTo>
                    <a:pt x="1046" y="519"/>
                  </a:lnTo>
                  <a:lnTo>
                    <a:pt x="1043" y="518"/>
                  </a:lnTo>
                  <a:lnTo>
                    <a:pt x="1041" y="517"/>
                  </a:lnTo>
                  <a:lnTo>
                    <a:pt x="1039" y="516"/>
                  </a:lnTo>
                  <a:lnTo>
                    <a:pt x="1037" y="515"/>
                  </a:lnTo>
                  <a:lnTo>
                    <a:pt x="1036" y="514"/>
                  </a:lnTo>
                  <a:lnTo>
                    <a:pt x="1034" y="514"/>
                  </a:lnTo>
                  <a:lnTo>
                    <a:pt x="1031" y="514"/>
                  </a:lnTo>
                  <a:lnTo>
                    <a:pt x="1028" y="515"/>
                  </a:lnTo>
                  <a:lnTo>
                    <a:pt x="1026" y="514"/>
                  </a:lnTo>
                  <a:lnTo>
                    <a:pt x="1026" y="512"/>
                  </a:lnTo>
                  <a:lnTo>
                    <a:pt x="1026" y="511"/>
                  </a:lnTo>
                  <a:lnTo>
                    <a:pt x="1025" y="509"/>
                  </a:lnTo>
                  <a:lnTo>
                    <a:pt x="1023" y="508"/>
                  </a:lnTo>
                  <a:lnTo>
                    <a:pt x="1021" y="507"/>
                  </a:lnTo>
                  <a:lnTo>
                    <a:pt x="1020" y="506"/>
                  </a:lnTo>
                  <a:lnTo>
                    <a:pt x="1021" y="504"/>
                  </a:lnTo>
                  <a:lnTo>
                    <a:pt x="1023" y="502"/>
                  </a:lnTo>
                  <a:lnTo>
                    <a:pt x="1025" y="501"/>
                  </a:lnTo>
                  <a:lnTo>
                    <a:pt x="1025" y="500"/>
                  </a:lnTo>
                  <a:lnTo>
                    <a:pt x="1026" y="498"/>
                  </a:lnTo>
                  <a:lnTo>
                    <a:pt x="1026" y="497"/>
                  </a:lnTo>
                  <a:lnTo>
                    <a:pt x="1027" y="496"/>
                  </a:lnTo>
                  <a:lnTo>
                    <a:pt x="1027" y="494"/>
                  </a:lnTo>
                  <a:lnTo>
                    <a:pt x="1026" y="492"/>
                  </a:lnTo>
                  <a:lnTo>
                    <a:pt x="1025" y="490"/>
                  </a:lnTo>
                  <a:lnTo>
                    <a:pt x="1025" y="488"/>
                  </a:lnTo>
                  <a:lnTo>
                    <a:pt x="1028" y="487"/>
                  </a:lnTo>
                  <a:lnTo>
                    <a:pt x="1031" y="488"/>
                  </a:lnTo>
                  <a:lnTo>
                    <a:pt x="1034" y="488"/>
                  </a:lnTo>
                  <a:lnTo>
                    <a:pt x="1035" y="488"/>
                  </a:lnTo>
                  <a:lnTo>
                    <a:pt x="1037" y="486"/>
                  </a:lnTo>
                  <a:lnTo>
                    <a:pt x="1038" y="485"/>
                  </a:lnTo>
                  <a:lnTo>
                    <a:pt x="1040" y="485"/>
                  </a:lnTo>
                  <a:lnTo>
                    <a:pt x="1042" y="485"/>
                  </a:lnTo>
                  <a:lnTo>
                    <a:pt x="1043" y="486"/>
                  </a:lnTo>
                  <a:lnTo>
                    <a:pt x="1045" y="485"/>
                  </a:lnTo>
                  <a:lnTo>
                    <a:pt x="1047" y="485"/>
                  </a:lnTo>
                  <a:lnTo>
                    <a:pt x="1050" y="484"/>
                  </a:lnTo>
                  <a:lnTo>
                    <a:pt x="1052" y="485"/>
                  </a:lnTo>
                  <a:lnTo>
                    <a:pt x="1054" y="485"/>
                  </a:lnTo>
                  <a:lnTo>
                    <a:pt x="1056" y="485"/>
                  </a:lnTo>
                  <a:lnTo>
                    <a:pt x="1059" y="485"/>
                  </a:lnTo>
                  <a:lnTo>
                    <a:pt x="1062" y="486"/>
                  </a:lnTo>
                  <a:lnTo>
                    <a:pt x="1063" y="488"/>
                  </a:lnTo>
                  <a:lnTo>
                    <a:pt x="1063" y="490"/>
                  </a:lnTo>
                  <a:lnTo>
                    <a:pt x="1062" y="493"/>
                  </a:lnTo>
                  <a:lnTo>
                    <a:pt x="1062" y="494"/>
                  </a:lnTo>
                  <a:lnTo>
                    <a:pt x="1065" y="495"/>
                  </a:lnTo>
                  <a:lnTo>
                    <a:pt x="1068" y="495"/>
                  </a:lnTo>
                  <a:lnTo>
                    <a:pt x="1071" y="496"/>
                  </a:lnTo>
                  <a:lnTo>
                    <a:pt x="1072" y="498"/>
                  </a:lnTo>
                  <a:lnTo>
                    <a:pt x="1073" y="499"/>
                  </a:lnTo>
                  <a:close/>
                </a:path>
              </a:pathLst>
            </a:custGeom>
            <a:solidFill>
              <a:srgbClr val="DE8036">
                <a:alpha val="10800"/>
              </a:srgbClr>
            </a:solidFill>
            <a:ln>
              <a:noFill/>
            </a:ln>
          </p:spPr>
          <p:txBody>
            <a:bodyPr anchor="ctr"/>
            <a:lstStyle/>
            <a:p>
              <a:pPr algn="ctr">
                <a:buNone/>
              </a:pPr>
            </a:p>
          </p:txBody>
        </p:sp>
        <p:sp>
          <p:nvSpPr>
            <p:cNvPr id="7099" name="addition:input:98">
              <a:extLst>
                <a:ext uri="{FF2B5EF4-FFF2-40B4-BE49-F238E27FC236}">
                  <ns2:creationId id="{C86048FB-695E-4BD7-9C07-DAC6A2456EB6}"/>
                </a:ext>
              </a:extLst>
            </p:cNvPr>
            <p:cNvSpPr>
              <a:spLocks noGrp="1"/>
            </p:cNvSpPr>
            <p:nvPr/>
          </p:nvSpPr>
          <p:spPr>
            <a:xfrm>
              <a:off x="209550" y="5438775"/>
              <a:ext cx="1817096" cy="957880"/>
            </a:xfrm>
            <a:custGeom>
              <a:rect l="l" t="t" r="r" b="b"/>
              <a:pathLst>
                <a:path w="1104" h="511">
                  <a:moveTo>
                    <a:pt x="0" y="0"/>
                  </a:moveTo>
                  <a:moveTo>
                    <a:pt x="1103" y="496"/>
                  </a:moveTo>
                  <a:lnTo>
                    <a:pt x="1102" y="497"/>
                  </a:lnTo>
                  <a:lnTo>
                    <a:pt x="1102" y="498"/>
                  </a:lnTo>
                  <a:lnTo>
                    <a:pt x="1103" y="499"/>
                  </a:lnTo>
                  <a:lnTo>
                    <a:pt x="1102" y="501"/>
                  </a:lnTo>
                  <a:lnTo>
                    <a:pt x="1101" y="502"/>
                  </a:lnTo>
                  <a:lnTo>
                    <a:pt x="1099" y="502"/>
                  </a:lnTo>
                  <a:lnTo>
                    <a:pt x="1097" y="503"/>
                  </a:lnTo>
                  <a:lnTo>
                    <a:pt x="1096" y="504"/>
                  </a:lnTo>
                  <a:lnTo>
                    <a:pt x="1094" y="504"/>
                  </a:lnTo>
                  <a:lnTo>
                    <a:pt x="1093" y="505"/>
                  </a:lnTo>
                  <a:lnTo>
                    <a:pt x="1091" y="506"/>
                  </a:lnTo>
                  <a:lnTo>
                    <a:pt x="1090" y="506"/>
                  </a:lnTo>
                  <a:lnTo>
                    <a:pt x="1089" y="508"/>
                  </a:lnTo>
                  <a:lnTo>
                    <a:pt x="1087" y="510"/>
                  </a:lnTo>
                  <a:lnTo>
                    <a:pt x="1085" y="511"/>
                  </a:lnTo>
                  <a:lnTo>
                    <a:pt x="1083" y="510"/>
                  </a:lnTo>
                  <a:lnTo>
                    <a:pt x="1081" y="509"/>
                  </a:lnTo>
                  <a:lnTo>
                    <a:pt x="1079" y="508"/>
                  </a:lnTo>
                  <a:lnTo>
                    <a:pt x="1077" y="507"/>
                  </a:lnTo>
                  <a:lnTo>
                    <a:pt x="1076" y="507"/>
                  </a:lnTo>
                  <a:lnTo>
                    <a:pt x="1074" y="507"/>
                  </a:lnTo>
                  <a:lnTo>
                    <a:pt x="1072" y="507"/>
                  </a:lnTo>
                  <a:lnTo>
                    <a:pt x="1071" y="507"/>
                  </a:lnTo>
                  <a:lnTo>
                    <a:pt x="1070" y="506"/>
                  </a:lnTo>
                  <a:lnTo>
                    <a:pt x="1068" y="506"/>
                  </a:lnTo>
                  <a:lnTo>
                    <a:pt x="1066" y="505"/>
                  </a:lnTo>
                  <a:lnTo>
                    <a:pt x="1065" y="505"/>
                  </a:lnTo>
                  <a:lnTo>
                    <a:pt x="1064" y="504"/>
                  </a:lnTo>
                  <a:lnTo>
                    <a:pt x="1064" y="502"/>
                  </a:lnTo>
                  <a:lnTo>
                    <a:pt x="1063" y="502"/>
                  </a:lnTo>
                  <a:lnTo>
                    <a:pt x="1062" y="501"/>
                  </a:lnTo>
                  <a:lnTo>
                    <a:pt x="1061" y="500"/>
                  </a:lnTo>
                  <a:lnTo>
                    <a:pt x="1061" y="498"/>
                  </a:lnTo>
                  <a:lnTo>
                    <a:pt x="1063" y="497"/>
                  </a:lnTo>
                  <a:lnTo>
                    <a:pt x="1066" y="496"/>
                  </a:lnTo>
                  <a:lnTo>
                    <a:pt x="1067" y="495"/>
                  </a:lnTo>
                  <a:lnTo>
                    <a:pt x="1066" y="494"/>
                  </a:lnTo>
                  <a:lnTo>
                    <a:pt x="1065" y="493"/>
                  </a:lnTo>
                  <a:lnTo>
                    <a:pt x="1064" y="491"/>
                  </a:lnTo>
                  <a:lnTo>
                    <a:pt x="1063" y="490"/>
                  </a:lnTo>
                  <a:lnTo>
                    <a:pt x="1064" y="489"/>
                  </a:lnTo>
                  <a:lnTo>
                    <a:pt x="1065" y="488"/>
                  </a:lnTo>
                  <a:lnTo>
                    <a:pt x="1066" y="487"/>
                  </a:lnTo>
                  <a:lnTo>
                    <a:pt x="1067" y="486"/>
                  </a:lnTo>
                  <a:lnTo>
                    <a:pt x="1069" y="486"/>
                  </a:lnTo>
                  <a:lnTo>
                    <a:pt x="1071" y="486"/>
                  </a:lnTo>
                  <a:lnTo>
                    <a:pt x="1072" y="486"/>
                  </a:lnTo>
                  <a:lnTo>
                    <a:pt x="1073" y="485"/>
                  </a:lnTo>
                  <a:lnTo>
                    <a:pt x="1074" y="484"/>
                  </a:lnTo>
                  <a:lnTo>
                    <a:pt x="1076" y="483"/>
                  </a:lnTo>
                  <a:lnTo>
                    <a:pt x="1077" y="483"/>
                  </a:lnTo>
                  <a:lnTo>
                    <a:pt x="1079" y="484"/>
                  </a:lnTo>
                  <a:lnTo>
                    <a:pt x="1080" y="485"/>
                  </a:lnTo>
                  <a:lnTo>
                    <a:pt x="1082" y="484"/>
                  </a:lnTo>
                  <a:lnTo>
                    <a:pt x="1084" y="483"/>
                  </a:lnTo>
                  <a:lnTo>
                    <a:pt x="1086" y="482"/>
                  </a:lnTo>
                  <a:lnTo>
                    <a:pt x="1089" y="483"/>
                  </a:lnTo>
                  <a:lnTo>
                    <a:pt x="1090" y="483"/>
                  </a:lnTo>
                  <a:lnTo>
                    <a:pt x="1092" y="485"/>
                  </a:lnTo>
                  <a:lnTo>
                    <a:pt x="1093" y="486"/>
                  </a:lnTo>
                  <a:lnTo>
                    <a:pt x="1094" y="487"/>
                  </a:lnTo>
                  <a:lnTo>
                    <a:pt x="1095" y="488"/>
                  </a:lnTo>
                  <a:lnTo>
                    <a:pt x="1095" y="489"/>
                  </a:lnTo>
                  <a:lnTo>
                    <a:pt x="1095" y="490"/>
                  </a:lnTo>
                  <a:lnTo>
                    <a:pt x="1097" y="491"/>
                  </a:lnTo>
                  <a:lnTo>
                    <a:pt x="1100" y="492"/>
                  </a:lnTo>
                  <a:lnTo>
                    <a:pt x="1103" y="492"/>
                  </a:lnTo>
                  <a:lnTo>
                    <a:pt x="1104" y="493"/>
                  </a:lnTo>
                  <a:lnTo>
                    <a:pt x="1104" y="495"/>
                  </a:lnTo>
                  <a:close/>
                </a:path>
              </a:pathLst>
            </a:custGeom>
            <a:solidFill>
              <a:srgbClr val="DE8036">
                <a:alpha val="10800"/>
              </a:srgbClr>
            </a:solidFill>
            <a:ln>
              <a:noFill/>
            </a:ln>
          </p:spPr>
          <p:txBody>
            <a:bodyPr anchor="ctr"/>
            <a:lstStyle/>
            <a:p>
              <a:pPr algn="ctr">
                <a:buNone/>
              </a:pPr>
            </a:p>
          </p:txBody>
        </p:sp>
        <p:sp>
          <p:nvSpPr>
            <p:cNvPr id="7100" name="addition:input:99">
              <a:extLst>
                <a:ext uri="{FF2B5EF4-FFF2-40B4-BE49-F238E27FC236}">
                  <ns2:creationId id="{936675AA-FB60-4E96-A593-137D81E70197}"/>
                </a:ext>
              </a:extLst>
            </p:cNvPr>
            <p:cNvSpPr>
              <a:spLocks noGrp="1"/>
            </p:cNvSpPr>
            <p:nvPr/>
          </p:nvSpPr>
          <p:spPr>
            <a:xfrm>
              <a:off x="209550" y="5438775"/>
              <a:ext cx="1854952" cy="1002868"/>
            </a:xfrm>
            <a:custGeom>
              <a:rect l="l" t="t" r="r" b="b"/>
              <a:pathLst>
                <a:path w="1127" h="535">
                  <a:moveTo>
                    <a:pt x="0" y="0"/>
                  </a:moveTo>
                  <a:moveTo>
                    <a:pt x="1126" y="518"/>
                  </a:moveTo>
                  <a:lnTo>
                    <a:pt x="1123" y="520"/>
                  </a:lnTo>
                  <a:lnTo>
                    <a:pt x="1120" y="521"/>
                  </a:lnTo>
                  <a:lnTo>
                    <a:pt x="1118" y="522"/>
                  </a:lnTo>
                  <a:lnTo>
                    <a:pt x="1118" y="523"/>
                  </a:lnTo>
                  <a:lnTo>
                    <a:pt x="1119" y="525"/>
                  </a:lnTo>
                  <a:lnTo>
                    <a:pt x="1119" y="527"/>
                  </a:lnTo>
                  <a:lnTo>
                    <a:pt x="1118" y="528"/>
                  </a:lnTo>
                  <a:lnTo>
                    <a:pt x="1115" y="529"/>
                  </a:lnTo>
                  <a:lnTo>
                    <a:pt x="1112" y="530"/>
                  </a:lnTo>
                  <a:lnTo>
                    <a:pt x="1111" y="531"/>
                  </a:lnTo>
                  <a:lnTo>
                    <a:pt x="1110" y="533"/>
                  </a:lnTo>
                  <a:lnTo>
                    <a:pt x="1108" y="534"/>
                  </a:lnTo>
                  <a:lnTo>
                    <a:pt x="1106" y="535"/>
                  </a:lnTo>
                  <a:lnTo>
                    <a:pt x="1103" y="535"/>
                  </a:lnTo>
                  <a:lnTo>
                    <a:pt x="1101" y="535"/>
                  </a:lnTo>
                  <a:lnTo>
                    <a:pt x="1099" y="534"/>
                  </a:lnTo>
                  <a:lnTo>
                    <a:pt x="1097" y="534"/>
                  </a:lnTo>
                  <a:lnTo>
                    <a:pt x="1095" y="534"/>
                  </a:lnTo>
                  <a:lnTo>
                    <a:pt x="1093" y="532"/>
                  </a:lnTo>
                  <a:lnTo>
                    <a:pt x="1092" y="532"/>
                  </a:lnTo>
                  <a:lnTo>
                    <a:pt x="1090" y="532"/>
                  </a:lnTo>
                  <a:lnTo>
                    <a:pt x="1087" y="533"/>
                  </a:lnTo>
                  <a:lnTo>
                    <a:pt x="1084" y="535"/>
                  </a:lnTo>
                  <a:lnTo>
                    <a:pt x="1081" y="534"/>
                  </a:lnTo>
                  <a:lnTo>
                    <a:pt x="1080" y="533"/>
                  </a:lnTo>
                  <a:lnTo>
                    <a:pt x="1080" y="531"/>
                  </a:lnTo>
                  <a:lnTo>
                    <a:pt x="1079" y="529"/>
                  </a:lnTo>
                  <a:lnTo>
                    <a:pt x="1078" y="528"/>
                  </a:lnTo>
                  <a:lnTo>
                    <a:pt x="1077" y="526"/>
                  </a:lnTo>
                  <a:lnTo>
                    <a:pt x="1075" y="525"/>
                  </a:lnTo>
                  <a:lnTo>
                    <a:pt x="1075" y="524"/>
                  </a:lnTo>
                  <a:lnTo>
                    <a:pt x="1075" y="522"/>
                  </a:lnTo>
                  <a:lnTo>
                    <a:pt x="1074" y="521"/>
                  </a:lnTo>
                  <a:lnTo>
                    <a:pt x="1073" y="520"/>
                  </a:lnTo>
                  <a:lnTo>
                    <a:pt x="1071" y="518"/>
                  </a:lnTo>
                  <a:lnTo>
                    <a:pt x="1071" y="517"/>
                  </a:lnTo>
                  <a:lnTo>
                    <a:pt x="1072" y="515"/>
                  </a:lnTo>
                  <a:lnTo>
                    <a:pt x="1072" y="514"/>
                  </a:lnTo>
                  <a:lnTo>
                    <a:pt x="1070" y="512"/>
                  </a:lnTo>
                  <a:lnTo>
                    <a:pt x="1069" y="510"/>
                  </a:lnTo>
                  <a:lnTo>
                    <a:pt x="1069" y="508"/>
                  </a:lnTo>
                  <a:lnTo>
                    <a:pt x="1071" y="507"/>
                  </a:lnTo>
                  <a:lnTo>
                    <a:pt x="1075" y="507"/>
                  </a:lnTo>
                  <a:lnTo>
                    <a:pt x="1079" y="507"/>
                  </a:lnTo>
                  <a:lnTo>
                    <a:pt x="1081" y="507"/>
                  </a:lnTo>
                  <a:lnTo>
                    <a:pt x="1082" y="506"/>
                  </a:lnTo>
                  <a:lnTo>
                    <a:pt x="1083" y="505"/>
                  </a:lnTo>
                  <a:lnTo>
                    <a:pt x="1085" y="503"/>
                  </a:lnTo>
                  <a:lnTo>
                    <a:pt x="1087" y="503"/>
                  </a:lnTo>
                  <a:lnTo>
                    <a:pt x="1089" y="502"/>
                  </a:lnTo>
                  <a:lnTo>
                    <a:pt x="1092" y="500"/>
                  </a:lnTo>
                  <a:lnTo>
                    <a:pt x="1094" y="500"/>
                  </a:lnTo>
                  <a:lnTo>
                    <a:pt x="1097" y="500"/>
                  </a:lnTo>
                  <a:lnTo>
                    <a:pt x="1100" y="501"/>
                  </a:lnTo>
                  <a:lnTo>
                    <a:pt x="1102" y="502"/>
                  </a:lnTo>
                  <a:lnTo>
                    <a:pt x="1105" y="503"/>
                  </a:lnTo>
                  <a:lnTo>
                    <a:pt x="1108" y="503"/>
                  </a:lnTo>
                  <a:lnTo>
                    <a:pt x="1111" y="503"/>
                  </a:lnTo>
                  <a:lnTo>
                    <a:pt x="1113" y="504"/>
                  </a:lnTo>
                  <a:lnTo>
                    <a:pt x="1114" y="506"/>
                  </a:lnTo>
                  <a:lnTo>
                    <a:pt x="1114" y="508"/>
                  </a:lnTo>
                  <a:lnTo>
                    <a:pt x="1115" y="509"/>
                  </a:lnTo>
                  <a:lnTo>
                    <a:pt x="1118" y="509"/>
                  </a:lnTo>
                  <a:lnTo>
                    <a:pt x="1121" y="510"/>
                  </a:lnTo>
                  <a:lnTo>
                    <a:pt x="1124" y="510"/>
                  </a:lnTo>
                  <a:lnTo>
                    <a:pt x="1126" y="512"/>
                  </a:lnTo>
                  <a:lnTo>
                    <a:pt x="1126" y="513"/>
                  </a:lnTo>
                  <a:lnTo>
                    <a:pt x="1127" y="515"/>
                  </a:lnTo>
                  <a:lnTo>
                    <a:pt x="1127" y="516"/>
                  </a:lnTo>
                  <a:close/>
                </a:path>
              </a:pathLst>
            </a:custGeom>
            <a:solidFill>
              <a:srgbClr val="DE8036">
                <a:alpha val="10800"/>
              </a:srgbClr>
            </a:solidFill>
            <a:ln>
              <a:noFill/>
            </a:ln>
          </p:spPr>
          <p:txBody>
            <a:bodyPr anchor="ctr"/>
            <a:lstStyle/>
            <a:p>
              <a:pPr algn="ctr">
                <a:buNone/>
              </a:pPr>
            </a:p>
          </p:txBody>
        </p:sp>
        <p:sp>
          <p:nvSpPr>
            <p:cNvPr id="7101" name="addition:input:100">
              <a:extLst>
                <a:ext uri="{FF2B5EF4-FFF2-40B4-BE49-F238E27FC236}">
                  <ns2:creationId id="{5223B839-0FE9-425C-AF8B-57A1925024C5}"/>
                </a:ext>
              </a:extLst>
            </p:cNvPr>
            <p:cNvSpPr>
              <a:spLocks noGrp="1"/>
            </p:cNvSpPr>
            <p:nvPr/>
          </p:nvSpPr>
          <p:spPr>
            <a:xfrm>
              <a:off x="209550" y="5438775"/>
              <a:ext cx="1782531" cy="1015990"/>
            </a:xfrm>
            <a:custGeom>
              <a:rect l="l" t="t" r="r" b="b"/>
              <a:pathLst>
                <a:path w="1083" h="542">
                  <a:moveTo>
                    <a:pt x="0" y="0"/>
                  </a:moveTo>
                  <a:moveTo>
                    <a:pt x="1080" y="528"/>
                  </a:moveTo>
                  <a:lnTo>
                    <a:pt x="1079" y="529"/>
                  </a:lnTo>
                  <a:lnTo>
                    <a:pt x="1079" y="530"/>
                  </a:lnTo>
                  <a:lnTo>
                    <a:pt x="1078" y="531"/>
                  </a:lnTo>
                  <a:lnTo>
                    <a:pt x="1078" y="532"/>
                  </a:lnTo>
                  <a:lnTo>
                    <a:pt x="1077" y="533"/>
                  </a:lnTo>
                  <a:lnTo>
                    <a:pt x="1077" y="535"/>
                  </a:lnTo>
                  <a:lnTo>
                    <a:pt x="1078" y="537"/>
                  </a:lnTo>
                  <a:lnTo>
                    <a:pt x="1079" y="539"/>
                  </a:lnTo>
                  <a:lnTo>
                    <a:pt x="1078" y="540"/>
                  </a:lnTo>
                  <a:lnTo>
                    <a:pt x="1075" y="540"/>
                  </a:lnTo>
                  <a:lnTo>
                    <a:pt x="1072" y="539"/>
                  </a:lnTo>
                  <a:lnTo>
                    <a:pt x="1069" y="539"/>
                  </a:lnTo>
                  <a:lnTo>
                    <a:pt x="1068" y="539"/>
                  </a:lnTo>
                  <a:lnTo>
                    <a:pt x="1067" y="540"/>
                  </a:lnTo>
                  <a:lnTo>
                    <a:pt x="1065" y="541"/>
                  </a:lnTo>
                  <a:lnTo>
                    <a:pt x="1064" y="541"/>
                  </a:lnTo>
                  <a:lnTo>
                    <a:pt x="1062" y="541"/>
                  </a:lnTo>
                  <a:lnTo>
                    <a:pt x="1060" y="541"/>
                  </a:lnTo>
                  <a:lnTo>
                    <a:pt x="1058" y="542"/>
                  </a:lnTo>
                  <a:lnTo>
                    <a:pt x="1056" y="542"/>
                  </a:lnTo>
                  <a:lnTo>
                    <a:pt x="1054" y="542"/>
                  </a:lnTo>
                  <a:lnTo>
                    <a:pt x="1052" y="541"/>
                  </a:lnTo>
                  <a:lnTo>
                    <a:pt x="1050" y="540"/>
                  </a:lnTo>
                  <a:lnTo>
                    <a:pt x="1048" y="540"/>
                  </a:lnTo>
                  <a:lnTo>
                    <a:pt x="1046" y="540"/>
                  </a:lnTo>
                  <a:lnTo>
                    <a:pt x="1043" y="539"/>
                  </a:lnTo>
                  <a:lnTo>
                    <a:pt x="1043" y="537"/>
                  </a:lnTo>
                  <a:lnTo>
                    <a:pt x="1043" y="535"/>
                  </a:lnTo>
                  <a:lnTo>
                    <a:pt x="1044" y="534"/>
                  </a:lnTo>
                  <a:lnTo>
                    <a:pt x="1043" y="533"/>
                  </a:lnTo>
                  <a:lnTo>
                    <a:pt x="1041" y="532"/>
                  </a:lnTo>
                  <a:lnTo>
                    <a:pt x="1037" y="531"/>
                  </a:lnTo>
                  <a:lnTo>
                    <a:pt x="1035" y="530"/>
                  </a:lnTo>
                  <a:lnTo>
                    <a:pt x="1034" y="529"/>
                  </a:lnTo>
                  <a:lnTo>
                    <a:pt x="1033" y="528"/>
                  </a:lnTo>
                  <a:lnTo>
                    <a:pt x="1033" y="526"/>
                  </a:lnTo>
                  <a:lnTo>
                    <a:pt x="1033" y="525"/>
                  </a:lnTo>
                  <a:lnTo>
                    <a:pt x="1034" y="524"/>
                  </a:lnTo>
                  <a:lnTo>
                    <a:pt x="1036" y="523"/>
                  </a:lnTo>
                  <a:lnTo>
                    <a:pt x="1039" y="522"/>
                  </a:lnTo>
                  <a:lnTo>
                    <a:pt x="1040" y="521"/>
                  </a:lnTo>
                  <a:lnTo>
                    <a:pt x="1041" y="520"/>
                  </a:lnTo>
                  <a:lnTo>
                    <a:pt x="1041" y="518"/>
                  </a:lnTo>
                  <a:lnTo>
                    <a:pt x="1042" y="517"/>
                  </a:lnTo>
                  <a:lnTo>
                    <a:pt x="1045" y="517"/>
                  </a:lnTo>
                  <a:lnTo>
                    <a:pt x="1048" y="517"/>
                  </a:lnTo>
                  <a:lnTo>
                    <a:pt x="1050" y="517"/>
                  </a:lnTo>
                  <a:lnTo>
                    <a:pt x="1051" y="515"/>
                  </a:lnTo>
                  <a:lnTo>
                    <a:pt x="1053" y="513"/>
                  </a:lnTo>
                  <a:lnTo>
                    <a:pt x="1055" y="512"/>
                  </a:lnTo>
                  <a:lnTo>
                    <a:pt x="1057" y="511"/>
                  </a:lnTo>
                  <a:lnTo>
                    <a:pt x="1060" y="512"/>
                  </a:lnTo>
                  <a:lnTo>
                    <a:pt x="1062" y="513"/>
                  </a:lnTo>
                  <a:lnTo>
                    <a:pt x="1065" y="514"/>
                  </a:lnTo>
                  <a:lnTo>
                    <a:pt x="1067" y="514"/>
                  </a:lnTo>
                  <a:lnTo>
                    <a:pt x="1068" y="515"/>
                  </a:lnTo>
                  <a:lnTo>
                    <a:pt x="1069" y="516"/>
                  </a:lnTo>
                  <a:lnTo>
                    <a:pt x="1071" y="517"/>
                  </a:lnTo>
                  <a:lnTo>
                    <a:pt x="1073" y="517"/>
                  </a:lnTo>
                  <a:lnTo>
                    <a:pt x="1076" y="517"/>
                  </a:lnTo>
                  <a:lnTo>
                    <a:pt x="1079" y="516"/>
                  </a:lnTo>
                  <a:lnTo>
                    <a:pt x="1080" y="517"/>
                  </a:lnTo>
                  <a:lnTo>
                    <a:pt x="1080" y="519"/>
                  </a:lnTo>
                  <a:lnTo>
                    <a:pt x="1080" y="520"/>
                  </a:lnTo>
                  <a:lnTo>
                    <a:pt x="1080" y="522"/>
                  </a:lnTo>
                  <a:lnTo>
                    <a:pt x="1081" y="523"/>
                  </a:lnTo>
                  <a:lnTo>
                    <a:pt x="1083" y="524"/>
                  </a:lnTo>
                  <a:lnTo>
                    <a:pt x="1083" y="525"/>
                  </a:lnTo>
                  <a:lnTo>
                    <a:pt x="1082" y="526"/>
                  </a:lnTo>
                  <a:close/>
                </a:path>
              </a:pathLst>
            </a:custGeom>
            <a:solidFill>
              <a:srgbClr val="DE8036">
                <a:alpha val="10800"/>
              </a:srgbClr>
            </a:solidFill>
            <a:ln>
              <a:noFill/>
            </a:ln>
          </p:spPr>
          <p:txBody>
            <a:bodyPr anchor="ctr"/>
            <a:lstStyle/>
            <a:p>
              <a:pPr algn="ctr">
                <a:buNone/>
              </a:pPr>
            </a:p>
          </p:txBody>
        </p:sp>
        <p:sp>
          <p:nvSpPr>
            <p:cNvPr id="7102" name="addition:input:101">
              <a:extLst>
                <a:ext uri="{FF2B5EF4-FFF2-40B4-BE49-F238E27FC236}">
                  <ns2:creationId id="{7526175E-A621-4419-BF0A-F9F6522072A2}"/>
                </a:ext>
              </a:extLst>
            </p:cNvPr>
            <p:cNvSpPr>
              <a:spLocks noGrp="1"/>
            </p:cNvSpPr>
            <p:nvPr/>
          </p:nvSpPr>
          <p:spPr>
            <a:xfrm>
              <a:off x="209550" y="5438775"/>
              <a:ext cx="1752905" cy="1589593"/>
            </a:xfrm>
            <a:custGeom>
              <a:rect l="l" t="t" r="r" b="b"/>
              <a:pathLst>
                <a:path w="1065" h="848">
                  <a:moveTo>
                    <a:pt x="0" y="0"/>
                  </a:moveTo>
                  <a:moveTo>
                    <a:pt x="203" y="266"/>
                  </a:moveTo>
                  <a:lnTo>
                    <a:pt x="1065" y="266"/>
                  </a:lnTo>
                  <a:lnTo>
                    <a:pt x="1065" y="848"/>
                  </a:lnTo>
                  <a:lnTo>
                    <a:pt x="203" y="762"/>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7103" name="addition:input:102">
              <a:extLst>
                <a:ext uri="{FF2B5EF4-FFF2-40B4-BE49-F238E27FC236}">
                  <ns2:creationId id="{A198628E-CD12-4E68-B032-BB6652349B17}"/>
                </a:ext>
              </a:extLst>
            </p:cNvPr>
            <p:cNvSpPr>
              <a:spLocks noGrp="1"/>
            </p:cNvSpPr>
            <p:nvPr/>
          </p:nvSpPr>
          <p:spPr>
            <a:xfrm>
              <a:off x="209550" y="5438775"/>
              <a:ext cx="1910913" cy="1486494"/>
            </a:xfrm>
            <a:custGeom>
              <a:rect l="l" t="t" r="r" b="b"/>
              <a:pathLst>
                <a:path w="1161" h="793">
                  <a:moveTo>
                    <a:pt x="0" y="0"/>
                  </a:moveTo>
                  <a:moveTo>
                    <a:pt x="299" y="211"/>
                  </a:moveTo>
                  <a:lnTo>
                    <a:pt x="1161" y="211"/>
                  </a:lnTo>
                  <a:lnTo>
                    <a:pt x="1161" y="793"/>
                  </a:lnTo>
                  <a:lnTo>
                    <a:pt x="299" y="707"/>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7104" name="addition:input:103">
              <a:extLst>
                <a:ext uri="{FF2B5EF4-FFF2-40B4-BE49-F238E27FC236}">
                  <ns2:creationId id="{D93B1777-9A03-49BE-9876-38B4A5F1936F}"/>
                </a:ext>
              </a:extLst>
            </p:cNvPr>
            <p:cNvSpPr>
              <a:spLocks noGrp="1"/>
            </p:cNvSpPr>
            <p:nvPr/>
          </p:nvSpPr>
          <p:spPr>
            <a:xfrm>
              <a:off x="209550" y="5438775"/>
              <a:ext cx="2070567" cy="1381521"/>
            </a:xfrm>
            <a:custGeom>
              <a:rect l="l" t="t" r="r" b="b"/>
              <a:pathLst>
                <a:path w="1258" h="737">
                  <a:moveTo>
                    <a:pt x="0" y="0"/>
                  </a:moveTo>
                  <a:moveTo>
                    <a:pt x="396" y="155"/>
                  </a:moveTo>
                  <a:lnTo>
                    <a:pt x="1258" y="155"/>
                  </a:lnTo>
                  <a:lnTo>
                    <a:pt x="1258" y="737"/>
                  </a:lnTo>
                  <a:lnTo>
                    <a:pt x="396" y="651"/>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7105" name="addition:input:104">
              <a:extLst>
                <a:ext uri="{FF2B5EF4-FFF2-40B4-BE49-F238E27FC236}">
                  <ns2:creationId id="{02676330-45A4-47CE-9335-D1663162C82C}"/>
                </a:ext>
              </a:extLst>
            </p:cNvPr>
            <p:cNvSpPr>
              <a:spLocks noGrp="1"/>
            </p:cNvSpPr>
            <p:nvPr/>
          </p:nvSpPr>
          <p:spPr>
            <a:xfrm>
              <a:off x="209550" y="5438775"/>
              <a:ext cx="2228576" cy="1278423"/>
            </a:xfrm>
            <a:custGeom>
              <a:rect l="l" t="t" r="r" b="b"/>
              <a:pathLst>
                <a:path w="1354" h="682">
                  <a:moveTo>
                    <a:pt x="0" y="0"/>
                  </a:moveTo>
                  <a:moveTo>
                    <a:pt x="492" y="100"/>
                  </a:moveTo>
                  <a:lnTo>
                    <a:pt x="1354" y="100"/>
                  </a:lnTo>
                  <a:lnTo>
                    <a:pt x="1354" y="682"/>
                  </a:lnTo>
                  <a:lnTo>
                    <a:pt x="492" y="596"/>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7106" name="addition:input:105">
              <a:extLst>
                <a:ext uri="{FF2B5EF4-FFF2-40B4-BE49-F238E27FC236}">
                  <ns2:creationId id="{568BE359-47D8-45B7-AB72-F4984BF019FF}"/>
                </a:ext>
              </a:extLst>
            </p:cNvPr>
            <p:cNvSpPr>
              <a:spLocks noGrp="1"/>
            </p:cNvSpPr>
            <p:nvPr/>
          </p:nvSpPr>
          <p:spPr>
            <a:xfrm>
              <a:off x="209550" y="5438775"/>
              <a:ext cx="870692" cy="1392768"/>
            </a:xfrm>
            <a:custGeom>
              <a:rect l="l" t="t" r="r" b="b"/>
              <a:pathLst>
                <a:path w="529" h="743">
                  <a:moveTo>
                    <a:pt x="0" y="0"/>
                  </a:moveTo>
                  <a:moveTo>
                    <a:pt x="529" y="580"/>
                  </a:moveTo>
                  <a:lnTo>
                    <a:pt x="518" y="596"/>
                  </a:lnTo>
                  <a:lnTo>
                    <a:pt x="493" y="608"/>
                  </a:lnTo>
                  <a:lnTo>
                    <a:pt x="467" y="617"/>
                  </a:lnTo>
                  <a:lnTo>
                    <a:pt x="451" y="626"/>
                  </a:lnTo>
                  <a:lnTo>
                    <a:pt x="449" y="639"/>
                  </a:lnTo>
                  <a:lnTo>
                    <a:pt x="452" y="655"/>
                  </a:lnTo>
                  <a:lnTo>
                    <a:pt x="450" y="672"/>
                  </a:lnTo>
                  <a:lnTo>
                    <a:pt x="441" y="685"/>
                  </a:lnTo>
                  <a:lnTo>
                    <a:pt x="431" y="697"/>
                  </a:lnTo>
                  <a:lnTo>
                    <a:pt x="421" y="711"/>
                  </a:lnTo>
                  <a:lnTo>
                    <a:pt x="410" y="725"/>
                  </a:lnTo>
                  <a:lnTo>
                    <a:pt x="395" y="733"/>
                  </a:lnTo>
                  <a:lnTo>
                    <a:pt x="376" y="732"/>
                  </a:lnTo>
                  <a:lnTo>
                    <a:pt x="358" y="728"/>
                  </a:lnTo>
                  <a:lnTo>
                    <a:pt x="343" y="727"/>
                  </a:lnTo>
                  <a:lnTo>
                    <a:pt x="330" y="734"/>
                  </a:lnTo>
                  <a:lnTo>
                    <a:pt x="317" y="743"/>
                  </a:lnTo>
                  <a:lnTo>
                    <a:pt x="303" y="743"/>
                  </a:lnTo>
                  <a:lnTo>
                    <a:pt x="290" y="732"/>
                  </a:lnTo>
                  <a:lnTo>
                    <a:pt x="281" y="716"/>
                  </a:lnTo>
                  <a:lnTo>
                    <a:pt x="273" y="706"/>
                  </a:lnTo>
                  <a:lnTo>
                    <a:pt x="260" y="709"/>
                  </a:lnTo>
                  <a:lnTo>
                    <a:pt x="241" y="718"/>
                  </a:lnTo>
                  <a:lnTo>
                    <a:pt x="222" y="723"/>
                  </a:lnTo>
                  <a:lnTo>
                    <a:pt x="206" y="719"/>
                  </a:lnTo>
                  <a:lnTo>
                    <a:pt x="196" y="707"/>
                  </a:lnTo>
                  <a:lnTo>
                    <a:pt x="189" y="694"/>
                  </a:lnTo>
                  <a:lnTo>
                    <a:pt x="182" y="680"/>
                  </a:lnTo>
                  <a:lnTo>
                    <a:pt x="178" y="665"/>
                  </a:lnTo>
                  <a:lnTo>
                    <a:pt x="181" y="647"/>
                  </a:lnTo>
                  <a:lnTo>
                    <a:pt x="189" y="629"/>
                  </a:lnTo>
                  <a:lnTo>
                    <a:pt x="193" y="615"/>
                  </a:lnTo>
                  <a:lnTo>
                    <a:pt x="185" y="604"/>
                  </a:lnTo>
                  <a:lnTo>
                    <a:pt x="166" y="594"/>
                  </a:lnTo>
                  <a:lnTo>
                    <a:pt x="149" y="580"/>
                  </a:lnTo>
                  <a:lnTo>
                    <a:pt x="143" y="565"/>
                  </a:lnTo>
                  <a:lnTo>
                    <a:pt x="151" y="551"/>
                  </a:lnTo>
                  <a:lnTo>
                    <a:pt x="160" y="539"/>
                  </a:lnTo>
                  <a:lnTo>
                    <a:pt x="162" y="526"/>
                  </a:lnTo>
                  <a:lnTo>
                    <a:pt x="157" y="509"/>
                  </a:lnTo>
                  <a:lnTo>
                    <a:pt x="153" y="491"/>
                  </a:lnTo>
                  <a:lnTo>
                    <a:pt x="158" y="477"/>
                  </a:lnTo>
                  <a:lnTo>
                    <a:pt x="172" y="469"/>
                  </a:lnTo>
                  <a:lnTo>
                    <a:pt x="190" y="466"/>
                  </a:lnTo>
                  <a:lnTo>
                    <a:pt x="204" y="461"/>
                  </a:lnTo>
                  <a:lnTo>
                    <a:pt x="217" y="456"/>
                  </a:lnTo>
                  <a:lnTo>
                    <a:pt x="231" y="452"/>
                  </a:lnTo>
                  <a:lnTo>
                    <a:pt x="246" y="452"/>
                  </a:lnTo>
                  <a:lnTo>
                    <a:pt x="260" y="451"/>
                  </a:lnTo>
                  <a:lnTo>
                    <a:pt x="272" y="441"/>
                  </a:lnTo>
                  <a:lnTo>
                    <a:pt x="284" y="422"/>
                  </a:lnTo>
                  <a:lnTo>
                    <a:pt x="300" y="402"/>
                  </a:lnTo>
                  <a:lnTo>
                    <a:pt x="320" y="392"/>
                  </a:lnTo>
                  <a:lnTo>
                    <a:pt x="339" y="400"/>
                  </a:lnTo>
                  <a:lnTo>
                    <a:pt x="355" y="419"/>
                  </a:lnTo>
                  <a:lnTo>
                    <a:pt x="369" y="435"/>
                  </a:lnTo>
                  <a:lnTo>
                    <a:pt x="383" y="443"/>
                  </a:lnTo>
                  <a:lnTo>
                    <a:pt x="401" y="446"/>
                  </a:lnTo>
                  <a:lnTo>
                    <a:pt x="418" y="450"/>
                  </a:lnTo>
                  <a:lnTo>
                    <a:pt x="431" y="460"/>
                  </a:lnTo>
                  <a:lnTo>
                    <a:pt x="440" y="473"/>
                  </a:lnTo>
                  <a:lnTo>
                    <a:pt x="450" y="484"/>
                  </a:lnTo>
                  <a:lnTo>
                    <a:pt x="464" y="491"/>
                  </a:lnTo>
                  <a:lnTo>
                    <a:pt x="479" y="500"/>
                  </a:lnTo>
                  <a:lnTo>
                    <a:pt x="488" y="511"/>
                  </a:lnTo>
                  <a:lnTo>
                    <a:pt x="492" y="525"/>
                  </a:lnTo>
                  <a:lnTo>
                    <a:pt x="497" y="538"/>
                  </a:lnTo>
                  <a:lnTo>
                    <a:pt x="508" y="551"/>
                  </a:lnTo>
                  <a:lnTo>
                    <a:pt x="522" y="564"/>
                  </a:lnTo>
                  <a:close/>
                </a:path>
              </a:pathLst>
            </a:custGeom>
            <a:solidFill>
              <a:srgbClr val="A7CEE4">
                <a:alpha val="43000"/>
              </a:srgbClr>
            </a:solidFill>
            <a:ln>
              <a:noFill/>
            </a:ln>
          </p:spPr>
          <p:txBody>
            <a:bodyPr anchor="ctr"/>
            <a:lstStyle/>
            <a:p>
              <a:pPr algn="ctr">
                <a:buNone/>
              </a:pPr>
            </a:p>
          </p:txBody>
        </p:sp>
        <p:sp>
          <p:nvSpPr>
            <p:cNvPr id="7107" name="addition:input:106">
              <a:extLst>
                <a:ext uri="{FF2B5EF4-FFF2-40B4-BE49-F238E27FC236}">
                  <ns2:creationId id="{EE7E091D-2E9F-4F2B-A6AF-DC09E7E454B2}"/>
                </a:ext>
              </a:extLst>
            </p:cNvPr>
            <p:cNvSpPr>
              <a:spLocks noGrp="1"/>
            </p:cNvSpPr>
            <p:nvPr/>
          </p:nvSpPr>
          <p:spPr>
            <a:xfrm>
              <a:off x="209550" y="5438775"/>
              <a:ext cx="806501" cy="1372149"/>
            </a:xfrm>
            <a:custGeom>
              <a:rect l="l" t="t" r="r" b="b"/>
              <a:pathLst>
                <a:path w="490" h="732">
                  <a:moveTo>
                    <a:pt x="0" y="0"/>
                  </a:moveTo>
                  <a:moveTo>
                    <a:pt x="464" y="585"/>
                  </a:moveTo>
                  <a:lnTo>
                    <a:pt x="458" y="597"/>
                  </a:lnTo>
                  <a:lnTo>
                    <a:pt x="452" y="608"/>
                  </a:lnTo>
                  <a:lnTo>
                    <a:pt x="444" y="618"/>
                  </a:lnTo>
                  <a:lnTo>
                    <a:pt x="434" y="628"/>
                  </a:lnTo>
                  <a:lnTo>
                    <a:pt x="428" y="638"/>
                  </a:lnTo>
                  <a:lnTo>
                    <a:pt x="427" y="651"/>
                  </a:lnTo>
                  <a:lnTo>
                    <a:pt x="426" y="666"/>
                  </a:lnTo>
                  <a:lnTo>
                    <a:pt x="420" y="679"/>
                  </a:lnTo>
                  <a:lnTo>
                    <a:pt x="406" y="685"/>
                  </a:lnTo>
                  <a:lnTo>
                    <a:pt x="391" y="688"/>
                  </a:lnTo>
                  <a:lnTo>
                    <a:pt x="379" y="694"/>
                  </a:lnTo>
                  <a:lnTo>
                    <a:pt x="372" y="707"/>
                  </a:lnTo>
                  <a:lnTo>
                    <a:pt x="365" y="723"/>
                  </a:lnTo>
                  <a:lnTo>
                    <a:pt x="353" y="732"/>
                  </a:lnTo>
                  <a:lnTo>
                    <a:pt x="338" y="729"/>
                  </a:lnTo>
                  <a:lnTo>
                    <a:pt x="323" y="717"/>
                  </a:lnTo>
                  <a:lnTo>
                    <a:pt x="311" y="705"/>
                  </a:lnTo>
                  <a:lnTo>
                    <a:pt x="301" y="701"/>
                  </a:lnTo>
                  <a:lnTo>
                    <a:pt x="291" y="703"/>
                  </a:lnTo>
                  <a:lnTo>
                    <a:pt x="281" y="705"/>
                  </a:lnTo>
                  <a:lnTo>
                    <a:pt x="270" y="705"/>
                  </a:lnTo>
                  <a:lnTo>
                    <a:pt x="259" y="706"/>
                  </a:lnTo>
                  <a:lnTo>
                    <a:pt x="245" y="708"/>
                  </a:lnTo>
                  <a:lnTo>
                    <a:pt x="228" y="711"/>
                  </a:lnTo>
                  <a:lnTo>
                    <a:pt x="214" y="707"/>
                  </a:lnTo>
                  <a:lnTo>
                    <a:pt x="207" y="695"/>
                  </a:lnTo>
                  <a:lnTo>
                    <a:pt x="209" y="677"/>
                  </a:lnTo>
                  <a:lnTo>
                    <a:pt x="212" y="660"/>
                  </a:lnTo>
                  <a:lnTo>
                    <a:pt x="208" y="648"/>
                  </a:lnTo>
                  <a:lnTo>
                    <a:pt x="197" y="641"/>
                  </a:lnTo>
                  <a:lnTo>
                    <a:pt x="184" y="633"/>
                  </a:lnTo>
                  <a:lnTo>
                    <a:pt x="179" y="621"/>
                  </a:lnTo>
                  <a:lnTo>
                    <a:pt x="182" y="608"/>
                  </a:lnTo>
                  <a:lnTo>
                    <a:pt x="188" y="596"/>
                  </a:lnTo>
                  <a:lnTo>
                    <a:pt x="187" y="585"/>
                  </a:lnTo>
                  <a:lnTo>
                    <a:pt x="179" y="574"/>
                  </a:lnTo>
                  <a:lnTo>
                    <a:pt x="169" y="561"/>
                  </a:lnTo>
                  <a:lnTo>
                    <a:pt x="163" y="547"/>
                  </a:lnTo>
                  <a:lnTo>
                    <a:pt x="164" y="534"/>
                  </a:lnTo>
                  <a:lnTo>
                    <a:pt x="165" y="522"/>
                  </a:lnTo>
                  <a:lnTo>
                    <a:pt x="167" y="508"/>
                  </a:lnTo>
                  <a:lnTo>
                    <a:pt x="172" y="496"/>
                  </a:lnTo>
                  <a:lnTo>
                    <a:pt x="184" y="489"/>
                  </a:lnTo>
                  <a:lnTo>
                    <a:pt x="203" y="490"/>
                  </a:lnTo>
                  <a:lnTo>
                    <a:pt x="223" y="495"/>
                  </a:lnTo>
                  <a:lnTo>
                    <a:pt x="236" y="495"/>
                  </a:lnTo>
                  <a:lnTo>
                    <a:pt x="241" y="484"/>
                  </a:lnTo>
                  <a:lnTo>
                    <a:pt x="245" y="466"/>
                  </a:lnTo>
                  <a:lnTo>
                    <a:pt x="253" y="450"/>
                  </a:lnTo>
                  <a:lnTo>
                    <a:pt x="267" y="444"/>
                  </a:lnTo>
                  <a:lnTo>
                    <a:pt x="283" y="446"/>
                  </a:lnTo>
                  <a:lnTo>
                    <a:pt x="298" y="448"/>
                  </a:lnTo>
                  <a:lnTo>
                    <a:pt x="313" y="446"/>
                  </a:lnTo>
                  <a:lnTo>
                    <a:pt x="329" y="444"/>
                  </a:lnTo>
                  <a:lnTo>
                    <a:pt x="345" y="445"/>
                  </a:lnTo>
                  <a:lnTo>
                    <a:pt x="360" y="452"/>
                  </a:lnTo>
                  <a:lnTo>
                    <a:pt x="372" y="462"/>
                  </a:lnTo>
                  <a:lnTo>
                    <a:pt x="385" y="469"/>
                  </a:lnTo>
                  <a:lnTo>
                    <a:pt x="399" y="473"/>
                  </a:lnTo>
                  <a:lnTo>
                    <a:pt x="411" y="480"/>
                  </a:lnTo>
                  <a:lnTo>
                    <a:pt x="418" y="493"/>
                  </a:lnTo>
                  <a:lnTo>
                    <a:pt x="420" y="507"/>
                  </a:lnTo>
                  <a:lnTo>
                    <a:pt x="423" y="518"/>
                  </a:lnTo>
                  <a:lnTo>
                    <a:pt x="436" y="523"/>
                  </a:lnTo>
                  <a:lnTo>
                    <a:pt x="458" y="526"/>
                  </a:lnTo>
                  <a:lnTo>
                    <a:pt x="480" y="531"/>
                  </a:lnTo>
                  <a:lnTo>
                    <a:pt x="490" y="542"/>
                  </a:lnTo>
                  <a:lnTo>
                    <a:pt x="486" y="558"/>
                  </a:lnTo>
                  <a:lnTo>
                    <a:pt x="475" y="572"/>
                  </a:lnTo>
                  <a:close/>
                </a:path>
              </a:pathLst>
            </a:custGeom>
            <a:solidFill>
              <a:srgbClr val="59A3CD">
                <a:alpha val="43000"/>
              </a:srgbClr>
            </a:solidFill>
            <a:ln>
              <a:noFill/>
            </a:ln>
          </p:spPr>
          <p:txBody>
            <a:bodyPr anchor="ctr"/>
            <a:lstStyle/>
            <a:p>
              <a:pPr algn="ctr">
                <a:buNone/>
              </a:pPr>
            </a:p>
          </p:txBody>
        </p:sp>
        <p:sp>
          <p:nvSpPr>
            <p:cNvPr id="7108" name="addition:input:107">
              <a:extLst>
                <a:ext uri="{FF2B5EF4-FFF2-40B4-BE49-F238E27FC236}">
                  <ns2:creationId id="{1027E537-BC23-4999-97B0-6CB22A15349E}"/>
                </a:ext>
              </a:extLst>
            </p:cNvPr>
            <p:cNvSpPr>
              <a:spLocks noGrp="1"/>
            </p:cNvSpPr>
            <p:nvPr/>
          </p:nvSpPr>
          <p:spPr>
            <a:xfrm>
              <a:off x="209550" y="5438775"/>
              <a:ext cx="766999" cy="1347780"/>
            </a:xfrm>
            <a:custGeom>
              <a:rect l="l" t="t" r="r" b="b"/>
              <a:pathLst>
                <a:path w="466" h="719">
                  <a:moveTo>
                    <a:pt x="0" y="0"/>
                  </a:moveTo>
                  <a:moveTo>
                    <a:pt x="455" y="590"/>
                  </a:moveTo>
                  <a:lnTo>
                    <a:pt x="437" y="600"/>
                  </a:lnTo>
                  <a:lnTo>
                    <a:pt x="423" y="609"/>
                  </a:lnTo>
                  <a:lnTo>
                    <a:pt x="418" y="618"/>
                  </a:lnTo>
                  <a:lnTo>
                    <a:pt x="418" y="628"/>
                  </a:lnTo>
                  <a:lnTo>
                    <a:pt x="415" y="639"/>
                  </a:lnTo>
                  <a:lnTo>
                    <a:pt x="408" y="648"/>
                  </a:lnTo>
                  <a:lnTo>
                    <a:pt x="400" y="655"/>
                  </a:lnTo>
                  <a:lnTo>
                    <a:pt x="393" y="664"/>
                  </a:lnTo>
                  <a:lnTo>
                    <a:pt x="388" y="676"/>
                  </a:lnTo>
                  <a:lnTo>
                    <a:pt x="381" y="686"/>
                  </a:lnTo>
                  <a:lnTo>
                    <a:pt x="370" y="693"/>
                  </a:lnTo>
                  <a:lnTo>
                    <a:pt x="357" y="695"/>
                  </a:lnTo>
                  <a:lnTo>
                    <a:pt x="345" y="699"/>
                  </a:lnTo>
                  <a:lnTo>
                    <a:pt x="336" y="706"/>
                  </a:lnTo>
                  <a:lnTo>
                    <a:pt x="326" y="716"/>
                  </a:lnTo>
                  <a:lnTo>
                    <a:pt x="315" y="719"/>
                  </a:lnTo>
                  <a:lnTo>
                    <a:pt x="302" y="712"/>
                  </a:lnTo>
                  <a:lnTo>
                    <a:pt x="292" y="698"/>
                  </a:lnTo>
                  <a:lnTo>
                    <a:pt x="285" y="686"/>
                  </a:lnTo>
                  <a:lnTo>
                    <a:pt x="277" y="683"/>
                  </a:lnTo>
                  <a:lnTo>
                    <a:pt x="267" y="689"/>
                  </a:lnTo>
                  <a:lnTo>
                    <a:pt x="254" y="696"/>
                  </a:lnTo>
                  <a:lnTo>
                    <a:pt x="242" y="698"/>
                  </a:lnTo>
                  <a:lnTo>
                    <a:pt x="232" y="695"/>
                  </a:lnTo>
                  <a:lnTo>
                    <a:pt x="223" y="689"/>
                  </a:lnTo>
                  <a:lnTo>
                    <a:pt x="214" y="683"/>
                  </a:lnTo>
                  <a:lnTo>
                    <a:pt x="206" y="675"/>
                  </a:lnTo>
                  <a:lnTo>
                    <a:pt x="203" y="664"/>
                  </a:lnTo>
                  <a:lnTo>
                    <a:pt x="205" y="650"/>
                  </a:lnTo>
                  <a:lnTo>
                    <a:pt x="209" y="637"/>
                  </a:lnTo>
                  <a:lnTo>
                    <a:pt x="208" y="627"/>
                  </a:lnTo>
                  <a:lnTo>
                    <a:pt x="199" y="619"/>
                  </a:lnTo>
                  <a:lnTo>
                    <a:pt x="189" y="611"/>
                  </a:lnTo>
                  <a:lnTo>
                    <a:pt x="185" y="601"/>
                  </a:lnTo>
                  <a:lnTo>
                    <a:pt x="190" y="590"/>
                  </a:lnTo>
                  <a:lnTo>
                    <a:pt x="197" y="581"/>
                  </a:lnTo>
                  <a:lnTo>
                    <a:pt x="198" y="571"/>
                  </a:lnTo>
                  <a:lnTo>
                    <a:pt x="191" y="560"/>
                  </a:lnTo>
                  <a:lnTo>
                    <a:pt x="180" y="546"/>
                  </a:lnTo>
                  <a:lnTo>
                    <a:pt x="175" y="532"/>
                  </a:lnTo>
                  <a:lnTo>
                    <a:pt x="179" y="522"/>
                  </a:lnTo>
                  <a:lnTo>
                    <a:pt x="189" y="515"/>
                  </a:lnTo>
                  <a:lnTo>
                    <a:pt x="199" y="509"/>
                  </a:lnTo>
                  <a:lnTo>
                    <a:pt x="209" y="504"/>
                  </a:lnTo>
                  <a:lnTo>
                    <a:pt x="220" y="501"/>
                  </a:lnTo>
                  <a:lnTo>
                    <a:pt x="232" y="501"/>
                  </a:lnTo>
                  <a:lnTo>
                    <a:pt x="244" y="503"/>
                  </a:lnTo>
                  <a:lnTo>
                    <a:pt x="253" y="500"/>
                  </a:lnTo>
                  <a:lnTo>
                    <a:pt x="259" y="490"/>
                  </a:lnTo>
                  <a:lnTo>
                    <a:pt x="266" y="474"/>
                  </a:lnTo>
                  <a:lnTo>
                    <a:pt x="277" y="461"/>
                  </a:lnTo>
                  <a:lnTo>
                    <a:pt x="290" y="459"/>
                  </a:lnTo>
                  <a:lnTo>
                    <a:pt x="303" y="466"/>
                  </a:lnTo>
                  <a:lnTo>
                    <a:pt x="316" y="474"/>
                  </a:lnTo>
                  <a:lnTo>
                    <a:pt x="328" y="477"/>
                  </a:lnTo>
                  <a:lnTo>
                    <a:pt x="343" y="475"/>
                  </a:lnTo>
                  <a:lnTo>
                    <a:pt x="357" y="475"/>
                  </a:lnTo>
                  <a:lnTo>
                    <a:pt x="369" y="481"/>
                  </a:lnTo>
                  <a:lnTo>
                    <a:pt x="378" y="492"/>
                  </a:lnTo>
                  <a:lnTo>
                    <a:pt x="384" y="504"/>
                  </a:lnTo>
                  <a:lnTo>
                    <a:pt x="392" y="512"/>
                  </a:lnTo>
                  <a:lnTo>
                    <a:pt x="401" y="518"/>
                  </a:lnTo>
                  <a:lnTo>
                    <a:pt x="409" y="526"/>
                  </a:lnTo>
                  <a:lnTo>
                    <a:pt x="414" y="535"/>
                  </a:lnTo>
                  <a:lnTo>
                    <a:pt x="420" y="543"/>
                  </a:lnTo>
                  <a:lnTo>
                    <a:pt x="431" y="550"/>
                  </a:lnTo>
                  <a:lnTo>
                    <a:pt x="448" y="556"/>
                  </a:lnTo>
                  <a:lnTo>
                    <a:pt x="463" y="565"/>
                  </a:lnTo>
                  <a:lnTo>
                    <a:pt x="466" y="577"/>
                  </a:lnTo>
                  <a:close/>
                </a:path>
              </a:pathLst>
            </a:custGeom>
            <a:solidFill>
              <a:srgbClr val="0675B4">
                <a:alpha val="35000"/>
              </a:srgbClr>
            </a:solidFill>
            <a:ln>
              <a:noFill/>
            </a:ln>
          </p:spPr>
          <p:txBody>
            <a:bodyPr anchor="ctr"/>
            <a:lstStyle/>
            <a:p>
              <a:pPr algn="ctr">
                <a:buNone/>
              </a:pPr>
            </a:p>
          </p:txBody>
        </p:sp>
        <p:sp>
          <p:nvSpPr>
            <p:cNvPr id="7109" name="addition:input:108">
              <a:extLst>
                <a:ext uri="{FF2B5EF4-FFF2-40B4-BE49-F238E27FC236}">
                  <ns2:creationId id="{6C20BBF2-C379-4698-AE37-2E3445600FDF}"/>
                </a:ext>
              </a:extLst>
            </p:cNvPr>
            <p:cNvSpPr>
              <a:spLocks noGrp="1"/>
            </p:cNvSpPr>
            <p:nvPr/>
          </p:nvSpPr>
          <p:spPr>
            <a:xfrm>
              <a:off x="209550" y="5438775"/>
              <a:ext cx="513527" cy="1145332"/>
            </a:xfrm>
            <a:custGeom>
              <a:rect l="l" t="t" r="r" b="b"/>
              <a:pathLst>
                <a:path w="312" h="611">
                  <a:moveTo>
                    <a:pt x="0" y="0"/>
                  </a:moveTo>
                  <a:moveTo>
                    <a:pt x="309" y="556"/>
                  </a:moveTo>
                  <a:lnTo>
                    <a:pt x="308" y="561"/>
                  </a:lnTo>
                  <a:lnTo>
                    <a:pt x="305" y="565"/>
                  </a:lnTo>
                  <a:lnTo>
                    <a:pt x="301" y="569"/>
                  </a:lnTo>
                  <a:lnTo>
                    <a:pt x="298" y="572"/>
                  </a:lnTo>
                  <a:lnTo>
                    <a:pt x="296" y="576"/>
                  </a:lnTo>
                  <a:lnTo>
                    <a:pt x="295" y="581"/>
                  </a:lnTo>
                  <a:lnTo>
                    <a:pt x="292" y="585"/>
                  </a:lnTo>
                  <a:lnTo>
                    <a:pt x="287" y="588"/>
                  </a:lnTo>
                  <a:lnTo>
                    <a:pt x="281" y="589"/>
                  </a:lnTo>
                  <a:lnTo>
                    <a:pt x="277" y="591"/>
                  </a:lnTo>
                  <a:lnTo>
                    <a:pt x="275" y="597"/>
                  </a:lnTo>
                  <a:lnTo>
                    <a:pt x="274" y="604"/>
                  </a:lnTo>
                  <a:lnTo>
                    <a:pt x="271" y="610"/>
                  </a:lnTo>
                  <a:lnTo>
                    <a:pt x="265" y="611"/>
                  </a:lnTo>
                  <a:lnTo>
                    <a:pt x="258" y="608"/>
                  </a:lnTo>
                  <a:lnTo>
                    <a:pt x="253" y="604"/>
                  </a:lnTo>
                  <a:lnTo>
                    <a:pt x="248" y="602"/>
                  </a:lnTo>
                  <a:lnTo>
                    <a:pt x="244" y="601"/>
                  </a:lnTo>
                  <a:lnTo>
                    <a:pt x="240" y="600"/>
                  </a:lnTo>
                  <a:lnTo>
                    <a:pt x="237" y="599"/>
                  </a:lnTo>
                  <a:lnTo>
                    <a:pt x="233" y="598"/>
                  </a:lnTo>
                  <a:lnTo>
                    <a:pt x="229" y="599"/>
                  </a:lnTo>
                  <a:lnTo>
                    <a:pt x="223" y="601"/>
                  </a:lnTo>
                  <a:lnTo>
                    <a:pt x="218" y="602"/>
                  </a:lnTo>
                  <a:lnTo>
                    <a:pt x="214" y="599"/>
                  </a:lnTo>
                  <a:lnTo>
                    <a:pt x="213" y="594"/>
                  </a:lnTo>
                  <a:lnTo>
                    <a:pt x="213" y="588"/>
                  </a:lnTo>
                  <a:lnTo>
                    <a:pt x="211" y="584"/>
                  </a:lnTo>
                  <a:lnTo>
                    <a:pt x="207" y="582"/>
                  </a:lnTo>
                  <a:lnTo>
                    <a:pt x="202" y="579"/>
                  </a:lnTo>
                  <a:lnTo>
                    <a:pt x="200" y="575"/>
                  </a:lnTo>
                  <a:lnTo>
                    <a:pt x="202" y="570"/>
                  </a:lnTo>
                  <a:lnTo>
                    <a:pt x="206" y="564"/>
                  </a:lnTo>
                  <a:lnTo>
                    <a:pt x="208" y="560"/>
                  </a:lnTo>
                  <a:lnTo>
                    <a:pt x="207" y="556"/>
                  </a:lnTo>
                  <a:lnTo>
                    <a:pt x="204" y="552"/>
                  </a:lnTo>
                  <a:lnTo>
                    <a:pt x="202" y="548"/>
                  </a:lnTo>
                  <a:lnTo>
                    <a:pt x="201" y="543"/>
                  </a:lnTo>
                  <a:lnTo>
                    <a:pt x="200" y="539"/>
                  </a:lnTo>
                  <a:lnTo>
                    <a:pt x="198" y="533"/>
                  </a:lnTo>
                  <a:lnTo>
                    <a:pt x="197" y="527"/>
                  </a:lnTo>
                  <a:lnTo>
                    <a:pt x="199" y="523"/>
                  </a:lnTo>
                  <a:lnTo>
                    <a:pt x="205" y="522"/>
                  </a:lnTo>
                  <a:lnTo>
                    <a:pt x="213" y="523"/>
                  </a:lnTo>
                  <a:lnTo>
                    <a:pt x="218" y="523"/>
                  </a:lnTo>
                  <a:lnTo>
                    <a:pt x="221" y="521"/>
                  </a:lnTo>
                  <a:lnTo>
                    <a:pt x="223" y="516"/>
                  </a:lnTo>
                  <a:lnTo>
                    <a:pt x="225" y="511"/>
                  </a:lnTo>
                  <a:lnTo>
                    <a:pt x="229" y="509"/>
                  </a:lnTo>
                  <a:lnTo>
                    <a:pt x="234" y="510"/>
                  </a:lnTo>
                  <a:lnTo>
                    <a:pt x="239" y="510"/>
                  </a:lnTo>
                  <a:lnTo>
                    <a:pt x="244" y="509"/>
                  </a:lnTo>
                  <a:lnTo>
                    <a:pt x="249" y="506"/>
                  </a:lnTo>
                  <a:lnTo>
                    <a:pt x="254" y="505"/>
                  </a:lnTo>
                  <a:lnTo>
                    <a:pt x="260" y="505"/>
                  </a:lnTo>
                  <a:lnTo>
                    <a:pt x="265" y="507"/>
                  </a:lnTo>
                  <a:lnTo>
                    <a:pt x="271" y="509"/>
                  </a:lnTo>
                  <a:lnTo>
                    <a:pt x="276" y="510"/>
                  </a:lnTo>
                  <a:lnTo>
                    <a:pt x="281" y="513"/>
                  </a:lnTo>
                  <a:lnTo>
                    <a:pt x="284" y="518"/>
                  </a:lnTo>
                  <a:lnTo>
                    <a:pt x="284" y="525"/>
                  </a:lnTo>
                  <a:lnTo>
                    <a:pt x="285" y="530"/>
                  </a:lnTo>
                  <a:lnTo>
                    <a:pt x="288" y="533"/>
                  </a:lnTo>
                  <a:lnTo>
                    <a:pt x="295" y="534"/>
                  </a:lnTo>
                  <a:lnTo>
                    <a:pt x="304" y="534"/>
                  </a:lnTo>
                  <a:lnTo>
                    <a:pt x="310" y="537"/>
                  </a:lnTo>
                  <a:lnTo>
                    <a:pt x="312" y="542"/>
                  </a:lnTo>
                  <a:lnTo>
                    <a:pt x="311" y="547"/>
                  </a:lnTo>
                  <a:lnTo>
                    <a:pt x="309" y="552"/>
                  </a:lnTo>
                  <a:close/>
                </a:path>
              </a:pathLst>
            </a:custGeom>
            <a:solidFill>
              <a:srgbClr val="59A3CD">
                <a:alpha val="32000"/>
              </a:srgbClr>
            </a:solidFill>
            <a:ln>
              <a:noFill/>
            </a:ln>
          </p:spPr>
          <p:txBody>
            <a:bodyPr anchor="ctr"/>
            <a:lstStyle/>
            <a:p>
              <a:pPr algn="ctr">
                <a:buNone/>
              </a:pPr>
            </a:p>
          </p:txBody>
        </p:sp>
        <p:sp>
          <p:nvSpPr>
            <p:cNvPr id="7110" name="addition:input:109">
              <a:extLst>
                <a:ext uri="{FF2B5EF4-FFF2-40B4-BE49-F238E27FC236}">
                  <ns2:creationId id="{E7DFC39C-C536-4982-9C4D-A62189C520C6}"/>
                </a:ext>
              </a:extLst>
            </p:cNvPr>
            <p:cNvSpPr>
              <a:spLocks noGrp="1"/>
            </p:cNvSpPr>
            <p:nvPr/>
          </p:nvSpPr>
          <p:spPr>
            <a:xfrm>
              <a:off x="209550" y="5438775"/>
              <a:ext cx="574426" cy="1066602"/>
            </a:xfrm>
            <a:custGeom>
              <a:rect l="l" t="t" r="r" b="b"/>
              <a:pathLst>
                <a:path w="349" h="569">
                  <a:moveTo>
                    <a:pt x="0" y="0"/>
                  </a:moveTo>
                  <a:moveTo>
                    <a:pt x="345" y="517"/>
                  </a:moveTo>
                  <a:lnTo>
                    <a:pt x="348" y="521"/>
                  </a:lnTo>
                  <a:lnTo>
                    <a:pt x="349" y="526"/>
                  </a:lnTo>
                  <a:lnTo>
                    <a:pt x="348" y="530"/>
                  </a:lnTo>
                  <a:lnTo>
                    <a:pt x="346" y="534"/>
                  </a:lnTo>
                  <a:lnTo>
                    <a:pt x="344" y="539"/>
                  </a:lnTo>
                  <a:lnTo>
                    <a:pt x="343" y="543"/>
                  </a:lnTo>
                  <a:lnTo>
                    <a:pt x="339" y="546"/>
                  </a:lnTo>
                  <a:lnTo>
                    <a:pt x="333" y="547"/>
                  </a:lnTo>
                  <a:lnTo>
                    <a:pt x="326" y="546"/>
                  </a:lnTo>
                  <a:lnTo>
                    <a:pt x="321" y="547"/>
                  </a:lnTo>
                  <a:lnTo>
                    <a:pt x="319" y="550"/>
                  </a:lnTo>
                  <a:lnTo>
                    <a:pt x="318" y="557"/>
                  </a:lnTo>
                  <a:lnTo>
                    <a:pt x="316" y="564"/>
                  </a:lnTo>
                  <a:lnTo>
                    <a:pt x="311" y="568"/>
                  </a:lnTo>
                  <a:lnTo>
                    <a:pt x="305" y="569"/>
                  </a:lnTo>
                  <a:lnTo>
                    <a:pt x="299" y="567"/>
                  </a:lnTo>
                  <a:lnTo>
                    <a:pt x="294" y="567"/>
                  </a:lnTo>
                  <a:lnTo>
                    <a:pt x="288" y="566"/>
                  </a:lnTo>
                  <a:lnTo>
                    <a:pt x="283" y="565"/>
                  </a:lnTo>
                  <a:lnTo>
                    <a:pt x="279" y="562"/>
                  </a:lnTo>
                  <a:lnTo>
                    <a:pt x="275" y="559"/>
                  </a:lnTo>
                  <a:lnTo>
                    <a:pt x="271" y="557"/>
                  </a:lnTo>
                  <a:lnTo>
                    <a:pt x="266" y="557"/>
                  </a:lnTo>
                  <a:lnTo>
                    <a:pt x="261" y="557"/>
                  </a:lnTo>
                  <a:lnTo>
                    <a:pt x="257" y="554"/>
                  </a:lnTo>
                  <a:lnTo>
                    <a:pt x="256" y="550"/>
                  </a:lnTo>
                  <a:lnTo>
                    <a:pt x="255" y="545"/>
                  </a:lnTo>
                  <a:lnTo>
                    <a:pt x="252" y="543"/>
                  </a:lnTo>
                  <a:lnTo>
                    <a:pt x="246" y="542"/>
                  </a:lnTo>
                  <a:lnTo>
                    <a:pt x="240" y="540"/>
                  </a:lnTo>
                  <a:lnTo>
                    <a:pt x="236" y="537"/>
                  </a:lnTo>
                  <a:lnTo>
                    <a:pt x="237" y="531"/>
                  </a:lnTo>
                  <a:lnTo>
                    <a:pt x="241" y="526"/>
                  </a:lnTo>
                  <a:lnTo>
                    <a:pt x="246" y="521"/>
                  </a:lnTo>
                  <a:lnTo>
                    <a:pt x="248" y="517"/>
                  </a:lnTo>
                  <a:lnTo>
                    <a:pt x="250" y="513"/>
                  </a:lnTo>
                  <a:lnTo>
                    <a:pt x="251" y="509"/>
                  </a:lnTo>
                  <a:lnTo>
                    <a:pt x="253" y="506"/>
                  </a:lnTo>
                  <a:lnTo>
                    <a:pt x="254" y="502"/>
                  </a:lnTo>
                  <a:lnTo>
                    <a:pt x="252" y="497"/>
                  </a:lnTo>
                  <a:lnTo>
                    <a:pt x="251" y="491"/>
                  </a:lnTo>
                  <a:lnTo>
                    <a:pt x="251" y="485"/>
                  </a:lnTo>
                  <a:lnTo>
                    <a:pt x="255" y="482"/>
                  </a:lnTo>
                  <a:lnTo>
                    <a:pt x="260" y="481"/>
                  </a:lnTo>
                  <a:lnTo>
                    <a:pt x="265" y="481"/>
                  </a:lnTo>
                  <a:lnTo>
                    <a:pt x="268" y="478"/>
                  </a:lnTo>
                  <a:lnTo>
                    <a:pt x="270" y="473"/>
                  </a:lnTo>
                  <a:lnTo>
                    <a:pt x="273" y="470"/>
                  </a:lnTo>
                  <a:lnTo>
                    <a:pt x="277" y="469"/>
                  </a:lnTo>
                  <a:lnTo>
                    <a:pt x="282" y="472"/>
                  </a:lnTo>
                  <a:lnTo>
                    <a:pt x="286" y="475"/>
                  </a:lnTo>
                  <a:lnTo>
                    <a:pt x="289" y="476"/>
                  </a:lnTo>
                  <a:lnTo>
                    <a:pt x="293" y="474"/>
                  </a:lnTo>
                  <a:lnTo>
                    <a:pt x="296" y="472"/>
                  </a:lnTo>
                  <a:lnTo>
                    <a:pt x="301" y="471"/>
                  </a:lnTo>
                  <a:lnTo>
                    <a:pt x="305" y="471"/>
                  </a:lnTo>
                  <a:lnTo>
                    <a:pt x="310" y="471"/>
                  </a:lnTo>
                  <a:lnTo>
                    <a:pt x="316" y="470"/>
                  </a:lnTo>
                  <a:lnTo>
                    <a:pt x="321" y="470"/>
                  </a:lnTo>
                  <a:lnTo>
                    <a:pt x="325" y="475"/>
                  </a:lnTo>
                  <a:lnTo>
                    <a:pt x="325" y="482"/>
                  </a:lnTo>
                  <a:lnTo>
                    <a:pt x="324" y="489"/>
                  </a:lnTo>
                  <a:lnTo>
                    <a:pt x="324" y="493"/>
                  </a:lnTo>
                  <a:lnTo>
                    <a:pt x="329" y="495"/>
                  </a:lnTo>
                  <a:lnTo>
                    <a:pt x="335" y="497"/>
                  </a:lnTo>
                  <a:lnTo>
                    <a:pt x="339" y="500"/>
                  </a:lnTo>
                  <a:lnTo>
                    <a:pt x="341" y="504"/>
                  </a:lnTo>
                  <a:lnTo>
                    <a:pt x="341" y="509"/>
                  </a:lnTo>
                  <a:lnTo>
                    <a:pt x="342" y="513"/>
                  </a:lnTo>
                  <a:close/>
                </a:path>
              </a:pathLst>
            </a:custGeom>
            <a:solidFill>
              <a:srgbClr val="59A3CD">
                <a:alpha val="32000"/>
              </a:srgbClr>
            </a:solidFill>
            <a:ln>
              <a:noFill/>
            </a:ln>
          </p:spPr>
          <p:txBody>
            <a:bodyPr anchor="ctr"/>
            <a:lstStyle/>
            <a:p>
              <a:pPr algn="ctr">
                <a:buNone/>
              </a:pPr>
            </a:p>
          </p:txBody>
        </p:sp>
        <p:sp>
          <p:nvSpPr>
            <p:cNvPr id="7111" name="addition:input:110">
              <a:extLst>
                <a:ext uri="{FF2B5EF4-FFF2-40B4-BE49-F238E27FC236}">
                  <ns2:creationId id="{AFB4E9BD-4DC9-47B6-BC3E-1B943DC156BC}"/>
                </a:ext>
              </a:extLst>
            </p:cNvPr>
            <p:cNvSpPr>
              <a:spLocks noGrp="1"/>
            </p:cNvSpPr>
            <p:nvPr/>
          </p:nvSpPr>
          <p:spPr>
            <a:xfrm>
              <a:off x="209550" y="5438775"/>
              <a:ext cx="673181" cy="1100343"/>
            </a:xfrm>
            <a:custGeom>
              <a:rect l="l" t="t" r="r" b="b"/>
              <a:pathLst>
                <a:path w="409" h="587">
                  <a:moveTo>
                    <a:pt x="0" y="0"/>
                  </a:moveTo>
                  <a:moveTo>
                    <a:pt x="404" y="528"/>
                  </a:moveTo>
                  <a:lnTo>
                    <a:pt x="399" y="532"/>
                  </a:lnTo>
                  <a:lnTo>
                    <a:pt x="397" y="537"/>
                  </a:lnTo>
                  <a:lnTo>
                    <a:pt x="396" y="541"/>
                  </a:lnTo>
                  <a:lnTo>
                    <a:pt x="395" y="546"/>
                  </a:lnTo>
                  <a:lnTo>
                    <a:pt x="392" y="550"/>
                  </a:lnTo>
                  <a:lnTo>
                    <a:pt x="388" y="553"/>
                  </a:lnTo>
                  <a:lnTo>
                    <a:pt x="384" y="556"/>
                  </a:lnTo>
                  <a:lnTo>
                    <a:pt x="381" y="560"/>
                  </a:lnTo>
                  <a:lnTo>
                    <a:pt x="379" y="564"/>
                  </a:lnTo>
                  <a:lnTo>
                    <a:pt x="375" y="568"/>
                  </a:lnTo>
                  <a:lnTo>
                    <a:pt x="370" y="570"/>
                  </a:lnTo>
                  <a:lnTo>
                    <a:pt x="366" y="573"/>
                  </a:lnTo>
                  <a:lnTo>
                    <a:pt x="362" y="577"/>
                  </a:lnTo>
                  <a:lnTo>
                    <a:pt x="359" y="583"/>
                  </a:lnTo>
                  <a:lnTo>
                    <a:pt x="354" y="587"/>
                  </a:lnTo>
                  <a:lnTo>
                    <a:pt x="348" y="587"/>
                  </a:lnTo>
                  <a:lnTo>
                    <a:pt x="343" y="581"/>
                  </a:lnTo>
                  <a:lnTo>
                    <a:pt x="338" y="574"/>
                  </a:lnTo>
                  <a:lnTo>
                    <a:pt x="335" y="570"/>
                  </a:lnTo>
                  <a:lnTo>
                    <a:pt x="331" y="571"/>
                  </a:lnTo>
                  <a:lnTo>
                    <a:pt x="327" y="573"/>
                  </a:lnTo>
                  <a:lnTo>
                    <a:pt x="322" y="574"/>
                  </a:lnTo>
                  <a:lnTo>
                    <a:pt x="318" y="574"/>
                  </a:lnTo>
                  <a:lnTo>
                    <a:pt x="315" y="572"/>
                  </a:lnTo>
                  <a:lnTo>
                    <a:pt x="311" y="570"/>
                  </a:lnTo>
                  <a:lnTo>
                    <a:pt x="306" y="568"/>
                  </a:lnTo>
                  <a:lnTo>
                    <a:pt x="303" y="565"/>
                  </a:lnTo>
                  <a:lnTo>
                    <a:pt x="302" y="560"/>
                  </a:lnTo>
                  <a:lnTo>
                    <a:pt x="303" y="554"/>
                  </a:lnTo>
                  <a:lnTo>
                    <a:pt x="303" y="550"/>
                  </a:lnTo>
                  <a:lnTo>
                    <a:pt x="300" y="546"/>
                  </a:lnTo>
                  <a:lnTo>
                    <a:pt x="297" y="542"/>
                  </a:lnTo>
                  <a:lnTo>
                    <a:pt x="295" y="538"/>
                  </a:lnTo>
                  <a:lnTo>
                    <a:pt x="298" y="532"/>
                  </a:lnTo>
                  <a:lnTo>
                    <a:pt x="302" y="528"/>
                  </a:lnTo>
                  <a:lnTo>
                    <a:pt x="305" y="524"/>
                  </a:lnTo>
                  <a:lnTo>
                    <a:pt x="304" y="520"/>
                  </a:lnTo>
                  <a:lnTo>
                    <a:pt x="299" y="515"/>
                  </a:lnTo>
                  <a:lnTo>
                    <a:pt x="295" y="508"/>
                  </a:lnTo>
                  <a:lnTo>
                    <a:pt x="294" y="503"/>
                  </a:lnTo>
                  <a:lnTo>
                    <a:pt x="296" y="498"/>
                  </a:lnTo>
                  <a:lnTo>
                    <a:pt x="299" y="494"/>
                  </a:lnTo>
                  <a:lnTo>
                    <a:pt x="302" y="491"/>
                  </a:lnTo>
                  <a:lnTo>
                    <a:pt x="306" y="488"/>
                  </a:lnTo>
                  <a:lnTo>
                    <a:pt x="311" y="487"/>
                  </a:lnTo>
                  <a:lnTo>
                    <a:pt x="316" y="488"/>
                  </a:lnTo>
                  <a:lnTo>
                    <a:pt x="321" y="489"/>
                  </a:lnTo>
                  <a:lnTo>
                    <a:pt x="324" y="487"/>
                  </a:lnTo>
                  <a:lnTo>
                    <a:pt x="326" y="482"/>
                  </a:lnTo>
                  <a:lnTo>
                    <a:pt x="329" y="476"/>
                  </a:lnTo>
                  <a:lnTo>
                    <a:pt x="333" y="474"/>
                  </a:lnTo>
                  <a:lnTo>
                    <a:pt x="338" y="475"/>
                  </a:lnTo>
                  <a:lnTo>
                    <a:pt x="343" y="478"/>
                  </a:lnTo>
                  <a:lnTo>
                    <a:pt x="348" y="478"/>
                  </a:lnTo>
                  <a:lnTo>
                    <a:pt x="353" y="476"/>
                  </a:lnTo>
                  <a:lnTo>
                    <a:pt x="359" y="474"/>
                  </a:lnTo>
                  <a:lnTo>
                    <a:pt x="365" y="475"/>
                  </a:lnTo>
                  <a:lnTo>
                    <a:pt x="370" y="478"/>
                  </a:lnTo>
                  <a:lnTo>
                    <a:pt x="373" y="484"/>
                  </a:lnTo>
                  <a:lnTo>
                    <a:pt x="376" y="489"/>
                  </a:lnTo>
                  <a:lnTo>
                    <a:pt x="379" y="492"/>
                  </a:lnTo>
                  <a:lnTo>
                    <a:pt x="382" y="496"/>
                  </a:lnTo>
                  <a:lnTo>
                    <a:pt x="384" y="501"/>
                  </a:lnTo>
                  <a:lnTo>
                    <a:pt x="385" y="505"/>
                  </a:lnTo>
                  <a:lnTo>
                    <a:pt x="389" y="508"/>
                  </a:lnTo>
                  <a:lnTo>
                    <a:pt x="396" y="510"/>
                  </a:lnTo>
                  <a:lnTo>
                    <a:pt x="404" y="513"/>
                  </a:lnTo>
                  <a:lnTo>
                    <a:pt x="409" y="517"/>
                  </a:lnTo>
                  <a:lnTo>
                    <a:pt x="409" y="523"/>
                  </a:lnTo>
                  <a:close/>
                </a:path>
              </a:pathLst>
            </a:custGeom>
            <a:solidFill>
              <a:srgbClr val="59A3CD">
                <a:alpha val="32000"/>
              </a:srgbClr>
            </a:solidFill>
            <a:ln>
              <a:noFill/>
            </a:ln>
          </p:spPr>
          <p:txBody>
            <a:bodyPr anchor="ctr"/>
            <a:lstStyle/>
            <a:p>
              <a:pPr algn="ctr">
                <a:buNone/>
              </a:pPr>
            </a:p>
          </p:txBody>
        </p:sp>
        <p:sp>
          <p:nvSpPr>
            <p:cNvPr id="7112" name="addition:input:111">
              <a:extLst>
                <a:ext uri="{FF2B5EF4-FFF2-40B4-BE49-F238E27FC236}">
                  <ns2:creationId id="{409477EF-BDA6-489D-928B-C0FA73B6CEA0}"/>
                </a:ext>
              </a:extLst>
            </p:cNvPr>
            <p:cNvSpPr>
              <a:spLocks noGrp="1"/>
            </p:cNvSpPr>
            <p:nvPr/>
          </p:nvSpPr>
          <p:spPr>
            <a:xfrm>
              <a:off x="209550" y="5438775"/>
              <a:ext cx="729143" cy="1184697"/>
            </a:xfrm>
            <a:custGeom>
              <a:rect l="l" t="t" r="r" b="b"/>
              <a:pathLst>
                <a:path w="443" h="632">
                  <a:moveTo>
                    <a:pt x="0" y="0"/>
                  </a:moveTo>
                  <a:moveTo>
                    <a:pt x="435" y="571"/>
                  </a:moveTo>
                  <a:lnTo>
                    <a:pt x="436" y="576"/>
                  </a:lnTo>
                  <a:lnTo>
                    <a:pt x="435" y="581"/>
                  </a:lnTo>
                  <a:lnTo>
                    <a:pt x="435" y="586"/>
                  </a:lnTo>
                  <a:lnTo>
                    <a:pt x="437" y="591"/>
                  </a:lnTo>
                  <a:lnTo>
                    <a:pt x="441" y="598"/>
                  </a:lnTo>
                  <a:lnTo>
                    <a:pt x="443" y="605"/>
                  </a:lnTo>
                  <a:lnTo>
                    <a:pt x="440" y="610"/>
                  </a:lnTo>
                  <a:lnTo>
                    <a:pt x="432" y="611"/>
                  </a:lnTo>
                  <a:lnTo>
                    <a:pt x="424" y="609"/>
                  </a:lnTo>
                  <a:lnTo>
                    <a:pt x="418" y="609"/>
                  </a:lnTo>
                  <a:lnTo>
                    <a:pt x="415" y="612"/>
                  </a:lnTo>
                  <a:lnTo>
                    <a:pt x="413" y="616"/>
                  </a:lnTo>
                  <a:lnTo>
                    <a:pt x="410" y="620"/>
                  </a:lnTo>
                  <a:lnTo>
                    <a:pt x="406" y="623"/>
                  </a:lnTo>
                  <a:lnTo>
                    <a:pt x="401" y="625"/>
                  </a:lnTo>
                  <a:lnTo>
                    <a:pt x="396" y="628"/>
                  </a:lnTo>
                  <a:lnTo>
                    <a:pt x="391" y="631"/>
                  </a:lnTo>
                  <a:lnTo>
                    <a:pt x="385" y="632"/>
                  </a:lnTo>
                  <a:lnTo>
                    <a:pt x="379" y="630"/>
                  </a:lnTo>
                  <a:lnTo>
                    <a:pt x="374" y="626"/>
                  </a:lnTo>
                  <a:lnTo>
                    <a:pt x="368" y="624"/>
                  </a:lnTo>
                  <a:lnTo>
                    <a:pt x="362" y="624"/>
                  </a:lnTo>
                  <a:lnTo>
                    <a:pt x="356" y="624"/>
                  </a:lnTo>
                  <a:lnTo>
                    <a:pt x="350" y="621"/>
                  </a:lnTo>
                  <a:lnTo>
                    <a:pt x="347" y="615"/>
                  </a:lnTo>
                  <a:lnTo>
                    <a:pt x="347" y="608"/>
                  </a:lnTo>
                  <a:lnTo>
                    <a:pt x="346" y="602"/>
                  </a:lnTo>
                  <a:lnTo>
                    <a:pt x="342" y="599"/>
                  </a:lnTo>
                  <a:lnTo>
                    <a:pt x="335" y="598"/>
                  </a:lnTo>
                  <a:lnTo>
                    <a:pt x="328" y="596"/>
                  </a:lnTo>
                  <a:lnTo>
                    <a:pt x="323" y="593"/>
                  </a:lnTo>
                  <a:lnTo>
                    <a:pt x="320" y="588"/>
                  </a:lnTo>
                  <a:lnTo>
                    <a:pt x="319" y="582"/>
                  </a:lnTo>
                  <a:lnTo>
                    <a:pt x="319" y="577"/>
                  </a:lnTo>
                  <a:lnTo>
                    <a:pt x="319" y="571"/>
                  </a:lnTo>
                  <a:lnTo>
                    <a:pt x="323" y="566"/>
                  </a:lnTo>
                  <a:lnTo>
                    <a:pt x="330" y="562"/>
                  </a:lnTo>
                  <a:lnTo>
                    <a:pt x="336" y="558"/>
                  </a:lnTo>
                  <a:lnTo>
                    <a:pt x="338" y="554"/>
                  </a:lnTo>
                  <a:lnTo>
                    <a:pt x="337" y="549"/>
                  </a:lnTo>
                  <a:lnTo>
                    <a:pt x="336" y="542"/>
                  </a:lnTo>
                  <a:lnTo>
                    <a:pt x="339" y="537"/>
                  </a:lnTo>
                  <a:lnTo>
                    <a:pt x="345" y="535"/>
                  </a:lnTo>
                  <a:lnTo>
                    <a:pt x="351" y="533"/>
                  </a:lnTo>
                  <a:lnTo>
                    <a:pt x="355" y="530"/>
                  </a:lnTo>
                  <a:lnTo>
                    <a:pt x="357" y="525"/>
                  </a:lnTo>
                  <a:lnTo>
                    <a:pt x="360" y="518"/>
                  </a:lnTo>
                  <a:lnTo>
                    <a:pt x="364" y="513"/>
                  </a:lnTo>
                  <a:lnTo>
                    <a:pt x="370" y="513"/>
                  </a:lnTo>
                  <a:lnTo>
                    <a:pt x="376" y="514"/>
                  </a:lnTo>
                  <a:lnTo>
                    <a:pt x="381" y="515"/>
                  </a:lnTo>
                  <a:lnTo>
                    <a:pt x="386" y="517"/>
                  </a:lnTo>
                  <a:lnTo>
                    <a:pt x="390" y="519"/>
                  </a:lnTo>
                  <a:lnTo>
                    <a:pt x="394" y="522"/>
                  </a:lnTo>
                  <a:lnTo>
                    <a:pt x="397" y="526"/>
                  </a:lnTo>
                  <a:lnTo>
                    <a:pt x="400" y="526"/>
                  </a:lnTo>
                  <a:lnTo>
                    <a:pt x="406" y="523"/>
                  </a:lnTo>
                  <a:lnTo>
                    <a:pt x="413" y="519"/>
                  </a:lnTo>
                  <a:lnTo>
                    <a:pt x="419" y="518"/>
                  </a:lnTo>
                  <a:lnTo>
                    <a:pt x="423" y="521"/>
                  </a:lnTo>
                  <a:lnTo>
                    <a:pt x="423" y="528"/>
                  </a:lnTo>
                  <a:lnTo>
                    <a:pt x="424" y="535"/>
                  </a:lnTo>
                  <a:lnTo>
                    <a:pt x="425" y="539"/>
                  </a:lnTo>
                  <a:lnTo>
                    <a:pt x="429" y="543"/>
                  </a:lnTo>
                  <a:lnTo>
                    <a:pt x="432" y="547"/>
                  </a:lnTo>
                  <a:lnTo>
                    <a:pt x="433" y="552"/>
                  </a:lnTo>
                  <a:lnTo>
                    <a:pt x="432" y="557"/>
                  </a:lnTo>
                  <a:lnTo>
                    <a:pt x="431" y="562"/>
                  </a:lnTo>
                  <a:lnTo>
                    <a:pt x="433" y="567"/>
                  </a:lnTo>
                  <a:close/>
                </a:path>
              </a:pathLst>
            </a:custGeom>
            <a:solidFill>
              <a:srgbClr val="59A3CD">
                <a:alpha val="32000"/>
              </a:srgbClr>
            </a:solidFill>
            <a:ln>
              <a:noFill/>
            </a:ln>
          </p:spPr>
          <p:txBody>
            <a:bodyPr anchor="ctr"/>
            <a:lstStyle/>
            <a:p>
              <a:pPr algn="ctr">
                <a:buNone/>
              </a:pPr>
            </a:p>
          </p:txBody>
        </p:sp>
        <p:sp>
          <p:nvSpPr>
            <p:cNvPr id="7113" name="addition:input:112">
              <a:extLst>
                <a:ext uri="{FF2B5EF4-FFF2-40B4-BE49-F238E27FC236}">
                  <ns2:creationId id="{7C49D6B3-D132-4045-8990-844261A031EE}"/>
                </a:ext>
              </a:extLst>
            </p:cNvPr>
            <p:cNvSpPr>
              <a:spLocks noGrp="1"/>
            </p:cNvSpPr>
            <p:nvPr/>
          </p:nvSpPr>
          <p:spPr>
            <a:xfrm>
              <a:off x="209550" y="5438775"/>
              <a:ext cx="699516" cy="1269050"/>
            </a:xfrm>
            <a:custGeom>
              <a:rect l="l" t="t" r="r" b="b"/>
              <a:pathLst>
                <a:path w="425" h="677">
                  <a:moveTo>
                    <a:pt x="0" y="0"/>
                  </a:moveTo>
                  <a:moveTo>
                    <a:pt x="422" y="619"/>
                  </a:moveTo>
                  <a:lnTo>
                    <a:pt x="417" y="624"/>
                  </a:lnTo>
                  <a:lnTo>
                    <a:pt x="409" y="628"/>
                  </a:lnTo>
                  <a:lnTo>
                    <a:pt x="401" y="632"/>
                  </a:lnTo>
                  <a:lnTo>
                    <a:pt x="398" y="635"/>
                  </a:lnTo>
                  <a:lnTo>
                    <a:pt x="399" y="641"/>
                  </a:lnTo>
                  <a:lnTo>
                    <a:pt x="402" y="648"/>
                  </a:lnTo>
                  <a:lnTo>
                    <a:pt x="403" y="656"/>
                  </a:lnTo>
                  <a:lnTo>
                    <a:pt x="399" y="660"/>
                  </a:lnTo>
                  <a:lnTo>
                    <a:pt x="391" y="662"/>
                  </a:lnTo>
                  <a:lnTo>
                    <a:pt x="384" y="663"/>
                  </a:lnTo>
                  <a:lnTo>
                    <a:pt x="380" y="667"/>
                  </a:lnTo>
                  <a:lnTo>
                    <a:pt x="376" y="672"/>
                  </a:lnTo>
                  <a:lnTo>
                    <a:pt x="372" y="676"/>
                  </a:lnTo>
                  <a:lnTo>
                    <a:pt x="365" y="677"/>
                  </a:lnTo>
                  <a:lnTo>
                    <a:pt x="359" y="675"/>
                  </a:lnTo>
                  <a:lnTo>
                    <a:pt x="353" y="674"/>
                  </a:lnTo>
                  <a:lnTo>
                    <a:pt x="348" y="673"/>
                  </a:lnTo>
                  <a:lnTo>
                    <a:pt x="343" y="673"/>
                  </a:lnTo>
                  <a:lnTo>
                    <a:pt x="339" y="671"/>
                  </a:lnTo>
                  <a:lnTo>
                    <a:pt x="335" y="668"/>
                  </a:lnTo>
                  <a:lnTo>
                    <a:pt x="331" y="667"/>
                  </a:lnTo>
                  <a:lnTo>
                    <a:pt x="325" y="669"/>
                  </a:lnTo>
                  <a:lnTo>
                    <a:pt x="316" y="673"/>
                  </a:lnTo>
                  <a:lnTo>
                    <a:pt x="307" y="675"/>
                  </a:lnTo>
                  <a:lnTo>
                    <a:pt x="301" y="672"/>
                  </a:lnTo>
                  <a:lnTo>
                    <a:pt x="300" y="665"/>
                  </a:lnTo>
                  <a:lnTo>
                    <a:pt x="301" y="657"/>
                  </a:lnTo>
                  <a:lnTo>
                    <a:pt x="301" y="650"/>
                  </a:lnTo>
                  <a:lnTo>
                    <a:pt x="299" y="646"/>
                  </a:lnTo>
                  <a:lnTo>
                    <a:pt x="295" y="642"/>
                  </a:lnTo>
                  <a:lnTo>
                    <a:pt x="291" y="638"/>
                  </a:lnTo>
                  <a:lnTo>
                    <a:pt x="290" y="633"/>
                  </a:lnTo>
                  <a:lnTo>
                    <a:pt x="289" y="628"/>
                  </a:lnTo>
                  <a:lnTo>
                    <a:pt x="285" y="624"/>
                  </a:lnTo>
                  <a:lnTo>
                    <a:pt x="280" y="619"/>
                  </a:lnTo>
                  <a:lnTo>
                    <a:pt x="278" y="614"/>
                  </a:lnTo>
                  <a:lnTo>
                    <a:pt x="278" y="609"/>
                  </a:lnTo>
                  <a:lnTo>
                    <a:pt x="281" y="604"/>
                  </a:lnTo>
                  <a:lnTo>
                    <a:pt x="282" y="599"/>
                  </a:lnTo>
                  <a:lnTo>
                    <a:pt x="280" y="593"/>
                  </a:lnTo>
                  <a:lnTo>
                    <a:pt x="278" y="586"/>
                  </a:lnTo>
                  <a:lnTo>
                    <a:pt x="280" y="581"/>
                  </a:lnTo>
                  <a:lnTo>
                    <a:pt x="288" y="579"/>
                  </a:lnTo>
                  <a:lnTo>
                    <a:pt x="298" y="580"/>
                  </a:lnTo>
                  <a:lnTo>
                    <a:pt x="306" y="581"/>
                  </a:lnTo>
                  <a:lnTo>
                    <a:pt x="311" y="580"/>
                  </a:lnTo>
                  <a:lnTo>
                    <a:pt x="314" y="575"/>
                  </a:lnTo>
                  <a:lnTo>
                    <a:pt x="317" y="569"/>
                  </a:lnTo>
                  <a:lnTo>
                    <a:pt x="322" y="564"/>
                  </a:lnTo>
                  <a:lnTo>
                    <a:pt x="328" y="561"/>
                  </a:lnTo>
                  <a:lnTo>
                    <a:pt x="335" y="559"/>
                  </a:lnTo>
                  <a:lnTo>
                    <a:pt x="342" y="556"/>
                  </a:lnTo>
                  <a:lnTo>
                    <a:pt x="350" y="555"/>
                  </a:lnTo>
                  <a:lnTo>
                    <a:pt x="357" y="557"/>
                  </a:lnTo>
                  <a:lnTo>
                    <a:pt x="364" y="563"/>
                  </a:lnTo>
                  <a:lnTo>
                    <a:pt x="369" y="568"/>
                  </a:lnTo>
                  <a:lnTo>
                    <a:pt x="375" y="571"/>
                  </a:lnTo>
                  <a:lnTo>
                    <a:pt x="382" y="570"/>
                  </a:lnTo>
                  <a:lnTo>
                    <a:pt x="390" y="570"/>
                  </a:lnTo>
                  <a:lnTo>
                    <a:pt x="395" y="574"/>
                  </a:lnTo>
                  <a:lnTo>
                    <a:pt x="397" y="580"/>
                  </a:lnTo>
                  <a:lnTo>
                    <a:pt x="398" y="586"/>
                  </a:lnTo>
                  <a:lnTo>
                    <a:pt x="402" y="589"/>
                  </a:lnTo>
                  <a:lnTo>
                    <a:pt x="408" y="591"/>
                  </a:lnTo>
                  <a:lnTo>
                    <a:pt x="417" y="593"/>
                  </a:lnTo>
                  <a:lnTo>
                    <a:pt x="423" y="597"/>
                  </a:lnTo>
                  <a:lnTo>
                    <a:pt x="425" y="602"/>
                  </a:lnTo>
                  <a:lnTo>
                    <a:pt x="425" y="608"/>
                  </a:lnTo>
                  <a:lnTo>
                    <a:pt x="424" y="613"/>
                  </a:lnTo>
                  <a:close/>
                </a:path>
              </a:pathLst>
            </a:custGeom>
            <a:solidFill>
              <a:srgbClr val="59A3CD">
                <a:alpha val="32000"/>
              </a:srgbClr>
            </a:solidFill>
            <a:ln>
              <a:noFill/>
            </a:ln>
          </p:spPr>
          <p:txBody>
            <a:bodyPr anchor="ctr"/>
            <a:lstStyle/>
            <a:p>
              <a:pPr algn="ctr">
                <a:buNone/>
              </a:pPr>
            </a:p>
          </p:txBody>
        </p:sp>
        <p:sp>
          <p:nvSpPr>
            <p:cNvPr id="7114" name="addition:input:113">
              <a:extLst>
                <a:ext uri="{FF2B5EF4-FFF2-40B4-BE49-F238E27FC236}">
                  <ns2:creationId id="{09D7A516-64EA-4F5F-8600-DD4D735AA8A7}"/>
                </a:ext>
              </a:extLst>
            </p:cNvPr>
            <p:cNvSpPr>
              <a:spLocks noGrp="1"/>
            </p:cNvSpPr>
            <p:nvPr/>
          </p:nvSpPr>
          <p:spPr>
            <a:xfrm>
              <a:off x="209550" y="5438775"/>
              <a:ext cx="577718" cy="1280297"/>
            </a:xfrm>
            <a:custGeom>
              <a:rect l="l" t="t" r="r" b="b"/>
              <a:pathLst>
                <a:path w="351" h="683">
                  <a:moveTo>
                    <a:pt x="0" y="0"/>
                  </a:moveTo>
                  <a:moveTo>
                    <a:pt x="351" y="624"/>
                  </a:moveTo>
                  <a:lnTo>
                    <a:pt x="350" y="630"/>
                  </a:lnTo>
                  <a:lnTo>
                    <a:pt x="345" y="635"/>
                  </a:lnTo>
                  <a:lnTo>
                    <a:pt x="339" y="639"/>
                  </a:lnTo>
                  <a:lnTo>
                    <a:pt x="334" y="643"/>
                  </a:lnTo>
                  <a:lnTo>
                    <a:pt x="331" y="647"/>
                  </a:lnTo>
                  <a:lnTo>
                    <a:pt x="328" y="651"/>
                  </a:lnTo>
                  <a:lnTo>
                    <a:pt x="323" y="654"/>
                  </a:lnTo>
                  <a:lnTo>
                    <a:pt x="320" y="657"/>
                  </a:lnTo>
                  <a:lnTo>
                    <a:pt x="318" y="663"/>
                  </a:lnTo>
                  <a:lnTo>
                    <a:pt x="317" y="670"/>
                  </a:lnTo>
                  <a:lnTo>
                    <a:pt x="316" y="679"/>
                  </a:lnTo>
                  <a:lnTo>
                    <a:pt x="311" y="683"/>
                  </a:lnTo>
                  <a:lnTo>
                    <a:pt x="304" y="683"/>
                  </a:lnTo>
                  <a:lnTo>
                    <a:pt x="296" y="678"/>
                  </a:lnTo>
                  <a:lnTo>
                    <a:pt x="290" y="675"/>
                  </a:lnTo>
                  <a:lnTo>
                    <a:pt x="285" y="675"/>
                  </a:lnTo>
                  <a:lnTo>
                    <a:pt x="281" y="677"/>
                  </a:lnTo>
                  <a:lnTo>
                    <a:pt x="277" y="679"/>
                  </a:lnTo>
                  <a:lnTo>
                    <a:pt x="272" y="678"/>
                  </a:lnTo>
                  <a:lnTo>
                    <a:pt x="268" y="676"/>
                  </a:lnTo>
                  <a:lnTo>
                    <a:pt x="264" y="674"/>
                  </a:lnTo>
                  <a:lnTo>
                    <a:pt x="260" y="674"/>
                  </a:lnTo>
                  <a:lnTo>
                    <a:pt x="255" y="674"/>
                  </a:lnTo>
                  <a:lnTo>
                    <a:pt x="250" y="672"/>
                  </a:lnTo>
                  <a:lnTo>
                    <a:pt x="247" y="669"/>
                  </a:lnTo>
                  <a:lnTo>
                    <a:pt x="244" y="665"/>
                  </a:lnTo>
                  <a:lnTo>
                    <a:pt x="239" y="663"/>
                  </a:lnTo>
                  <a:lnTo>
                    <a:pt x="233" y="661"/>
                  </a:lnTo>
                  <a:lnTo>
                    <a:pt x="229" y="657"/>
                  </a:lnTo>
                  <a:lnTo>
                    <a:pt x="230" y="651"/>
                  </a:lnTo>
                  <a:lnTo>
                    <a:pt x="234" y="643"/>
                  </a:lnTo>
                  <a:lnTo>
                    <a:pt x="239" y="637"/>
                  </a:lnTo>
                  <a:lnTo>
                    <a:pt x="240" y="632"/>
                  </a:lnTo>
                  <a:lnTo>
                    <a:pt x="235" y="629"/>
                  </a:lnTo>
                  <a:lnTo>
                    <a:pt x="229" y="624"/>
                  </a:lnTo>
                  <a:lnTo>
                    <a:pt x="224" y="619"/>
                  </a:lnTo>
                  <a:lnTo>
                    <a:pt x="223" y="614"/>
                  </a:lnTo>
                  <a:lnTo>
                    <a:pt x="223" y="609"/>
                  </a:lnTo>
                  <a:lnTo>
                    <a:pt x="223" y="603"/>
                  </a:lnTo>
                  <a:lnTo>
                    <a:pt x="223" y="598"/>
                  </a:lnTo>
                  <a:lnTo>
                    <a:pt x="226" y="593"/>
                  </a:lnTo>
                  <a:lnTo>
                    <a:pt x="231" y="591"/>
                  </a:lnTo>
                  <a:lnTo>
                    <a:pt x="237" y="589"/>
                  </a:lnTo>
                  <a:lnTo>
                    <a:pt x="241" y="587"/>
                  </a:lnTo>
                  <a:lnTo>
                    <a:pt x="243" y="582"/>
                  </a:lnTo>
                  <a:lnTo>
                    <a:pt x="245" y="577"/>
                  </a:lnTo>
                  <a:lnTo>
                    <a:pt x="249" y="574"/>
                  </a:lnTo>
                  <a:lnTo>
                    <a:pt x="255" y="575"/>
                  </a:lnTo>
                  <a:lnTo>
                    <a:pt x="262" y="578"/>
                  </a:lnTo>
                  <a:lnTo>
                    <a:pt x="267" y="578"/>
                  </a:lnTo>
                  <a:lnTo>
                    <a:pt x="271" y="573"/>
                  </a:lnTo>
                  <a:lnTo>
                    <a:pt x="276" y="567"/>
                  </a:lnTo>
                  <a:lnTo>
                    <a:pt x="282" y="562"/>
                  </a:lnTo>
                  <a:lnTo>
                    <a:pt x="289" y="561"/>
                  </a:lnTo>
                  <a:lnTo>
                    <a:pt x="295" y="564"/>
                  </a:lnTo>
                  <a:lnTo>
                    <a:pt x="301" y="568"/>
                  </a:lnTo>
                  <a:lnTo>
                    <a:pt x="307" y="571"/>
                  </a:lnTo>
                  <a:lnTo>
                    <a:pt x="311" y="575"/>
                  </a:lnTo>
                  <a:lnTo>
                    <a:pt x="315" y="581"/>
                  </a:lnTo>
                  <a:lnTo>
                    <a:pt x="317" y="587"/>
                  </a:lnTo>
                  <a:lnTo>
                    <a:pt x="320" y="591"/>
                  </a:lnTo>
                  <a:lnTo>
                    <a:pt x="326" y="592"/>
                  </a:lnTo>
                  <a:lnTo>
                    <a:pt x="334" y="592"/>
                  </a:lnTo>
                  <a:lnTo>
                    <a:pt x="342" y="594"/>
                  </a:lnTo>
                  <a:lnTo>
                    <a:pt x="345" y="598"/>
                  </a:lnTo>
                  <a:lnTo>
                    <a:pt x="345" y="604"/>
                  </a:lnTo>
                  <a:lnTo>
                    <a:pt x="343" y="610"/>
                  </a:lnTo>
                  <a:lnTo>
                    <a:pt x="344" y="615"/>
                  </a:lnTo>
                  <a:lnTo>
                    <a:pt x="348" y="619"/>
                  </a:lnTo>
                  <a:close/>
                </a:path>
              </a:pathLst>
            </a:custGeom>
            <a:solidFill>
              <a:srgbClr val="59A3CD">
                <a:alpha val="32000"/>
              </a:srgbClr>
            </a:solidFill>
            <a:ln>
              <a:noFill/>
            </a:ln>
          </p:spPr>
          <p:txBody>
            <a:bodyPr anchor="ctr"/>
            <a:lstStyle/>
            <a:p>
              <a:pPr algn="ctr">
                <a:buNone/>
              </a:pPr>
            </a:p>
          </p:txBody>
        </p:sp>
        <p:sp>
          <p:nvSpPr>
            <p:cNvPr id="7115" name="addition:input:114">
              <a:extLst>
                <a:ext uri="{FF2B5EF4-FFF2-40B4-BE49-F238E27FC236}">
                  <ns2:creationId id="{CB405C87-B02A-44C6-A6AB-6DE53BF119B1}"/>
                </a:ext>
              </a:extLst>
            </p:cNvPr>
            <p:cNvSpPr>
              <a:spLocks noGrp="1"/>
            </p:cNvSpPr>
            <p:nvPr/>
          </p:nvSpPr>
          <p:spPr>
            <a:xfrm>
              <a:off x="209550" y="5438775"/>
              <a:ext cx="454274" cy="1233434"/>
            </a:xfrm>
            <a:custGeom>
              <a:rect l="l" t="t" r="r" b="b"/>
              <a:pathLst>
                <a:path w="276" h="658">
                  <a:moveTo>
                    <a:pt x="0" y="0"/>
                  </a:moveTo>
                  <a:moveTo>
                    <a:pt x="275" y="604"/>
                  </a:moveTo>
                  <a:lnTo>
                    <a:pt x="274" y="608"/>
                  </a:lnTo>
                  <a:lnTo>
                    <a:pt x="271" y="612"/>
                  </a:lnTo>
                  <a:lnTo>
                    <a:pt x="269" y="615"/>
                  </a:lnTo>
                  <a:lnTo>
                    <a:pt x="271" y="620"/>
                  </a:lnTo>
                  <a:lnTo>
                    <a:pt x="275" y="626"/>
                  </a:lnTo>
                  <a:lnTo>
                    <a:pt x="276" y="632"/>
                  </a:lnTo>
                  <a:lnTo>
                    <a:pt x="275" y="636"/>
                  </a:lnTo>
                  <a:lnTo>
                    <a:pt x="270" y="638"/>
                  </a:lnTo>
                  <a:lnTo>
                    <a:pt x="266" y="640"/>
                  </a:lnTo>
                  <a:lnTo>
                    <a:pt x="262" y="641"/>
                  </a:lnTo>
                  <a:lnTo>
                    <a:pt x="258" y="642"/>
                  </a:lnTo>
                  <a:lnTo>
                    <a:pt x="254" y="642"/>
                  </a:lnTo>
                  <a:lnTo>
                    <a:pt x="250" y="642"/>
                  </a:lnTo>
                  <a:lnTo>
                    <a:pt x="247" y="642"/>
                  </a:lnTo>
                  <a:lnTo>
                    <a:pt x="244" y="646"/>
                  </a:lnTo>
                  <a:lnTo>
                    <a:pt x="241" y="652"/>
                  </a:lnTo>
                  <a:lnTo>
                    <a:pt x="237" y="657"/>
                  </a:lnTo>
                  <a:lnTo>
                    <a:pt x="232" y="658"/>
                  </a:lnTo>
                  <a:lnTo>
                    <a:pt x="227" y="655"/>
                  </a:lnTo>
                  <a:lnTo>
                    <a:pt x="223" y="651"/>
                  </a:lnTo>
                  <a:lnTo>
                    <a:pt x="219" y="648"/>
                  </a:lnTo>
                  <a:lnTo>
                    <a:pt x="213" y="648"/>
                  </a:lnTo>
                  <a:lnTo>
                    <a:pt x="208" y="648"/>
                  </a:lnTo>
                  <a:lnTo>
                    <a:pt x="203" y="646"/>
                  </a:lnTo>
                  <a:lnTo>
                    <a:pt x="201" y="641"/>
                  </a:lnTo>
                  <a:lnTo>
                    <a:pt x="199" y="636"/>
                  </a:lnTo>
                  <a:lnTo>
                    <a:pt x="197" y="632"/>
                  </a:lnTo>
                  <a:lnTo>
                    <a:pt x="193" y="630"/>
                  </a:lnTo>
                  <a:lnTo>
                    <a:pt x="190" y="627"/>
                  </a:lnTo>
                  <a:lnTo>
                    <a:pt x="187" y="623"/>
                  </a:lnTo>
                  <a:lnTo>
                    <a:pt x="185" y="620"/>
                  </a:lnTo>
                  <a:lnTo>
                    <a:pt x="182" y="617"/>
                  </a:lnTo>
                  <a:lnTo>
                    <a:pt x="176" y="613"/>
                  </a:lnTo>
                  <a:lnTo>
                    <a:pt x="172" y="609"/>
                  </a:lnTo>
                  <a:lnTo>
                    <a:pt x="170" y="604"/>
                  </a:lnTo>
                  <a:lnTo>
                    <a:pt x="175" y="599"/>
                  </a:lnTo>
                  <a:lnTo>
                    <a:pt x="182" y="596"/>
                  </a:lnTo>
                  <a:lnTo>
                    <a:pt x="188" y="593"/>
                  </a:lnTo>
                  <a:lnTo>
                    <a:pt x="190" y="590"/>
                  </a:lnTo>
                  <a:lnTo>
                    <a:pt x="190" y="585"/>
                  </a:lnTo>
                  <a:lnTo>
                    <a:pt x="191" y="580"/>
                  </a:lnTo>
                  <a:lnTo>
                    <a:pt x="193" y="577"/>
                  </a:lnTo>
                  <a:lnTo>
                    <a:pt x="197" y="574"/>
                  </a:lnTo>
                  <a:lnTo>
                    <a:pt x="200" y="571"/>
                  </a:lnTo>
                  <a:lnTo>
                    <a:pt x="203" y="567"/>
                  </a:lnTo>
                  <a:lnTo>
                    <a:pt x="206" y="562"/>
                  </a:lnTo>
                  <a:lnTo>
                    <a:pt x="210" y="560"/>
                  </a:lnTo>
                  <a:lnTo>
                    <a:pt x="215" y="559"/>
                  </a:lnTo>
                  <a:lnTo>
                    <a:pt x="219" y="558"/>
                  </a:lnTo>
                  <a:lnTo>
                    <a:pt x="223" y="556"/>
                  </a:lnTo>
                  <a:lnTo>
                    <a:pt x="228" y="553"/>
                  </a:lnTo>
                  <a:lnTo>
                    <a:pt x="232" y="552"/>
                  </a:lnTo>
                  <a:lnTo>
                    <a:pt x="236" y="554"/>
                  </a:lnTo>
                  <a:lnTo>
                    <a:pt x="240" y="560"/>
                  </a:lnTo>
                  <a:lnTo>
                    <a:pt x="242" y="566"/>
                  </a:lnTo>
                  <a:lnTo>
                    <a:pt x="245" y="567"/>
                  </a:lnTo>
                  <a:lnTo>
                    <a:pt x="249" y="565"/>
                  </a:lnTo>
                  <a:lnTo>
                    <a:pt x="254" y="562"/>
                  </a:lnTo>
                  <a:lnTo>
                    <a:pt x="259" y="561"/>
                  </a:lnTo>
                  <a:lnTo>
                    <a:pt x="263" y="563"/>
                  </a:lnTo>
                  <a:lnTo>
                    <a:pt x="265" y="567"/>
                  </a:lnTo>
                  <a:lnTo>
                    <a:pt x="268" y="570"/>
                  </a:lnTo>
                  <a:lnTo>
                    <a:pt x="270" y="574"/>
                  </a:lnTo>
                  <a:lnTo>
                    <a:pt x="271" y="578"/>
                  </a:lnTo>
                  <a:lnTo>
                    <a:pt x="270" y="583"/>
                  </a:lnTo>
                  <a:lnTo>
                    <a:pt x="268" y="589"/>
                  </a:lnTo>
                  <a:lnTo>
                    <a:pt x="268" y="593"/>
                  </a:lnTo>
                  <a:lnTo>
                    <a:pt x="270" y="596"/>
                  </a:lnTo>
                  <a:lnTo>
                    <a:pt x="274" y="600"/>
                  </a:lnTo>
                  <a:close/>
                </a:path>
              </a:pathLst>
            </a:custGeom>
            <a:solidFill>
              <a:srgbClr val="59A3CD">
                <a:alpha val="32000"/>
              </a:srgbClr>
            </a:solidFill>
            <a:ln>
              <a:noFill/>
            </a:ln>
          </p:spPr>
          <p:txBody>
            <a:bodyPr anchor="ctr"/>
            <a:lstStyle/>
            <a:p>
              <a:pPr algn="ctr">
                <a:buNone/>
              </a:pPr>
            </a:p>
          </p:txBody>
        </p:sp>
        <p:sp>
          <p:nvSpPr>
            <p:cNvPr id="7116" name="addition:input:115">
              <a:extLst>
                <a:ext uri="{FF2B5EF4-FFF2-40B4-BE49-F238E27FC236}">
                  <ns2:creationId id="{23018B82-E135-4C11-B9F9-8C57762F3326}"/>
                </a:ext>
              </a:extLst>
            </p:cNvPr>
            <p:cNvSpPr>
              <a:spLocks noGrp="1"/>
            </p:cNvSpPr>
            <p:nvPr/>
          </p:nvSpPr>
          <p:spPr>
            <a:xfrm>
              <a:off x="209550" y="5438775"/>
              <a:ext cx="636971" cy="1252179"/>
            </a:xfrm>
            <a:custGeom>
              <a:rect l="l" t="t" r="r" b="b"/>
              <a:pathLst>
                <a:path w="387" h="668">
                  <a:moveTo>
                    <a:pt x="0" y="0"/>
                  </a:moveTo>
                  <a:moveTo>
                    <a:pt x="376" y="596"/>
                  </a:moveTo>
                  <a:lnTo>
                    <a:pt x="383" y="602"/>
                  </a:lnTo>
                  <a:lnTo>
                    <a:pt x="387" y="608"/>
                  </a:lnTo>
                  <a:lnTo>
                    <a:pt x="384" y="613"/>
                  </a:lnTo>
                  <a:lnTo>
                    <a:pt x="379" y="617"/>
                  </a:lnTo>
                  <a:lnTo>
                    <a:pt x="376" y="622"/>
                  </a:lnTo>
                  <a:lnTo>
                    <a:pt x="376" y="628"/>
                  </a:lnTo>
                  <a:lnTo>
                    <a:pt x="377" y="635"/>
                  </a:lnTo>
                  <a:lnTo>
                    <a:pt x="376" y="641"/>
                  </a:lnTo>
                  <a:lnTo>
                    <a:pt x="370" y="644"/>
                  </a:lnTo>
                  <a:lnTo>
                    <a:pt x="363" y="644"/>
                  </a:lnTo>
                  <a:lnTo>
                    <a:pt x="356" y="645"/>
                  </a:lnTo>
                  <a:lnTo>
                    <a:pt x="351" y="646"/>
                  </a:lnTo>
                  <a:lnTo>
                    <a:pt x="346" y="648"/>
                  </a:lnTo>
                  <a:lnTo>
                    <a:pt x="340" y="648"/>
                  </a:lnTo>
                  <a:lnTo>
                    <a:pt x="335" y="648"/>
                  </a:lnTo>
                  <a:lnTo>
                    <a:pt x="329" y="651"/>
                  </a:lnTo>
                  <a:lnTo>
                    <a:pt x="324" y="656"/>
                  </a:lnTo>
                  <a:lnTo>
                    <a:pt x="316" y="664"/>
                  </a:lnTo>
                  <a:lnTo>
                    <a:pt x="308" y="668"/>
                  </a:lnTo>
                  <a:lnTo>
                    <a:pt x="300" y="666"/>
                  </a:lnTo>
                  <a:lnTo>
                    <a:pt x="294" y="659"/>
                  </a:lnTo>
                  <a:lnTo>
                    <a:pt x="290" y="650"/>
                  </a:lnTo>
                  <a:lnTo>
                    <a:pt x="285" y="646"/>
                  </a:lnTo>
                  <a:lnTo>
                    <a:pt x="278" y="644"/>
                  </a:lnTo>
                  <a:lnTo>
                    <a:pt x="271" y="643"/>
                  </a:lnTo>
                  <a:lnTo>
                    <a:pt x="265" y="639"/>
                  </a:lnTo>
                  <a:lnTo>
                    <a:pt x="261" y="634"/>
                  </a:lnTo>
                  <a:lnTo>
                    <a:pt x="258" y="629"/>
                  </a:lnTo>
                  <a:lnTo>
                    <a:pt x="253" y="626"/>
                  </a:lnTo>
                  <a:lnTo>
                    <a:pt x="247" y="622"/>
                  </a:lnTo>
                  <a:lnTo>
                    <a:pt x="242" y="618"/>
                  </a:lnTo>
                  <a:lnTo>
                    <a:pt x="240" y="612"/>
                  </a:lnTo>
                  <a:lnTo>
                    <a:pt x="239" y="607"/>
                  </a:lnTo>
                  <a:lnTo>
                    <a:pt x="236" y="602"/>
                  </a:lnTo>
                  <a:lnTo>
                    <a:pt x="232" y="596"/>
                  </a:lnTo>
                  <a:lnTo>
                    <a:pt x="229" y="590"/>
                  </a:lnTo>
                  <a:lnTo>
                    <a:pt x="232" y="584"/>
                  </a:lnTo>
                  <a:lnTo>
                    <a:pt x="241" y="579"/>
                  </a:lnTo>
                  <a:lnTo>
                    <a:pt x="253" y="577"/>
                  </a:lnTo>
                  <a:lnTo>
                    <a:pt x="261" y="574"/>
                  </a:lnTo>
                  <a:lnTo>
                    <a:pt x="264" y="570"/>
                  </a:lnTo>
                  <a:lnTo>
                    <a:pt x="263" y="563"/>
                  </a:lnTo>
                  <a:lnTo>
                    <a:pt x="263" y="556"/>
                  </a:lnTo>
                  <a:lnTo>
                    <a:pt x="267" y="550"/>
                  </a:lnTo>
                  <a:lnTo>
                    <a:pt x="272" y="546"/>
                  </a:lnTo>
                  <a:lnTo>
                    <a:pt x="278" y="542"/>
                  </a:lnTo>
                  <a:lnTo>
                    <a:pt x="283" y="537"/>
                  </a:lnTo>
                  <a:lnTo>
                    <a:pt x="290" y="534"/>
                  </a:lnTo>
                  <a:lnTo>
                    <a:pt x="297" y="534"/>
                  </a:lnTo>
                  <a:lnTo>
                    <a:pt x="305" y="536"/>
                  </a:lnTo>
                  <a:lnTo>
                    <a:pt x="312" y="538"/>
                  </a:lnTo>
                  <a:lnTo>
                    <a:pt x="317" y="537"/>
                  </a:lnTo>
                  <a:lnTo>
                    <a:pt x="323" y="535"/>
                  </a:lnTo>
                  <a:lnTo>
                    <a:pt x="329" y="533"/>
                  </a:lnTo>
                  <a:lnTo>
                    <a:pt x="334" y="537"/>
                  </a:lnTo>
                  <a:lnTo>
                    <a:pt x="338" y="543"/>
                  </a:lnTo>
                  <a:lnTo>
                    <a:pt x="341" y="548"/>
                  </a:lnTo>
                  <a:lnTo>
                    <a:pt x="345" y="549"/>
                  </a:lnTo>
                  <a:lnTo>
                    <a:pt x="353" y="546"/>
                  </a:lnTo>
                  <a:lnTo>
                    <a:pt x="362" y="544"/>
                  </a:lnTo>
                  <a:lnTo>
                    <a:pt x="369" y="545"/>
                  </a:lnTo>
                  <a:lnTo>
                    <a:pt x="373" y="550"/>
                  </a:lnTo>
                  <a:lnTo>
                    <a:pt x="374" y="556"/>
                  </a:lnTo>
                  <a:lnTo>
                    <a:pt x="375" y="562"/>
                  </a:lnTo>
                  <a:lnTo>
                    <a:pt x="376" y="568"/>
                  </a:lnTo>
                  <a:lnTo>
                    <a:pt x="375" y="575"/>
                  </a:lnTo>
                  <a:lnTo>
                    <a:pt x="372" y="581"/>
                  </a:lnTo>
                  <a:lnTo>
                    <a:pt x="369" y="587"/>
                  </a:lnTo>
                  <a:lnTo>
                    <a:pt x="370" y="591"/>
                  </a:lnTo>
                  <a:close/>
                </a:path>
              </a:pathLst>
            </a:custGeom>
            <a:solidFill>
              <a:srgbClr val="59A3CD">
                <a:alpha val="32000"/>
              </a:srgbClr>
            </a:solidFill>
            <a:ln>
              <a:noFill/>
            </a:ln>
          </p:spPr>
          <p:txBody>
            <a:bodyPr anchor="ctr"/>
            <a:lstStyle/>
            <a:p>
              <a:pPr algn="ctr">
                <a:buNone/>
              </a:pPr>
            </a:p>
          </p:txBody>
        </p:sp>
        <p:sp>
          <p:nvSpPr>
            <p:cNvPr id="7117" name="addition:input:116">
              <a:extLst>
                <a:ext uri="{FF2B5EF4-FFF2-40B4-BE49-F238E27FC236}">
                  <ns2:creationId id="{B8B23A0E-4122-45C1-9998-486F45623071}"/>
                </a:ext>
              </a:extLst>
            </p:cNvPr>
            <p:cNvSpPr>
              <a:spLocks noGrp="1"/>
            </p:cNvSpPr>
            <p:nvPr/>
          </p:nvSpPr>
          <p:spPr>
            <a:xfrm>
              <a:off x="209550" y="5438775"/>
              <a:ext cx="683057" cy="1308415"/>
            </a:xfrm>
            <a:custGeom>
              <a:rect l="l" t="t" r="r" b="b"/>
              <a:pathLst>
                <a:path w="415" h="698">
                  <a:moveTo>
                    <a:pt x="0" y="0"/>
                  </a:moveTo>
                  <a:moveTo>
                    <a:pt x="413" y="585"/>
                  </a:moveTo>
                  <a:lnTo>
                    <a:pt x="415" y="594"/>
                  </a:lnTo>
                  <a:lnTo>
                    <a:pt x="409" y="603"/>
                  </a:lnTo>
                  <a:lnTo>
                    <a:pt x="400" y="610"/>
                  </a:lnTo>
                  <a:lnTo>
                    <a:pt x="396" y="617"/>
                  </a:lnTo>
                  <a:lnTo>
                    <a:pt x="400" y="627"/>
                  </a:lnTo>
                  <a:lnTo>
                    <a:pt x="405" y="640"/>
                  </a:lnTo>
                  <a:lnTo>
                    <a:pt x="407" y="652"/>
                  </a:lnTo>
                  <a:lnTo>
                    <a:pt x="402" y="660"/>
                  </a:lnTo>
                  <a:lnTo>
                    <a:pt x="393" y="665"/>
                  </a:lnTo>
                  <a:lnTo>
                    <a:pt x="384" y="668"/>
                  </a:lnTo>
                  <a:lnTo>
                    <a:pt x="375" y="671"/>
                  </a:lnTo>
                  <a:lnTo>
                    <a:pt x="366" y="672"/>
                  </a:lnTo>
                  <a:lnTo>
                    <a:pt x="356" y="670"/>
                  </a:lnTo>
                  <a:lnTo>
                    <a:pt x="346" y="666"/>
                  </a:lnTo>
                  <a:lnTo>
                    <a:pt x="339" y="666"/>
                  </a:lnTo>
                  <a:lnTo>
                    <a:pt x="333" y="674"/>
                  </a:lnTo>
                  <a:lnTo>
                    <a:pt x="325" y="686"/>
                  </a:lnTo>
                  <a:lnTo>
                    <a:pt x="315" y="696"/>
                  </a:lnTo>
                  <a:lnTo>
                    <a:pt x="304" y="698"/>
                  </a:lnTo>
                  <a:lnTo>
                    <a:pt x="294" y="690"/>
                  </a:lnTo>
                  <a:lnTo>
                    <a:pt x="286" y="681"/>
                  </a:lnTo>
                  <a:lnTo>
                    <a:pt x="277" y="677"/>
                  </a:lnTo>
                  <a:lnTo>
                    <a:pt x="265" y="676"/>
                  </a:lnTo>
                  <a:lnTo>
                    <a:pt x="253" y="674"/>
                  </a:lnTo>
                  <a:lnTo>
                    <a:pt x="244" y="668"/>
                  </a:lnTo>
                  <a:lnTo>
                    <a:pt x="239" y="658"/>
                  </a:lnTo>
                  <a:lnTo>
                    <a:pt x="235" y="648"/>
                  </a:lnTo>
                  <a:lnTo>
                    <a:pt x="229" y="640"/>
                  </a:lnTo>
                  <a:lnTo>
                    <a:pt x="222" y="633"/>
                  </a:lnTo>
                  <a:lnTo>
                    <a:pt x="216" y="626"/>
                  </a:lnTo>
                  <a:lnTo>
                    <a:pt x="213" y="618"/>
                  </a:lnTo>
                  <a:lnTo>
                    <a:pt x="209" y="610"/>
                  </a:lnTo>
                  <a:lnTo>
                    <a:pt x="200" y="602"/>
                  </a:lnTo>
                  <a:lnTo>
                    <a:pt x="187" y="595"/>
                  </a:lnTo>
                  <a:lnTo>
                    <a:pt x="175" y="585"/>
                  </a:lnTo>
                  <a:lnTo>
                    <a:pt x="172" y="574"/>
                  </a:lnTo>
                  <a:lnTo>
                    <a:pt x="182" y="565"/>
                  </a:lnTo>
                  <a:lnTo>
                    <a:pt x="198" y="558"/>
                  </a:lnTo>
                  <a:lnTo>
                    <a:pt x="212" y="553"/>
                  </a:lnTo>
                  <a:lnTo>
                    <a:pt x="218" y="546"/>
                  </a:lnTo>
                  <a:lnTo>
                    <a:pt x="220" y="538"/>
                  </a:lnTo>
                  <a:lnTo>
                    <a:pt x="223" y="529"/>
                  </a:lnTo>
                  <a:lnTo>
                    <a:pt x="230" y="522"/>
                  </a:lnTo>
                  <a:lnTo>
                    <a:pt x="238" y="516"/>
                  </a:lnTo>
                  <a:lnTo>
                    <a:pt x="246" y="509"/>
                  </a:lnTo>
                  <a:lnTo>
                    <a:pt x="252" y="500"/>
                  </a:lnTo>
                  <a:lnTo>
                    <a:pt x="260" y="491"/>
                  </a:lnTo>
                  <a:lnTo>
                    <a:pt x="271" y="487"/>
                  </a:lnTo>
                  <a:lnTo>
                    <a:pt x="283" y="487"/>
                  </a:lnTo>
                  <a:lnTo>
                    <a:pt x="294" y="486"/>
                  </a:lnTo>
                  <a:lnTo>
                    <a:pt x="304" y="482"/>
                  </a:lnTo>
                  <a:lnTo>
                    <a:pt x="315" y="475"/>
                  </a:lnTo>
                  <a:lnTo>
                    <a:pt x="326" y="473"/>
                  </a:lnTo>
                  <a:lnTo>
                    <a:pt x="336" y="480"/>
                  </a:lnTo>
                  <a:lnTo>
                    <a:pt x="343" y="493"/>
                  </a:lnTo>
                  <a:lnTo>
                    <a:pt x="348" y="505"/>
                  </a:lnTo>
                  <a:lnTo>
                    <a:pt x="354" y="510"/>
                  </a:lnTo>
                  <a:lnTo>
                    <a:pt x="364" y="507"/>
                  </a:lnTo>
                  <a:lnTo>
                    <a:pt x="376" y="503"/>
                  </a:lnTo>
                  <a:lnTo>
                    <a:pt x="387" y="503"/>
                  </a:lnTo>
                  <a:lnTo>
                    <a:pt x="396" y="507"/>
                  </a:lnTo>
                  <a:lnTo>
                    <a:pt x="402" y="513"/>
                  </a:lnTo>
                  <a:lnTo>
                    <a:pt x="409" y="520"/>
                  </a:lnTo>
                  <a:lnTo>
                    <a:pt x="414" y="528"/>
                  </a:lnTo>
                  <a:lnTo>
                    <a:pt x="415" y="538"/>
                  </a:lnTo>
                  <a:lnTo>
                    <a:pt x="410" y="550"/>
                  </a:lnTo>
                  <a:lnTo>
                    <a:pt x="403" y="560"/>
                  </a:lnTo>
                  <a:lnTo>
                    <a:pt x="401" y="569"/>
                  </a:lnTo>
                  <a:lnTo>
                    <a:pt x="406" y="577"/>
                  </a:lnTo>
                  <a:close/>
                </a:path>
              </a:pathLst>
            </a:custGeom>
            <a:solidFill>
              <a:srgbClr val="0675B4">
                <a:alpha val="37000"/>
              </a:srgbClr>
            </a:solidFill>
            <a:ln>
              <a:noFill/>
            </a:ln>
          </p:spPr>
          <p:txBody>
            <a:bodyPr anchor="ctr"/>
            <a:lstStyle/>
            <a:p>
              <a:pPr algn="ctr">
                <a:buNone/>
              </a:pPr>
            </a:p>
          </p:txBody>
        </p:sp>
        <p:sp>
          <p:nvSpPr>
            <p:cNvPr id="7118" name="addition:input:117">
              <a:extLst>
                <a:ext uri="{FF2B5EF4-FFF2-40B4-BE49-F238E27FC236}">
                  <ns2:creationId id="{8AA2259A-FD91-4124-9422-038FDF73FF63}"/>
                </a:ext>
              </a:extLst>
            </p:cNvPr>
            <p:cNvSpPr>
              <a:spLocks noGrp="1"/>
            </p:cNvSpPr>
            <p:nvPr/>
          </p:nvSpPr>
          <p:spPr>
            <a:xfrm>
              <a:off x="209550" y="5438775"/>
              <a:ext cx="526694" cy="1139708"/>
            </a:xfrm>
            <a:custGeom>
              <a:rect l="l" t="t" r="r" b="b"/>
              <a:pathLst>
                <a:path w="320" h="608">
                  <a:moveTo>
                    <a:pt x="0" y="0"/>
                  </a:moveTo>
                  <a:moveTo>
                    <a:pt x="314" y="561"/>
                  </a:moveTo>
                  <a:lnTo>
                    <a:pt x="315" y="565"/>
                  </a:lnTo>
                  <a:lnTo>
                    <a:pt x="315" y="569"/>
                  </a:lnTo>
                  <a:lnTo>
                    <a:pt x="313" y="573"/>
                  </a:lnTo>
                  <a:lnTo>
                    <a:pt x="308" y="575"/>
                  </a:lnTo>
                  <a:lnTo>
                    <a:pt x="303" y="577"/>
                  </a:lnTo>
                  <a:lnTo>
                    <a:pt x="302" y="580"/>
                  </a:lnTo>
                  <a:lnTo>
                    <a:pt x="303" y="586"/>
                  </a:lnTo>
                  <a:lnTo>
                    <a:pt x="304" y="592"/>
                  </a:lnTo>
                  <a:lnTo>
                    <a:pt x="304" y="598"/>
                  </a:lnTo>
                  <a:lnTo>
                    <a:pt x="300" y="601"/>
                  </a:lnTo>
                  <a:lnTo>
                    <a:pt x="296" y="602"/>
                  </a:lnTo>
                  <a:lnTo>
                    <a:pt x="292" y="602"/>
                  </a:lnTo>
                  <a:lnTo>
                    <a:pt x="288" y="603"/>
                  </a:lnTo>
                  <a:lnTo>
                    <a:pt x="284" y="603"/>
                  </a:lnTo>
                  <a:lnTo>
                    <a:pt x="280" y="601"/>
                  </a:lnTo>
                  <a:lnTo>
                    <a:pt x="277" y="599"/>
                  </a:lnTo>
                  <a:lnTo>
                    <a:pt x="274" y="599"/>
                  </a:lnTo>
                  <a:lnTo>
                    <a:pt x="271" y="601"/>
                  </a:lnTo>
                  <a:lnTo>
                    <a:pt x="267" y="605"/>
                  </a:lnTo>
                  <a:lnTo>
                    <a:pt x="263" y="608"/>
                  </a:lnTo>
                  <a:lnTo>
                    <a:pt x="260" y="606"/>
                  </a:lnTo>
                  <a:lnTo>
                    <a:pt x="257" y="602"/>
                  </a:lnTo>
                  <a:lnTo>
                    <a:pt x="255" y="599"/>
                  </a:lnTo>
                  <a:lnTo>
                    <a:pt x="251" y="598"/>
                  </a:lnTo>
                  <a:lnTo>
                    <a:pt x="246" y="598"/>
                  </a:lnTo>
                  <a:lnTo>
                    <a:pt x="241" y="597"/>
                  </a:lnTo>
                  <a:lnTo>
                    <a:pt x="239" y="593"/>
                  </a:lnTo>
                  <a:lnTo>
                    <a:pt x="238" y="588"/>
                  </a:lnTo>
                  <a:lnTo>
                    <a:pt x="239" y="583"/>
                  </a:lnTo>
                  <a:lnTo>
                    <a:pt x="238" y="578"/>
                  </a:lnTo>
                  <a:lnTo>
                    <a:pt x="236" y="575"/>
                  </a:lnTo>
                  <a:lnTo>
                    <a:pt x="235" y="571"/>
                  </a:lnTo>
                  <a:lnTo>
                    <a:pt x="234" y="568"/>
                  </a:lnTo>
                  <a:lnTo>
                    <a:pt x="232" y="564"/>
                  </a:lnTo>
                  <a:lnTo>
                    <a:pt x="228" y="561"/>
                  </a:lnTo>
                  <a:lnTo>
                    <a:pt x="223" y="556"/>
                  </a:lnTo>
                  <a:lnTo>
                    <a:pt x="219" y="551"/>
                  </a:lnTo>
                  <a:lnTo>
                    <a:pt x="219" y="546"/>
                  </a:lnTo>
                  <a:lnTo>
                    <a:pt x="224" y="543"/>
                  </a:lnTo>
                  <a:lnTo>
                    <a:pt x="230" y="541"/>
                  </a:lnTo>
                  <a:lnTo>
                    <a:pt x="234" y="539"/>
                  </a:lnTo>
                  <a:lnTo>
                    <a:pt x="235" y="536"/>
                  </a:lnTo>
                  <a:lnTo>
                    <a:pt x="236" y="532"/>
                  </a:lnTo>
                  <a:lnTo>
                    <a:pt x="238" y="528"/>
                  </a:lnTo>
                  <a:lnTo>
                    <a:pt x="242" y="527"/>
                  </a:lnTo>
                  <a:lnTo>
                    <a:pt x="246" y="526"/>
                  </a:lnTo>
                  <a:lnTo>
                    <a:pt x="250" y="524"/>
                  </a:lnTo>
                  <a:lnTo>
                    <a:pt x="253" y="521"/>
                  </a:lnTo>
                  <a:lnTo>
                    <a:pt x="256" y="517"/>
                  </a:lnTo>
                  <a:lnTo>
                    <a:pt x="261" y="516"/>
                  </a:lnTo>
                  <a:lnTo>
                    <a:pt x="265" y="515"/>
                  </a:lnTo>
                  <a:lnTo>
                    <a:pt x="270" y="514"/>
                  </a:lnTo>
                  <a:lnTo>
                    <a:pt x="275" y="512"/>
                  </a:lnTo>
                  <a:lnTo>
                    <a:pt x="280" y="510"/>
                  </a:lnTo>
                  <a:lnTo>
                    <a:pt x="285" y="511"/>
                  </a:lnTo>
                  <a:lnTo>
                    <a:pt x="289" y="516"/>
                  </a:lnTo>
                  <a:lnTo>
                    <a:pt x="291" y="523"/>
                  </a:lnTo>
                  <a:lnTo>
                    <a:pt x="292" y="528"/>
                  </a:lnTo>
                  <a:lnTo>
                    <a:pt x="295" y="530"/>
                  </a:lnTo>
                  <a:lnTo>
                    <a:pt x="300" y="529"/>
                  </a:lnTo>
                  <a:lnTo>
                    <a:pt x="306" y="529"/>
                  </a:lnTo>
                  <a:lnTo>
                    <a:pt x="310" y="530"/>
                  </a:lnTo>
                  <a:lnTo>
                    <a:pt x="313" y="533"/>
                  </a:lnTo>
                  <a:lnTo>
                    <a:pt x="315" y="536"/>
                  </a:lnTo>
                  <a:lnTo>
                    <a:pt x="317" y="540"/>
                  </a:lnTo>
                  <a:lnTo>
                    <a:pt x="319" y="543"/>
                  </a:lnTo>
                  <a:lnTo>
                    <a:pt x="320" y="548"/>
                  </a:lnTo>
                  <a:lnTo>
                    <a:pt x="317" y="552"/>
                  </a:lnTo>
                  <a:lnTo>
                    <a:pt x="315" y="557"/>
                  </a:lnTo>
                  <a:close/>
                </a:path>
              </a:pathLst>
            </a:custGeom>
            <a:solidFill>
              <a:srgbClr val="0072B2">
                <a:alpha val="36000"/>
              </a:srgbClr>
            </a:solidFill>
            <a:ln>
              <a:noFill/>
            </a:ln>
          </p:spPr>
          <p:txBody>
            <a:bodyPr anchor="ctr"/>
            <a:lstStyle/>
            <a:p>
              <a:pPr algn="ctr">
                <a:buNone/>
              </a:pPr>
            </a:p>
          </p:txBody>
        </p:sp>
        <p:sp>
          <p:nvSpPr>
            <p:cNvPr id="7119" name="addition:input:118">
              <a:extLst>
                <a:ext uri="{FF2B5EF4-FFF2-40B4-BE49-F238E27FC236}">
                  <ns2:creationId id="{B9C8107E-7D38-44A8-89A3-27B171BEA4D6}"/>
                </a:ext>
              </a:extLst>
            </p:cNvPr>
            <p:cNvSpPr>
              <a:spLocks noGrp="1"/>
            </p:cNvSpPr>
            <p:nvPr/>
          </p:nvSpPr>
          <p:spPr>
            <a:xfrm>
              <a:off x="209550" y="5438775"/>
              <a:ext cx="615574" cy="1094720"/>
            </a:xfrm>
            <a:custGeom>
              <a:rect l="l" t="t" r="r" b="b"/>
              <a:pathLst>
                <a:path w="374" h="584">
                  <a:moveTo>
                    <a:pt x="0" y="0"/>
                  </a:moveTo>
                  <a:moveTo>
                    <a:pt x="366" y="547"/>
                  </a:moveTo>
                  <a:lnTo>
                    <a:pt x="363" y="549"/>
                  </a:lnTo>
                  <a:lnTo>
                    <a:pt x="363" y="552"/>
                  </a:lnTo>
                  <a:lnTo>
                    <a:pt x="365" y="555"/>
                  </a:lnTo>
                  <a:lnTo>
                    <a:pt x="367" y="559"/>
                  </a:lnTo>
                  <a:lnTo>
                    <a:pt x="367" y="563"/>
                  </a:lnTo>
                  <a:lnTo>
                    <a:pt x="365" y="565"/>
                  </a:lnTo>
                  <a:lnTo>
                    <a:pt x="362" y="567"/>
                  </a:lnTo>
                  <a:lnTo>
                    <a:pt x="360" y="569"/>
                  </a:lnTo>
                  <a:lnTo>
                    <a:pt x="359" y="572"/>
                  </a:lnTo>
                  <a:lnTo>
                    <a:pt x="357" y="576"/>
                  </a:lnTo>
                  <a:lnTo>
                    <a:pt x="355" y="577"/>
                  </a:lnTo>
                  <a:lnTo>
                    <a:pt x="352" y="578"/>
                  </a:lnTo>
                  <a:lnTo>
                    <a:pt x="349" y="578"/>
                  </a:lnTo>
                  <a:lnTo>
                    <a:pt x="346" y="579"/>
                  </a:lnTo>
                  <a:lnTo>
                    <a:pt x="344" y="580"/>
                  </a:lnTo>
                  <a:lnTo>
                    <a:pt x="341" y="579"/>
                  </a:lnTo>
                  <a:lnTo>
                    <a:pt x="338" y="577"/>
                  </a:lnTo>
                  <a:lnTo>
                    <a:pt x="336" y="576"/>
                  </a:lnTo>
                  <a:lnTo>
                    <a:pt x="334" y="576"/>
                  </a:lnTo>
                  <a:lnTo>
                    <a:pt x="330" y="579"/>
                  </a:lnTo>
                  <a:lnTo>
                    <a:pt x="326" y="583"/>
                  </a:lnTo>
                  <a:lnTo>
                    <a:pt x="322" y="584"/>
                  </a:lnTo>
                  <a:lnTo>
                    <a:pt x="319" y="582"/>
                  </a:lnTo>
                  <a:lnTo>
                    <a:pt x="317" y="578"/>
                  </a:lnTo>
                  <a:lnTo>
                    <a:pt x="316" y="574"/>
                  </a:lnTo>
                  <a:lnTo>
                    <a:pt x="315" y="571"/>
                  </a:lnTo>
                  <a:lnTo>
                    <a:pt x="312" y="568"/>
                  </a:lnTo>
                  <a:lnTo>
                    <a:pt x="310" y="566"/>
                  </a:lnTo>
                  <a:lnTo>
                    <a:pt x="309" y="563"/>
                  </a:lnTo>
                  <a:lnTo>
                    <a:pt x="307" y="560"/>
                  </a:lnTo>
                  <a:lnTo>
                    <a:pt x="305" y="558"/>
                  </a:lnTo>
                  <a:lnTo>
                    <a:pt x="302" y="556"/>
                  </a:lnTo>
                  <a:lnTo>
                    <a:pt x="299" y="553"/>
                  </a:lnTo>
                  <a:lnTo>
                    <a:pt x="298" y="550"/>
                  </a:lnTo>
                  <a:lnTo>
                    <a:pt x="299" y="547"/>
                  </a:lnTo>
                  <a:lnTo>
                    <a:pt x="300" y="544"/>
                  </a:lnTo>
                  <a:lnTo>
                    <a:pt x="298" y="541"/>
                  </a:lnTo>
                  <a:lnTo>
                    <a:pt x="296" y="537"/>
                  </a:lnTo>
                  <a:lnTo>
                    <a:pt x="294" y="533"/>
                  </a:lnTo>
                  <a:lnTo>
                    <a:pt x="296" y="530"/>
                  </a:lnTo>
                  <a:lnTo>
                    <a:pt x="301" y="529"/>
                  </a:lnTo>
                  <a:lnTo>
                    <a:pt x="307" y="529"/>
                  </a:lnTo>
                  <a:lnTo>
                    <a:pt x="310" y="528"/>
                  </a:lnTo>
                  <a:lnTo>
                    <a:pt x="312" y="526"/>
                  </a:lnTo>
                  <a:lnTo>
                    <a:pt x="314" y="523"/>
                  </a:lnTo>
                  <a:lnTo>
                    <a:pt x="315" y="520"/>
                  </a:lnTo>
                  <a:lnTo>
                    <a:pt x="318" y="518"/>
                  </a:lnTo>
                  <a:lnTo>
                    <a:pt x="321" y="515"/>
                  </a:lnTo>
                  <a:lnTo>
                    <a:pt x="324" y="512"/>
                  </a:lnTo>
                  <a:lnTo>
                    <a:pt x="327" y="509"/>
                  </a:lnTo>
                  <a:lnTo>
                    <a:pt x="331" y="509"/>
                  </a:lnTo>
                  <a:lnTo>
                    <a:pt x="335" y="511"/>
                  </a:lnTo>
                  <a:lnTo>
                    <a:pt x="339" y="514"/>
                  </a:lnTo>
                  <a:lnTo>
                    <a:pt x="342" y="516"/>
                  </a:lnTo>
                  <a:lnTo>
                    <a:pt x="346" y="515"/>
                  </a:lnTo>
                  <a:lnTo>
                    <a:pt x="349" y="514"/>
                  </a:lnTo>
                  <a:lnTo>
                    <a:pt x="353" y="515"/>
                  </a:lnTo>
                  <a:lnTo>
                    <a:pt x="355" y="517"/>
                  </a:lnTo>
                  <a:lnTo>
                    <a:pt x="356" y="521"/>
                  </a:lnTo>
                  <a:lnTo>
                    <a:pt x="358" y="524"/>
                  </a:lnTo>
                  <a:lnTo>
                    <a:pt x="360" y="525"/>
                  </a:lnTo>
                  <a:lnTo>
                    <a:pt x="364" y="525"/>
                  </a:lnTo>
                  <a:lnTo>
                    <a:pt x="368" y="526"/>
                  </a:lnTo>
                  <a:lnTo>
                    <a:pt x="370" y="528"/>
                  </a:lnTo>
                  <a:lnTo>
                    <a:pt x="372" y="531"/>
                  </a:lnTo>
                  <a:lnTo>
                    <a:pt x="373" y="534"/>
                  </a:lnTo>
                  <a:lnTo>
                    <a:pt x="374" y="537"/>
                  </a:lnTo>
                  <a:lnTo>
                    <a:pt x="373" y="540"/>
                  </a:lnTo>
                  <a:lnTo>
                    <a:pt x="371" y="544"/>
                  </a:lnTo>
                  <a:close/>
                </a:path>
              </a:pathLst>
            </a:custGeom>
            <a:solidFill>
              <a:srgbClr val="0072B2">
                <a:alpha val="36000"/>
              </a:srgbClr>
            </a:solidFill>
            <a:ln>
              <a:noFill/>
            </a:ln>
          </p:spPr>
          <p:txBody>
            <a:bodyPr anchor="ctr"/>
            <a:lstStyle/>
            <a:p>
              <a:pPr algn="ctr">
                <a:buNone/>
              </a:pPr>
            </a:p>
          </p:txBody>
        </p:sp>
        <p:sp>
          <p:nvSpPr>
            <p:cNvPr id="7120" name="addition:input:119">
              <a:extLst>
                <a:ext uri="{FF2B5EF4-FFF2-40B4-BE49-F238E27FC236}">
                  <ns2:creationId id="{5AC313EE-1726-450C-90E7-632525416E39}"/>
                </a:ext>
              </a:extLst>
            </p:cNvPr>
            <p:cNvSpPr>
              <a:spLocks noGrp="1"/>
            </p:cNvSpPr>
            <p:nvPr/>
          </p:nvSpPr>
          <p:spPr>
            <a:xfrm>
              <a:off x="209550" y="5438775"/>
              <a:ext cx="681411" cy="1233434"/>
            </a:xfrm>
            <a:custGeom>
              <a:rect l="l" t="t" r="r" b="b"/>
              <a:pathLst>
                <a:path w="414" h="658">
                  <a:moveTo>
                    <a:pt x="0" y="0"/>
                  </a:moveTo>
                  <a:moveTo>
                    <a:pt x="405" y="607"/>
                  </a:moveTo>
                  <a:lnTo>
                    <a:pt x="411" y="611"/>
                  </a:lnTo>
                  <a:lnTo>
                    <a:pt x="414" y="616"/>
                  </a:lnTo>
                  <a:lnTo>
                    <a:pt x="414" y="620"/>
                  </a:lnTo>
                  <a:lnTo>
                    <a:pt x="413" y="624"/>
                  </a:lnTo>
                  <a:lnTo>
                    <a:pt x="412" y="628"/>
                  </a:lnTo>
                  <a:lnTo>
                    <a:pt x="410" y="632"/>
                  </a:lnTo>
                  <a:lnTo>
                    <a:pt x="406" y="634"/>
                  </a:lnTo>
                  <a:lnTo>
                    <a:pt x="401" y="635"/>
                  </a:lnTo>
                  <a:lnTo>
                    <a:pt x="397" y="636"/>
                  </a:lnTo>
                  <a:lnTo>
                    <a:pt x="393" y="638"/>
                  </a:lnTo>
                  <a:lnTo>
                    <a:pt x="392" y="642"/>
                  </a:lnTo>
                  <a:lnTo>
                    <a:pt x="390" y="646"/>
                  </a:lnTo>
                  <a:lnTo>
                    <a:pt x="387" y="649"/>
                  </a:lnTo>
                  <a:lnTo>
                    <a:pt x="382" y="649"/>
                  </a:lnTo>
                  <a:lnTo>
                    <a:pt x="377" y="647"/>
                  </a:lnTo>
                  <a:lnTo>
                    <a:pt x="373" y="648"/>
                  </a:lnTo>
                  <a:lnTo>
                    <a:pt x="368" y="651"/>
                  </a:lnTo>
                  <a:lnTo>
                    <a:pt x="363" y="655"/>
                  </a:lnTo>
                  <a:lnTo>
                    <a:pt x="358" y="658"/>
                  </a:lnTo>
                  <a:lnTo>
                    <a:pt x="352" y="656"/>
                  </a:lnTo>
                  <a:lnTo>
                    <a:pt x="348" y="653"/>
                  </a:lnTo>
                  <a:lnTo>
                    <a:pt x="344" y="649"/>
                  </a:lnTo>
                  <a:lnTo>
                    <a:pt x="340" y="645"/>
                  </a:lnTo>
                  <a:lnTo>
                    <a:pt x="337" y="642"/>
                  </a:lnTo>
                  <a:lnTo>
                    <a:pt x="335" y="638"/>
                  </a:lnTo>
                  <a:lnTo>
                    <a:pt x="333" y="634"/>
                  </a:lnTo>
                  <a:lnTo>
                    <a:pt x="330" y="632"/>
                  </a:lnTo>
                  <a:lnTo>
                    <a:pt x="325" y="631"/>
                  </a:lnTo>
                  <a:lnTo>
                    <a:pt x="317" y="631"/>
                  </a:lnTo>
                  <a:lnTo>
                    <a:pt x="311" y="629"/>
                  </a:lnTo>
                  <a:lnTo>
                    <a:pt x="310" y="625"/>
                  </a:lnTo>
                  <a:lnTo>
                    <a:pt x="311" y="620"/>
                  </a:lnTo>
                  <a:lnTo>
                    <a:pt x="314" y="615"/>
                  </a:lnTo>
                  <a:lnTo>
                    <a:pt x="315" y="611"/>
                  </a:lnTo>
                  <a:lnTo>
                    <a:pt x="314" y="607"/>
                  </a:lnTo>
                  <a:lnTo>
                    <a:pt x="313" y="603"/>
                  </a:lnTo>
                  <a:lnTo>
                    <a:pt x="315" y="598"/>
                  </a:lnTo>
                  <a:lnTo>
                    <a:pt x="319" y="595"/>
                  </a:lnTo>
                  <a:lnTo>
                    <a:pt x="323" y="592"/>
                  </a:lnTo>
                  <a:lnTo>
                    <a:pt x="326" y="589"/>
                  </a:lnTo>
                  <a:lnTo>
                    <a:pt x="328" y="585"/>
                  </a:lnTo>
                  <a:lnTo>
                    <a:pt x="330" y="582"/>
                  </a:lnTo>
                  <a:lnTo>
                    <a:pt x="333" y="579"/>
                  </a:lnTo>
                  <a:lnTo>
                    <a:pt x="336" y="576"/>
                  </a:lnTo>
                  <a:lnTo>
                    <a:pt x="338" y="571"/>
                  </a:lnTo>
                  <a:lnTo>
                    <a:pt x="339" y="565"/>
                  </a:lnTo>
                  <a:lnTo>
                    <a:pt x="341" y="560"/>
                  </a:lnTo>
                  <a:lnTo>
                    <a:pt x="346" y="558"/>
                  </a:lnTo>
                  <a:lnTo>
                    <a:pt x="351" y="560"/>
                  </a:lnTo>
                  <a:lnTo>
                    <a:pt x="357" y="565"/>
                  </a:lnTo>
                  <a:lnTo>
                    <a:pt x="361" y="568"/>
                  </a:lnTo>
                  <a:lnTo>
                    <a:pt x="364" y="568"/>
                  </a:lnTo>
                  <a:lnTo>
                    <a:pt x="368" y="566"/>
                  </a:lnTo>
                  <a:lnTo>
                    <a:pt x="371" y="564"/>
                  </a:lnTo>
                  <a:lnTo>
                    <a:pt x="375" y="564"/>
                  </a:lnTo>
                  <a:lnTo>
                    <a:pt x="378" y="565"/>
                  </a:lnTo>
                  <a:lnTo>
                    <a:pt x="381" y="566"/>
                  </a:lnTo>
                  <a:lnTo>
                    <a:pt x="385" y="566"/>
                  </a:lnTo>
                  <a:lnTo>
                    <a:pt x="390" y="567"/>
                  </a:lnTo>
                  <a:lnTo>
                    <a:pt x="393" y="569"/>
                  </a:lnTo>
                  <a:lnTo>
                    <a:pt x="394" y="573"/>
                  </a:lnTo>
                  <a:lnTo>
                    <a:pt x="396" y="577"/>
                  </a:lnTo>
                  <a:lnTo>
                    <a:pt x="400" y="580"/>
                  </a:lnTo>
                  <a:lnTo>
                    <a:pt x="404" y="582"/>
                  </a:lnTo>
                  <a:lnTo>
                    <a:pt x="406" y="586"/>
                  </a:lnTo>
                  <a:lnTo>
                    <a:pt x="405" y="591"/>
                  </a:lnTo>
                  <a:lnTo>
                    <a:pt x="402" y="596"/>
                  </a:lnTo>
                  <a:lnTo>
                    <a:pt x="399" y="600"/>
                  </a:lnTo>
                  <a:lnTo>
                    <a:pt x="400" y="603"/>
                  </a:lnTo>
                  <a:close/>
                </a:path>
              </a:pathLst>
            </a:custGeom>
            <a:solidFill>
              <a:srgbClr val="0072B2">
                <a:alpha val="36000"/>
              </a:srgbClr>
            </a:solidFill>
            <a:ln>
              <a:noFill/>
            </a:ln>
          </p:spPr>
          <p:txBody>
            <a:bodyPr anchor="ctr"/>
            <a:lstStyle/>
            <a:p>
              <a:pPr algn="ctr">
                <a:buNone/>
              </a:pPr>
            </a:p>
          </p:txBody>
        </p:sp>
        <p:sp>
          <p:nvSpPr>
            <p:cNvPr id="7121" name="addition:input:120">
              <a:extLst>
                <a:ext uri="{FF2B5EF4-FFF2-40B4-BE49-F238E27FC236}">
                  <ns2:creationId id="{B15E4C44-DAE8-449A-8714-72758EB5894A}"/>
                </a:ext>
              </a:extLst>
            </p:cNvPr>
            <p:cNvSpPr>
              <a:spLocks noGrp="1"/>
            </p:cNvSpPr>
            <p:nvPr/>
          </p:nvSpPr>
          <p:spPr>
            <a:xfrm>
              <a:off x="209550" y="5438775"/>
              <a:ext cx="569488" cy="1259677"/>
            </a:xfrm>
            <a:custGeom>
              <a:rect l="l" t="t" r="r" b="b"/>
              <a:pathLst>
                <a:path w="346" h="672">
                  <a:moveTo>
                    <a:pt x="0" y="0"/>
                  </a:moveTo>
                  <a:moveTo>
                    <a:pt x="341" y="633"/>
                  </a:moveTo>
                  <a:lnTo>
                    <a:pt x="339" y="636"/>
                  </a:lnTo>
                  <a:lnTo>
                    <a:pt x="335" y="639"/>
                  </a:lnTo>
                  <a:lnTo>
                    <a:pt x="331" y="641"/>
                  </a:lnTo>
                  <a:lnTo>
                    <a:pt x="329" y="644"/>
                  </a:lnTo>
                  <a:lnTo>
                    <a:pt x="328" y="647"/>
                  </a:lnTo>
                  <a:lnTo>
                    <a:pt x="330" y="652"/>
                  </a:lnTo>
                  <a:lnTo>
                    <a:pt x="331" y="657"/>
                  </a:lnTo>
                  <a:lnTo>
                    <a:pt x="329" y="660"/>
                  </a:lnTo>
                  <a:lnTo>
                    <a:pt x="324" y="662"/>
                  </a:lnTo>
                  <a:lnTo>
                    <a:pt x="320" y="662"/>
                  </a:lnTo>
                  <a:lnTo>
                    <a:pt x="316" y="664"/>
                  </a:lnTo>
                  <a:lnTo>
                    <a:pt x="314" y="667"/>
                  </a:lnTo>
                  <a:lnTo>
                    <a:pt x="312" y="671"/>
                  </a:lnTo>
                  <a:lnTo>
                    <a:pt x="308" y="672"/>
                  </a:lnTo>
                  <a:lnTo>
                    <a:pt x="304" y="671"/>
                  </a:lnTo>
                  <a:lnTo>
                    <a:pt x="301" y="669"/>
                  </a:lnTo>
                  <a:lnTo>
                    <a:pt x="298" y="668"/>
                  </a:lnTo>
                  <a:lnTo>
                    <a:pt x="295" y="667"/>
                  </a:lnTo>
                  <a:lnTo>
                    <a:pt x="292" y="667"/>
                  </a:lnTo>
                  <a:lnTo>
                    <a:pt x="289" y="666"/>
                  </a:lnTo>
                  <a:lnTo>
                    <a:pt x="287" y="665"/>
                  </a:lnTo>
                  <a:lnTo>
                    <a:pt x="283" y="666"/>
                  </a:lnTo>
                  <a:lnTo>
                    <a:pt x="279" y="668"/>
                  </a:lnTo>
                  <a:lnTo>
                    <a:pt x="273" y="669"/>
                  </a:lnTo>
                  <a:lnTo>
                    <a:pt x="269" y="668"/>
                  </a:lnTo>
                  <a:lnTo>
                    <a:pt x="268" y="664"/>
                  </a:lnTo>
                  <a:lnTo>
                    <a:pt x="268" y="658"/>
                  </a:lnTo>
                  <a:lnTo>
                    <a:pt x="269" y="653"/>
                  </a:lnTo>
                  <a:lnTo>
                    <a:pt x="268" y="650"/>
                  </a:lnTo>
                  <a:lnTo>
                    <a:pt x="265" y="648"/>
                  </a:lnTo>
                  <a:lnTo>
                    <a:pt x="262" y="646"/>
                  </a:lnTo>
                  <a:lnTo>
                    <a:pt x="261" y="642"/>
                  </a:lnTo>
                  <a:lnTo>
                    <a:pt x="261" y="639"/>
                  </a:lnTo>
                  <a:lnTo>
                    <a:pt x="260" y="636"/>
                  </a:lnTo>
                  <a:lnTo>
                    <a:pt x="258" y="633"/>
                  </a:lnTo>
                  <a:lnTo>
                    <a:pt x="256" y="629"/>
                  </a:lnTo>
                  <a:lnTo>
                    <a:pt x="255" y="626"/>
                  </a:lnTo>
                  <a:lnTo>
                    <a:pt x="255" y="622"/>
                  </a:lnTo>
                  <a:lnTo>
                    <a:pt x="256" y="619"/>
                  </a:lnTo>
                  <a:lnTo>
                    <a:pt x="256" y="615"/>
                  </a:lnTo>
                  <a:lnTo>
                    <a:pt x="256" y="611"/>
                  </a:lnTo>
                  <a:lnTo>
                    <a:pt x="257" y="607"/>
                  </a:lnTo>
                  <a:lnTo>
                    <a:pt x="260" y="605"/>
                  </a:lnTo>
                  <a:lnTo>
                    <a:pt x="266" y="606"/>
                  </a:lnTo>
                  <a:lnTo>
                    <a:pt x="272" y="607"/>
                  </a:lnTo>
                  <a:lnTo>
                    <a:pt x="276" y="607"/>
                  </a:lnTo>
                  <a:lnTo>
                    <a:pt x="277" y="604"/>
                  </a:lnTo>
                  <a:lnTo>
                    <a:pt x="279" y="599"/>
                  </a:lnTo>
                  <a:lnTo>
                    <a:pt x="281" y="595"/>
                  </a:lnTo>
                  <a:lnTo>
                    <a:pt x="285" y="593"/>
                  </a:lnTo>
                  <a:lnTo>
                    <a:pt x="289" y="592"/>
                  </a:lnTo>
                  <a:lnTo>
                    <a:pt x="294" y="592"/>
                  </a:lnTo>
                  <a:lnTo>
                    <a:pt x="298" y="591"/>
                  </a:lnTo>
                  <a:lnTo>
                    <a:pt x="303" y="592"/>
                  </a:lnTo>
                  <a:lnTo>
                    <a:pt x="307" y="594"/>
                  </a:lnTo>
                  <a:lnTo>
                    <a:pt x="311" y="598"/>
                  </a:lnTo>
                  <a:lnTo>
                    <a:pt x="314" y="600"/>
                  </a:lnTo>
                  <a:lnTo>
                    <a:pt x="318" y="601"/>
                  </a:lnTo>
                  <a:lnTo>
                    <a:pt x="323" y="601"/>
                  </a:lnTo>
                  <a:lnTo>
                    <a:pt x="326" y="602"/>
                  </a:lnTo>
                  <a:lnTo>
                    <a:pt x="328" y="606"/>
                  </a:lnTo>
                  <a:lnTo>
                    <a:pt x="328" y="610"/>
                  </a:lnTo>
                  <a:lnTo>
                    <a:pt x="330" y="613"/>
                  </a:lnTo>
                  <a:lnTo>
                    <a:pt x="333" y="615"/>
                  </a:lnTo>
                  <a:lnTo>
                    <a:pt x="339" y="616"/>
                  </a:lnTo>
                  <a:lnTo>
                    <a:pt x="344" y="618"/>
                  </a:lnTo>
                  <a:lnTo>
                    <a:pt x="346" y="621"/>
                  </a:lnTo>
                  <a:lnTo>
                    <a:pt x="345" y="625"/>
                  </a:lnTo>
                  <a:lnTo>
                    <a:pt x="343" y="629"/>
                  </a:lnTo>
                  <a:close/>
                </a:path>
              </a:pathLst>
            </a:custGeom>
            <a:solidFill>
              <a:srgbClr val="0072B2">
                <a:alpha val="36000"/>
              </a:srgbClr>
            </a:solidFill>
            <a:ln>
              <a:noFill/>
            </a:ln>
          </p:spPr>
          <p:txBody>
            <a:bodyPr anchor="ctr"/>
            <a:lstStyle/>
            <a:p>
              <a:pPr algn="ctr">
                <a:buNone/>
              </a:pPr>
            </a:p>
          </p:txBody>
        </p:sp>
        <p:sp>
          <p:nvSpPr>
            <p:cNvPr id="7122" name="addition:input:121">
              <a:extLst>
                <a:ext uri="{FF2B5EF4-FFF2-40B4-BE49-F238E27FC236}">
                  <ns2:creationId id="{68A9CBA0-B858-49AF-A788-031CF3C837DC}"/>
                </a:ext>
              </a:extLst>
            </p:cNvPr>
            <p:cNvSpPr>
              <a:spLocks noGrp="1"/>
            </p:cNvSpPr>
            <p:nvPr/>
          </p:nvSpPr>
          <p:spPr>
            <a:xfrm>
              <a:off x="209550" y="5438775"/>
              <a:ext cx="511881" cy="1132210"/>
            </a:xfrm>
            <a:custGeom>
              <a:rect l="l" t="t" r="r" b="b"/>
              <a:pathLst>
                <a:path w="311" h="604">
                  <a:moveTo>
                    <a:pt x="0" y="0"/>
                  </a:moveTo>
                  <a:moveTo>
                    <a:pt x="303" y="565"/>
                  </a:moveTo>
                  <a:lnTo>
                    <a:pt x="307" y="568"/>
                  </a:lnTo>
                  <a:lnTo>
                    <a:pt x="310" y="571"/>
                  </a:lnTo>
                  <a:lnTo>
                    <a:pt x="311" y="575"/>
                  </a:lnTo>
                  <a:lnTo>
                    <a:pt x="309" y="578"/>
                  </a:lnTo>
                  <a:lnTo>
                    <a:pt x="307" y="580"/>
                  </a:lnTo>
                  <a:lnTo>
                    <a:pt x="305" y="582"/>
                  </a:lnTo>
                  <a:lnTo>
                    <a:pt x="304" y="585"/>
                  </a:lnTo>
                  <a:lnTo>
                    <a:pt x="303" y="588"/>
                  </a:lnTo>
                  <a:lnTo>
                    <a:pt x="301" y="590"/>
                  </a:lnTo>
                  <a:lnTo>
                    <a:pt x="299" y="591"/>
                  </a:lnTo>
                  <a:lnTo>
                    <a:pt x="296" y="591"/>
                  </a:lnTo>
                  <a:lnTo>
                    <a:pt x="293" y="593"/>
                  </a:lnTo>
                  <a:lnTo>
                    <a:pt x="291" y="594"/>
                  </a:lnTo>
                  <a:lnTo>
                    <a:pt x="289" y="595"/>
                  </a:lnTo>
                  <a:lnTo>
                    <a:pt x="286" y="596"/>
                  </a:lnTo>
                  <a:lnTo>
                    <a:pt x="283" y="595"/>
                  </a:lnTo>
                  <a:lnTo>
                    <a:pt x="280" y="597"/>
                  </a:lnTo>
                  <a:lnTo>
                    <a:pt x="277" y="600"/>
                  </a:lnTo>
                  <a:lnTo>
                    <a:pt x="273" y="604"/>
                  </a:lnTo>
                  <a:lnTo>
                    <a:pt x="269" y="604"/>
                  </a:lnTo>
                  <a:lnTo>
                    <a:pt x="266" y="602"/>
                  </a:lnTo>
                  <a:lnTo>
                    <a:pt x="264" y="597"/>
                  </a:lnTo>
                  <a:lnTo>
                    <a:pt x="262" y="592"/>
                  </a:lnTo>
                  <a:lnTo>
                    <a:pt x="260" y="590"/>
                  </a:lnTo>
                  <a:lnTo>
                    <a:pt x="257" y="589"/>
                  </a:lnTo>
                  <a:lnTo>
                    <a:pt x="254" y="588"/>
                  </a:lnTo>
                  <a:lnTo>
                    <a:pt x="251" y="586"/>
                  </a:lnTo>
                  <a:lnTo>
                    <a:pt x="249" y="584"/>
                  </a:lnTo>
                  <a:lnTo>
                    <a:pt x="247" y="582"/>
                  </a:lnTo>
                  <a:lnTo>
                    <a:pt x="244" y="580"/>
                  </a:lnTo>
                  <a:lnTo>
                    <a:pt x="241" y="577"/>
                  </a:lnTo>
                  <a:lnTo>
                    <a:pt x="240" y="574"/>
                  </a:lnTo>
                  <a:lnTo>
                    <a:pt x="241" y="571"/>
                  </a:lnTo>
                  <a:lnTo>
                    <a:pt x="242" y="568"/>
                  </a:lnTo>
                  <a:lnTo>
                    <a:pt x="241" y="565"/>
                  </a:lnTo>
                  <a:lnTo>
                    <a:pt x="240" y="561"/>
                  </a:lnTo>
                  <a:lnTo>
                    <a:pt x="240" y="558"/>
                  </a:lnTo>
                  <a:lnTo>
                    <a:pt x="242" y="555"/>
                  </a:lnTo>
                  <a:lnTo>
                    <a:pt x="247" y="553"/>
                  </a:lnTo>
                  <a:lnTo>
                    <a:pt x="251" y="552"/>
                  </a:lnTo>
                  <a:lnTo>
                    <a:pt x="254" y="550"/>
                  </a:lnTo>
                  <a:lnTo>
                    <a:pt x="254" y="547"/>
                  </a:lnTo>
                  <a:lnTo>
                    <a:pt x="254" y="543"/>
                  </a:lnTo>
                  <a:lnTo>
                    <a:pt x="255" y="539"/>
                  </a:lnTo>
                  <a:lnTo>
                    <a:pt x="257" y="536"/>
                  </a:lnTo>
                  <a:lnTo>
                    <a:pt x="259" y="534"/>
                  </a:lnTo>
                  <a:lnTo>
                    <a:pt x="262" y="531"/>
                  </a:lnTo>
                  <a:lnTo>
                    <a:pt x="265" y="529"/>
                  </a:lnTo>
                  <a:lnTo>
                    <a:pt x="268" y="529"/>
                  </a:lnTo>
                  <a:lnTo>
                    <a:pt x="272" y="531"/>
                  </a:lnTo>
                  <a:lnTo>
                    <a:pt x="275" y="534"/>
                  </a:lnTo>
                  <a:lnTo>
                    <a:pt x="277" y="535"/>
                  </a:lnTo>
                  <a:lnTo>
                    <a:pt x="280" y="534"/>
                  </a:lnTo>
                  <a:lnTo>
                    <a:pt x="282" y="531"/>
                  </a:lnTo>
                  <a:lnTo>
                    <a:pt x="285" y="531"/>
                  </a:lnTo>
                  <a:lnTo>
                    <a:pt x="287" y="532"/>
                  </a:lnTo>
                  <a:lnTo>
                    <a:pt x="289" y="535"/>
                  </a:lnTo>
                  <a:lnTo>
                    <a:pt x="290" y="537"/>
                  </a:lnTo>
                  <a:lnTo>
                    <a:pt x="293" y="537"/>
                  </a:lnTo>
                  <a:lnTo>
                    <a:pt x="297" y="537"/>
                  </a:lnTo>
                  <a:lnTo>
                    <a:pt x="300" y="537"/>
                  </a:lnTo>
                  <a:lnTo>
                    <a:pt x="302" y="539"/>
                  </a:lnTo>
                  <a:lnTo>
                    <a:pt x="303" y="543"/>
                  </a:lnTo>
                  <a:lnTo>
                    <a:pt x="304" y="546"/>
                  </a:lnTo>
                  <a:lnTo>
                    <a:pt x="304" y="549"/>
                  </a:lnTo>
                  <a:lnTo>
                    <a:pt x="304" y="553"/>
                  </a:lnTo>
                  <a:lnTo>
                    <a:pt x="303" y="556"/>
                  </a:lnTo>
                  <a:lnTo>
                    <a:pt x="301" y="559"/>
                  </a:lnTo>
                  <a:lnTo>
                    <a:pt x="301" y="562"/>
                  </a:lnTo>
                  <a:close/>
                </a:path>
              </a:pathLst>
            </a:custGeom>
            <a:solidFill>
              <a:srgbClr val="0F7AB7">
                <a:alpha val="32000"/>
              </a:srgbClr>
            </a:solidFill>
            <a:ln>
              <a:noFill/>
            </a:ln>
          </p:spPr>
          <p:txBody>
            <a:bodyPr anchor="ctr"/>
            <a:lstStyle/>
            <a:p>
              <a:pPr algn="ctr">
                <a:buNone/>
              </a:pPr>
            </a:p>
          </p:txBody>
        </p:sp>
        <p:sp>
          <p:nvSpPr>
            <p:cNvPr id="7123" name="addition:input:122">
              <a:extLst>
                <a:ext uri="{FF2B5EF4-FFF2-40B4-BE49-F238E27FC236}">
                  <ns2:creationId id="{D3A6404C-A6D5-4E9E-B29B-9387556B20F5}"/>
                </a:ext>
              </a:extLst>
            </p:cNvPr>
            <p:cNvSpPr>
              <a:spLocks noGrp="1"/>
            </p:cNvSpPr>
            <p:nvPr/>
          </p:nvSpPr>
          <p:spPr>
            <a:xfrm>
              <a:off x="209550" y="5438775"/>
              <a:ext cx="643555" cy="1212814"/>
            </a:xfrm>
            <a:custGeom>
              <a:rect l="l" t="t" r="r" b="b"/>
              <a:pathLst>
                <a:path w="391" h="647">
                  <a:moveTo>
                    <a:pt x="0" y="0"/>
                  </a:moveTo>
                  <a:moveTo>
                    <a:pt x="391" y="615"/>
                  </a:moveTo>
                  <a:lnTo>
                    <a:pt x="391" y="618"/>
                  </a:lnTo>
                  <a:lnTo>
                    <a:pt x="387" y="621"/>
                  </a:lnTo>
                  <a:lnTo>
                    <a:pt x="382" y="622"/>
                  </a:lnTo>
                  <a:lnTo>
                    <a:pt x="378" y="624"/>
                  </a:lnTo>
                  <a:lnTo>
                    <a:pt x="377" y="626"/>
                  </a:lnTo>
                  <a:lnTo>
                    <a:pt x="377" y="629"/>
                  </a:lnTo>
                  <a:lnTo>
                    <a:pt x="376" y="632"/>
                  </a:lnTo>
                  <a:lnTo>
                    <a:pt x="375" y="635"/>
                  </a:lnTo>
                  <a:lnTo>
                    <a:pt x="372" y="636"/>
                  </a:lnTo>
                  <a:lnTo>
                    <a:pt x="370" y="638"/>
                  </a:lnTo>
                  <a:lnTo>
                    <a:pt x="367" y="641"/>
                  </a:lnTo>
                  <a:lnTo>
                    <a:pt x="365" y="643"/>
                  </a:lnTo>
                  <a:lnTo>
                    <a:pt x="362" y="644"/>
                  </a:lnTo>
                  <a:lnTo>
                    <a:pt x="359" y="644"/>
                  </a:lnTo>
                  <a:lnTo>
                    <a:pt x="355" y="644"/>
                  </a:lnTo>
                  <a:lnTo>
                    <a:pt x="352" y="645"/>
                  </a:lnTo>
                  <a:lnTo>
                    <a:pt x="349" y="647"/>
                  </a:lnTo>
                  <a:lnTo>
                    <a:pt x="346" y="647"/>
                  </a:lnTo>
                  <a:lnTo>
                    <a:pt x="344" y="645"/>
                  </a:lnTo>
                  <a:lnTo>
                    <a:pt x="342" y="641"/>
                  </a:lnTo>
                  <a:lnTo>
                    <a:pt x="340" y="638"/>
                  </a:lnTo>
                  <a:lnTo>
                    <a:pt x="339" y="638"/>
                  </a:lnTo>
                  <a:lnTo>
                    <a:pt x="335" y="639"/>
                  </a:lnTo>
                  <a:lnTo>
                    <a:pt x="331" y="641"/>
                  </a:lnTo>
                  <a:lnTo>
                    <a:pt x="328" y="641"/>
                  </a:lnTo>
                  <a:lnTo>
                    <a:pt x="326" y="639"/>
                  </a:lnTo>
                  <a:lnTo>
                    <a:pt x="324" y="637"/>
                  </a:lnTo>
                  <a:lnTo>
                    <a:pt x="323" y="634"/>
                  </a:lnTo>
                  <a:lnTo>
                    <a:pt x="322" y="631"/>
                  </a:lnTo>
                  <a:lnTo>
                    <a:pt x="322" y="628"/>
                  </a:lnTo>
                  <a:lnTo>
                    <a:pt x="323" y="625"/>
                  </a:lnTo>
                  <a:lnTo>
                    <a:pt x="325" y="622"/>
                  </a:lnTo>
                  <a:lnTo>
                    <a:pt x="325" y="620"/>
                  </a:lnTo>
                  <a:lnTo>
                    <a:pt x="323" y="617"/>
                  </a:lnTo>
                  <a:lnTo>
                    <a:pt x="320" y="615"/>
                  </a:lnTo>
                  <a:lnTo>
                    <a:pt x="319" y="612"/>
                  </a:lnTo>
                  <a:lnTo>
                    <a:pt x="321" y="610"/>
                  </a:lnTo>
                  <a:lnTo>
                    <a:pt x="323" y="607"/>
                  </a:lnTo>
                  <a:lnTo>
                    <a:pt x="324" y="605"/>
                  </a:lnTo>
                  <a:lnTo>
                    <a:pt x="323" y="602"/>
                  </a:lnTo>
                  <a:lnTo>
                    <a:pt x="321" y="598"/>
                  </a:lnTo>
                  <a:lnTo>
                    <a:pt x="320" y="595"/>
                  </a:lnTo>
                  <a:lnTo>
                    <a:pt x="322" y="593"/>
                  </a:lnTo>
                  <a:lnTo>
                    <a:pt x="326" y="592"/>
                  </a:lnTo>
                  <a:lnTo>
                    <a:pt x="329" y="592"/>
                  </a:lnTo>
                  <a:lnTo>
                    <a:pt x="332" y="591"/>
                  </a:lnTo>
                  <a:lnTo>
                    <a:pt x="334" y="590"/>
                  </a:lnTo>
                  <a:lnTo>
                    <a:pt x="337" y="590"/>
                  </a:lnTo>
                  <a:lnTo>
                    <a:pt x="339" y="590"/>
                  </a:lnTo>
                  <a:lnTo>
                    <a:pt x="342" y="590"/>
                  </a:lnTo>
                  <a:lnTo>
                    <a:pt x="344" y="587"/>
                  </a:lnTo>
                  <a:lnTo>
                    <a:pt x="346" y="583"/>
                  </a:lnTo>
                  <a:lnTo>
                    <a:pt x="350" y="581"/>
                  </a:lnTo>
                  <a:lnTo>
                    <a:pt x="353" y="581"/>
                  </a:lnTo>
                  <a:lnTo>
                    <a:pt x="356" y="584"/>
                  </a:lnTo>
                  <a:lnTo>
                    <a:pt x="359" y="587"/>
                  </a:lnTo>
                  <a:lnTo>
                    <a:pt x="361" y="588"/>
                  </a:lnTo>
                  <a:lnTo>
                    <a:pt x="365" y="589"/>
                  </a:lnTo>
                  <a:lnTo>
                    <a:pt x="369" y="589"/>
                  </a:lnTo>
                  <a:lnTo>
                    <a:pt x="371" y="591"/>
                  </a:lnTo>
                  <a:lnTo>
                    <a:pt x="373" y="594"/>
                  </a:lnTo>
                  <a:lnTo>
                    <a:pt x="374" y="597"/>
                  </a:lnTo>
                  <a:lnTo>
                    <a:pt x="376" y="599"/>
                  </a:lnTo>
                  <a:lnTo>
                    <a:pt x="378" y="601"/>
                  </a:lnTo>
                  <a:lnTo>
                    <a:pt x="380" y="603"/>
                  </a:lnTo>
                  <a:lnTo>
                    <a:pt x="382" y="605"/>
                  </a:lnTo>
                  <a:lnTo>
                    <a:pt x="384" y="607"/>
                  </a:lnTo>
                  <a:lnTo>
                    <a:pt x="386" y="609"/>
                  </a:lnTo>
                  <a:lnTo>
                    <a:pt x="389" y="612"/>
                  </a:lnTo>
                  <a:close/>
                </a:path>
              </a:pathLst>
            </a:custGeom>
            <a:solidFill>
              <a:srgbClr val="0F7AB7">
                <a:alpha val="32000"/>
              </a:srgbClr>
            </a:solidFill>
            <a:ln>
              <a:noFill/>
            </a:ln>
          </p:spPr>
          <p:txBody>
            <a:bodyPr anchor="ctr"/>
            <a:lstStyle/>
            <a:p>
              <a:pPr algn="ctr">
                <a:buNone/>
              </a:pPr>
            </a:p>
          </p:txBody>
        </p:sp>
        <p:sp>
          <p:nvSpPr>
            <p:cNvPr id="7124" name="addition:input:123">
              <a:extLst>
                <a:ext uri="{FF2B5EF4-FFF2-40B4-BE49-F238E27FC236}">
                  <ns2:creationId id="{0389E786-E42E-49D5-8C52-23AF16640A30}"/>
                </a:ext>
              </a:extLst>
            </p:cNvPr>
            <p:cNvSpPr>
              <a:spLocks noGrp="1"/>
            </p:cNvSpPr>
            <p:nvPr/>
          </p:nvSpPr>
          <p:spPr>
            <a:xfrm>
              <a:off x="209550" y="5438775"/>
              <a:ext cx="722559" cy="1165951"/>
            </a:xfrm>
            <a:custGeom>
              <a:rect l="l" t="t" r="r" b="b"/>
              <a:pathLst>
                <a:path w="439" h="622">
                  <a:moveTo>
                    <a:pt x="0" y="0"/>
                  </a:moveTo>
                  <a:moveTo>
                    <a:pt x="439" y="594"/>
                  </a:moveTo>
                  <a:lnTo>
                    <a:pt x="439" y="597"/>
                  </a:lnTo>
                  <a:lnTo>
                    <a:pt x="437" y="599"/>
                  </a:lnTo>
                  <a:lnTo>
                    <a:pt x="434" y="601"/>
                  </a:lnTo>
                  <a:lnTo>
                    <a:pt x="432" y="603"/>
                  </a:lnTo>
                  <a:lnTo>
                    <a:pt x="431" y="605"/>
                  </a:lnTo>
                  <a:lnTo>
                    <a:pt x="430" y="607"/>
                  </a:lnTo>
                  <a:lnTo>
                    <a:pt x="429" y="609"/>
                  </a:lnTo>
                  <a:lnTo>
                    <a:pt x="428" y="611"/>
                  </a:lnTo>
                  <a:lnTo>
                    <a:pt x="428" y="614"/>
                  </a:lnTo>
                  <a:lnTo>
                    <a:pt x="427" y="617"/>
                  </a:lnTo>
                  <a:lnTo>
                    <a:pt x="426" y="621"/>
                  </a:lnTo>
                  <a:lnTo>
                    <a:pt x="424" y="622"/>
                  </a:lnTo>
                  <a:lnTo>
                    <a:pt x="422" y="622"/>
                  </a:lnTo>
                  <a:lnTo>
                    <a:pt x="419" y="619"/>
                  </a:lnTo>
                  <a:lnTo>
                    <a:pt x="416" y="617"/>
                  </a:lnTo>
                  <a:lnTo>
                    <a:pt x="415" y="618"/>
                  </a:lnTo>
                  <a:lnTo>
                    <a:pt x="413" y="619"/>
                  </a:lnTo>
                  <a:lnTo>
                    <a:pt x="412" y="621"/>
                  </a:lnTo>
                  <a:lnTo>
                    <a:pt x="410" y="621"/>
                  </a:lnTo>
                  <a:lnTo>
                    <a:pt x="408" y="619"/>
                  </a:lnTo>
                  <a:lnTo>
                    <a:pt x="407" y="619"/>
                  </a:lnTo>
                  <a:lnTo>
                    <a:pt x="405" y="618"/>
                  </a:lnTo>
                  <a:lnTo>
                    <a:pt x="403" y="619"/>
                  </a:lnTo>
                  <a:lnTo>
                    <a:pt x="401" y="618"/>
                  </a:lnTo>
                  <a:lnTo>
                    <a:pt x="400" y="616"/>
                  </a:lnTo>
                  <a:lnTo>
                    <a:pt x="398" y="614"/>
                  </a:lnTo>
                  <a:lnTo>
                    <a:pt x="397" y="613"/>
                  </a:lnTo>
                  <a:lnTo>
                    <a:pt x="395" y="611"/>
                  </a:lnTo>
                  <a:lnTo>
                    <a:pt x="393" y="609"/>
                  </a:lnTo>
                  <a:lnTo>
                    <a:pt x="394" y="606"/>
                  </a:lnTo>
                  <a:lnTo>
                    <a:pt x="395" y="603"/>
                  </a:lnTo>
                  <a:lnTo>
                    <a:pt x="397" y="600"/>
                  </a:lnTo>
                  <a:lnTo>
                    <a:pt x="396" y="598"/>
                  </a:lnTo>
                  <a:lnTo>
                    <a:pt x="394" y="596"/>
                  </a:lnTo>
                  <a:lnTo>
                    <a:pt x="391" y="594"/>
                  </a:lnTo>
                  <a:lnTo>
                    <a:pt x="389" y="592"/>
                  </a:lnTo>
                  <a:lnTo>
                    <a:pt x="388" y="589"/>
                  </a:lnTo>
                  <a:lnTo>
                    <a:pt x="389" y="587"/>
                  </a:lnTo>
                  <a:lnTo>
                    <a:pt x="390" y="584"/>
                  </a:lnTo>
                  <a:lnTo>
                    <a:pt x="390" y="582"/>
                  </a:lnTo>
                  <a:lnTo>
                    <a:pt x="391" y="580"/>
                  </a:lnTo>
                  <a:lnTo>
                    <a:pt x="393" y="578"/>
                  </a:lnTo>
                  <a:lnTo>
                    <a:pt x="395" y="578"/>
                  </a:lnTo>
                  <a:lnTo>
                    <a:pt x="397" y="577"/>
                  </a:lnTo>
                  <a:lnTo>
                    <a:pt x="398" y="575"/>
                  </a:lnTo>
                  <a:lnTo>
                    <a:pt x="399" y="572"/>
                  </a:lnTo>
                  <a:lnTo>
                    <a:pt x="400" y="571"/>
                  </a:lnTo>
                  <a:lnTo>
                    <a:pt x="403" y="571"/>
                  </a:lnTo>
                  <a:lnTo>
                    <a:pt x="405" y="571"/>
                  </a:lnTo>
                  <a:lnTo>
                    <a:pt x="407" y="571"/>
                  </a:lnTo>
                  <a:lnTo>
                    <a:pt x="409" y="569"/>
                  </a:lnTo>
                  <a:lnTo>
                    <a:pt x="411" y="566"/>
                  </a:lnTo>
                  <a:lnTo>
                    <a:pt x="414" y="563"/>
                  </a:lnTo>
                  <a:lnTo>
                    <a:pt x="417" y="563"/>
                  </a:lnTo>
                  <a:lnTo>
                    <a:pt x="419" y="566"/>
                  </a:lnTo>
                  <a:lnTo>
                    <a:pt x="421" y="568"/>
                  </a:lnTo>
                  <a:lnTo>
                    <a:pt x="423" y="570"/>
                  </a:lnTo>
                  <a:lnTo>
                    <a:pt x="425" y="572"/>
                  </a:lnTo>
                  <a:lnTo>
                    <a:pt x="426" y="574"/>
                  </a:lnTo>
                  <a:lnTo>
                    <a:pt x="427" y="576"/>
                  </a:lnTo>
                  <a:lnTo>
                    <a:pt x="429" y="578"/>
                  </a:lnTo>
                  <a:lnTo>
                    <a:pt x="431" y="578"/>
                  </a:lnTo>
                  <a:lnTo>
                    <a:pt x="434" y="578"/>
                  </a:lnTo>
                  <a:lnTo>
                    <a:pt x="437" y="579"/>
                  </a:lnTo>
                  <a:lnTo>
                    <a:pt x="438" y="581"/>
                  </a:lnTo>
                  <a:lnTo>
                    <a:pt x="438" y="584"/>
                  </a:lnTo>
                  <a:lnTo>
                    <a:pt x="437" y="587"/>
                  </a:lnTo>
                  <a:lnTo>
                    <a:pt x="437" y="590"/>
                  </a:lnTo>
                  <a:lnTo>
                    <a:pt x="438" y="592"/>
                  </a:lnTo>
                  <a:close/>
                </a:path>
              </a:pathLst>
            </a:custGeom>
            <a:solidFill>
              <a:srgbClr val="59A3CD">
                <a:alpha val="24000"/>
              </a:srgbClr>
            </a:solidFill>
            <a:ln>
              <a:noFill/>
            </a:ln>
          </p:spPr>
          <p:txBody>
            <a:bodyPr anchor="ctr"/>
            <a:lstStyle/>
            <a:p>
              <a:pPr algn="ctr">
                <a:buNone/>
              </a:pPr>
            </a:p>
          </p:txBody>
        </p:sp>
        <p:sp>
          <p:nvSpPr>
            <p:cNvPr id="7125" name="addition:input:124">
              <a:extLst>
                <a:ext uri="{FF2B5EF4-FFF2-40B4-BE49-F238E27FC236}">
                  <ns2:creationId id="{44106A9E-B62F-40BB-A9F5-371DE1C128B9}"/>
                </a:ext>
              </a:extLst>
            </p:cNvPr>
            <p:cNvSpPr>
              <a:spLocks noGrp="1"/>
            </p:cNvSpPr>
            <p:nvPr/>
          </p:nvSpPr>
          <p:spPr>
            <a:xfrm>
              <a:off x="209550" y="5438775"/>
              <a:ext cx="683057" cy="1304666"/>
            </a:xfrm>
            <a:custGeom>
              <a:rect l="l" t="t" r="r" b="b"/>
              <a:pathLst>
                <a:path w="415" h="696">
                  <a:moveTo>
                    <a:pt x="0" y="0"/>
                  </a:moveTo>
                  <a:moveTo>
                    <a:pt x="412" y="663"/>
                  </a:moveTo>
                  <a:lnTo>
                    <a:pt x="409" y="666"/>
                  </a:lnTo>
                  <a:lnTo>
                    <a:pt x="407" y="668"/>
                  </a:lnTo>
                  <a:lnTo>
                    <a:pt x="407" y="670"/>
                  </a:lnTo>
                  <a:lnTo>
                    <a:pt x="407" y="673"/>
                  </a:lnTo>
                  <a:lnTo>
                    <a:pt x="406" y="676"/>
                  </a:lnTo>
                  <a:lnTo>
                    <a:pt x="404" y="678"/>
                  </a:lnTo>
                  <a:lnTo>
                    <a:pt x="401" y="679"/>
                  </a:lnTo>
                  <a:lnTo>
                    <a:pt x="399" y="681"/>
                  </a:lnTo>
                  <a:lnTo>
                    <a:pt x="398" y="683"/>
                  </a:lnTo>
                  <a:lnTo>
                    <a:pt x="397" y="686"/>
                  </a:lnTo>
                  <a:lnTo>
                    <a:pt x="395" y="688"/>
                  </a:lnTo>
                  <a:lnTo>
                    <a:pt x="393" y="690"/>
                  </a:lnTo>
                  <a:lnTo>
                    <a:pt x="391" y="692"/>
                  </a:lnTo>
                  <a:lnTo>
                    <a:pt x="388" y="694"/>
                  </a:lnTo>
                  <a:lnTo>
                    <a:pt x="386" y="696"/>
                  </a:lnTo>
                  <a:lnTo>
                    <a:pt x="383" y="696"/>
                  </a:lnTo>
                  <a:lnTo>
                    <a:pt x="381" y="693"/>
                  </a:lnTo>
                  <a:lnTo>
                    <a:pt x="378" y="690"/>
                  </a:lnTo>
                  <a:lnTo>
                    <a:pt x="377" y="687"/>
                  </a:lnTo>
                  <a:lnTo>
                    <a:pt x="375" y="687"/>
                  </a:lnTo>
                  <a:lnTo>
                    <a:pt x="373" y="689"/>
                  </a:lnTo>
                  <a:lnTo>
                    <a:pt x="370" y="691"/>
                  </a:lnTo>
                  <a:lnTo>
                    <a:pt x="368" y="691"/>
                  </a:lnTo>
                  <a:lnTo>
                    <a:pt x="366" y="689"/>
                  </a:lnTo>
                  <a:lnTo>
                    <a:pt x="364" y="687"/>
                  </a:lnTo>
                  <a:lnTo>
                    <a:pt x="363" y="686"/>
                  </a:lnTo>
                  <a:lnTo>
                    <a:pt x="361" y="684"/>
                  </a:lnTo>
                  <a:lnTo>
                    <a:pt x="360" y="682"/>
                  </a:lnTo>
                  <a:lnTo>
                    <a:pt x="360" y="679"/>
                  </a:lnTo>
                  <a:lnTo>
                    <a:pt x="360" y="676"/>
                  </a:lnTo>
                  <a:lnTo>
                    <a:pt x="359" y="673"/>
                  </a:lnTo>
                  <a:lnTo>
                    <a:pt x="358" y="671"/>
                  </a:lnTo>
                  <a:lnTo>
                    <a:pt x="357" y="668"/>
                  </a:lnTo>
                  <a:lnTo>
                    <a:pt x="357" y="666"/>
                  </a:lnTo>
                  <a:lnTo>
                    <a:pt x="359" y="663"/>
                  </a:lnTo>
                  <a:lnTo>
                    <a:pt x="361" y="661"/>
                  </a:lnTo>
                  <a:lnTo>
                    <a:pt x="360" y="658"/>
                  </a:lnTo>
                  <a:lnTo>
                    <a:pt x="358" y="655"/>
                  </a:lnTo>
                  <a:lnTo>
                    <a:pt x="355" y="652"/>
                  </a:lnTo>
                  <a:lnTo>
                    <a:pt x="354" y="648"/>
                  </a:lnTo>
                  <a:lnTo>
                    <a:pt x="355" y="646"/>
                  </a:lnTo>
                  <a:lnTo>
                    <a:pt x="358" y="644"/>
                  </a:lnTo>
                  <a:lnTo>
                    <a:pt x="360" y="643"/>
                  </a:lnTo>
                  <a:lnTo>
                    <a:pt x="362" y="642"/>
                  </a:lnTo>
                  <a:lnTo>
                    <a:pt x="364" y="641"/>
                  </a:lnTo>
                  <a:lnTo>
                    <a:pt x="366" y="640"/>
                  </a:lnTo>
                  <a:lnTo>
                    <a:pt x="369" y="640"/>
                  </a:lnTo>
                  <a:lnTo>
                    <a:pt x="370" y="639"/>
                  </a:lnTo>
                  <a:lnTo>
                    <a:pt x="372" y="637"/>
                  </a:lnTo>
                  <a:lnTo>
                    <a:pt x="373" y="634"/>
                  </a:lnTo>
                  <a:lnTo>
                    <a:pt x="375" y="632"/>
                  </a:lnTo>
                  <a:lnTo>
                    <a:pt x="378" y="632"/>
                  </a:lnTo>
                  <a:lnTo>
                    <a:pt x="381" y="633"/>
                  </a:lnTo>
                  <a:lnTo>
                    <a:pt x="383" y="635"/>
                  </a:lnTo>
                  <a:lnTo>
                    <a:pt x="386" y="634"/>
                  </a:lnTo>
                  <a:lnTo>
                    <a:pt x="389" y="633"/>
                  </a:lnTo>
                  <a:lnTo>
                    <a:pt x="393" y="632"/>
                  </a:lnTo>
                  <a:lnTo>
                    <a:pt x="395" y="634"/>
                  </a:lnTo>
                  <a:lnTo>
                    <a:pt x="397" y="638"/>
                  </a:lnTo>
                  <a:lnTo>
                    <a:pt x="397" y="641"/>
                  </a:lnTo>
                  <a:lnTo>
                    <a:pt x="399" y="644"/>
                  </a:lnTo>
                  <a:lnTo>
                    <a:pt x="401" y="646"/>
                  </a:lnTo>
                  <a:lnTo>
                    <a:pt x="402" y="647"/>
                  </a:lnTo>
                  <a:lnTo>
                    <a:pt x="404" y="649"/>
                  </a:lnTo>
                  <a:lnTo>
                    <a:pt x="406" y="651"/>
                  </a:lnTo>
                  <a:lnTo>
                    <a:pt x="408" y="653"/>
                  </a:lnTo>
                  <a:lnTo>
                    <a:pt x="412" y="654"/>
                  </a:lnTo>
                  <a:lnTo>
                    <a:pt x="414" y="657"/>
                  </a:lnTo>
                  <a:lnTo>
                    <a:pt x="415" y="660"/>
                  </a:lnTo>
                  <a:close/>
                </a:path>
              </a:pathLst>
            </a:custGeom>
            <a:solidFill>
              <a:srgbClr val="59A3CD">
                <a:alpha val="24000"/>
              </a:srgbClr>
            </a:solidFill>
            <a:ln>
              <a:noFill/>
            </a:ln>
          </p:spPr>
          <p:txBody>
            <a:bodyPr anchor="ctr"/>
            <a:lstStyle/>
            <a:p>
              <a:pPr algn="ctr">
                <a:buNone/>
              </a:pPr>
            </a:p>
          </p:txBody>
        </p:sp>
        <p:sp>
          <p:nvSpPr>
            <p:cNvPr id="7126" name="addition:input:125">
              <a:extLst>
                <a:ext uri="{FF2B5EF4-FFF2-40B4-BE49-F238E27FC236}">
                  <ns2:creationId id="{A5BB93AE-1CBD-41BA-9035-2B50E0E9D503}"/>
                </a:ext>
              </a:extLst>
            </p:cNvPr>
            <p:cNvSpPr>
              <a:spLocks noGrp="1"/>
            </p:cNvSpPr>
            <p:nvPr/>
          </p:nvSpPr>
          <p:spPr>
            <a:xfrm>
              <a:off x="209550" y="5438775"/>
              <a:ext cx="536570" cy="1338407"/>
            </a:xfrm>
            <a:custGeom>
              <a:rect l="l" t="t" r="r" b="b"/>
              <a:pathLst>
                <a:path w="326" h="714">
                  <a:moveTo>
                    <a:pt x="0" y="0"/>
                  </a:moveTo>
                  <a:moveTo>
                    <a:pt x="320" y="680"/>
                  </a:moveTo>
                  <a:lnTo>
                    <a:pt x="323" y="683"/>
                  </a:lnTo>
                  <a:lnTo>
                    <a:pt x="324" y="686"/>
                  </a:lnTo>
                  <a:lnTo>
                    <a:pt x="325" y="689"/>
                  </a:lnTo>
                  <a:lnTo>
                    <a:pt x="324" y="691"/>
                  </a:lnTo>
                  <a:lnTo>
                    <a:pt x="324" y="694"/>
                  </a:lnTo>
                  <a:lnTo>
                    <a:pt x="323" y="697"/>
                  </a:lnTo>
                  <a:lnTo>
                    <a:pt x="323" y="699"/>
                  </a:lnTo>
                  <a:lnTo>
                    <a:pt x="321" y="701"/>
                  </a:lnTo>
                  <a:lnTo>
                    <a:pt x="319" y="702"/>
                  </a:lnTo>
                  <a:lnTo>
                    <a:pt x="317" y="703"/>
                  </a:lnTo>
                  <a:lnTo>
                    <a:pt x="316" y="705"/>
                  </a:lnTo>
                  <a:lnTo>
                    <a:pt x="314" y="707"/>
                  </a:lnTo>
                  <a:lnTo>
                    <a:pt x="313" y="709"/>
                  </a:lnTo>
                  <a:lnTo>
                    <a:pt x="311" y="708"/>
                  </a:lnTo>
                  <a:lnTo>
                    <a:pt x="308" y="706"/>
                  </a:lnTo>
                  <a:lnTo>
                    <a:pt x="306" y="705"/>
                  </a:lnTo>
                  <a:lnTo>
                    <a:pt x="305" y="707"/>
                  </a:lnTo>
                  <a:lnTo>
                    <a:pt x="302" y="710"/>
                  </a:lnTo>
                  <a:lnTo>
                    <a:pt x="300" y="713"/>
                  </a:lnTo>
                  <a:lnTo>
                    <a:pt x="297" y="714"/>
                  </a:lnTo>
                  <a:lnTo>
                    <a:pt x="295" y="713"/>
                  </a:lnTo>
                  <a:lnTo>
                    <a:pt x="292" y="710"/>
                  </a:lnTo>
                  <a:lnTo>
                    <a:pt x="290" y="708"/>
                  </a:lnTo>
                  <a:lnTo>
                    <a:pt x="289" y="706"/>
                  </a:lnTo>
                  <a:lnTo>
                    <a:pt x="287" y="703"/>
                  </a:lnTo>
                  <a:lnTo>
                    <a:pt x="286" y="700"/>
                  </a:lnTo>
                  <a:lnTo>
                    <a:pt x="285" y="697"/>
                  </a:lnTo>
                  <a:lnTo>
                    <a:pt x="284" y="696"/>
                  </a:lnTo>
                  <a:lnTo>
                    <a:pt x="281" y="695"/>
                  </a:lnTo>
                  <a:lnTo>
                    <a:pt x="277" y="694"/>
                  </a:lnTo>
                  <a:lnTo>
                    <a:pt x="275" y="692"/>
                  </a:lnTo>
                  <a:lnTo>
                    <a:pt x="275" y="689"/>
                  </a:lnTo>
                  <a:lnTo>
                    <a:pt x="276" y="686"/>
                  </a:lnTo>
                  <a:lnTo>
                    <a:pt x="276" y="683"/>
                  </a:lnTo>
                  <a:lnTo>
                    <a:pt x="274" y="680"/>
                  </a:lnTo>
                  <a:lnTo>
                    <a:pt x="273" y="678"/>
                  </a:lnTo>
                  <a:lnTo>
                    <a:pt x="272" y="674"/>
                  </a:lnTo>
                  <a:lnTo>
                    <a:pt x="274" y="672"/>
                  </a:lnTo>
                  <a:lnTo>
                    <a:pt x="277" y="670"/>
                  </a:lnTo>
                  <a:lnTo>
                    <a:pt x="279" y="668"/>
                  </a:lnTo>
                  <a:lnTo>
                    <a:pt x="281" y="666"/>
                  </a:lnTo>
                  <a:lnTo>
                    <a:pt x="283" y="665"/>
                  </a:lnTo>
                  <a:lnTo>
                    <a:pt x="285" y="663"/>
                  </a:lnTo>
                  <a:lnTo>
                    <a:pt x="286" y="661"/>
                  </a:lnTo>
                  <a:lnTo>
                    <a:pt x="288" y="659"/>
                  </a:lnTo>
                  <a:lnTo>
                    <a:pt x="289" y="655"/>
                  </a:lnTo>
                  <a:lnTo>
                    <a:pt x="289" y="651"/>
                  </a:lnTo>
                  <a:lnTo>
                    <a:pt x="291" y="648"/>
                  </a:lnTo>
                  <a:lnTo>
                    <a:pt x="294" y="648"/>
                  </a:lnTo>
                  <a:lnTo>
                    <a:pt x="298" y="650"/>
                  </a:lnTo>
                  <a:lnTo>
                    <a:pt x="300" y="652"/>
                  </a:lnTo>
                  <a:lnTo>
                    <a:pt x="303" y="653"/>
                  </a:lnTo>
                  <a:lnTo>
                    <a:pt x="305" y="652"/>
                  </a:lnTo>
                  <a:lnTo>
                    <a:pt x="307" y="651"/>
                  </a:lnTo>
                  <a:lnTo>
                    <a:pt x="309" y="652"/>
                  </a:lnTo>
                  <a:lnTo>
                    <a:pt x="311" y="653"/>
                  </a:lnTo>
                  <a:lnTo>
                    <a:pt x="312" y="655"/>
                  </a:lnTo>
                  <a:lnTo>
                    <a:pt x="314" y="656"/>
                  </a:lnTo>
                  <a:lnTo>
                    <a:pt x="316" y="656"/>
                  </a:lnTo>
                  <a:lnTo>
                    <a:pt x="318" y="657"/>
                  </a:lnTo>
                  <a:lnTo>
                    <a:pt x="319" y="659"/>
                  </a:lnTo>
                  <a:lnTo>
                    <a:pt x="320" y="660"/>
                  </a:lnTo>
                  <a:lnTo>
                    <a:pt x="322" y="662"/>
                  </a:lnTo>
                  <a:lnTo>
                    <a:pt x="324" y="663"/>
                  </a:lnTo>
                  <a:lnTo>
                    <a:pt x="326" y="665"/>
                  </a:lnTo>
                  <a:lnTo>
                    <a:pt x="326" y="669"/>
                  </a:lnTo>
                  <a:lnTo>
                    <a:pt x="324" y="672"/>
                  </a:lnTo>
                  <a:lnTo>
                    <a:pt x="321" y="676"/>
                  </a:lnTo>
                  <a:lnTo>
                    <a:pt x="320" y="678"/>
                  </a:lnTo>
                  <a:close/>
                </a:path>
              </a:pathLst>
            </a:custGeom>
            <a:solidFill>
              <a:srgbClr val="59A3CD">
                <a:alpha val="24000"/>
              </a:srgbClr>
            </a:solidFill>
            <a:ln>
              <a:noFill/>
            </a:ln>
          </p:spPr>
          <p:txBody>
            <a:bodyPr anchor="ctr"/>
            <a:lstStyle/>
            <a:p>
              <a:pPr algn="ctr">
                <a:buNone/>
              </a:pPr>
            </a:p>
          </p:txBody>
        </p:sp>
        <p:sp>
          <p:nvSpPr>
            <p:cNvPr id="7127" name="addition:input:126">
              <a:extLst>
                <a:ext uri="{FF2B5EF4-FFF2-40B4-BE49-F238E27FC236}">
                  <ns2:creationId id="{28036868-D9E0-44CB-AFB9-58EFAB5AE534}"/>
                </a:ext>
              </a:extLst>
            </p:cNvPr>
            <p:cNvSpPr>
              <a:spLocks noGrp="1"/>
            </p:cNvSpPr>
            <p:nvPr/>
          </p:nvSpPr>
          <p:spPr>
            <a:xfrm>
              <a:off x="209550" y="5438775"/>
              <a:ext cx="429585" cy="1270925"/>
            </a:xfrm>
            <a:custGeom>
              <a:rect l="l" t="t" r="r" b="b"/>
              <a:pathLst>
                <a:path w="261" h="678">
                  <a:moveTo>
                    <a:pt x="0" y="0"/>
                  </a:moveTo>
                  <a:moveTo>
                    <a:pt x="254" y="646"/>
                  </a:moveTo>
                  <a:lnTo>
                    <a:pt x="252" y="648"/>
                  </a:lnTo>
                  <a:lnTo>
                    <a:pt x="253" y="650"/>
                  </a:lnTo>
                  <a:lnTo>
                    <a:pt x="255" y="653"/>
                  </a:lnTo>
                  <a:lnTo>
                    <a:pt x="257" y="657"/>
                  </a:lnTo>
                  <a:lnTo>
                    <a:pt x="257" y="660"/>
                  </a:lnTo>
                  <a:lnTo>
                    <a:pt x="255" y="662"/>
                  </a:lnTo>
                  <a:lnTo>
                    <a:pt x="253" y="664"/>
                  </a:lnTo>
                  <a:lnTo>
                    <a:pt x="251" y="666"/>
                  </a:lnTo>
                  <a:lnTo>
                    <a:pt x="250" y="668"/>
                  </a:lnTo>
                  <a:lnTo>
                    <a:pt x="249" y="670"/>
                  </a:lnTo>
                  <a:lnTo>
                    <a:pt x="247" y="672"/>
                  </a:lnTo>
                  <a:lnTo>
                    <a:pt x="244" y="672"/>
                  </a:lnTo>
                  <a:lnTo>
                    <a:pt x="242" y="672"/>
                  </a:lnTo>
                  <a:lnTo>
                    <a:pt x="240" y="674"/>
                  </a:lnTo>
                  <a:lnTo>
                    <a:pt x="238" y="674"/>
                  </a:lnTo>
                  <a:lnTo>
                    <a:pt x="236" y="674"/>
                  </a:lnTo>
                  <a:lnTo>
                    <a:pt x="234" y="672"/>
                  </a:lnTo>
                  <a:lnTo>
                    <a:pt x="232" y="671"/>
                  </a:lnTo>
                  <a:lnTo>
                    <a:pt x="229" y="672"/>
                  </a:lnTo>
                  <a:lnTo>
                    <a:pt x="227" y="675"/>
                  </a:lnTo>
                  <a:lnTo>
                    <a:pt x="223" y="678"/>
                  </a:lnTo>
                  <a:lnTo>
                    <a:pt x="220" y="678"/>
                  </a:lnTo>
                  <a:lnTo>
                    <a:pt x="217" y="676"/>
                  </a:lnTo>
                  <a:lnTo>
                    <a:pt x="216" y="672"/>
                  </a:lnTo>
                  <a:lnTo>
                    <a:pt x="215" y="669"/>
                  </a:lnTo>
                  <a:lnTo>
                    <a:pt x="214" y="666"/>
                  </a:lnTo>
                  <a:lnTo>
                    <a:pt x="212" y="664"/>
                  </a:lnTo>
                  <a:lnTo>
                    <a:pt x="210" y="662"/>
                  </a:lnTo>
                  <a:lnTo>
                    <a:pt x="209" y="660"/>
                  </a:lnTo>
                  <a:lnTo>
                    <a:pt x="208" y="657"/>
                  </a:lnTo>
                  <a:lnTo>
                    <a:pt x="205" y="656"/>
                  </a:lnTo>
                  <a:lnTo>
                    <a:pt x="202" y="654"/>
                  </a:lnTo>
                  <a:lnTo>
                    <a:pt x="200" y="651"/>
                  </a:lnTo>
                  <a:lnTo>
                    <a:pt x="200" y="649"/>
                  </a:lnTo>
                  <a:lnTo>
                    <a:pt x="201" y="646"/>
                  </a:lnTo>
                  <a:lnTo>
                    <a:pt x="201" y="643"/>
                  </a:lnTo>
                  <a:lnTo>
                    <a:pt x="200" y="641"/>
                  </a:lnTo>
                  <a:lnTo>
                    <a:pt x="198" y="637"/>
                  </a:lnTo>
                  <a:lnTo>
                    <a:pt x="198" y="634"/>
                  </a:lnTo>
                  <a:lnTo>
                    <a:pt x="200" y="632"/>
                  </a:lnTo>
                  <a:lnTo>
                    <a:pt x="204" y="631"/>
                  </a:lnTo>
                  <a:lnTo>
                    <a:pt x="208" y="630"/>
                  </a:lnTo>
                  <a:lnTo>
                    <a:pt x="210" y="629"/>
                  </a:lnTo>
                  <a:lnTo>
                    <a:pt x="212" y="627"/>
                  </a:lnTo>
                  <a:lnTo>
                    <a:pt x="213" y="625"/>
                  </a:lnTo>
                  <a:lnTo>
                    <a:pt x="215" y="623"/>
                  </a:lnTo>
                  <a:lnTo>
                    <a:pt x="217" y="621"/>
                  </a:lnTo>
                  <a:lnTo>
                    <a:pt x="219" y="618"/>
                  </a:lnTo>
                  <a:lnTo>
                    <a:pt x="221" y="615"/>
                  </a:lnTo>
                  <a:lnTo>
                    <a:pt x="224" y="613"/>
                  </a:lnTo>
                  <a:lnTo>
                    <a:pt x="228" y="613"/>
                  </a:lnTo>
                  <a:lnTo>
                    <a:pt x="231" y="615"/>
                  </a:lnTo>
                  <a:lnTo>
                    <a:pt x="234" y="618"/>
                  </a:lnTo>
                  <a:lnTo>
                    <a:pt x="236" y="619"/>
                  </a:lnTo>
                  <a:lnTo>
                    <a:pt x="239" y="619"/>
                  </a:lnTo>
                  <a:lnTo>
                    <a:pt x="242" y="618"/>
                  </a:lnTo>
                  <a:lnTo>
                    <a:pt x="245" y="618"/>
                  </a:lnTo>
                  <a:lnTo>
                    <a:pt x="247" y="621"/>
                  </a:lnTo>
                  <a:lnTo>
                    <a:pt x="248" y="623"/>
                  </a:lnTo>
                  <a:lnTo>
                    <a:pt x="249" y="625"/>
                  </a:lnTo>
                  <a:lnTo>
                    <a:pt x="251" y="626"/>
                  </a:lnTo>
                  <a:lnTo>
                    <a:pt x="254" y="626"/>
                  </a:lnTo>
                  <a:lnTo>
                    <a:pt x="257" y="628"/>
                  </a:lnTo>
                  <a:lnTo>
                    <a:pt x="258" y="630"/>
                  </a:lnTo>
                  <a:lnTo>
                    <a:pt x="259" y="632"/>
                  </a:lnTo>
                  <a:lnTo>
                    <a:pt x="261" y="635"/>
                  </a:lnTo>
                  <a:lnTo>
                    <a:pt x="261" y="637"/>
                  </a:lnTo>
                  <a:lnTo>
                    <a:pt x="261" y="640"/>
                  </a:lnTo>
                  <a:lnTo>
                    <a:pt x="258" y="643"/>
                  </a:lnTo>
                  <a:close/>
                </a:path>
              </a:pathLst>
            </a:custGeom>
            <a:solidFill>
              <a:srgbClr val="59A3CD">
                <a:alpha val="24000"/>
              </a:srgbClr>
            </a:solidFill>
            <a:ln>
              <a:noFill/>
            </a:ln>
          </p:spPr>
          <p:txBody>
            <a:bodyPr anchor="ctr"/>
            <a:lstStyle/>
            <a:p>
              <a:pPr algn="ctr">
                <a:buNone/>
              </a:pPr>
            </a:p>
          </p:txBody>
        </p:sp>
        <p:sp>
          <p:nvSpPr>
            <p:cNvPr id="7128" name="addition:input:127">
              <a:extLst>
                <a:ext uri="{FF2B5EF4-FFF2-40B4-BE49-F238E27FC236}">
                  <ns2:creationId id="{D03AA227-A350-4248-9AAA-CCB30B423F89}"/>
                </a:ext>
              </a:extLst>
            </p:cNvPr>
            <p:cNvSpPr>
              <a:spLocks noGrp="1"/>
            </p:cNvSpPr>
            <p:nvPr/>
          </p:nvSpPr>
          <p:spPr>
            <a:xfrm>
              <a:off x="209550" y="5438775"/>
              <a:ext cx="376916" cy="1132210"/>
            </a:xfrm>
            <a:custGeom>
              <a:rect l="l" t="t" r="r" b="b"/>
              <a:pathLst>
                <a:path w="229" h="604">
                  <a:moveTo>
                    <a:pt x="0" y="0"/>
                  </a:moveTo>
                  <a:moveTo>
                    <a:pt x="227" y="575"/>
                  </a:moveTo>
                  <a:lnTo>
                    <a:pt x="225" y="577"/>
                  </a:lnTo>
                  <a:lnTo>
                    <a:pt x="224" y="579"/>
                  </a:lnTo>
                  <a:lnTo>
                    <a:pt x="225" y="581"/>
                  </a:lnTo>
                  <a:lnTo>
                    <a:pt x="227" y="585"/>
                  </a:lnTo>
                  <a:lnTo>
                    <a:pt x="229" y="588"/>
                  </a:lnTo>
                  <a:lnTo>
                    <a:pt x="229" y="591"/>
                  </a:lnTo>
                  <a:lnTo>
                    <a:pt x="227" y="593"/>
                  </a:lnTo>
                  <a:lnTo>
                    <a:pt x="224" y="594"/>
                  </a:lnTo>
                  <a:lnTo>
                    <a:pt x="222" y="594"/>
                  </a:lnTo>
                  <a:lnTo>
                    <a:pt x="220" y="595"/>
                  </a:lnTo>
                  <a:lnTo>
                    <a:pt x="218" y="596"/>
                  </a:lnTo>
                  <a:lnTo>
                    <a:pt x="216" y="596"/>
                  </a:lnTo>
                  <a:lnTo>
                    <a:pt x="215" y="597"/>
                  </a:lnTo>
                  <a:lnTo>
                    <a:pt x="213" y="598"/>
                  </a:lnTo>
                  <a:lnTo>
                    <a:pt x="211" y="600"/>
                  </a:lnTo>
                  <a:lnTo>
                    <a:pt x="210" y="603"/>
                  </a:lnTo>
                  <a:lnTo>
                    <a:pt x="207" y="604"/>
                  </a:lnTo>
                  <a:lnTo>
                    <a:pt x="205" y="603"/>
                  </a:lnTo>
                  <a:lnTo>
                    <a:pt x="202" y="602"/>
                  </a:lnTo>
                  <a:lnTo>
                    <a:pt x="200" y="600"/>
                  </a:lnTo>
                  <a:lnTo>
                    <a:pt x="197" y="601"/>
                  </a:lnTo>
                  <a:lnTo>
                    <a:pt x="194" y="602"/>
                  </a:lnTo>
                  <a:lnTo>
                    <a:pt x="191" y="601"/>
                  </a:lnTo>
                  <a:lnTo>
                    <a:pt x="189" y="599"/>
                  </a:lnTo>
                  <a:lnTo>
                    <a:pt x="188" y="595"/>
                  </a:lnTo>
                  <a:lnTo>
                    <a:pt x="188" y="592"/>
                  </a:lnTo>
                  <a:lnTo>
                    <a:pt x="186" y="590"/>
                  </a:lnTo>
                  <a:lnTo>
                    <a:pt x="184" y="589"/>
                  </a:lnTo>
                  <a:lnTo>
                    <a:pt x="182" y="588"/>
                  </a:lnTo>
                  <a:lnTo>
                    <a:pt x="181" y="586"/>
                  </a:lnTo>
                  <a:lnTo>
                    <a:pt x="179" y="584"/>
                  </a:lnTo>
                  <a:lnTo>
                    <a:pt x="176" y="583"/>
                  </a:lnTo>
                  <a:lnTo>
                    <a:pt x="174" y="580"/>
                  </a:lnTo>
                  <a:lnTo>
                    <a:pt x="172" y="578"/>
                  </a:lnTo>
                  <a:lnTo>
                    <a:pt x="173" y="575"/>
                  </a:lnTo>
                  <a:lnTo>
                    <a:pt x="176" y="573"/>
                  </a:lnTo>
                  <a:lnTo>
                    <a:pt x="179" y="571"/>
                  </a:lnTo>
                  <a:lnTo>
                    <a:pt x="181" y="569"/>
                  </a:lnTo>
                  <a:lnTo>
                    <a:pt x="181" y="566"/>
                  </a:lnTo>
                  <a:lnTo>
                    <a:pt x="181" y="564"/>
                  </a:lnTo>
                  <a:lnTo>
                    <a:pt x="182" y="561"/>
                  </a:lnTo>
                  <a:lnTo>
                    <a:pt x="184" y="560"/>
                  </a:lnTo>
                  <a:lnTo>
                    <a:pt x="187" y="559"/>
                  </a:lnTo>
                  <a:lnTo>
                    <a:pt x="188" y="557"/>
                  </a:lnTo>
                  <a:lnTo>
                    <a:pt x="190" y="555"/>
                  </a:lnTo>
                  <a:lnTo>
                    <a:pt x="191" y="552"/>
                  </a:lnTo>
                  <a:lnTo>
                    <a:pt x="193" y="550"/>
                  </a:lnTo>
                  <a:lnTo>
                    <a:pt x="195" y="549"/>
                  </a:lnTo>
                  <a:lnTo>
                    <a:pt x="198" y="548"/>
                  </a:lnTo>
                  <a:lnTo>
                    <a:pt x="200" y="547"/>
                  </a:lnTo>
                  <a:lnTo>
                    <a:pt x="202" y="546"/>
                  </a:lnTo>
                  <a:lnTo>
                    <a:pt x="205" y="547"/>
                  </a:lnTo>
                  <a:lnTo>
                    <a:pt x="207" y="549"/>
                  </a:lnTo>
                  <a:lnTo>
                    <a:pt x="208" y="553"/>
                  </a:lnTo>
                  <a:lnTo>
                    <a:pt x="210" y="554"/>
                  </a:lnTo>
                  <a:lnTo>
                    <a:pt x="212" y="554"/>
                  </a:lnTo>
                  <a:lnTo>
                    <a:pt x="214" y="551"/>
                  </a:lnTo>
                  <a:lnTo>
                    <a:pt x="217" y="550"/>
                  </a:lnTo>
                  <a:lnTo>
                    <a:pt x="219" y="551"/>
                  </a:lnTo>
                  <a:lnTo>
                    <a:pt x="221" y="553"/>
                  </a:lnTo>
                  <a:lnTo>
                    <a:pt x="222" y="555"/>
                  </a:lnTo>
                  <a:lnTo>
                    <a:pt x="223" y="557"/>
                  </a:lnTo>
                  <a:lnTo>
                    <a:pt x="224" y="558"/>
                  </a:lnTo>
                  <a:lnTo>
                    <a:pt x="225" y="561"/>
                  </a:lnTo>
                  <a:lnTo>
                    <a:pt x="225" y="563"/>
                  </a:lnTo>
                  <a:lnTo>
                    <a:pt x="225" y="566"/>
                  </a:lnTo>
                  <a:lnTo>
                    <a:pt x="225" y="568"/>
                  </a:lnTo>
                  <a:lnTo>
                    <a:pt x="226" y="570"/>
                  </a:lnTo>
                  <a:lnTo>
                    <a:pt x="227" y="573"/>
                  </a:lnTo>
                  <a:close/>
                </a:path>
              </a:pathLst>
            </a:custGeom>
            <a:solidFill>
              <a:srgbClr val="59A3CD">
                <a:alpha val="24000"/>
              </a:srgbClr>
            </a:solidFill>
            <a:ln>
              <a:noFill/>
            </a:ln>
          </p:spPr>
          <p:txBody>
            <a:bodyPr anchor="ctr"/>
            <a:lstStyle/>
            <a:p>
              <a:pPr algn="ctr">
                <a:buNone/>
              </a:pPr>
            </a:p>
          </p:txBody>
        </p:sp>
        <p:sp>
          <p:nvSpPr>
            <p:cNvPr id="7129" name="addition:input:128">
              <a:extLst>
                <a:ext uri="{FF2B5EF4-FFF2-40B4-BE49-F238E27FC236}">
                  <ns2:creationId id="{909C380D-568D-486A-9206-C8CB325D5185}"/>
                </a:ext>
              </a:extLst>
            </p:cNvPr>
            <p:cNvSpPr>
              <a:spLocks noGrp="1"/>
            </p:cNvSpPr>
            <p:nvPr/>
          </p:nvSpPr>
          <p:spPr>
            <a:xfrm>
              <a:off x="209550" y="5438775"/>
              <a:ext cx="462504" cy="1021613"/>
            </a:xfrm>
            <a:custGeom>
              <a:rect l="l" t="t" r="r" b="b"/>
              <a:pathLst>
                <a:path w="281" h="545">
                  <a:moveTo>
                    <a:pt x="0" y="0"/>
                  </a:moveTo>
                  <a:moveTo>
                    <a:pt x="275" y="515"/>
                  </a:moveTo>
                  <a:lnTo>
                    <a:pt x="276" y="517"/>
                  </a:lnTo>
                  <a:lnTo>
                    <a:pt x="278" y="520"/>
                  </a:lnTo>
                  <a:lnTo>
                    <a:pt x="280" y="523"/>
                  </a:lnTo>
                  <a:lnTo>
                    <a:pt x="281" y="526"/>
                  </a:lnTo>
                  <a:lnTo>
                    <a:pt x="279" y="528"/>
                  </a:lnTo>
                  <a:lnTo>
                    <a:pt x="277" y="530"/>
                  </a:lnTo>
                  <a:lnTo>
                    <a:pt x="275" y="531"/>
                  </a:lnTo>
                  <a:lnTo>
                    <a:pt x="273" y="533"/>
                  </a:lnTo>
                  <a:lnTo>
                    <a:pt x="271" y="534"/>
                  </a:lnTo>
                  <a:lnTo>
                    <a:pt x="268" y="534"/>
                  </a:lnTo>
                  <a:lnTo>
                    <a:pt x="265" y="534"/>
                  </a:lnTo>
                  <a:lnTo>
                    <a:pt x="263" y="535"/>
                  </a:lnTo>
                  <a:lnTo>
                    <a:pt x="262" y="538"/>
                  </a:lnTo>
                  <a:lnTo>
                    <a:pt x="261" y="542"/>
                  </a:lnTo>
                  <a:lnTo>
                    <a:pt x="258" y="545"/>
                  </a:lnTo>
                  <a:lnTo>
                    <a:pt x="255" y="545"/>
                  </a:lnTo>
                  <a:lnTo>
                    <a:pt x="252" y="543"/>
                  </a:lnTo>
                  <a:lnTo>
                    <a:pt x="249" y="542"/>
                  </a:lnTo>
                  <a:lnTo>
                    <a:pt x="246" y="541"/>
                  </a:lnTo>
                  <a:lnTo>
                    <a:pt x="243" y="542"/>
                  </a:lnTo>
                  <a:lnTo>
                    <a:pt x="240" y="542"/>
                  </a:lnTo>
                  <a:lnTo>
                    <a:pt x="237" y="540"/>
                  </a:lnTo>
                  <a:lnTo>
                    <a:pt x="235" y="538"/>
                  </a:lnTo>
                  <a:lnTo>
                    <a:pt x="233" y="536"/>
                  </a:lnTo>
                  <a:lnTo>
                    <a:pt x="231" y="535"/>
                  </a:lnTo>
                  <a:lnTo>
                    <a:pt x="229" y="533"/>
                  </a:lnTo>
                  <a:lnTo>
                    <a:pt x="227" y="532"/>
                  </a:lnTo>
                  <a:lnTo>
                    <a:pt x="226" y="530"/>
                  </a:lnTo>
                  <a:lnTo>
                    <a:pt x="225" y="528"/>
                  </a:lnTo>
                  <a:lnTo>
                    <a:pt x="222" y="527"/>
                  </a:lnTo>
                  <a:lnTo>
                    <a:pt x="219" y="525"/>
                  </a:lnTo>
                  <a:lnTo>
                    <a:pt x="216" y="523"/>
                  </a:lnTo>
                  <a:lnTo>
                    <a:pt x="216" y="521"/>
                  </a:lnTo>
                  <a:lnTo>
                    <a:pt x="218" y="518"/>
                  </a:lnTo>
                  <a:lnTo>
                    <a:pt x="222" y="515"/>
                  </a:lnTo>
                  <a:lnTo>
                    <a:pt x="225" y="513"/>
                  </a:lnTo>
                  <a:lnTo>
                    <a:pt x="225" y="511"/>
                  </a:lnTo>
                  <a:lnTo>
                    <a:pt x="225" y="508"/>
                  </a:lnTo>
                  <a:lnTo>
                    <a:pt x="226" y="506"/>
                  </a:lnTo>
                  <a:lnTo>
                    <a:pt x="227" y="504"/>
                  </a:lnTo>
                  <a:lnTo>
                    <a:pt x="228" y="502"/>
                  </a:lnTo>
                  <a:lnTo>
                    <a:pt x="229" y="499"/>
                  </a:lnTo>
                  <a:lnTo>
                    <a:pt x="229" y="496"/>
                  </a:lnTo>
                  <a:lnTo>
                    <a:pt x="231" y="494"/>
                  </a:lnTo>
                  <a:lnTo>
                    <a:pt x="233" y="493"/>
                  </a:lnTo>
                  <a:lnTo>
                    <a:pt x="236" y="492"/>
                  </a:lnTo>
                  <a:lnTo>
                    <a:pt x="238" y="491"/>
                  </a:lnTo>
                  <a:lnTo>
                    <a:pt x="240" y="489"/>
                  </a:lnTo>
                  <a:lnTo>
                    <a:pt x="242" y="487"/>
                  </a:lnTo>
                  <a:lnTo>
                    <a:pt x="244" y="486"/>
                  </a:lnTo>
                  <a:lnTo>
                    <a:pt x="247" y="488"/>
                  </a:lnTo>
                  <a:lnTo>
                    <a:pt x="249" y="491"/>
                  </a:lnTo>
                  <a:lnTo>
                    <a:pt x="251" y="493"/>
                  </a:lnTo>
                  <a:lnTo>
                    <a:pt x="253" y="493"/>
                  </a:lnTo>
                  <a:lnTo>
                    <a:pt x="255" y="491"/>
                  </a:lnTo>
                  <a:lnTo>
                    <a:pt x="258" y="489"/>
                  </a:lnTo>
                  <a:lnTo>
                    <a:pt x="260" y="489"/>
                  </a:lnTo>
                  <a:lnTo>
                    <a:pt x="263" y="490"/>
                  </a:lnTo>
                  <a:lnTo>
                    <a:pt x="265" y="491"/>
                  </a:lnTo>
                  <a:lnTo>
                    <a:pt x="267" y="492"/>
                  </a:lnTo>
                  <a:lnTo>
                    <a:pt x="269" y="493"/>
                  </a:lnTo>
                  <a:lnTo>
                    <a:pt x="270" y="496"/>
                  </a:lnTo>
                  <a:lnTo>
                    <a:pt x="269" y="500"/>
                  </a:lnTo>
                  <a:lnTo>
                    <a:pt x="269" y="503"/>
                  </a:lnTo>
                  <a:lnTo>
                    <a:pt x="270" y="505"/>
                  </a:lnTo>
                  <a:lnTo>
                    <a:pt x="273" y="506"/>
                  </a:lnTo>
                  <a:lnTo>
                    <a:pt x="276" y="508"/>
                  </a:lnTo>
                  <a:lnTo>
                    <a:pt x="277" y="510"/>
                  </a:lnTo>
                  <a:lnTo>
                    <a:pt x="276" y="513"/>
                  </a:lnTo>
                  <a:close/>
                </a:path>
              </a:pathLst>
            </a:custGeom>
            <a:solidFill>
              <a:srgbClr val="59A3CD">
                <a:alpha val="24000"/>
              </a:srgbClr>
            </a:solidFill>
            <a:ln>
              <a:noFill/>
            </a:ln>
          </p:spPr>
          <p:txBody>
            <a:bodyPr anchor="ctr"/>
            <a:lstStyle/>
            <a:p>
              <a:pPr algn="ctr">
                <a:buNone/>
              </a:pPr>
            </a:p>
          </p:txBody>
        </p:sp>
        <p:sp>
          <p:nvSpPr>
            <p:cNvPr id="7130" name="addition:input:129">
              <a:extLst>
                <a:ext uri="{FF2B5EF4-FFF2-40B4-BE49-F238E27FC236}">
                  <ns2:creationId id="{79C9498A-3535-45B8-9524-096CEFE53C76}"/>
                </a:ext>
              </a:extLst>
            </p:cNvPr>
            <p:cNvSpPr>
              <a:spLocks noGrp="1"/>
            </p:cNvSpPr>
            <p:nvPr/>
          </p:nvSpPr>
          <p:spPr>
            <a:xfrm>
              <a:off x="209550" y="5438775"/>
              <a:ext cx="585948" cy="971001"/>
            </a:xfrm>
            <a:custGeom>
              <a:rect l="l" t="t" r="r" b="b"/>
              <a:pathLst>
                <a:path w="356" h="518">
                  <a:moveTo>
                    <a:pt x="0" y="0"/>
                  </a:moveTo>
                  <a:moveTo>
                    <a:pt x="356" y="488"/>
                  </a:moveTo>
                  <a:lnTo>
                    <a:pt x="353" y="491"/>
                  </a:lnTo>
                  <a:lnTo>
                    <a:pt x="351" y="493"/>
                  </a:lnTo>
                  <a:lnTo>
                    <a:pt x="349" y="495"/>
                  </a:lnTo>
                  <a:lnTo>
                    <a:pt x="350" y="497"/>
                  </a:lnTo>
                  <a:lnTo>
                    <a:pt x="349" y="500"/>
                  </a:lnTo>
                  <a:lnTo>
                    <a:pt x="348" y="502"/>
                  </a:lnTo>
                  <a:lnTo>
                    <a:pt x="345" y="503"/>
                  </a:lnTo>
                  <a:lnTo>
                    <a:pt x="342" y="504"/>
                  </a:lnTo>
                  <a:lnTo>
                    <a:pt x="340" y="505"/>
                  </a:lnTo>
                  <a:lnTo>
                    <a:pt x="339" y="507"/>
                  </a:lnTo>
                  <a:lnTo>
                    <a:pt x="337" y="510"/>
                  </a:lnTo>
                  <a:lnTo>
                    <a:pt x="335" y="511"/>
                  </a:lnTo>
                  <a:lnTo>
                    <a:pt x="332" y="513"/>
                  </a:lnTo>
                  <a:lnTo>
                    <a:pt x="330" y="514"/>
                  </a:lnTo>
                  <a:lnTo>
                    <a:pt x="328" y="517"/>
                  </a:lnTo>
                  <a:lnTo>
                    <a:pt x="325" y="518"/>
                  </a:lnTo>
                  <a:lnTo>
                    <a:pt x="322" y="518"/>
                  </a:lnTo>
                  <a:lnTo>
                    <a:pt x="319" y="515"/>
                  </a:lnTo>
                  <a:lnTo>
                    <a:pt x="317" y="511"/>
                  </a:lnTo>
                  <a:lnTo>
                    <a:pt x="315" y="509"/>
                  </a:lnTo>
                  <a:lnTo>
                    <a:pt x="313" y="509"/>
                  </a:lnTo>
                  <a:lnTo>
                    <a:pt x="311" y="510"/>
                  </a:lnTo>
                  <a:lnTo>
                    <a:pt x="308" y="511"/>
                  </a:lnTo>
                  <a:lnTo>
                    <a:pt x="306" y="511"/>
                  </a:lnTo>
                  <a:lnTo>
                    <a:pt x="304" y="509"/>
                  </a:lnTo>
                  <a:lnTo>
                    <a:pt x="303" y="507"/>
                  </a:lnTo>
                  <a:lnTo>
                    <a:pt x="301" y="506"/>
                  </a:lnTo>
                  <a:lnTo>
                    <a:pt x="299" y="505"/>
                  </a:lnTo>
                  <a:lnTo>
                    <a:pt x="298" y="503"/>
                  </a:lnTo>
                  <a:lnTo>
                    <a:pt x="298" y="500"/>
                  </a:lnTo>
                  <a:lnTo>
                    <a:pt x="298" y="497"/>
                  </a:lnTo>
                  <a:lnTo>
                    <a:pt x="298" y="495"/>
                  </a:lnTo>
                  <a:lnTo>
                    <a:pt x="297" y="493"/>
                  </a:lnTo>
                  <a:lnTo>
                    <a:pt x="296" y="491"/>
                  </a:lnTo>
                  <a:lnTo>
                    <a:pt x="298" y="488"/>
                  </a:lnTo>
                  <a:lnTo>
                    <a:pt x="301" y="486"/>
                  </a:lnTo>
                  <a:lnTo>
                    <a:pt x="303" y="484"/>
                  </a:lnTo>
                  <a:lnTo>
                    <a:pt x="302" y="482"/>
                  </a:lnTo>
                  <a:lnTo>
                    <a:pt x="300" y="479"/>
                  </a:lnTo>
                  <a:lnTo>
                    <a:pt x="298" y="476"/>
                  </a:lnTo>
                  <a:lnTo>
                    <a:pt x="297" y="473"/>
                  </a:lnTo>
                  <a:lnTo>
                    <a:pt x="299" y="471"/>
                  </a:lnTo>
                  <a:lnTo>
                    <a:pt x="301" y="469"/>
                  </a:lnTo>
                  <a:lnTo>
                    <a:pt x="303" y="468"/>
                  </a:lnTo>
                  <a:lnTo>
                    <a:pt x="305" y="467"/>
                  </a:lnTo>
                  <a:lnTo>
                    <a:pt x="307" y="466"/>
                  </a:lnTo>
                  <a:lnTo>
                    <a:pt x="310" y="467"/>
                  </a:lnTo>
                  <a:lnTo>
                    <a:pt x="312" y="467"/>
                  </a:lnTo>
                  <a:lnTo>
                    <a:pt x="314" y="466"/>
                  </a:lnTo>
                  <a:lnTo>
                    <a:pt x="315" y="464"/>
                  </a:lnTo>
                  <a:lnTo>
                    <a:pt x="317" y="462"/>
                  </a:lnTo>
                  <a:lnTo>
                    <a:pt x="319" y="461"/>
                  </a:lnTo>
                  <a:lnTo>
                    <a:pt x="322" y="462"/>
                  </a:lnTo>
                  <a:lnTo>
                    <a:pt x="324" y="463"/>
                  </a:lnTo>
                  <a:lnTo>
                    <a:pt x="326" y="464"/>
                  </a:lnTo>
                  <a:lnTo>
                    <a:pt x="329" y="463"/>
                  </a:lnTo>
                  <a:lnTo>
                    <a:pt x="332" y="462"/>
                  </a:lnTo>
                  <a:lnTo>
                    <a:pt x="336" y="462"/>
                  </a:lnTo>
                  <a:lnTo>
                    <a:pt x="338" y="464"/>
                  </a:lnTo>
                  <a:lnTo>
                    <a:pt x="339" y="467"/>
                  </a:lnTo>
                  <a:lnTo>
                    <a:pt x="340" y="470"/>
                  </a:lnTo>
                  <a:lnTo>
                    <a:pt x="341" y="472"/>
                  </a:lnTo>
                  <a:lnTo>
                    <a:pt x="342" y="474"/>
                  </a:lnTo>
                  <a:lnTo>
                    <a:pt x="344" y="476"/>
                  </a:lnTo>
                  <a:lnTo>
                    <a:pt x="345" y="478"/>
                  </a:lnTo>
                  <a:lnTo>
                    <a:pt x="347" y="480"/>
                  </a:lnTo>
                  <a:lnTo>
                    <a:pt x="350" y="481"/>
                  </a:lnTo>
                  <a:lnTo>
                    <a:pt x="353" y="483"/>
                  </a:lnTo>
                  <a:lnTo>
                    <a:pt x="356" y="485"/>
                  </a:lnTo>
                  <a:close/>
                </a:path>
              </a:pathLst>
            </a:custGeom>
            <a:solidFill>
              <a:srgbClr val="59A3CD">
                <a:alpha val="24000"/>
              </a:srgbClr>
            </a:solidFill>
            <a:ln>
              <a:noFill/>
            </a:ln>
          </p:spPr>
          <p:txBody>
            <a:bodyPr anchor="ctr"/>
            <a:lstStyle/>
            <a:p>
              <a:pPr algn="ctr">
                <a:buNone/>
              </a:pPr>
            </a:p>
          </p:txBody>
        </p:sp>
        <p:sp>
          <p:nvSpPr>
            <p:cNvPr id="7131" name="addition:input:130">
              <a:extLst>
                <a:ext uri="{FF2B5EF4-FFF2-40B4-BE49-F238E27FC236}">
                  <ns2:creationId id="{97843C36-FEB1-4C5D-A94B-E3F586D83255}"/>
                </a:ext>
              </a:extLst>
            </p:cNvPr>
            <p:cNvSpPr>
              <a:spLocks noGrp="1"/>
            </p:cNvSpPr>
            <p:nvPr/>
          </p:nvSpPr>
          <p:spPr>
            <a:xfrm>
              <a:off x="209550" y="5438775"/>
              <a:ext cx="684703" cy="1038484"/>
            </a:xfrm>
            <a:custGeom>
              <a:rect l="l" t="t" r="r" b="b"/>
              <a:pathLst>
                <a:path w="416" h="554">
                  <a:moveTo>
                    <a:pt x="0" y="0"/>
                  </a:moveTo>
                  <a:moveTo>
                    <a:pt x="414" y="522"/>
                  </a:moveTo>
                  <a:lnTo>
                    <a:pt x="412" y="525"/>
                  </a:lnTo>
                  <a:lnTo>
                    <a:pt x="411" y="527"/>
                  </a:lnTo>
                  <a:lnTo>
                    <a:pt x="412" y="530"/>
                  </a:lnTo>
                  <a:lnTo>
                    <a:pt x="414" y="533"/>
                  </a:lnTo>
                  <a:lnTo>
                    <a:pt x="416" y="537"/>
                  </a:lnTo>
                  <a:lnTo>
                    <a:pt x="416" y="541"/>
                  </a:lnTo>
                  <a:lnTo>
                    <a:pt x="414" y="543"/>
                  </a:lnTo>
                  <a:lnTo>
                    <a:pt x="412" y="543"/>
                  </a:lnTo>
                  <a:lnTo>
                    <a:pt x="410" y="544"/>
                  </a:lnTo>
                  <a:lnTo>
                    <a:pt x="409" y="545"/>
                  </a:lnTo>
                  <a:lnTo>
                    <a:pt x="407" y="547"/>
                  </a:lnTo>
                  <a:lnTo>
                    <a:pt x="406" y="548"/>
                  </a:lnTo>
                  <a:lnTo>
                    <a:pt x="404" y="548"/>
                  </a:lnTo>
                  <a:lnTo>
                    <a:pt x="403" y="549"/>
                  </a:lnTo>
                  <a:lnTo>
                    <a:pt x="401" y="551"/>
                  </a:lnTo>
                  <a:lnTo>
                    <a:pt x="400" y="553"/>
                  </a:lnTo>
                  <a:lnTo>
                    <a:pt x="398" y="554"/>
                  </a:lnTo>
                  <a:lnTo>
                    <a:pt x="396" y="553"/>
                  </a:lnTo>
                  <a:lnTo>
                    <a:pt x="394" y="552"/>
                  </a:lnTo>
                  <a:lnTo>
                    <a:pt x="392" y="551"/>
                  </a:lnTo>
                  <a:lnTo>
                    <a:pt x="390" y="552"/>
                  </a:lnTo>
                  <a:lnTo>
                    <a:pt x="387" y="554"/>
                  </a:lnTo>
                  <a:lnTo>
                    <a:pt x="385" y="553"/>
                  </a:lnTo>
                  <a:lnTo>
                    <a:pt x="383" y="550"/>
                  </a:lnTo>
                  <a:lnTo>
                    <a:pt x="383" y="546"/>
                  </a:lnTo>
                  <a:lnTo>
                    <a:pt x="383" y="542"/>
                  </a:lnTo>
                  <a:lnTo>
                    <a:pt x="382" y="540"/>
                  </a:lnTo>
                  <a:lnTo>
                    <a:pt x="380" y="538"/>
                  </a:lnTo>
                  <a:lnTo>
                    <a:pt x="378" y="537"/>
                  </a:lnTo>
                  <a:lnTo>
                    <a:pt x="376" y="535"/>
                  </a:lnTo>
                  <a:lnTo>
                    <a:pt x="375" y="533"/>
                  </a:lnTo>
                  <a:lnTo>
                    <a:pt x="373" y="531"/>
                  </a:lnTo>
                  <a:lnTo>
                    <a:pt x="371" y="528"/>
                  </a:lnTo>
                  <a:lnTo>
                    <a:pt x="370" y="525"/>
                  </a:lnTo>
                  <a:lnTo>
                    <a:pt x="370" y="522"/>
                  </a:lnTo>
                  <a:lnTo>
                    <a:pt x="372" y="519"/>
                  </a:lnTo>
                  <a:lnTo>
                    <a:pt x="374" y="517"/>
                  </a:lnTo>
                  <a:lnTo>
                    <a:pt x="375" y="515"/>
                  </a:lnTo>
                  <a:lnTo>
                    <a:pt x="375" y="512"/>
                  </a:lnTo>
                  <a:lnTo>
                    <a:pt x="375" y="509"/>
                  </a:lnTo>
                  <a:lnTo>
                    <a:pt x="376" y="506"/>
                  </a:lnTo>
                  <a:lnTo>
                    <a:pt x="379" y="505"/>
                  </a:lnTo>
                  <a:lnTo>
                    <a:pt x="381" y="504"/>
                  </a:lnTo>
                  <a:lnTo>
                    <a:pt x="383" y="503"/>
                  </a:lnTo>
                  <a:lnTo>
                    <a:pt x="384" y="500"/>
                  </a:lnTo>
                  <a:lnTo>
                    <a:pt x="384" y="497"/>
                  </a:lnTo>
                  <a:lnTo>
                    <a:pt x="386" y="494"/>
                  </a:lnTo>
                  <a:lnTo>
                    <a:pt x="388" y="492"/>
                  </a:lnTo>
                  <a:lnTo>
                    <a:pt x="390" y="491"/>
                  </a:lnTo>
                  <a:lnTo>
                    <a:pt x="392" y="489"/>
                  </a:lnTo>
                  <a:lnTo>
                    <a:pt x="394" y="488"/>
                  </a:lnTo>
                  <a:lnTo>
                    <a:pt x="396" y="489"/>
                  </a:lnTo>
                  <a:lnTo>
                    <a:pt x="398" y="493"/>
                  </a:lnTo>
                  <a:lnTo>
                    <a:pt x="399" y="496"/>
                  </a:lnTo>
                  <a:lnTo>
                    <a:pt x="401" y="498"/>
                  </a:lnTo>
                  <a:lnTo>
                    <a:pt x="402" y="497"/>
                  </a:lnTo>
                  <a:lnTo>
                    <a:pt x="405" y="495"/>
                  </a:lnTo>
                  <a:lnTo>
                    <a:pt x="407" y="494"/>
                  </a:lnTo>
                  <a:lnTo>
                    <a:pt x="408" y="495"/>
                  </a:lnTo>
                  <a:lnTo>
                    <a:pt x="409" y="498"/>
                  </a:lnTo>
                  <a:lnTo>
                    <a:pt x="410" y="500"/>
                  </a:lnTo>
                  <a:lnTo>
                    <a:pt x="411" y="502"/>
                  </a:lnTo>
                  <a:lnTo>
                    <a:pt x="413" y="503"/>
                  </a:lnTo>
                  <a:lnTo>
                    <a:pt x="414" y="505"/>
                  </a:lnTo>
                  <a:lnTo>
                    <a:pt x="414" y="508"/>
                  </a:lnTo>
                  <a:lnTo>
                    <a:pt x="414" y="511"/>
                  </a:lnTo>
                  <a:lnTo>
                    <a:pt x="414" y="514"/>
                  </a:lnTo>
                  <a:lnTo>
                    <a:pt x="414" y="517"/>
                  </a:lnTo>
                  <a:lnTo>
                    <a:pt x="415" y="520"/>
                  </a:lnTo>
                  <a:close/>
                </a:path>
              </a:pathLst>
            </a:custGeom>
            <a:solidFill>
              <a:srgbClr val="59A3CD">
                <a:alpha val="24000"/>
              </a:srgbClr>
            </a:solidFill>
            <a:ln>
              <a:noFill/>
            </a:ln>
          </p:spPr>
          <p:txBody>
            <a:bodyPr anchor="ctr"/>
            <a:lstStyle/>
            <a:p>
              <a:pPr algn="ctr">
                <a:buNone/>
              </a:pPr>
            </a:p>
          </p:txBody>
        </p:sp>
        <p:sp>
          <p:nvSpPr>
            <p:cNvPr id="7132" name="addition:input:131">
              <a:extLst>
                <a:ext uri="{FF2B5EF4-FFF2-40B4-BE49-F238E27FC236}">
                  <ns2:creationId id="{A1A68654-4176-4A12-A63B-2CCD28F428E9}"/>
                </a:ext>
              </a:extLst>
            </p:cNvPr>
            <p:cNvSpPr>
              <a:spLocks noGrp="1"/>
            </p:cNvSpPr>
            <p:nvPr/>
          </p:nvSpPr>
          <p:spPr>
            <a:xfrm>
              <a:off x="209550" y="5438775"/>
              <a:ext cx="1379281" cy="1396517"/>
            </a:xfrm>
            <a:custGeom>
              <a:rect l="l" t="t" r="r" b="b"/>
              <a:pathLst>
                <a:path w="838" h="745">
                  <a:moveTo>
                    <a:pt x="0" y="0"/>
                  </a:moveTo>
                  <a:moveTo>
                    <a:pt x="820" y="596"/>
                  </a:moveTo>
                  <a:lnTo>
                    <a:pt x="825" y="608"/>
                  </a:lnTo>
                  <a:lnTo>
                    <a:pt x="832" y="621"/>
                  </a:lnTo>
                  <a:lnTo>
                    <a:pt x="838" y="635"/>
                  </a:lnTo>
                  <a:lnTo>
                    <a:pt x="836" y="648"/>
                  </a:lnTo>
                  <a:lnTo>
                    <a:pt x="825" y="657"/>
                  </a:lnTo>
                  <a:lnTo>
                    <a:pt x="811" y="664"/>
                  </a:lnTo>
                  <a:lnTo>
                    <a:pt x="802" y="673"/>
                  </a:lnTo>
                  <a:lnTo>
                    <a:pt x="799" y="685"/>
                  </a:lnTo>
                  <a:lnTo>
                    <a:pt x="795" y="699"/>
                  </a:lnTo>
                  <a:lnTo>
                    <a:pt x="784" y="706"/>
                  </a:lnTo>
                  <a:lnTo>
                    <a:pt x="765" y="705"/>
                  </a:lnTo>
                  <a:lnTo>
                    <a:pt x="745" y="700"/>
                  </a:lnTo>
                  <a:lnTo>
                    <a:pt x="730" y="699"/>
                  </a:lnTo>
                  <a:lnTo>
                    <a:pt x="720" y="708"/>
                  </a:lnTo>
                  <a:lnTo>
                    <a:pt x="710" y="724"/>
                  </a:lnTo>
                  <a:lnTo>
                    <a:pt x="696" y="738"/>
                  </a:lnTo>
                  <a:lnTo>
                    <a:pt x="679" y="745"/>
                  </a:lnTo>
                  <a:lnTo>
                    <a:pt x="661" y="745"/>
                  </a:lnTo>
                  <a:lnTo>
                    <a:pt x="642" y="743"/>
                  </a:lnTo>
                  <a:lnTo>
                    <a:pt x="624" y="740"/>
                  </a:lnTo>
                  <a:lnTo>
                    <a:pt x="607" y="733"/>
                  </a:lnTo>
                  <a:lnTo>
                    <a:pt x="594" y="720"/>
                  </a:lnTo>
                  <a:lnTo>
                    <a:pt x="586" y="703"/>
                  </a:lnTo>
                  <a:lnTo>
                    <a:pt x="578" y="691"/>
                  </a:lnTo>
                  <a:lnTo>
                    <a:pt x="563" y="688"/>
                  </a:lnTo>
                  <a:lnTo>
                    <a:pt x="542" y="689"/>
                  </a:lnTo>
                  <a:lnTo>
                    <a:pt x="522" y="688"/>
                  </a:lnTo>
                  <a:lnTo>
                    <a:pt x="509" y="679"/>
                  </a:lnTo>
                  <a:lnTo>
                    <a:pt x="507" y="665"/>
                  </a:lnTo>
                  <a:lnTo>
                    <a:pt x="507" y="652"/>
                  </a:lnTo>
                  <a:lnTo>
                    <a:pt x="500" y="642"/>
                  </a:lnTo>
                  <a:lnTo>
                    <a:pt x="486" y="633"/>
                  </a:lnTo>
                  <a:lnTo>
                    <a:pt x="473" y="622"/>
                  </a:lnTo>
                  <a:lnTo>
                    <a:pt x="470" y="609"/>
                  </a:lnTo>
                  <a:lnTo>
                    <a:pt x="477" y="596"/>
                  </a:lnTo>
                  <a:lnTo>
                    <a:pt x="489" y="584"/>
                  </a:lnTo>
                  <a:lnTo>
                    <a:pt x="499" y="572"/>
                  </a:lnTo>
                  <a:lnTo>
                    <a:pt x="509" y="561"/>
                  </a:lnTo>
                  <a:lnTo>
                    <a:pt x="521" y="552"/>
                  </a:lnTo>
                  <a:lnTo>
                    <a:pt x="537" y="545"/>
                  </a:lnTo>
                  <a:lnTo>
                    <a:pt x="550" y="538"/>
                  </a:lnTo>
                  <a:lnTo>
                    <a:pt x="554" y="527"/>
                  </a:lnTo>
                  <a:lnTo>
                    <a:pt x="550" y="508"/>
                  </a:lnTo>
                  <a:lnTo>
                    <a:pt x="547" y="487"/>
                  </a:lnTo>
                  <a:lnTo>
                    <a:pt x="554" y="472"/>
                  </a:lnTo>
                  <a:lnTo>
                    <a:pt x="572" y="468"/>
                  </a:lnTo>
                  <a:lnTo>
                    <a:pt x="593" y="471"/>
                  </a:lnTo>
                  <a:lnTo>
                    <a:pt x="612" y="475"/>
                  </a:lnTo>
                  <a:lnTo>
                    <a:pt x="626" y="472"/>
                  </a:lnTo>
                  <a:lnTo>
                    <a:pt x="637" y="466"/>
                  </a:lnTo>
                  <a:lnTo>
                    <a:pt x="650" y="462"/>
                  </a:lnTo>
                  <a:lnTo>
                    <a:pt x="664" y="465"/>
                  </a:lnTo>
                  <a:lnTo>
                    <a:pt x="676" y="470"/>
                  </a:lnTo>
                  <a:lnTo>
                    <a:pt x="687" y="473"/>
                  </a:lnTo>
                  <a:lnTo>
                    <a:pt x="699" y="471"/>
                  </a:lnTo>
                  <a:lnTo>
                    <a:pt x="712" y="471"/>
                  </a:lnTo>
                  <a:lnTo>
                    <a:pt x="724" y="474"/>
                  </a:lnTo>
                  <a:lnTo>
                    <a:pt x="733" y="481"/>
                  </a:lnTo>
                  <a:lnTo>
                    <a:pt x="744" y="486"/>
                  </a:lnTo>
                  <a:lnTo>
                    <a:pt x="761" y="486"/>
                  </a:lnTo>
                  <a:lnTo>
                    <a:pt x="782" y="486"/>
                  </a:lnTo>
                  <a:lnTo>
                    <a:pt x="799" y="491"/>
                  </a:lnTo>
                  <a:lnTo>
                    <a:pt x="803" y="506"/>
                  </a:lnTo>
                  <a:lnTo>
                    <a:pt x="795" y="526"/>
                  </a:lnTo>
                  <a:lnTo>
                    <a:pt x="784" y="544"/>
                  </a:lnTo>
                  <a:lnTo>
                    <a:pt x="781" y="556"/>
                  </a:lnTo>
                  <a:lnTo>
                    <a:pt x="790" y="565"/>
                  </a:lnTo>
                  <a:lnTo>
                    <a:pt x="803" y="574"/>
                  </a:lnTo>
                  <a:lnTo>
                    <a:pt x="814" y="584"/>
                  </a:lnTo>
                  <a:close/>
                </a:path>
              </a:pathLst>
            </a:custGeom>
            <a:solidFill>
              <a:srgbClr val="F5DAC5">
                <a:alpha val="43000"/>
              </a:srgbClr>
            </a:solidFill>
            <a:ln>
              <a:noFill/>
            </a:ln>
          </p:spPr>
          <p:txBody>
            <a:bodyPr anchor="ctr"/>
            <a:lstStyle/>
            <a:p>
              <a:pPr algn="ctr">
                <a:buNone/>
              </a:pPr>
            </a:p>
          </p:txBody>
        </p:sp>
        <p:sp>
          <p:nvSpPr>
            <p:cNvPr id="7133" name="addition:input:132">
              <a:extLst>
                <a:ext uri="{FF2B5EF4-FFF2-40B4-BE49-F238E27FC236}">
                  <ns2:creationId id="{4A5E4B84-97B2-4FFB-9E32-017A4312C700}"/>
                </a:ext>
              </a:extLst>
            </p:cNvPr>
            <p:cNvSpPr>
              <a:spLocks noGrp="1"/>
            </p:cNvSpPr>
            <p:nvPr/>
          </p:nvSpPr>
          <p:spPr>
            <a:xfrm>
              <a:off x="209550" y="5438775"/>
              <a:ext cx="1334841" cy="1355278"/>
            </a:xfrm>
            <a:custGeom>
              <a:rect l="l" t="t" r="r" b="b"/>
              <a:pathLst>
                <a:path w="811" h="723">
                  <a:moveTo>
                    <a:pt x="0" y="0"/>
                  </a:moveTo>
                  <a:moveTo>
                    <a:pt x="800" y="601"/>
                  </a:moveTo>
                  <a:lnTo>
                    <a:pt x="808" y="612"/>
                  </a:lnTo>
                  <a:lnTo>
                    <a:pt x="811" y="623"/>
                  </a:lnTo>
                  <a:lnTo>
                    <a:pt x="808" y="633"/>
                  </a:lnTo>
                  <a:lnTo>
                    <a:pt x="805" y="643"/>
                  </a:lnTo>
                  <a:lnTo>
                    <a:pt x="803" y="654"/>
                  </a:lnTo>
                  <a:lnTo>
                    <a:pt x="800" y="666"/>
                  </a:lnTo>
                  <a:lnTo>
                    <a:pt x="789" y="673"/>
                  </a:lnTo>
                  <a:lnTo>
                    <a:pt x="771" y="674"/>
                  </a:lnTo>
                  <a:lnTo>
                    <a:pt x="750" y="672"/>
                  </a:lnTo>
                  <a:lnTo>
                    <a:pt x="736" y="672"/>
                  </a:lnTo>
                  <a:lnTo>
                    <a:pt x="730" y="681"/>
                  </a:lnTo>
                  <a:lnTo>
                    <a:pt x="727" y="698"/>
                  </a:lnTo>
                  <a:lnTo>
                    <a:pt x="721" y="713"/>
                  </a:lnTo>
                  <a:lnTo>
                    <a:pt x="708" y="722"/>
                  </a:lnTo>
                  <a:lnTo>
                    <a:pt x="692" y="723"/>
                  </a:lnTo>
                  <a:lnTo>
                    <a:pt x="676" y="722"/>
                  </a:lnTo>
                  <a:lnTo>
                    <a:pt x="661" y="722"/>
                  </a:lnTo>
                  <a:lnTo>
                    <a:pt x="645" y="722"/>
                  </a:lnTo>
                  <a:lnTo>
                    <a:pt x="630" y="719"/>
                  </a:lnTo>
                  <a:lnTo>
                    <a:pt x="617" y="711"/>
                  </a:lnTo>
                  <a:lnTo>
                    <a:pt x="606" y="703"/>
                  </a:lnTo>
                  <a:lnTo>
                    <a:pt x="594" y="699"/>
                  </a:lnTo>
                  <a:lnTo>
                    <a:pt x="580" y="699"/>
                  </a:lnTo>
                  <a:lnTo>
                    <a:pt x="566" y="697"/>
                  </a:lnTo>
                  <a:lnTo>
                    <a:pt x="557" y="690"/>
                  </a:lnTo>
                  <a:lnTo>
                    <a:pt x="554" y="678"/>
                  </a:lnTo>
                  <a:lnTo>
                    <a:pt x="551" y="668"/>
                  </a:lnTo>
                  <a:lnTo>
                    <a:pt x="542" y="663"/>
                  </a:lnTo>
                  <a:lnTo>
                    <a:pt x="524" y="661"/>
                  </a:lnTo>
                  <a:lnTo>
                    <a:pt x="505" y="657"/>
                  </a:lnTo>
                  <a:lnTo>
                    <a:pt x="494" y="649"/>
                  </a:lnTo>
                  <a:lnTo>
                    <a:pt x="497" y="636"/>
                  </a:lnTo>
                  <a:lnTo>
                    <a:pt x="508" y="623"/>
                  </a:lnTo>
                  <a:lnTo>
                    <a:pt x="518" y="611"/>
                  </a:lnTo>
                  <a:lnTo>
                    <a:pt x="525" y="601"/>
                  </a:lnTo>
                  <a:lnTo>
                    <a:pt x="530" y="591"/>
                  </a:lnTo>
                  <a:lnTo>
                    <a:pt x="538" y="583"/>
                  </a:lnTo>
                  <a:lnTo>
                    <a:pt x="545" y="574"/>
                  </a:lnTo>
                  <a:lnTo>
                    <a:pt x="547" y="565"/>
                  </a:lnTo>
                  <a:lnTo>
                    <a:pt x="543" y="553"/>
                  </a:lnTo>
                  <a:lnTo>
                    <a:pt x="538" y="538"/>
                  </a:lnTo>
                  <a:lnTo>
                    <a:pt x="540" y="526"/>
                  </a:lnTo>
                  <a:lnTo>
                    <a:pt x="551" y="519"/>
                  </a:lnTo>
                  <a:lnTo>
                    <a:pt x="567" y="516"/>
                  </a:lnTo>
                  <a:lnTo>
                    <a:pt x="580" y="513"/>
                  </a:lnTo>
                  <a:lnTo>
                    <a:pt x="587" y="505"/>
                  </a:lnTo>
                  <a:lnTo>
                    <a:pt x="592" y="494"/>
                  </a:lnTo>
                  <a:lnTo>
                    <a:pt x="601" y="485"/>
                  </a:lnTo>
                  <a:lnTo>
                    <a:pt x="614" y="485"/>
                  </a:lnTo>
                  <a:lnTo>
                    <a:pt x="627" y="492"/>
                  </a:lnTo>
                  <a:lnTo>
                    <a:pt x="639" y="499"/>
                  </a:lnTo>
                  <a:lnTo>
                    <a:pt x="648" y="500"/>
                  </a:lnTo>
                  <a:lnTo>
                    <a:pt x="658" y="498"/>
                  </a:lnTo>
                  <a:lnTo>
                    <a:pt x="668" y="495"/>
                  </a:lnTo>
                  <a:lnTo>
                    <a:pt x="679" y="494"/>
                  </a:lnTo>
                  <a:lnTo>
                    <a:pt x="690" y="493"/>
                  </a:lnTo>
                  <a:lnTo>
                    <a:pt x="704" y="490"/>
                  </a:lnTo>
                  <a:lnTo>
                    <a:pt x="721" y="486"/>
                  </a:lnTo>
                  <a:lnTo>
                    <a:pt x="737" y="488"/>
                  </a:lnTo>
                  <a:lnTo>
                    <a:pt x="746" y="498"/>
                  </a:lnTo>
                  <a:lnTo>
                    <a:pt x="746" y="515"/>
                  </a:lnTo>
                  <a:lnTo>
                    <a:pt x="743" y="532"/>
                  </a:lnTo>
                  <a:lnTo>
                    <a:pt x="746" y="542"/>
                  </a:lnTo>
                  <a:lnTo>
                    <a:pt x="757" y="548"/>
                  </a:lnTo>
                  <a:lnTo>
                    <a:pt x="773" y="553"/>
                  </a:lnTo>
                  <a:lnTo>
                    <a:pt x="784" y="561"/>
                  </a:lnTo>
                  <a:lnTo>
                    <a:pt x="787" y="571"/>
                  </a:lnTo>
                  <a:lnTo>
                    <a:pt x="788" y="581"/>
                  </a:lnTo>
                  <a:lnTo>
                    <a:pt x="791" y="591"/>
                  </a:lnTo>
                  <a:close/>
                </a:path>
              </a:pathLst>
            </a:custGeom>
            <a:solidFill>
              <a:srgbClr val="ECB78D">
                <a:alpha val="43000"/>
              </a:srgbClr>
            </a:solidFill>
            <a:ln>
              <a:noFill/>
            </a:ln>
          </p:spPr>
          <p:txBody>
            <a:bodyPr anchor="ctr"/>
            <a:lstStyle/>
            <a:p>
              <a:pPr algn="ctr">
                <a:buNone/>
              </a:pPr>
            </a:p>
          </p:txBody>
        </p:sp>
        <p:sp>
          <p:nvSpPr>
            <p:cNvPr id="7134" name="addition:input:133">
              <a:extLst>
                <a:ext uri="{FF2B5EF4-FFF2-40B4-BE49-F238E27FC236}">
                  <ns2:creationId id="{65A9C00C-0D6F-4483-8A8D-4AFE9035D298}"/>
                </a:ext>
              </a:extLst>
            </p:cNvPr>
            <p:cNvSpPr>
              <a:spLocks noGrp="1"/>
            </p:cNvSpPr>
            <p:nvPr/>
          </p:nvSpPr>
          <p:spPr>
            <a:xfrm>
              <a:off x="209550" y="5438775"/>
              <a:ext cx="1311798" cy="1332784"/>
            </a:xfrm>
            <a:custGeom>
              <a:rect l="l" t="t" r="r" b="b"/>
              <a:pathLst>
                <a:path w="797" h="711">
                  <a:moveTo>
                    <a:pt x="0" y="0"/>
                  </a:moveTo>
                  <a:moveTo>
                    <a:pt x="794" y="606"/>
                  </a:moveTo>
                  <a:lnTo>
                    <a:pt x="782" y="615"/>
                  </a:lnTo>
                  <a:lnTo>
                    <a:pt x="770" y="623"/>
                  </a:lnTo>
                  <a:lnTo>
                    <a:pt x="763" y="630"/>
                  </a:lnTo>
                  <a:lnTo>
                    <a:pt x="763" y="639"/>
                  </a:lnTo>
                  <a:lnTo>
                    <a:pt x="764" y="650"/>
                  </a:lnTo>
                  <a:lnTo>
                    <a:pt x="758" y="658"/>
                  </a:lnTo>
                  <a:lnTo>
                    <a:pt x="745" y="663"/>
                  </a:lnTo>
                  <a:lnTo>
                    <a:pt x="730" y="665"/>
                  </a:lnTo>
                  <a:lnTo>
                    <a:pt x="720" y="670"/>
                  </a:lnTo>
                  <a:lnTo>
                    <a:pt x="716" y="679"/>
                  </a:lnTo>
                  <a:lnTo>
                    <a:pt x="712" y="692"/>
                  </a:lnTo>
                  <a:lnTo>
                    <a:pt x="705" y="703"/>
                  </a:lnTo>
                  <a:lnTo>
                    <a:pt x="694" y="708"/>
                  </a:lnTo>
                  <a:lnTo>
                    <a:pt x="681" y="710"/>
                  </a:lnTo>
                  <a:lnTo>
                    <a:pt x="669" y="711"/>
                  </a:lnTo>
                  <a:lnTo>
                    <a:pt x="657" y="711"/>
                  </a:lnTo>
                  <a:lnTo>
                    <a:pt x="645" y="708"/>
                  </a:lnTo>
                  <a:lnTo>
                    <a:pt x="635" y="700"/>
                  </a:lnTo>
                  <a:lnTo>
                    <a:pt x="627" y="690"/>
                  </a:lnTo>
                  <a:lnTo>
                    <a:pt x="620" y="685"/>
                  </a:lnTo>
                  <a:lnTo>
                    <a:pt x="611" y="688"/>
                  </a:lnTo>
                  <a:lnTo>
                    <a:pt x="598" y="696"/>
                  </a:lnTo>
                  <a:lnTo>
                    <a:pt x="584" y="701"/>
                  </a:lnTo>
                  <a:lnTo>
                    <a:pt x="574" y="698"/>
                  </a:lnTo>
                  <a:lnTo>
                    <a:pt x="569" y="689"/>
                  </a:lnTo>
                  <a:lnTo>
                    <a:pt x="566" y="679"/>
                  </a:lnTo>
                  <a:lnTo>
                    <a:pt x="561" y="672"/>
                  </a:lnTo>
                  <a:lnTo>
                    <a:pt x="552" y="667"/>
                  </a:lnTo>
                  <a:lnTo>
                    <a:pt x="543" y="661"/>
                  </a:lnTo>
                  <a:lnTo>
                    <a:pt x="540" y="652"/>
                  </a:lnTo>
                  <a:lnTo>
                    <a:pt x="542" y="641"/>
                  </a:lnTo>
                  <a:lnTo>
                    <a:pt x="544" y="632"/>
                  </a:lnTo>
                  <a:lnTo>
                    <a:pt x="544" y="623"/>
                  </a:lnTo>
                  <a:lnTo>
                    <a:pt x="542" y="615"/>
                  </a:lnTo>
                  <a:lnTo>
                    <a:pt x="543" y="606"/>
                  </a:lnTo>
                  <a:lnTo>
                    <a:pt x="548" y="598"/>
                  </a:lnTo>
                  <a:lnTo>
                    <a:pt x="550" y="590"/>
                  </a:lnTo>
                  <a:lnTo>
                    <a:pt x="545" y="581"/>
                  </a:lnTo>
                  <a:lnTo>
                    <a:pt x="533" y="569"/>
                  </a:lnTo>
                  <a:lnTo>
                    <a:pt x="523" y="556"/>
                  </a:lnTo>
                  <a:lnTo>
                    <a:pt x="523" y="544"/>
                  </a:lnTo>
                  <a:lnTo>
                    <a:pt x="535" y="539"/>
                  </a:lnTo>
                  <a:lnTo>
                    <a:pt x="552" y="539"/>
                  </a:lnTo>
                  <a:lnTo>
                    <a:pt x="565" y="538"/>
                  </a:lnTo>
                  <a:lnTo>
                    <a:pt x="573" y="534"/>
                  </a:lnTo>
                  <a:lnTo>
                    <a:pt x="579" y="528"/>
                  </a:lnTo>
                  <a:lnTo>
                    <a:pt x="586" y="523"/>
                  </a:lnTo>
                  <a:lnTo>
                    <a:pt x="595" y="520"/>
                  </a:lnTo>
                  <a:lnTo>
                    <a:pt x="604" y="518"/>
                  </a:lnTo>
                  <a:lnTo>
                    <a:pt x="613" y="513"/>
                  </a:lnTo>
                  <a:lnTo>
                    <a:pt x="623" y="506"/>
                  </a:lnTo>
                  <a:lnTo>
                    <a:pt x="634" y="501"/>
                  </a:lnTo>
                  <a:lnTo>
                    <a:pt x="646" y="502"/>
                  </a:lnTo>
                  <a:lnTo>
                    <a:pt x="658" y="507"/>
                  </a:lnTo>
                  <a:lnTo>
                    <a:pt x="669" y="509"/>
                  </a:lnTo>
                  <a:lnTo>
                    <a:pt x="683" y="508"/>
                  </a:lnTo>
                  <a:lnTo>
                    <a:pt x="699" y="504"/>
                  </a:lnTo>
                  <a:lnTo>
                    <a:pt x="713" y="506"/>
                  </a:lnTo>
                  <a:lnTo>
                    <a:pt x="722" y="516"/>
                  </a:lnTo>
                  <a:lnTo>
                    <a:pt x="724" y="531"/>
                  </a:lnTo>
                  <a:lnTo>
                    <a:pt x="725" y="544"/>
                  </a:lnTo>
                  <a:lnTo>
                    <a:pt x="730" y="552"/>
                  </a:lnTo>
                  <a:lnTo>
                    <a:pt x="742" y="555"/>
                  </a:lnTo>
                  <a:lnTo>
                    <a:pt x="756" y="558"/>
                  </a:lnTo>
                  <a:lnTo>
                    <a:pt x="769" y="563"/>
                  </a:lnTo>
                  <a:lnTo>
                    <a:pt x="777" y="570"/>
                  </a:lnTo>
                  <a:lnTo>
                    <a:pt x="785" y="578"/>
                  </a:lnTo>
                  <a:lnTo>
                    <a:pt x="793" y="586"/>
                  </a:lnTo>
                  <a:lnTo>
                    <a:pt x="797" y="596"/>
                  </a:lnTo>
                  <a:close/>
                </a:path>
              </a:pathLst>
            </a:custGeom>
            <a:solidFill>
              <a:srgbClr val="E18B48">
                <a:alpha val="35000"/>
              </a:srgbClr>
            </a:solidFill>
            <a:ln>
              <a:noFill/>
            </a:ln>
          </p:spPr>
          <p:txBody>
            <a:bodyPr anchor="ctr"/>
            <a:lstStyle/>
            <a:p>
              <a:pPr algn="ctr">
                <a:buNone/>
              </a:pPr>
            </a:p>
          </p:txBody>
        </p:sp>
        <p:sp>
          <p:nvSpPr>
            <p:cNvPr id="7135" name="addition:input:134">
              <a:extLst>
                <a:ext uri="{FF2B5EF4-FFF2-40B4-BE49-F238E27FC236}">
                  <ns2:creationId id="{B9B949C3-C583-4F3A-ABC2-1B92C186FE26}"/>
                </a:ext>
              </a:extLst>
            </p:cNvPr>
            <p:cNvSpPr>
              <a:spLocks noGrp="1"/>
            </p:cNvSpPr>
            <p:nvPr/>
          </p:nvSpPr>
          <p:spPr>
            <a:xfrm>
              <a:off x="209550" y="5438775"/>
              <a:ext cx="1066556" cy="1167826"/>
            </a:xfrm>
            <a:custGeom>
              <a:rect l="l" t="t" r="r" b="b"/>
              <a:pathLst>
                <a:path w="648" h="623">
                  <a:moveTo>
                    <a:pt x="0" y="0"/>
                  </a:moveTo>
                  <a:moveTo>
                    <a:pt x="638" y="577"/>
                  </a:moveTo>
                  <a:lnTo>
                    <a:pt x="642" y="580"/>
                  </a:lnTo>
                  <a:lnTo>
                    <a:pt x="644" y="584"/>
                  </a:lnTo>
                  <a:lnTo>
                    <a:pt x="643" y="588"/>
                  </a:lnTo>
                  <a:lnTo>
                    <a:pt x="641" y="591"/>
                  </a:lnTo>
                  <a:lnTo>
                    <a:pt x="640" y="595"/>
                  </a:lnTo>
                  <a:lnTo>
                    <a:pt x="640" y="599"/>
                  </a:lnTo>
                  <a:lnTo>
                    <a:pt x="639" y="603"/>
                  </a:lnTo>
                  <a:lnTo>
                    <a:pt x="636" y="606"/>
                  </a:lnTo>
                  <a:lnTo>
                    <a:pt x="632" y="607"/>
                  </a:lnTo>
                  <a:lnTo>
                    <a:pt x="629" y="609"/>
                  </a:lnTo>
                  <a:lnTo>
                    <a:pt x="626" y="612"/>
                  </a:lnTo>
                  <a:lnTo>
                    <a:pt x="623" y="615"/>
                  </a:lnTo>
                  <a:lnTo>
                    <a:pt x="619" y="616"/>
                  </a:lnTo>
                  <a:lnTo>
                    <a:pt x="614" y="613"/>
                  </a:lnTo>
                  <a:lnTo>
                    <a:pt x="609" y="611"/>
                  </a:lnTo>
                  <a:lnTo>
                    <a:pt x="605" y="611"/>
                  </a:lnTo>
                  <a:lnTo>
                    <a:pt x="602" y="614"/>
                  </a:lnTo>
                  <a:lnTo>
                    <a:pt x="598" y="620"/>
                  </a:lnTo>
                  <a:lnTo>
                    <a:pt x="592" y="623"/>
                  </a:lnTo>
                  <a:lnTo>
                    <a:pt x="587" y="623"/>
                  </a:lnTo>
                  <a:lnTo>
                    <a:pt x="582" y="621"/>
                  </a:lnTo>
                  <a:lnTo>
                    <a:pt x="578" y="618"/>
                  </a:lnTo>
                  <a:lnTo>
                    <a:pt x="573" y="615"/>
                  </a:lnTo>
                  <a:lnTo>
                    <a:pt x="569" y="612"/>
                  </a:lnTo>
                  <a:lnTo>
                    <a:pt x="566" y="608"/>
                  </a:lnTo>
                  <a:lnTo>
                    <a:pt x="564" y="604"/>
                  </a:lnTo>
                  <a:lnTo>
                    <a:pt x="562" y="601"/>
                  </a:lnTo>
                  <a:lnTo>
                    <a:pt x="557" y="599"/>
                  </a:lnTo>
                  <a:lnTo>
                    <a:pt x="551" y="598"/>
                  </a:lnTo>
                  <a:lnTo>
                    <a:pt x="546" y="595"/>
                  </a:lnTo>
                  <a:lnTo>
                    <a:pt x="544" y="592"/>
                  </a:lnTo>
                  <a:lnTo>
                    <a:pt x="544" y="587"/>
                  </a:lnTo>
                  <a:lnTo>
                    <a:pt x="545" y="584"/>
                  </a:lnTo>
                  <a:lnTo>
                    <a:pt x="542" y="580"/>
                  </a:lnTo>
                  <a:lnTo>
                    <a:pt x="537" y="577"/>
                  </a:lnTo>
                  <a:lnTo>
                    <a:pt x="533" y="572"/>
                  </a:lnTo>
                  <a:lnTo>
                    <a:pt x="534" y="568"/>
                  </a:lnTo>
                  <a:lnTo>
                    <a:pt x="539" y="565"/>
                  </a:lnTo>
                  <a:lnTo>
                    <a:pt x="545" y="562"/>
                  </a:lnTo>
                  <a:lnTo>
                    <a:pt x="550" y="560"/>
                  </a:lnTo>
                  <a:lnTo>
                    <a:pt x="554" y="557"/>
                  </a:lnTo>
                  <a:lnTo>
                    <a:pt x="557" y="555"/>
                  </a:lnTo>
                  <a:lnTo>
                    <a:pt x="561" y="552"/>
                  </a:lnTo>
                  <a:lnTo>
                    <a:pt x="564" y="550"/>
                  </a:lnTo>
                  <a:lnTo>
                    <a:pt x="566" y="546"/>
                  </a:lnTo>
                  <a:lnTo>
                    <a:pt x="568" y="540"/>
                  </a:lnTo>
                  <a:lnTo>
                    <a:pt x="570" y="535"/>
                  </a:lnTo>
                  <a:lnTo>
                    <a:pt x="575" y="532"/>
                  </a:lnTo>
                  <a:lnTo>
                    <a:pt x="581" y="533"/>
                  </a:lnTo>
                  <a:lnTo>
                    <a:pt x="588" y="536"/>
                  </a:lnTo>
                  <a:lnTo>
                    <a:pt x="593" y="537"/>
                  </a:lnTo>
                  <a:lnTo>
                    <a:pt x="598" y="536"/>
                  </a:lnTo>
                  <a:lnTo>
                    <a:pt x="602" y="534"/>
                  </a:lnTo>
                  <a:lnTo>
                    <a:pt x="607" y="534"/>
                  </a:lnTo>
                  <a:lnTo>
                    <a:pt x="611" y="536"/>
                  </a:lnTo>
                  <a:lnTo>
                    <a:pt x="614" y="540"/>
                  </a:lnTo>
                  <a:lnTo>
                    <a:pt x="617" y="542"/>
                  </a:lnTo>
                  <a:lnTo>
                    <a:pt x="621" y="543"/>
                  </a:lnTo>
                  <a:lnTo>
                    <a:pt x="625" y="543"/>
                  </a:lnTo>
                  <a:lnTo>
                    <a:pt x="629" y="544"/>
                  </a:lnTo>
                  <a:lnTo>
                    <a:pt x="632" y="546"/>
                  </a:lnTo>
                  <a:lnTo>
                    <a:pt x="636" y="548"/>
                  </a:lnTo>
                  <a:lnTo>
                    <a:pt x="641" y="550"/>
                  </a:lnTo>
                  <a:lnTo>
                    <a:pt x="645" y="552"/>
                  </a:lnTo>
                  <a:lnTo>
                    <a:pt x="648" y="556"/>
                  </a:lnTo>
                  <a:lnTo>
                    <a:pt x="646" y="561"/>
                  </a:lnTo>
                  <a:lnTo>
                    <a:pt x="640" y="566"/>
                  </a:lnTo>
                  <a:lnTo>
                    <a:pt x="635" y="570"/>
                  </a:lnTo>
                  <a:lnTo>
                    <a:pt x="634" y="574"/>
                  </a:lnTo>
                  <a:close/>
                </a:path>
              </a:pathLst>
            </a:custGeom>
            <a:solidFill>
              <a:srgbClr val="ECB78D">
                <a:alpha val="32000"/>
              </a:srgbClr>
            </a:solidFill>
            <a:ln>
              <a:noFill/>
            </a:ln>
          </p:spPr>
          <p:txBody>
            <a:bodyPr anchor="ctr"/>
            <a:lstStyle/>
            <a:p>
              <a:pPr algn="ctr">
                <a:buNone/>
              </a:pPr>
            </a:p>
          </p:txBody>
        </p:sp>
        <p:sp>
          <p:nvSpPr>
            <p:cNvPr id="7136" name="addition:input:135">
              <a:extLst>
                <a:ext uri="{FF2B5EF4-FFF2-40B4-BE49-F238E27FC236}">
                  <ns2:creationId id="{15FFE261-4E9E-41C1-B926-2EA1B5301117}"/>
                </a:ext>
              </a:extLst>
            </p:cNvPr>
            <p:cNvSpPr>
              <a:spLocks noGrp="1"/>
            </p:cNvSpPr>
            <p:nvPr/>
          </p:nvSpPr>
          <p:spPr>
            <a:xfrm>
              <a:off x="209550" y="5438775"/>
              <a:ext cx="1140623" cy="1100343"/>
            </a:xfrm>
            <a:custGeom>
              <a:rect l="l" t="t" r="r" b="b"/>
              <a:pathLst>
                <a:path w="693" h="587">
                  <a:moveTo>
                    <a:pt x="0" y="0"/>
                  </a:moveTo>
                  <a:moveTo>
                    <a:pt x="693" y="543"/>
                  </a:moveTo>
                  <a:lnTo>
                    <a:pt x="693" y="547"/>
                  </a:lnTo>
                  <a:lnTo>
                    <a:pt x="691" y="551"/>
                  </a:lnTo>
                  <a:lnTo>
                    <a:pt x="688" y="554"/>
                  </a:lnTo>
                  <a:lnTo>
                    <a:pt x="686" y="557"/>
                  </a:lnTo>
                  <a:lnTo>
                    <a:pt x="685" y="561"/>
                  </a:lnTo>
                  <a:lnTo>
                    <a:pt x="683" y="565"/>
                  </a:lnTo>
                  <a:lnTo>
                    <a:pt x="679" y="567"/>
                  </a:lnTo>
                  <a:lnTo>
                    <a:pt x="672" y="567"/>
                  </a:lnTo>
                  <a:lnTo>
                    <a:pt x="666" y="567"/>
                  </a:lnTo>
                  <a:lnTo>
                    <a:pt x="663" y="570"/>
                  </a:lnTo>
                  <a:lnTo>
                    <a:pt x="662" y="575"/>
                  </a:lnTo>
                  <a:lnTo>
                    <a:pt x="661" y="581"/>
                  </a:lnTo>
                  <a:lnTo>
                    <a:pt x="658" y="586"/>
                  </a:lnTo>
                  <a:lnTo>
                    <a:pt x="652" y="587"/>
                  </a:lnTo>
                  <a:lnTo>
                    <a:pt x="647" y="587"/>
                  </a:lnTo>
                  <a:lnTo>
                    <a:pt x="641" y="586"/>
                  </a:lnTo>
                  <a:lnTo>
                    <a:pt x="636" y="585"/>
                  </a:lnTo>
                  <a:lnTo>
                    <a:pt x="631" y="583"/>
                  </a:lnTo>
                  <a:lnTo>
                    <a:pt x="627" y="581"/>
                  </a:lnTo>
                  <a:lnTo>
                    <a:pt x="624" y="578"/>
                  </a:lnTo>
                  <a:lnTo>
                    <a:pt x="621" y="577"/>
                  </a:lnTo>
                  <a:lnTo>
                    <a:pt x="616" y="577"/>
                  </a:lnTo>
                  <a:lnTo>
                    <a:pt x="611" y="579"/>
                  </a:lnTo>
                  <a:lnTo>
                    <a:pt x="607" y="579"/>
                  </a:lnTo>
                  <a:lnTo>
                    <a:pt x="604" y="576"/>
                  </a:lnTo>
                  <a:lnTo>
                    <a:pt x="603" y="572"/>
                  </a:lnTo>
                  <a:lnTo>
                    <a:pt x="602" y="568"/>
                  </a:lnTo>
                  <a:lnTo>
                    <a:pt x="598" y="567"/>
                  </a:lnTo>
                  <a:lnTo>
                    <a:pt x="593" y="566"/>
                  </a:lnTo>
                  <a:lnTo>
                    <a:pt x="589" y="563"/>
                  </a:lnTo>
                  <a:lnTo>
                    <a:pt x="588" y="559"/>
                  </a:lnTo>
                  <a:lnTo>
                    <a:pt x="591" y="554"/>
                  </a:lnTo>
                  <a:lnTo>
                    <a:pt x="594" y="550"/>
                  </a:lnTo>
                  <a:lnTo>
                    <a:pt x="597" y="546"/>
                  </a:lnTo>
                  <a:lnTo>
                    <a:pt x="597" y="543"/>
                  </a:lnTo>
                  <a:lnTo>
                    <a:pt x="598" y="540"/>
                  </a:lnTo>
                  <a:lnTo>
                    <a:pt x="599" y="537"/>
                  </a:lnTo>
                  <a:lnTo>
                    <a:pt x="599" y="533"/>
                  </a:lnTo>
                  <a:lnTo>
                    <a:pt x="597" y="529"/>
                  </a:lnTo>
                  <a:lnTo>
                    <a:pt x="593" y="524"/>
                  </a:lnTo>
                  <a:lnTo>
                    <a:pt x="592" y="519"/>
                  </a:lnTo>
                  <a:lnTo>
                    <a:pt x="594" y="515"/>
                  </a:lnTo>
                  <a:lnTo>
                    <a:pt x="599" y="514"/>
                  </a:lnTo>
                  <a:lnTo>
                    <a:pt x="605" y="514"/>
                  </a:lnTo>
                  <a:lnTo>
                    <a:pt x="609" y="513"/>
                  </a:lnTo>
                  <a:lnTo>
                    <a:pt x="611" y="510"/>
                  </a:lnTo>
                  <a:lnTo>
                    <a:pt x="613" y="507"/>
                  </a:lnTo>
                  <a:lnTo>
                    <a:pt x="616" y="505"/>
                  </a:lnTo>
                  <a:lnTo>
                    <a:pt x="620" y="505"/>
                  </a:lnTo>
                  <a:lnTo>
                    <a:pt x="625" y="506"/>
                  </a:lnTo>
                  <a:lnTo>
                    <a:pt x="628" y="507"/>
                  </a:lnTo>
                  <a:lnTo>
                    <a:pt x="632" y="505"/>
                  </a:lnTo>
                  <a:lnTo>
                    <a:pt x="636" y="503"/>
                  </a:lnTo>
                  <a:lnTo>
                    <a:pt x="640" y="503"/>
                  </a:lnTo>
                  <a:lnTo>
                    <a:pt x="645" y="503"/>
                  </a:lnTo>
                  <a:lnTo>
                    <a:pt x="649" y="503"/>
                  </a:lnTo>
                  <a:lnTo>
                    <a:pt x="655" y="502"/>
                  </a:lnTo>
                  <a:lnTo>
                    <a:pt x="661" y="502"/>
                  </a:lnTo>
                  <a:lnTo>
                    <a:pt x="666" y="504"/>
                  </a:lnTo>
                  <a:lnTo>
                    <a:pt x="667" y="510"/>
                  </a:lnTo>
                  <a:lnTo>
                    <a:pt x="667" y="516"/>
                  </a:lnTo>
                  <a:lnTo>
                    <a:pt x="667" y="521"/>
                  </a:lnTo>
                  <a:lnTo>
                    <a:pt x="670" y="523"/>
                  </a:lnTo>
                  <a:lnTo>
                    <a:pt x="676" y="524"/>
                  </a:lnTo>
                  <a:lnTo>
                    <a:pt x="682" y="526"/>
                  </a:lnTo>
                  <a:lnTo>
                    <a:pt x="686" y="528"/>
                  </a:lnTo>
                  <a:lnTo>
                    <a:pt x="688" y="532"/>
                  </a:lnTo>
                  <a:lnTo>
                    <a:pt x="689" y="536"/>
                  </a:lnTo>
                  <a:lnTo>
                    <a:pt x="691" y="539"/>
                  </a:lnTo>
                  <a:close/>
                </a:path>
              </a:pathLst>
            </a:custGeom>
            <a:solidFill>
              <a:srgbClr val="ECB78D">
                <a:alpha val="32000"/>
              </a:srgbClr>
            </a:solidFill>
            <a:ln>
              <a:noFill/>
            </a:ln>
          </p:spPr>
          <p:txBody>
            <a:bodyPr anchor="ctr"/>
            <a:lstStyle/>
            <a:p>
              <a:pPr algn="ctr">
                <a:buNone/>
              </a:pPr>
            </a:p>
          </p:txBody>
        </p:sp>
        <p:sp>
          <p:nvSpPr>
            <p:cNvPr id="7137" name="addition:input:136">
              <a:extLst>
                <a:ext uri="{FF2B5EF4-FFF2-40B4-BE49-F238E27FC236}">
                  <ns2:creationId id="{05986415-8C89-47F1-BA8E-756202B2C55C}"/>
                </a:ext>
              </a:extLst>
            </p:cNvPr>
            <p:cNvSpPr>
              <a:spLocks noGrp="1"/>
            </p:cNvSpPr>
            <p:nvPr/>
          </p:nvSpPr>
          <p:spPr>
            <a:xfrm>
              <a:off x="209550" y="5438775"/>
              <a:ext cx="1213043" cy="1132210"/>
            </a:xfrm>
            <a:custGeom>
              <a:rect l="l" t="t" r="r" b="b"/>
              <a:pathLst>
                <a:path w="737" h="604">
                  <a:moveTo>
                    <a:pt x="0" y="0"/>
                  </a:moveTo>
                  <a:moveTo>
                    <a:pt x="728" y="552"/>
                  </a:moveTo>
                  <a:lnTo>
                    <a:pt x="733" y="556"/>
                  </a:lnTo>
                  <a:lnTo>
                    <a:pt x="737" y="561"/>
                  </a:lnTo>
                  <a:lnTo>
                    <a:pt x="737" y="565"/>
                  </a:lnTo>
                  <a:lnTo>
                    <a:pt x="734" y="568"/>
                  </a:lnTo>
                  <a:lnTo>
                    <a:pt x="730" y="571"/>
                  </a:lnTo>
                  <a:lnTo>
                    <a:pt x="729" y="575"/>
                  </a:lnTo>
                  <a:lnTo>
                    <a:pt x="729" y="579"/>
                  </a:lnTo>
                  <a:lnTo>
                    <a:pt x="729" y="584"/>
                  </a:lnTo>
                  <a:lnTo>
                    <a:pt x="727" y="587"/>
                  </a:lnTo>
                  <a:lnTo>
                    <a:pt x="722" y="588"/>
                  </a:lnTo>
                  <a:lnTo>
                    <a:pt x="717" y="588"/>
                  </a:lnTo>
                  <a:lnTo>
                    <a:pt x="713" y="589"/>
                  </a:lnTo>
                  <a:lnTo>
                    <a:pt x="709" y="590"/>
                  </a:lnTo>
                  <a:lnTo>
                    <a:pt x="705" y="591"/>
                  </a:lnTo>
                  <a:lnTo>
                    <a:pt x="701" y="591"/>
                  </a:lnTo>
                  <a:lnTo>
                    <a:pt x="697" y="591"/>
                  </a:lnTo>
                  <a:lnTo>
                    <a:pt x="694" y="594"/>
                  </a:lnTo>
                  <a:lnTo>
                    <a:pt x="689" y="599"/>
                  </a:lnTo>
                  <a:lnTo>
                    <a:pt x="683" y="603"/>
                  </a:lnTo>
                  <a:lnTo>
                    <a:pt x="677" y="604"/>
                  </a:lnTo>
                  <a:lnTo>
                    <a:pt x="672" y="600"/>
                  </a:lnTo>
                  <a:lnTo>
                    <a:pt x="669" y="594"/>
                  </a:lnTo>
                  <a:lnTo>
                    <a:pt x="667" y="588"/>
                  </a:lnTo>
                  <a:lnTo>
                    <a:pt x="663" y="586"/>
                  </a:lnTo>
                  <a:lnTo>
                    <a:pt x="658" y="585"/>
                  </a:lnTo>
                  <a:lnTo>
                    <a:pt x="653" y="583"/>
                  </a:lnTo>
                  <a:lnTo>
                    <a:pt x="650" y="580"/>
                  </a:lnTo>
                  <a:lnTo>
                    <a:pt x="647" y="577"/>
                  </a:lnTo>
                  <a:lnTo>
                    <a:pt x="644" y="574"/>
                  </a:lnTo>
                  <a:lnTo>
                    <a:pt x="640" y="571"/>
                  </a:lnTo>
                  <a:lnTo>
                    <a:pt x="636" y="568"/>
                  </a:lnTo>
                  <a:lnTo>
                    <a:pt x="634" y="564"/>
                  </a:lnTo>
                  <a:lnTo>
                    <a:pt x="634" y="560"/>
                  </a:lnTo>
                  <a:lnTo>
                    <a:pt x="633" y="556"/>
                  </a:lnTo>
                  <a:lnTo>
                    <a:pt x="631" y="552"/>
                  </a:lnTo>
                  <a:lnTo>
                    <a:pt x="628" y="548"/>
                  </a:lnTo>
                  <a:lnTo>
                    <a:pt x="628" y="543"/>
                  </a:lnTo>
                  <a:lnTo>
                    <a:pt x="632" y="540"/>
                  </a:lnTo>
                  <a:lnTo>
                    <a:pt x="640" y="537"/>
                  </a:lnTo>
                  <a:lnTo>
                    <a:pt x="648" y="536"/>
                  </a:lnTo>
                  <a:lnTo>
                    <a:pt x="652" y="534"/>
                  </a:lnTo>
                  <a:lnTo>
                    <a:pt x="652" y="530"/>
                  </a:lnTo>
                  <a:lnTo>
                    <a:pt x="652" y="524"/>
                  </a:lnTo>
                  <a:lnTo>
                    <a:pt x="653" y="520"/>
                  </a:lnTo>
                  <a:lnTo>
                    <a:pt x="657" y="516"/>
                  </a:lnTo>
                  <a:lnTo>
                    <a:pt x="661" y="513"/>
                  </a:lnTo>
                  <a:lnTo>
                    <a:pt x="665" y="510"/>
                  </a:lnTo>
                  <a:lnTo>
                    <a:pt x="669" y="508"/>
                  </a:lnTo>
                  <a:lnTo>
                    <a:pt x="674" y="507"/>
                  </a:lnTo>
                  <a:lnTo>
                    <a:pt x="680" y="508"/>
                  </a:lnTo>
                  <a:lnTo>
                    <a:pt x="685" y="510"/>
                  </a:lnTo>
                  <a:lnTo>
                    <a:pt x="689" y="511"/>
                  </a:lnTo>
                  <a:lnTo>
                    <a:pt x="693" y="510"/>
                  </a:lnTo>
                  <a:lnTo>
                    <a:pt x="698" y="508"/>
                  </a:lnTo>
                  <a:lnTo>
                    <a:pt x="702" y="508"/>
                  </a:lnTo>
                  <a:lnTo>
                    <a:pt x="705" y="512"/>
                  </a:lnTo>
                  <a:lnTo>
                    <a:pt x="707" y="517"/>
                  </a:lnTo>
                  <a:lnTo>
                    <a:pt x="709" y="519"/>
                  </a:lnTo>
                  <a:lnTo>
                    <a:pt x="714" y="518"/>
                  </a:lnTo>
                  <a:lnTo>
                    <a:pt x="720" y="517"/>
                  </a:lnTo>
                  <a:lnTo>
                    <a:pt x="725" y="517"/>
                  </a:lnTo>
                  <a:lnTo>
                    <a:pt x="729" y="519"/>
                  </a:lnTo>
                  <a:lnTo>
                    <a:pt x="730" y="523"/>
                  </a:lnTo>
                  <a:lnTo>
                    <a:pt x="731" y="528"/>
                  </a:lnTo>
                  <a:lnTo>
                    <a:pt x="731" y="532"/>
                  </a:lnTo>
                  <a:lnTo>
                    <a:pt x="731" y="537"/>
                  </a:lnTo>
                  <a:lnTo>
                    <a:pt x="729" y="541"/>
                  </a:lnTo>
                  <a:lnTo>
                    <a:pt x="726" y="545"/>
                  </a:lnTo>
                  <a:lnTo>
                    <a:pt x="725" y="549"/>
                  </a:lnTo>
                  <a:close/>
                </a:path>
              </a:pathLst>
            </a:custGeom>
            <a:solidFill>
              <a:srgbClr val="ECB78D">
                <a:alpha val="32000"/>
              </a:srgbClr>
            </a:solidFill>
            <a:ln>
              <a:noFill/>
            </a:ln>
          </p:spPr>
          <p:txBody>
            <a:bodyPr anchor="ctr"/>
            <a:lstStyle/>
            <a:p>
              <a:pPr algn="ctr">
                <a:buNone/>
              </a:pPr>
            </a:p>
          </p:txBody>
        </p:sp>
        <p:sp>
          <p:nvSpPr>
            <p:cNvPr id="7138" name="addition:input:137">
              <a:extLst>
                <a:ext uri="{FF2B5EF4-FFF2-40B4-BE49-F238E27FC236}">
                  <ns2:creationId id="{B967D051-07BC-4DAA-B8DF-8083BBBF3727}"/>
                </a:ext>
              </a:extLst>
            </p:cNvPr>
            <p:cNvSpPr>
              <a:spLocks noGrp="1"/>
            </p:cNvSpPr>
            <p:nvPr/>
          </p:nvSpPr>
          <p:spPr>
            <a:xfrm>
              <a:off x="209550" y="5438775"/>
              <a:ext cx="1305215" cy="1201567"/>
            </a:xfrm>
            <a:custGeom>
              <a:rect l="l" t="t" r="r" b="b"/>
              <a:pathLst>
                <a:path w="793" h="641">
                  <a:moveTo>
                    <a:pt x="0" y="0"/>
                  </a:moveTo>
                  <a:moveTo>
                    <a:pt x="789" y="589"/>
                  </a:moveTo>
                  <a:lnTo>
                    <a:pt x="792" y="594"/>
                  </a:lnTo>
                  <a:lnTo>
                    <a:pt x="793" y="599"/>
                  </a:lnTo>
                  <a:lnTo>
                    <a:pt x="788" y="603"/>
                  </a:lnTo>
                  <a:lnTo>
                    <a:pt x="780" y="606"/>
                  </a:lnTo>
                  <a:lnTo>
                    <a:pt x="774" y="608"/>
                  </a:lnTo>
                  <a:lnTo>
                    <a:pt x="771" y="611"/>
                  </a:lnTo>
                  <a:lnTo>
                    <a:pt x="771" y="616"/>
                  </a:lnTo>
                  <a:lnTo>
                    <a:pt x="770" y="621"/>
                  </a:lnTo>
                  <a:lnTo>
                    <a:pt x="766" y="624"/>
                  </a:lnTo>
                  <a:lnTo>
                    <a:pt x="761" y="625"/>
                  </a:lnTo>
                  <a:lnTo>
                    <a:pt x="755" y="626"/>
                  </a:lnTo>
                  <a:lnTo>
                    <a:pt x="751" y="629"/>
                  </a:lnTo>
                  <a:lnTo>
                    <a:pt x="747" y="633"/>
                  </a:lnTo>
                  <a:lnTo>
                    <a:pt x="743" y="637"/>
                  </a:lnTo>
                  <a:lnTo>
                    <a:pt x="737" y="639"/>
                  </a:lnTo>
                  <a:lnTo>
                    <a:pt x="731" y="640"/>
                  </a:lnTo>
                  <a:lnTo>
                    <a:pt x="725" y="640"/>
                  </a:lnTo>
                  <a:lnTo>
                    <a:pt x="720" y="641"/>
                  </a:lnTo>
                  <a:lnTo>
                    <a:pt x="714" y="640"/>
                  </a:lnTo>
                  <a:lnTo>
                    <a:pt x="709" y="637"/>
                  </a:lnTo>
                  <a:lnTo>
                    <a:pt x="706" y="631"/>
                  </a:lnTo>
                  <a:lnTo>
                    <a:pt x="704" y="625"/>
                  </a:lnTo>
                  <a:lnTo>
                    <a:pt x="701" y="623"/>
                  </a:lnTo>
                  <a:lnTo>
                    <a:pt x="696" y="625"/>
                  </a:lnTo>
                  <a:lnTo>
                    <a:pt x="688" y="627"/>
                  </a:lnTo>
                  <a:lnTo>
                    <a:pt x="682" y="627"/>
                  </a:lnTo>
                  <a:lnTo>
                    <a:pt x="678" y="624"/>
                  </a:lnTo>
                  <a:lnTo>
                    <a:pt x="677" y="619"/>
                  </a:lnTo>
                  <a:lnTo>
                    <a:pt x="677" y="615"/>
                  </a:lnTo>
                  <a:lnTo>
                    <a:pt x="675" y="611"/>
                  </a:lnTo>
                  <a:lnTo>
                    <a:pt x="674" y="607"/>
                  </a:lnTo>
                  <a:lnTo>
                    <a:pt x="674" y="602"/>
                  </a:lnTo>
                  <a:lnTo>
                    <a:pt x="676" y="598"/>
                  </a:lnTo>
                  <a:lnTo>
                    <a:pt x="678" y="593"/>
                  </a:lnTo>
                  <a:lnTo>
                    <a:pt x="678" y="589"/>
                  </a:lnTo>
                  <a:lnTo>
                    <a:pt x="677" y="585"/>
                  </a:lnTo>
                  <a:lnTo>
                    <a:pt x="677" y="581"/>
                  </a:lnTo>
                  <a:lnTo>
                    <a:pt x="680" y="577"/>
                  </a:lnTo>
                  <a:lnTo>
                    <a:pt x="684" y="574"/>
                  </a:lnTo>
                  <a:lnTo>
                    <a:pt x="687" y="571"/>
                  </a:lnTo>
                  <a:lnTo>
                    <a:pt x="685" y="566"/>
                  </a:lnTo>
                  <a:lnTo>
                    <a:pt x="682" y="559"/>
                  </a:lnTo>
                  <a:lnTo>
                    <a:pt x="681" y="553"/>
                  </a:lnTo>
                  <a:lnTo>
                    <a:pt x="684" y="549"/>
                  </a:lnTo>
                  <a:lnTo>
                    <a:pt x="690" y="548"/>
                  </a:lnTo>
                  <a:lnTo>
                    <a:pt x="697" y="549"/>
                  </a:lnTo>
                  <a:lnTo>
                    <a:pt x="702" y="550"/>
                  </a:lnTo>
                  <a:lnTo>
                    <a:pt x="706" y="549"/>
                  </a:lnTo>
                  <a:lnTo>
                    <a:pt x="709" y="548"/>
                  </a:lnTo>
                  <a:lnTo>
                    <a:pt x="713" y="548"/>
                  </a:lnTo>
                  <a:lnTo>
                    <a:pt x="717" y="547"/>
                  </a:lnTo>
                  <a:lnTo>
                    <a:pt x="721" y="545"/>
                  </a:lnTo>
                  <a:lnTo>
                    <a:pt x="725" y="542"/>
                  </a:lnTo>
                  <a:lnTo>
                    <a:pt x="730" y="538"/>
                  </a:lnTo>
                  <a:lnTo>
                    <a:pt x="735" y="538"/>
                  </a:lnTo>
                  <a:lnTo>
                    <a:pt x="739" y="542"/>
                  </a:lnTo>
                  <a:lnTo>
                    <a:pt x="743" y="546"/>
                  </a:lnTo>
                  <a:lnTo>
                    <a:pt x="747" y="548"/>
                  </a:lnTo>
                  <a:lnTo>
                    <a:pt x="753" y="549"/>
                  </a:lnTo>
                  <a:lnTo>
                    <a:pt x="760" y="549"/>
                  </a:lnTo>
                  <a:lnTo>
                    <a:pt x="765" y="552"/>
                  </a:lnTo>
                  <a:lnTo>
                    <a:pt x="766" y="557"/>
                  </a:lnTo>
                  <a:lnTo>
                    <a:pt x="766" y="563"/>
                  </a:lnTo>
                  <a:lnTo>
                    <a:pt x="766" y="568"/>
                  </a:lnTo>
                  <a:lnTo>
                    <a:pt x="768" y="572"/>
                  </a:lnTo>
                  <a:lnTo>
                    <a:pt x="773" y="574"/>
                  </a:lnTo>
                  <a:lnTo>
                    <a:pt x="778" y="577"/>
                  </a:lnTo>
                  <a:lnTo>
                    <a:pt x="781" y="581"/>
                  </a:lnTo>
                  <a:lnTo>
                    <a:pt x="785" y="585"/>
                  </a:lnTo>
                  <a:close/>
                </a:path>
              </a:pathLst>
            </a:custGeom>
            <a:solidFill>
              <a:srgbClr val="ECB78D">
                <a:alpha val="32000"/>
              </a:srgbClr>
            </a:solidFill>
            <a:ln>
              <a:noFill/>
            </a:ln>
          </p:spPr>
          <p:txBody>
            <a:bodyPr anchor="ctr"/>
            <a:lstStyle/>
            <a:p>
              <a:pPr algn="ctr">
                <a:buNone/>
              </a:pPr>
            </a:p>
          </p:txBody>
        </p:sp>
        <p:sp>
          <p:nvSpPr>
            <p:cNvPr id="7139" name="addition:input:138">
              <a:extLst>
                <a:ext uri="{FF2B5EF4-FFF2-40B4-BE49-F238E27FC236}">
                  <ns2:creationId id="{4AB9F940-FC83-4080-A3FE-D8398000E291}"/>
                </a:ext>
              </a:extLst>
            </p:cNvPr>
            <p:cNvSpPr>
              <a:spLocks noGrp="1"/>
            </p:cNvSpPr>
            <p:nvPr/>
          </p:nvSpPr>
          <p:spPr>
            <a:xfrm>
              <a:off x="209550" y="5438775"/>
              <a:ext cx="1259129" cy="1270925"/>
            </a:xfrm>
            <a:custGeom>
              <a:rect l="l" t="t" r="r" b="b"/>
              <a:pathLst>
                <a:path w="765" h="678">
                  <a:moveTo>
                    <a:pt x="0" y="0"/>
                  </a:moveTo>
                  <a:moveTo>
                    <a:pt x="765" y="630"/>
                  </a:moveTo>
                  <a:lnTo>
                    <a:pt x="765" y="635"/>
                  </a:lnTo>
                  <a:lnTo>
                    <a:pt x="760" y="639"/>
                  </a:lnTo>
                  <a:lnTo>
                    <a:pt x="751" y="642"/>
                  </a:lnTo>
                  <a:lnTo>
                    <a:pt x="742" y="644"/>
                  </a:lnTo>
                  <a:lnTo>
                    <a:pt x="736" y="647"/>
                  </a:lnTo>
                  <a:lnTo>
                    <a:pt x="736" y="651"/>
                  </a:lnTo>
                  <a:lnTo>
                    <a:pt x="739" y="658"/>
                  </a:lnTo>
                  <a:lnTo>
                    <a:pt x="740" y="664"/>
                  </a:lnTo>
                  <a:lnTo>
                    <a:pt x="736" y="669"/>
                  </a:lnTo>
                  <a:lnTo>
                    <a:pt x="730" y="671"/>
                  </a:lnTo>
                  <a:lnTo>
                    <a:pt x="723" y="673"/>
                  </a:lnTo>
                  <a:lnTo>
                    <a:pt x="718" y="675"/>
                  </a:lnTo>
                  <a:lnTo>
                    <a:pt x="712" y="677"/>
                  </a:lnTo>
                  <a:lnTo>
                    <a:pt x="706" y="678"/>
                  </a:lnTo>
                  <a:lnTo>
                    <a:pt x="700" y="677"/>
                  </a:lnTo>
                  <a:lnTo>
                    <a:pt x="695" y="676"/>
                  </a:lnTo>
                  <a:lnTo>
                    <a:pt x="690" y="676"/>
                  </a:lnTo>
                  <a:lnTo>
                    <a:pt x="685" y="678"/>
                  </a:lnTo>
                  <a:lnTo>
                    <a:pt x="680" y="678"/>
                  </a:lnTo>
                  <a:lnTo>
                    <a:pt x="675" y="676"/>
                  </a:lnTo>
                  <a:lnTo>
                    <a:pt x="672" y="672"/>
                  </a:lnTo>
                  <a:lnTo>
                    <a:pt x="669" y="669"/>
                  </a:lnTo>
                  <a:lnTo>
                    <a:pt x="663" y="670"/>
                  </a:lnTo>
                  <a:lnTo>
                    <a:pt x="655" y="672"/>
                  </a:lnTo>
                  <a:lnTo>
                    <a:pt x="647" y="674"/>
                  </a:lnTo>
                  <a:lnTo>
                    <a:pt x="641" y="672"/>
                  </a:lnTo>
                  <a:lnTo>
                    <a:pt x="639" y="666"/>
                  </a:lnTo>
                  <a:lnTo>
                    <a:pt x="640" y="660"/>
                  </a:lnTo>
                  <a:lnTo>
                    <a:pt x="640" y="654"/>
                  </a:lnTo>
                  <a:lnTo>
                    <a:pt x="639" y="650"/>
                  </a:lnTo>
                  <a:lnTo>
                    <a:pt x="638" y="646"/>
                  </a:lnTo>
                  <a:lnTo>
                    <a:pt x="638" y="642"/>
                  </a:lnTo>
                  <a:lnTo>
                    <a:pt x="638" y="638"/>
                  </a:lnTo>
                  <a:lnTo>
                    <a:pt x="635" y="634"/>
                  </a:lnTo>
                  <a:lnTo>
                    <a:pt x="629" y="630"/>
                  </a:lnTo>
                  <a:lnTo>
                    <a:pt x="623" y="625"/>
                  </a:lnTo>
                  <a:lnTo>
                    <a:pt x="620" y="620"/>
                  </a:lnTo>
                  <a:lnTo>
                    <a:pt x="623" y="616"/>
                  </a:lnTo>
                  <a:lnTo>
                    <a:pt x="628" y="613"/>
                  </a:lnTo>
                  <a:lnTo>
                    <a:pt x="631" y="609"/>
                  </a:lnTo>
                  <a:lnTo>
                    <a:pt x="631" y="605"/>
                  </a:lnTo>
                  <a:lnTo>
                    <a:pt x="630" y="599"/>
                  </a:lnTo>
                  <a:lnTo>
                    <a:pt x="632" y="595"/>
                  </a:lnTo>
                  <a:lnTo>
                    <a:pt x="638" y="593"/>
                  </a:lnTo>
                  <a:lnTo>
                    <a:pt x="646" y="593"/>
                  </a:lnTo>
                  <a:lnTo>
                    <a:pt x="653" y="594"/>
                  </a:lnTo>
                  <a:lnTo>
                    <a:pt x="658" y="593"/>
                  </a:lnTo>
                  <a:lnTo>
                    <a:pt x="662" y="590"/>
                  </a:lnTo>
                  <a:lnTo>
                    <a:pt x="666" y="587"/>
                  </a:lnTo>
                  <a:lnTo>
                    <a:pt x="672" y="585"/>
                  </a:lnTo>
                  <a:lnTo>
                    <a:pt x="677" y="582"/>
                  </a:lnTo>
                  <a:lnTo>
                    <a:pt x="684" y="578"/>
                  </a:lnTo>
                  <a:lnTo>
                    <a:pt x="691" y="574"/>
                  </a:lnTo>
                  <a:lnTo>
                    <a:pt x="699" y="573"/>
                  </a:lnTo>
                  <a:lnTo>
                    <a:pt x="706" y="576"/>
                  </a:lnTo>
                  <a:lnTo>
                    <a:pt x="711" y="583"/>
                  </a:lnTo>
                  <a:lnTo>
                    <a:pt x="715" y="589"/>
                  </a:lnTo>
                  <a:lnTo>
                    <a:pt x="719" y="592"/>
                  </a:lnTo>
                  <a:lnTo>
                    <a:pt x="726" y="593"/>
                  </a:lnTo>
                  <a:lnTo>
                    <a:pt x="734" y="593"/>
                  </a:lnTo>
                  <a:lnTo>
                    <a:pt x="740" y="595"/>
                  </a:lnTo>
                  <a:lnTo>
                    <a:pt x="743" y="599"/>
                  </a:lnTo>
                  <a:lnTo>
                    <a:pt x="745" y="603"/>
                  </a:lnTo>
                  <a:lnTo>
                    <a:pt x="749" y="606"/>
                  </a:lnTo>
                  <a:lnTo>
                    <a:pt x="754" y="609"/>
                  </a:lnTo>
                  <a:lnTo>
                    <a:pt x="760" y="612"/>
                  </a:lnTo>
                  <a:lnTo>
                    <a:pt x="762" y="616"/>
                  </a:lnTo>
                  <a:lnTo>
                    <a:pt x="763" y="621"/>
                  </a:lnTo>
                  <a:lnTo>
                    <a:pt x="764" y="625"/>
                  </a:lnTo>
                  <a:close/>
                </a:path>
              </a:pathLst>
            </a:custGeom>
            <a:solidFill>
              <a:srgbClr val="ECB78D">
                <a:alpha val="32000"/>
              </a:srgbClr>
            </a:solidFill>
            <a:ln>
              <a:noFill/>
            </a:ln>
          </p:spPr>
          <p:txBody>
            <a:bodyPr anchor="ctr"/>
            <a:lstStyle/>
            <a:p>
              <a:pPr algn="ctr">
                <a:buNone/>
              </a:pPr>
            </a:p>
          </p:txBody>
        </p:sp>
        <p:sp>
          <p:nvSpPr>
            <p:cNvPr id="7140" name="addition:input:139">
              <a:extLst>
                <a:ext uri="{FF2B5EF4-FFF2-40B4-BE49-F238E27FC236}">
                  <ns2:creationId id="{D7117E28-AFFF-412A-A99E-8BC37C441332}"/>
                </a:ext>
              </a:extLst>
            </p:cNvPr>
            <p:cNvSpPr>
              <a:spLocks noGrp="1"/>
            </p:cNvSpPr>
            <p:nvPr/>
          </p:nvSpPr>
          <p:spPr>
            <a:xfrm>
              <a:off x="209550" y="5438775"/>
              <a:ext cx="1137331" cy="1285921"/>
            </a:xfrm>
            <a:custGeom>
              <a:rect l="l" t="t" r="r" b="b"/>
              <a:pathLst>
                <a:path w="691" h="686">
                  <a:moveTo>
                    <a:pt x="0" y="0"/>
                  </a:moveTo>
                  <a:moveTo>
                    <a:pt x="687" y="635"/>
                  </a:moveTo>
                  <a:lnTo>
                    <a:pt x="690" y="639"/>
                  </a:lnTo>
                  <a:lnTo>
                    <a:pt x="691" y="644"/>
                  </a:lnTo>
                  <a:lnTo>
                    <a:pt x="690" y="648"/>
                  </a:lnTo>
                  <a:lnTo>
                    <a:pt x="688" y="652"/>
                  </a:lnTo>
                  <a:lnTo>
                    <a:pt x="686" y="656"/>
                  </a:lnTo>
                  <a:lnTo>
                    <a:pt x="684" y="661"/>
                  </a:lnTo>
                  <a:lnTo>
                    <a:pt x="680" y="664"/>
                  </a:lnTo>
                  <a:lnTo>
                    <a:pt x="673" y="665"/>
                  </a:lnTo>
                  <a:lnTo>
                    <a:pt x="665" y="664"/>
                  </a:lnTo>
                  <a:lnTo>
                    <a:pt x="659" y="664"/>
                  </a:lnTo>
                  <a:lnTo>
                    <a:pt x="657" y="668"/>
                  </a:lnTo>
                  <a:lnTo>
                    <a:pt x="656" y="675"/>
                  </a:lnTo>
                  <a:lnTo>
                    <a:pt x="653" y="682"/>
                  </a:lnTo>
                  <a:lnTo>
                    <a:pt x="648" y="686"/>
                  </a:lnTo>
                  <a:lnTo>
                    <a:pt x="641" y="686"/>
                  </a:lnTo>
                  <a:lnTo>
                    <a:pt x="634" y="685"/>
                  </a:lnTo>
                  <a:lnTo>
                    <a:pt x="628" y="684"/>
                  </a:lnTo>
                  <a:lnTo>
                    <a:pt x="622" y="684"/>
                  </a:lnTo>
                  <a:lnTo>
                    <a:pt x="616" y="683"/>
                  </a:lnTo>
                  <a:lnTo>
                    <a:pt x="611" y="680"/>
                  </a:lnTo>
                  <a:lnTo>
                    <a:pt x="607" y="677"/>
                  </a:lnTo>
                  <a:lnTo>
                    <a:pt x="602" y="675"/>
                  </a:lnTo>
                  <a:lnTo>
                    <a:pt x="597" y="675"/>
                  </a:lnTo>
                  <a:lnTo>
                    <a:pt x="591" y="674"/>
                  </a:lnTo>
                  <a:lnTo>
                    <a:pt x="587" y="672"/>
                  </a:lnTo>
                  <a:lnTo>
                    <a:pt x="586" y="667"/>
                  </a:lnTo>
                  <a:lnTo>
                    <a:pt x="585" y="663"/>
                  </a:lnTo>
                  <a:lnTo>
                    <a:pt x="581" y="661"/>
                  </a:lnTo>
                  <a:lnTo>
                    <a:pt x="574" y="660"/>
                  </a:lnTo>
                  <a:lnTo>
                    <a:pt x="567" y="658"/>
                  </a:lnTo>
                  <a:lnTo>
                    <a:pt x="563" y="654"/>
                  </a:lnTo>
                  <a:lnTo>
                    <a:pt x="565" y="649"/>
                  </a:lnTo>
                  <a:lnTo>
                    <a:pt x="570" y="643"/>
                  </a:lnTo>
                  <a:lnTo>
                    <a:pt x="575" y="639"/>
                  </a:lnTo>
                  <a:lnTo>
                    <a:pt x="577" y="635"/>
                  </a:lnTo>
                  <a:lnTo>
                    <a:pt x="579" y="631"/>
                  </a:lnTo>
                  <a:lnTo>
                    <a:pt x="580" y="627"/>
                  </a:lnTo>
                  <a:lnTo>
                    <a:pt x="582" y="623"/>
                  </a:lnTo>
                  <a:lnTo>
                    <a:pt x="583" y="619"/>
                  </a:lnTo>
                  <a:lnTo>
                    <a:pt x="581" y="614"/>
                  </a:lnTo>
                  <a:lnTo>
                    <a:pt x="579" y="608"/>
                  </a:lnTo>
                  <a:lnTo>
                    <a:pt x="580" y="603"/>
                  </a:lnTo>
                  <a:lnTo>
                    <a:pt x="584" y="600"/>
                  </a:lnTo>
                  <a:lnTo>
                    <a:pt x="591" y="599"/>
                  </a:lnTo>
                  <a:lnTo>
                    <a:pt x="596" y="598"/>
                  </a:lnTo>
                  <a:lnTo>
                    <a:pt x="599" y="596"/>
                  </a:lnTo>
                  <a:lnTo>
                    <a:pt x="601" y="591"/>
                  </a:lnTo>
                  <a:lnTo>
                    <a:pt x="604" y="587"/>
                  </a:lnTo>
                  <a:lnTo>
                    <a:pt x="609" y="587"/>
                  </a:lnTo>
                  <a:lnTo>
                    <a:pt x="615" y="590"/>
                  </a:lnTo>
                  <a:lnTo>
                    <a:pt x="620" y="593"/>
                  </a:lnTo>
                  <a:lnTo>
                    <a:pt x="623" y="593"/>
                  </a:lnTo>
                  <a:lnTo>
                    <a:pt x="627" y="592"/>
                  </a:lnTo>
                  <a:lnTo>
                    <a:pt x="631" y="590"/>
                  </a:lnTo>
                  <a:lnTo>
                    <a:pt x="636" y="589"/>
                  </a:lnTo>
                  <a:lnTo>
                    <a:pt x="641" y="589"/>
                  </a:lnTo>
                  <a:lnTo>
                    <a:pt x="647" y="588"/>
                  </a:lnTo>
                  <a:lnTo>
                    <a:pt x="654" y="587"/>
                  </a:lnTo>
                  <a:lnTo>
                    <a:pt x="660" y="588"/>
                  </a:lnTo>
                  <a:lnTo>
                    <a:pt x="663" y="593"/>
                  </a:lnTo>
                  <a:lnTo>
                    <a:pt x="664" y="600"/>
                  </a:lnTo>
                  <a:lnTo>
                    <a:pt x="662" y="607"/>
                  </a:lnTo>
                  <a:lnTo>
                    <a:pt x="664" y="611"/>
                  </a:lnTo>
                  <a:lnTo>
                    <a:pt x="668" y="613"/>
                  </a:lnTo>
                  <a:lnTo>
                    <a:pt x="675" y="615"/>
                  </a:lnTo>
                  <a:lnTo>
                    <a:pt x="681" y="618"/>
                  </a:lnTo>
                  <a:lnTo>
                    <a:pt x="683" y="622"/>
                  </a:lnTo>
                  <a:lnTo>
                    <a:pt x="683" y="626"/>
                  </a:lnTo>
                  <a:lnTo>
                    <a:pt x="684" y="631"/>
                  </a:lnTo>
                  <a:close/>
                </a:path>
              </a:pathLst>
            </a:custGeom>
            <a:solidFill>
              <a:srgbClr val="ECB78D">
                <a:alpha val="32000"/>
              </a:srgbClr>
            </a:solidFill>
            <a:ln>
              <a:noFill/>
            </a:ln>
          </p:spPr>
          <p:txBody>
            <a:bodyPr anchor="ctr"/>
            <a:lstStyle/>
            <a:p>
              <a:pPr algn="ctr">
                <a:buNone/>
              </a:pPr>
            </a:p>
          </p:txBody>
        </p:sp>
        <p:sp>
          <p:nvSpPr>
            <p:cNvPr id="7141" name="addition:input:140">
              <a:extLst>
                <a:ext uri="{FF2B5EF4-FFF2-40B4-BE49-F238E27FC236}">
                  <ns2:creationId id="{8C260B7F-BD71-430C-AE27-9C3040285C26}"/>
                </a:ext>
              </a:extLst>
            </p:cNvPr>
            <p:cNvSpPr>
              <a:spLocks noGrp="1"/>
            </p:cNvSpPr>
            <p:nvPr/>
          </p:nvSpPr>
          <p:spPr>
            <a:xfrm>
              <a:off x="209550" y="5438775"/>
              <a:ext cx="1040221" cy="1237183"/>
            </a:xfrm>
            <a:custGeom>
              <a:rect l="l" t="t" r="r" b="b"/>
              <a:pathLst>
                <a:path w="632" h="660">
                  <a:moveTo>
                    <a:pt x="0" y="0"/>
                  </a:moveTo>
                  <a:moveTo>
                    <a:pt x="630" y="617"/>
                  </a:moveTo>
                  <a:lnTo>
                    <a:pt x="631" y="621"/>
                  </a:lnTo>
                  <a:lnTo>
                    <a:pt x="632" y="625"/>
                  </a:lnTo>
                  <a:lnTo>
                    <a:pt x="630" y="629"/>
                  </a:lnTo>
                  <a:lnTo>
                    <a:pt x="625" y="632"/>
                  </a:lnTo>
                  <a:lnTo>
                    <a:pt x="618" y="633"/>
                  </a:lnTo>
                  <a:lnTo>
                    <a:pt x="612" y="634"/>
                  </a:lnTo>
                  <a:lnTo>
                    <a:pt x="610" y="637"/>
                  </a:lnTo>
                  <a:lnTo>
                    <a:pt x="611" y="642"/>
                  </a:lnTo>
                  <a:lnTo>
                    <a:pt x="610" y="647"/>
                  </a:lnTo>
                  <a:lnTo>
                    <a:pt x="608" y="651"/>
                  </a:lnTo>
                  <a:lnTo>
                    <a:pt x="603" y="652"/>
                  </a:lnTo>
                  <a:lnTo>
                    <a:pt x="598" y="653"/>
                  </a:lnTo>
                  <a:lnTo>
                    <a:pt x="594" y="655"/>
                  </a:lnTo>
                  <a:lnTo>
                    <a:pt x="590" y="658"/>
                  </a:lnTo>
                  <a:lnTo>
                    <a:pt x="586" y="660"/>
                  </a:lnTo>
                  <a:lnTo>
                    <a:pt x="581" y="660"/>
                  </a:lnTo>
                  <a:lnTo>
                    <a:pt x="576" y="659"/>
                  </a:lnTo>
                  <a:lnTo>
                    <a:pt x="572" y="658"/>
                  </a:lnTo>
                  <a:lnTo>
                    <a:pt x="568" y="658"/>
                  </a:lnTo>
                  <a:lnTo>
                    <a:pt x="564" y="657"/>
                  </a:lnTo>
                  <a:lnTo>
                    <a:pt x="560" y="655"/>
                  </a:lnTo>
                  <a:lnTo>
                    <a:pt x="558" y="651"/>
                  </a:lnTo>
                  <a:lnTo>
                    <a:pt x="556" y="647"/>
                  </a:lnTo>
                  <a:lnTo>
                    <a:pt x="554" y="646"/>
                  </a:lnTo>
                  <a:lnTo>
                    <a:pt x="548" y="648"/>
                  </a:lnTo>
                  <a:lnTo>
                    <a:pt x="542" y="649"/>
                  </a:lnTo>
                  <a:lnTo>
                    <a:pt x="536" y="649"/>
                  </a:lnTo>
                  <a:lnTo>
                    <a:pt x="534" y="645"/>
                  </a:lnTo>
                  <a:lnTo>
                    <a:pt x="535" y="640"/>
                  </a:lnTo>
                  <a:lnTo>
                    <a:pt x="537" y="635"/>
                  </a:lnTo>
                  <a:lnTo>
                    <a:pt x="537" y="631"/>
                  </a:lnTo>
                  <a:lnTo>
                    <a:pt x="537" y="628"/>
                  </a:lnTo>
                  <a:lnTo>
                    <a:pt x="537" y="624"/>
                  </a:lnTo>
                  <a:lnTo>
                    <a:pt x="538" y="621"/>
                  </a:lnTo>
                  <a:lnTo>
                    <a:pt x="539" y="617"/>
                  </a:lnTo>
                  <a:lnTo>
                    <a:pt x="539" y="614"/>
                  </a:lnTo>
                  <a:lnTo>
                    <a:pt x="537" y="610"/>
                  </a:lnTo>
                  <a:lnTo>
                    <a:pt x="536" y="606"/>
                  </a:lnTo>
                  <a:lnTo>
                    <a:pt x="537" y="603"/>
                  </a:lnTo>
                  <a:lnTo>
                    <a:pt x="540" y="600"/>
                  </a:lnTo>
                  <a:lnTo>
                    <a:pt x="542" y="597"/>
                  </a:lnTo>
                  <a:lnTo>
                    <a:pt x="542" y="593"/>
                  </a:lnTo>
                  <a:lnTo>
                    <a:pt x="541" y="588"/>
                  </a:lnTo>
                  <a:lnTo>
                    <a:pt x="541" y="583"/>
                  </a:lnTo>
                  <a:lnTo>
                    <a:pt x="545" y="581"/>
                  </a:lnTo>
                  <a:lnTo>
                    <a:pt x="551" y="582"/>
                  </a:lnTo>
                  <a:lnTo>
                    <a:pt x="556" y="584"/>
                  </a:lnTo>
                  <a:lnTo>
                    <a:pt x="560" y="585"/>
                  </a:lnTo>
                  <a:lnTo>
                    <a:pt x="563" y="584"/>
                  </a:lnTo>
                  <a:lnTo>
                    <a:pt x="565" y="582"/>
                  </a:lnTo>
                  <a:lnTo>
                    <a:pt x="569" y="580"/>
                  </a:lnTo>
                  <a:lnTo>
                    <a:pt x="572" y="579"/>
                  </a:lnTo>
                  <a:lnTo>
                    <a:pt x="576" y="577"/>
                  </a:lnTo>
                  <a:lnTo>
                    <a:pt x="580" y="574"/>
                  </a:lnTo>
                  <a:lnTo>
                    <a:pt x="585" y="572"/>
                  </a:lnTo>
                  <a:lnTo>
                    <a:pt x="590" y="573"/>
                  </a:lnTo>
                  <a:lnTo>
                    <a:pt x="593" y="577"/>
                  </a:lnTo>
                  <a:lnTo>
                    <a:pt x="596" y="582"/>
                  </a:lnTo>
                  <a:lnTo>
                    <a:pt x="599" y="585"/>
                  </a:lnTo>
                  <a:lnTo>
                    <a:pt x="603" y="586"/>
                  </a:lnTo>
                  <a:lnTo>
                    <a:pt x="609" y="587"/>
                  </a:lnTo>
                  <a:lnTo>
                    <a:pt x="613" y="589"/>
                  </a:lnTo>
                  <a:lnTo>
                    <a:pt x="614" y="594"/>
                  </a:lnTo>
                  <a:lnTo>
                    <a:pt x="614" y="598"/>
                  </a:lnTo>
                  <a:lnTo>
                    <a:pt x="615" y="602"/>
                  </a:lnTo>
                  <a:lnTo>
                    <a:pt x="618" y="604"/>
                  </a:lnTo>
                  <a:lnTo>
                    <a:pt x="623" y="607"/>
                  </a:lnTo>
                  <a:lnTo>
                    <a:pt x="627" y="610"/>
                  </a:lnTo>
                  <a:lnTo>
                    <a:pt x="629" y="613"/>
                  </a:lnTo>
                  <a:close/>
                </a:path>
              </a:pathLst>
            </a:custGeom>
            <a:solidFill>
              <a:srgbClr val="ECB78D">
                <a:alpha val="32000"/>
              </a:srgbClr>
            </a:solidFill>
            <a:ln>
              <a:noFill/>
            </a:ln>
          </p:spPr>
          <p:txBody>
            <a:bodyPr anchor="ctr"/>
            <a:lstStyle/>
            <a:p>
              <a:pPr algn="ctr">
                <a:buNone/>
              </a:pPr>
            </a:p>
          </p:txBody>
        </p:sp>
        <p:sp>
          <p:nvSpPr>
            <p:cNvPr id="7142" name="addition:input:141">
              <a:extLst>
                <a:ext uri="{FF2B5EF4-FFF2-40B4-BE49-F238E27FC236}">
                  <ns2:creationId id="{4F0711DD-9382-42C1-8BE1-8C9CB665E589}"/>
                </a:ext>
              </a:extLst>
            </p:cNvPr>
            <p:cNvSpPr>
              <a:spLocks noGrp="1"/>
            </p:cNvSpPr>
            <p:nvPr/>
          </p:nvSpPr>
          <p:spPr>
            <a:xfrm>
              <a:off x="209550" y="5438775"/>
              <a:ext cx="1217981" cy="1252179"/>
            </a:xfrm>
            <a:custGeom>
              <a:rect l="l" t="t" r="r" b="b"/>
              <a:pathLst>
                <a:path w="740" h="668">
                  <a:moveTo>
                    <a:pt x="0" y="0"/>
                  </a:moveTo>
                  <a:moveTo>
                    <a:pt x="734" y="610"/>
                  </a:moveTo>
                  <a:lnTo>
                    <a:pt x="737" y="615"/>
                  </a:lnTo>
                  <a:lnTo>
                    <a:pt x="740" y="621"/>
                  </a:lnTo>
                  <a:lnTo>
                    <a:pt x="738" y="626"/>
                  </a:lnTo>
                  <a:lnTo>
                    <a:pt x="732" y="630"/>
                  </a:lnTo>
                  <a:lnTo>
                    <a:pt x="723" y="632"/>
                  </a:lnTo>
                  <a:lnTo>
                    <a:pt x="717" y="634"/>
                  </a:lnTo>
                  <a:lnTo>
                    <a:pt x="715" y="638"/>
                  </a:lnTo>
                  <a:lnTo>
                    <a:pt x="714" y="644"/>
                  </a:lnTo>
                  <a:lnTo>
                    <a:pt x="712" y="649"/>
                  </a:lnTo>
                  <a:lnTo>
                    <a:pt x="706" y="651"/>
                  </a:lnTo>
                  <a:lnTo>
                    <a:pt x="698" y="651"/>
                  </a:lnTo>
                  <a:lnTo>
                    <a:pt x="691" y="652"/>
                  </a:lnTo>
                  <a:lnTo>
                    <a:pt x="685" y="655"/>
                  </a:lnTo>
                  <a:lnTo>
                    <a:pt x="681" y="660"/>
                  </a:lnTo>
                  <a:lnTo>
                    <a:pt x="675" y="665"/>
                  </a:lnTo>
                  <a:lnTo>
                    <a:pt x="668" y="668"/>
                  </a:lnTo>
                  <a:lnTo>
                    <a:pt x="660" y="668"/>
                  </a:lnTo>
                  <a:lnTo>
                    <a:pt x="652" y="667"/>
                  </a:lnTo>
                  <a:lnTo>
                    <a:pt x="645" y="666"/>
                  </a:lnTo>
                  <a:lnTo>
                    <a:pt x="638" y="663"/>
                  </a:lnTo>
                  <a:lnTo>
                    <a:pt x="633" y="659"/>
                  </a:lnTo>
                  <a:lnTo>
                    <a:pt x="630" y="652"/>
                  </a:lnTo>
                  <a:lnTo>
                    <a:pt x="627" y="648"/>
                  </a:lnTo>
                  <a:lnTo>
                    <a:pt x="622" y="647"/>
                  </a:lnTo>
                  <a:lnTo>
                    <a:pt x="614" y="649"/>
                  </a:lnTo>
                  <a:lnTo>
                    <a:pt x="604" y="650"/>
                  </a:lnTo>
                  <a:lnTo>
                    <a:pt x="597" y="649"/>
                  </a:lnTo>
                  <a:lnTo>
                    <a:pt x="594" y="644"/>
                  </a:lnTo>
                  <a:lnTo>
                    <a:pt x="595" y="638"/>
                  </a:lnTo>
                  <a:lnTo>
                    <a:pt x="595" y="633"/>
                  </a:lnTo>
                  <a:lnTo>
                    <a:pt x="592" y="629"/>
                  </a:lnTo>
                  <a:lnTo>
                    <a:pt x="589" y="625"/>
                  </a:lnTo>
                  <a:lnTo>
                    <a:pt x="589" y="620"/>
                  </a:lnTo>
                  <a:lnTo>
                    <a:pt x="592" y="615"/>
                  </a:lnTo>
                  <a:lnTo>
                    <a:pt x="595" y="610"/>
                  </a:lnTo>
                  <a:lnTo>
                    <a:pt x="598" y="606"/>
                  </a:lnTo>
                  <a:lnTo>
                    <a:pt x="598" y="601"/>
                  </a:lnTo>
                  <a:lnTo>
                    <a:pt x="600" y="597"/>
                  </a:lnTo>
                  <a:lnTo>
                    <a:pt x="605" y="593"/>
                  </a:lnTo>
                  <a:lnTo>
                    <a:pt x="609" y="590"/>
                  </a:lnTo>
                  <a:lnTo>
                    <a:pt x="611" y="586"/>
                  </a:lnTo>
                  <a:lnTo>
                    <a:pt x="609" y="580"/>
                  </a:lnTo>
                  <a:lnTo>
                    <a:pt x="606" y="572"/>
                  </a:lnTo>
                  <a:lnTo>
                    <a:pt x="607" y="565"/>
                  </a:lnTo>
                  <a:lnTo>
                    <a:pt x="613" y="562"/>
                  </a:lnTo>
                  <a:lnTo>
                    <a:pt x="622" y="564"/>
                  </a:lnTo>
                  <a:lnTo>
                    <a:pt x="630" y="566"/>
                  </a:lnTo>
                  <a:lnTo>
                    <a:pt x="636" y="566"/>
                  </a:lnTo>
                  <a:lnTo>
                    <a:pt x="640" y="565"/>
                  </a:lnTo>
                  <a:lnTo>
                    <a:pt x="644" y="563"/>
                  </a:lnTo>
                  <a:lnTo>
                    <a:pt x="649" y="562"/>
                  </a:lnTo>
                  <a:lnTo>
                    <a:pt x="654" y="562"/>
                  </a:lnTo>
                  <a:lnTo>
                    <a:pt x="659" y="561"/>
                  </a:lnTo>
                  <a:lnTo>
                    <a:pt x="664" y="558"/>
                  </a:lnTo>
                  <a:lnTo>
                    <a:pt x="670" y="557"/>
                  </a:lnTo>
                  <a:lnTo>
                    <a:pt x="676" y="557"/>
                  </a:lnTo>
                  <a:lnTo>
                    <a:pt x="681" y="561"/>
                  </a:lnTo>
                  <a:lnTo>
                    <a:pt x="686" y="565"/>
                  </a:lnTo>
                  <a:lnTo>
                    <a:pt x="691" y="566"/>
                  </a:lnTo>
                  <a:lnTo>
                    <a:pt x="699" y="567"/>
                  </a:lnTo>
                  <a:lnTo>
                    <a:pt x="707" y="568"/>
                  </a:lnTo>
                  <a:lnTo>
                    <a:pt x="712" y="572"/>
                  </a:lnTo>
                  <a:lnTo>
                    <a:pt x="711" y="579"/>
                  </a:lnTo>
                  <a:lnTo>
                    <a:pt x="708" y="586"/>
                  </a:lnTo>
                  <a:lnTo>
                    <a:pt x="708" y="592"/>
                  </a:lnTo>
                  <a:lnTo>
                    <a:pt x="712" y="595"/>
                  </a:lnTo>
                  <a:lnTo>
                    <a:pt x="720" y="597"/>
                  </a:lnTo>
                  <a:lnTo>
                    <a:pt x="726" y="601"/>
                  </a:lnTo>
                  <a:lnTo>
                    <a:pt x="731" y="605"/>
                  </a:lnTo>
                  <a:close/>
                </a:path>
              </a:pathLst>
            </a:custGeom>
            <a:solidFill>
              <a:srgbClr val="ECB78D">
                <a:alpha val="32000"/>
              </a:srgbClr>
            </a:solidFill>
            <a:ln>
              <a:noFill/>
            </a:ln>
          </p:spPr>
          <p:txBody>
            <a:bodyPr anchor="ctr"/>
            <a:lstStyle/>
            <a:p>
              <a:pPr algn="ctr">
                <a:buNone/>
              </a:pPr>
            </a:p>
          </p:txBody>
        </p:sp>
        <p:sp>
          <p:nvSpPr>
            <p:cNvPr id="7143" name="addition:input:142">
              <a:extLst>
                <a:ext uri="{FF2B5EF4-FFF2-40B4-BE49-F238E27FC236}">
                  <ns2:creationId id="{50C84D6A-28BE-4A07-B9E6-65F86FEFF21B}"/>
                </a:ext>
              </a:extLst>
            </p:cNvPr>
            <p:cNvSpPr>
              <a:spLocks noGrp="1"/>
            </p:cNvSpPr>
            <p:nvPr/>
          </p:nvSpPr>
          <p:spPr>
            <a:xfrm>
              <a:off x="209550" y="5438775"/>
              <a:ext cx="1275588" cy="1304666"/>
            </a:xfrm>
            <a:custGeom>
              <a:rect l="l" t="t" r="r" b="b"/>
              <a:pathLst>
                <a:path w="775" h="696">
                  <a:moveTo>
                    <a:pt x="0" y="0"/>
                  </a:moveTo>
                  <a:moveTo>
                    <a:pt x="774" y="601"/>
                  </a:moveTo>
                  <a:lnTo>
                    <a:pt x="775" y="609"/>
                  </a:lnTo>
                  <a:lnTo>
                    <a:pt x="771" y="617"/>
                  </a:lnTo>
                  <a:lnTo>
                    <a:pt x="762" y="624"/>
                  </a:lnTo>
                  <a:lnTo>
                    <a:pt x="755" y="630"/>
                  </a:lnTo>
                  <a:lnTo>
                    <a:pt x="750" y="637"/>
                  </a:lnTo>
                  <a:lnTo>
                    <a:pt x="744" y="643"/>
                  </a:lnTo>
                  <a:lnTo>
                    <a:pt x="736" y="648"/>
                  </a:lnTo>
                  <a:lnTo>
                    <a:pt x="725" y="652"/>
                  </a:lnTo>
                  <a:lnTo>
                    <a:pt x="716" y="655"/>
                  </a:lnTo>
                  <a:lnTo>
                    <a:pt x="713" y="664"/>
                  </a:lnTo>
                  <a:lnTo>
                    <a:pt x="711" y="677"/>
                  </a:lnTo>
                  <a:lnTo>
                    <a:pt x="708" y="689"/>
                  </a:lnTo>
                  <a:lnTo>
                    <a:pt x="698" y="696"/>
                  </a:lnTo>
                  <a:lnTo>
                    <a:pt x="685" y="694"/>
                  </a:lnTo>
                  <a:lnTo>
                    <a:pt x="672" y="687"/>
                  </a:lnTo>
                  <a:lnTo>
                    <a:pt x="661" y="681"/>
                  </a:lnTo>
                  <a:lnTo>
                    <a:pt x="652" y="680"/>
                  </a:lnTo>
                  <a:lnTo>
                    <a:pt x="644" y="681"/>
                  </a:lnTo>
                  <a:lnTo>
                    <a:pt x="636" y="681"/>
                  </a:lnTo>
                  <a:lnTo>
                    <a:pt x="629" y="679"/>
                  </a:lnTo>
                  <a:lnTo>
                    <a:pt x="621" y="677"/>
                  </a:lnTo>
                  <a:lnTo>
                    <a:pt x="613" y="677"/>
                  </a:lnTo>
                  <a:lnTo>
                    <a:pt x="603" y="678"/>
                  </a:lnTo>
                  <a:lnTo>
                    <a:pt x="594" y="677"/>
                  </a:lnTo>
                  <a:lnTo>
                    <a:pt x="589" y="671"/>
                  </a:lnTo>
                  <a:lnTo>
                    <a:pt x="586" y="663"/>
                  </a:lnTo>
                  <a:lnTo>
                    <a:pt x="582" y="657"/>
                  </a:lnTo>
                  <a:lnTo>
                    <a:pt x="573" y="653"/>
                  </a:lnTo>
                  <a:lnTo>
                    <a:pt x="562" y="650"/>
                  </a:lnTo>
                  <a:lnTo>
                    <a:pt x="555" y="643"/>
                  </a:lnTo>
                  <a:lnTo>
                    <a:pt x="558" y="633"/>
                  </a:lnTo>
                  <a:lnTo>
                    <a:pt x="567" y="623"/>
                  </a:lnTo>
                  <a:lnTo>
                    <a:pt x="576" y="614"/>
                  </a:lnTo>
                  <a:lnTo>
                    <a:pt x="577" y="607"/>
                  </a:lnTo>
                  <a:lnTo>
                    <a:pt x="571" y="601"/>
                  </a:lnTo>
                  <a:lnTo>
                    <a:pt x="563" y="594"/>
                  </a:lnTo>
                  <a:lnTo>
                    <a:pt x="558" y="586"/>
                  </a:lnTo>
                  <a:lnTo>
                    <a:pt x="556" y="577"/>
                  </a:lnTo>
                  <a:lnTo>
                    <a:pt x="554" y="569"/>
                  </a:lnTo>
                  <a:lnTo>
                    <a:pt x="552" y="559"/>
                  </a:lnTo>
                  <a:lnTo>
                    <a:pt x="553" y="551"/>
                  </a:lnTo>
                  <a:lnTo>
                    <a:pt x="561" y="545"/>
                  </a:lnTo>
                  <a:lnTo>
                    <a:pt x="573" y="544"/>
                  </a:lnTo>
                  <a:lnTo>
                    <a:pt x="585" y="544"/>
                  </a:lnTo>
                  <a:lnTo>
                    <a:pt x="591" y="540"/>
                  </a:lnTo>
                  <a:lnTo>
                    <a:pt x="595" y="533"/>
                  </a:lnTo>
                  <a:lnTo>
                    <a:pt x="598" y="525"/>
                  </a:lnTo>
                  <a:lnTo>
                    <a:pt x="606" y="520"/>
                  </a:lnTo>
                  <a:lnTo>
                    <a:pt x="616" y="522"/>
                  </a:lnTo>
                  <a:lnTo>
                    <a:pt x="626" y="525"/>
                  </a:lnTo>
                  <a:lnTo>
                    <a:pt x="635" y="525"/>
                  </a:lnTo>
                  <a:lnTo>
                    <a:pt x="643" y="519"/>
                  </a:lnTo>
                  <a:lnTo>
                    <a:pt x="654" y="512"/>
                  </a:lnTo>
                  <a:lnTo>
                    <a:pt x="665" y="508"/>
                  </a:lnTo>
                  <a:lnTo>
                    <a:pt x="677" y="508"/>
                  </a:lnTo>
                  <a:lnTo>
                    <a:pt x="687" y="512"/>
                  </a:lnTo>
                  <a:lnTo>
                    <a:pt x="698" y="515"/>
                  </a:lnTo>
                  <a:lnTo>
                    <a:pt x="708" y="520"/>
                  </a:lnTo>
                  <a:lnTo>
                    <a:pt x="716" y="528"/>
                  </a:lnTo>
                  <a:lnTo>
                    <a:pt x="719" y="538"/>
                  </a:lnTo>
                  <a:lnTo>
                    <a:pt x="721" y="549"/>
                  </a:lnTo>
                  <a:lnTo>
                    <a:pt x="725" y="555"/>
                  </a:lnTo>
                  <a:lnTo>
                    <a:pt x="736" y="557"/>
                  </a:lnTo>
                  <a:lnTo>
                    <a:pt x="753" y="557"/>
                  </a:lnTo>
                  <a:lnTo>
                    <a:pt x="767" y="560"/>
                  </a:lnTo>
                  <a:lnTo>
                    <a:pt x="774" y="568"/>
                  </a:lnTo>
                  <a:lnTo>
                    <a:pt x="773" y="577"/>
                  </a:lnTo>
                  <a:lnTo>
                    <a:pt x="770" y="585"/>
                  </a:lnTo>
                  <a:lnTo>
                    <a:pt x="771" y="593"/>
                  </a:lnTo>
                  <a:close/>
                </a:path>
              </a:pathLst>
            </a:custGeom>
            <a:solidFill>
              <a:srgbClr val="E18B48">
                <a:alpha val="37000"/>
              </a:srgbClr>
            </a:solidFill>
            <a:ln>
              <a:noFill/>
            </a:ln>
          </p:spPr>
          <p:txBody>
            <a:bodyPr anchor="ctr"/>
            <a:lstStyle/>
            <a:p>
              <a:pPr algn="ctr">
                <a:buNone/>
              </a:pPr>
            </a:p>
          </p:txBody>
        </p:sp>
        <p:sp>
          <p:nvSpPr>
            <p:cNvPr id="7144" name="addition:input:143">
              <a:extLst>
                <a:ext uri="{FF2B5EF4-FFF2-40B4-BE49-F238E27FC236}">
                  <ns2:creationId id="{2219FEB7-B288-4BFC-BE2D-3DC7EC184AE1}"/>
                </a:ext>
              </a:extLst>
            </p:cNvPr>
            <p:cNvSpPr>
              <a:spLocks noGrp="1"/>
            </p:cNvSpPr>
            <p:nvPr/>
          </p:nvSpPr>
          <p:spPr>
            <a:xfrm>
              <a:off x="209550" y="5438775"/>
              <a:ext cx="1097829" cy="1162202"/>
            </a:xfrm>
            <a:custGeom>
              <a:rect l="l" t="t" r="r" b="b"/>
              <a:pathLst>
                <a:path w="667" h="620">
                  <a:moveTo>
                    <a:pt x="0" y="0"/>
                  </a:moveTo>
                  <a:moveTo>
                    <a:pt x="667" y="580"/>
                  </a:moveTo>
                  <a:lnTo>
                    <a:pt x="667" y="584"/>
                  </a:lnTo>
                  <a:lnTo>
                    <a:pt x="666" y="587"/>
                  </a:lnTo>
                  <a:lnTo>
                    <a:pt x="665" y="591"/>
                  </a:lnTo>
                  <a:lnTo>
                    <a:pt x="663" y="595"/>
                  </a:lnTo>
                  <a:lnTo>
                    <a:pt x="660" y="597"/>
                  </a:lnTo>
                  <a:lnTo>
                    <a:pt x="654" y="598"/>
                  </a:lnTo>
                  <a:lnTo>
                    <a:pt x="648" y="599"/>
                  </a:lnTo>
                  <a:lnTo>
                    <a:pt x="645" y="600"/>
                  </a:lnTo>
                  <a:lnTo>
                    <a:pt x="644" y="605"/>
                  </a:lnTo>
                  <a:lnTo>
                    <a:pt x="645" y="610"/>
                  </a:lnTo>
                  <a:lnTo>
                    <a:pt x="643" y="615"/>
                  </a:lnTo>
                  <a:lnTo>
                    <a:pt x="639" y="618"/>
                  </a:lnTo>
                  <a:lnTo>
                    <a:pt x="634" y="618"/>
                  </a:lnTo>
                  <a:lnTo>
                    <a:pt x="629" y="618"/>
                  </a:lnTo>
                  <a:lnTo>
                    <a:pt x="625" y="618"/>
                  </a:lnTo>
                  <a:lnTo>
                    <a:pt x="620" y="620"/>
                  </a:lnTo>
                  <a:lnTo>
                    <a:pt x="616" y="620"/>
                  </a:lnTo>
                  <a:lnTo>
                    <a:pt x="612" y="619"/>
                  </a:lnTo>
                  <a:lnTo>
                    <a:pt x="608" y="617"/>
                  </a:lnTo>
                  <a:lnTo>
                    <a:pt x="605" y="616"/>
                  </a:lnTo>
                  <a:lnTo>
                    <a:pt x="601" y="615"/>
                  </a:lnTo>
                  <a:lnTo>
                    <a:pt x="598" y="614"/>
                  </a:lnTo>
                  <a:lnTo>
                    <a:pt x="595" y="612"/>
                  </a:lnTo>
                  <a:lnTo>
                    <a:pt x="594" y="609"/>
                  </a:lnTo>
                  <a:lnTo>
                    <a:pt x="592" y="607"/>
                  </a:lnTo>
                  <a:lnTo>
                    <a:pt x="588" y="606"/>
                  </a:lnTo>
                  <a:lnTo>
                    <a:pt x="582" y="607"/>
                  </a:lnTo>
                  <a:lnTo>
                    <a:pt x="577" y="607"/>
                  </a:lnTo>
                  <a:lnTo>
                    <a:pt x="574" y="604"/>
                  </a:lnTo>
                  <a:lnTo>
                    <a:pt x="575" y="599"/>
                  </a:lnTo>
                  <a:lnTo>
                    <a:pt x="579" y="594"/>
                  </a:lnTo>
                  <a:lnTo>
                    <a:pt x="581" y="590"/>
                  </a:lnTo>
                  <a:lnTo>
                    <a:pt x="581" y="586"/>
                  </a:lnTo>
                  <a:lnTo>
                    <a:pt x="581" y="583"/>
                  </a:lnTo>
                  <a:lnTo>
                    <a:pt x="581" y="580"/>
                  </a:lnTo>
                  <a:lnTo>
                    <a:pt x="582" y="577"/>
                  </a:lnTo>
                  <a:lnTo>
                    <a:pt x="582" y="574"/>
                  </a:lnTo>
                  <a:lnTo>
                    <a:pt x="580" y="570"/>
                  </a:lnTo>
                  <a:lnTo>
                    <a:pt x="578" y="566"/>
                  </a:lnTo>
                  <a:lnTo>
                    <a:pt x="578" y="562"/>
                  </a:lnTo>
                  <a:lnTo>
                    <a:pt x="581" y="559"/>
                  </a:lnTo>
                  <a:lnTo>
                    <a:pt x="585" y="558"/>
                  </a:lnTo>
                  <a:lnTo>
                    <a:pt x="587" y="555"/>
                  </a:lnTo>
                  <a:lnTo>
                    <a:pt x="588" y="552"/>
                  </a:lnTo>
                  <a:lnTo>
                    <a:pt x="588" y="547"/>
                  </a:lnTo>
                  <a:lnTo>
                    <a:pt x="591" y="545"/>
                  </a:lnTo>
                  <a:lnTo>
                    <a:pt x="595" y="545"/>
                  </a:lnTo>
                  <a:lnTo>
                    <a:pt x="600" y="547"/>
                  </a:lnTo>
                  <a:lnTo>
                    <a:pt x="604" y="549"/>
                  </a:lnTo>
                  <a:lnTo>
                    <a:pt x="607" y="549"/>
                  </a:lnTo>
                  <a:lnTo>
                    <a:pt x="609" y="546"/>
                  </a:lnTo>
                  <a:lnTo>
                    <a:pt x="612" y="544"/>
                  </a:lnTo>
                  <a:lnTo>
                    <a:pt x="616" y="542"/>
                  </a:lnTo>
                  <a:lnTo>
                    <a:pt x="620" y="541"/>
                  </a:lnTo>
                  <a:lnTo>
                    <a:pt x="624" y="540"/>
                  </a:lnTo>
                  <a:lnTo>
                    <a:pt x="629" y="539"/>
                  </a:lnTo>
                  <a:lnTo>
                    <a:pt x="634" y="539"/>
                  </a:lnTo>
                  <a:lnTo>
                    <a:pt x="637" y="543"/>
                  </a:lnTo>
                  <a:lnTo>
                    <a:pt x="639" y="548"/>
                  </a:lnTo>
                  <a:lnTo>
                    <a:pt x="640" y="553"/>
                  </a:lnTo>
                  <a:lnTo>
                    <a:pt x="642" y="556"/>
                  </a:lnTo>
                  <a:lnTo>
                    <a:pt x="647" y="556"/>
                  </a:lnTo>
                  <a:lnTo>
                    <a:pt x="652" y="558"/>
                  </a:lnTo>
                  <a:lnTo>
                    <a:pt x="656" y="560"/>
                  </a:lnTo>
                  <a:lnTo>
                    <a:pt x="656" y="564"/>
                  </a:lnTo>
                  <a:lnTo>
                    <a:pt x="656" y="568"/>
                  </a:lnTo>
                  <a:lnTo>
                    <a:pt x="658" y="571"/>
                  </a:lnTo>
                  <a:lnTo>
                    <a:pt x="662" y="573"/>
                  </a:lnTo>
                  <a:lnTo>
                    <a:pt x="665" y="577"/>
                  </a:lnTo>
                  <a:close/>
                </a:path>
              </a:pathLst>
            </a:custGeom>
            <a:solidFill>
              <a:srgbClr val="DE8036">
                <a:alpha val="36000"/>
              </a:srgbClr>
            </a:solidFill>
            <a:ln>
              <a:noFill/>
            </a:ln>
          </p:spPr>
          <p:txBody>
            <a:bodyPr anchor="ctr"/>
            <a:lstStyle/>
            <a:p>
              <a:pPr algn="ctr">
                <a:buNone/>
              </a:pPr>
            </a:p>
          </p:txBody>
        </p:sp>
        <p:sp>
          <p:nvSpPr>
            <p:cNvPr id="7145" name="addition:input:144">
              <a:extLst>
                <a:ext uri="{FF2B5EF4-FFF2-40B4-BE49-F238E27FC236}">
                  <ns2:creationId id="{8AF84737-5B84-4733-A371-BB524268E80A}"/>
                </a:ext>
              </a:extLst>
            </p:cNvPr>
            <p:cNvSpPr>
              <a:spLocks noGrp="1"/>
            </p:cNvSpPr>
            <p:nvPr/>
          </p:nvSpPr>
          <p:spPr>
            <a:xfrm>
              <a:off x="209550" y="5438775"/>
              <a:ext cx="1180125" cy="1120963"/>
            </a:xfrm>
            <a:custGeom>
              <a:rect l="l" t="t" r="r" b="b"/>
              <a:pathLst>
                <a:path w="717" h="598">
                  <a:moveTo>
                    <a:pt x="0" y="0"/>
                  </a:moveTo>
                  <a:moveTo>
                    <a:pt x="709" y="569"/>
                  </a:moveTo>
                  <a:lnTo>
                    <a:pt x="708" y="571"/>
                  </a:lnTo>
                  <a:lnTo>
                    <a:pt x="707" y="573"/>
                  </a:lnTo>
                  <a:lnTo>
                    <a:pt x="706" y="575"/>
                  </a:lnTo>
                  <a:lnTo>
                    <a:pt x="705" y="578"/>
                  </a:lnTo>
                  <a:lnTo>
                    <a:pt x="706" y="581"/>
                  </a:lnTo>
                  <a:lnTo>
                    <a:pt x="707" y="584"/>
                  </a:lnTo>
                  <a:lnTo>
                    <a:pt x="707" y="588"/>
                  </a:lnTo>
                  <a:lnTo>
                    <a:pt x="706" y="590"/>
                  </a:lnTo>
                  <a:lnTo>
                    <a:pt x="702" y="591"/>
                  </a:lnTo>
                  <a:lnTo>
                    <a:pt x="698" y="591"/>
                  </a:lnTo>
                  <a:lnTo>
                    <a:pt x="695" y="592"/>
                  </a:lnTo>
                  <a:lnTo>
                    <a:pt x="694" y="594"/>
                  </a:lnTo>
                  <a:lnTo>
                    <a:pt x="692" y="596"/>
                  </a:lnTo>
                  <a:lnTo>
                    <a:pt x="690" y="598"/>
                  </a:lnTo>
                  <a:lnTo>
                    <a:pt x="687" y="597"/>
                  </a:lnTo>
                  <a:lnTo>
                    <a:pt x="684" y="595"/>
                  </a:lnTo>
                  <a:lnTo>
                    <a:pt x="681" y="594"/>
                  </a:lnTo>
                  <a:lnTo>
                    <a:pt x="679" y="594"/>
                  </a:lnTo>
                  <a:lnTo>
                    <a:pt x="676" y="596"/>
                  </a:lnTo>
                  <a:lnTo>
                    <a:pt x="674" y="597"/>
                  </a:lnTo>
                  <a:lnTo>
                    <a:pt x="671" y="597"/>
                  </a:lnTo>
                  <a:lnTo>
                    <a:pt x="667" y="597"/>
                  </a:lnTo>
                  <a:lnTo>
                    <a:pt x="664" y="597"/>
                  </a:lnTo>
                  <a:lnTo>
                    <a:pt x="660" y="596"/>
                  </a:lnTo>
                  <a:lnTo>
                    <a:pt x="657" y="595"/>
                  </a:lnTo>
                  <a:lnTo>
                    <a:pt x="656" y="591"/>
                  </a:lnTo>
                  <a:lnTo>
                    <a:pt x="657" y="586"/>
                  </a:lnTo>
                  <a:lnTo>
                    <a:pt x="657" y="583"/>
                  </a:lnTo>
                  <a:lnTo>
                    <a:pt x="656" y="581"/>
                  </a:lnTo>
                  <a:lnTo>
                    <a:pt x="652" y="580"/>
                  </a:lnTo>
                  <a:lnTo>
                    <a:pt x="648" y="579"/>
                  </a:lnTo>
                  <a:lnTo>
                    <a:pt x="645" y="576"/>
                  </a:lnTo>
                  <a:lnTo>
                    <a:pt x="644" y="574"/>
                  </a:lnTo>
                  <a:lnTo>
                    <a:pt x="644" y="571"/>
                  </a:lnTo>
                  <a:lnTo>
                    <a:pt x="643" y="569"/>
                  </a:lnTo>
                  <a:lnTo>
                    <a:pt x="642" y="566"/>
                  </a:lnTo>
                  <a:lnTo>
                    <a:pt x="641" y="563"/>
                  </a:lnTo>
                  <a:lnTo>
                    <a:pt x="641" y="560"/>
                  </a:lnTo>
                  <a:lnTo>
                    <a:pt x="643" y="558"/>
                  </a:lnTo>
                  <a:lnTo>
                    <a:pt x="644" y="556"/>
                  </a:lnTo>
                  <a:lnTo>
                    <a:pt x="646" y="553"/>
                  </a:lnTo>
                  <a:lnTo>
                    <a:pt x="647" y="551"/>
                  </a:lnTo>
                  <a:lnTo>
                    <a:pt x="651" y="550"/>
                  </a:lnTo>
                  <a:lnTo>
                    <a:pt x="655" y="550"/>
                  </a:lnTo>
                  <a:lnTo>
                    <a:pt x="659" y="550"/>
                  </a:lnTo>
                  <a:lnTo>
                    <a:pt x="662" y="549"/>
                  </a:lnTo>
                  <a:lnTo>
                    <a:pt x="663" y="545"/>
                  </a:lnTo>
                  <a:lnTo>
                    <a:pt x="664" y="541"/>
                  </a:lnTo>
                  <a:lnTo>
                    <a:pt x="666" y="537"/>
                  </a:lnTo>
                  <a:lnTo>
                    <a:pt x="670" y="536"/>
                  </a:lnTo>
                  <a:lnTo>
                    <a:pt x="674" y="537"/>
                  </a:lnTo>
                  <a:lnTo>
                    <a:pt x="678" y="538"/>
                  </a:lnTo>
                  <a:lnTo>
                    <a:pt x="682" y="539"/>
                  </a:lnTo>
                  <a:lnTo>
                    <a:pt x="685" y="539"/>
                  </a:lnTo>
                  <a:lnTo>
                    <a:pt x="689" y="541"/>
                  </a:lnTo>
                  <a:lnTo>
                    <a:pt x="691" y="543"/>
                  </a:lnTo>
                  <a:lnTo>
                    <a:pt x="694" y="544"/>
                  </a:lnTo>
                  <a:lnTo>
                    <a:pt x="697" y="545"/>
                  </a:lnTo>
                  <a:lnTo>
                    <a:pt x="700" y="545"/>
                  </a:lnTo>
                  <a:lnTo>
                    <a:pt x="703" y="545"/>
                  </a:lnTo>
                  <a:lnTo>
                    <a:pt x="705" y="548"/>
                  </a:lnTo>
                  <a:lnTo>
                    <a:pt x="706" y="550"/>
                  </a:lnTo>
                  <a:lnTo>
                    <a:pt x="707" y="553"/>
                  </a:lnTo>
                  <a:lnTo>
                    <a:pt x="709" y="554"/>
                  </a:lnTo>
                  <a:lnTo>
                    <a:pt x="714" y="555"/>
                  </a:lnTo>
                  <a:lnTo>
                    <a:pt x="717" y="557"/>
                  </a:lnTo>
                  <a:lnTo>
                    <a:pt x="717" y="560"/>
                  </a:lnTo>
                  <a:lnTo>
                    <a:pt x="715" y="563"/>
                  </a:lnTo>
                  <a:lnTo>
                    <a:pt x="711" y="566"/>
                  </a:lnTo>
                  <a:close/>
                </a:path>
              </a:pathLst>
            </a:custGeom>
            <a:solidFill>
              <a:srgbClr val="DE8036">
                <a:alpha val="36000"/>
              </a:srgbClr>
            </a:solidFill>
            <a:ln>
              <a:noFill/>
            </a:ln>
          </p:spPr>
          <p:txBody>
            <a:bodyPr anchor="ctr"/>
            <a:lstStyle/>
            <a:p>
              <a:pPr algn="ctr">
                <a:buNone/>
              </a:pPr>
            </a:p>
          </p:txBody>
        </p:sp>
        <p:sp>
          <p:nvSpPr>
            <p:cNvPr id="7146" name="addition:input:145">
              <a:extLst>
                <a:ext uri="{FF2B5EF4-FFF2-40B4-BE49-F238E27FC236}">
                  <ns2:creationId id="{F522BCBC-7DA5-45BD-A87A-9E5D626C8ACD}"/>
                </a:ext>
              </a:extLst>
            </p:cNvPr>
            <p:cNvSpPr>
              <a:spLocks noGrp="1"/>
            </p:cNvSpPr>
            <p:nvPr/>
          </p:nvSpPr>
          <p:spPr>
            <a:xfrm>
              <a:off x="209550" y="5438775"/>
              <a:ext cx="1245961" cy="1237183"/>
            </a:xfrm>
            <a:custGeom>
              <a:rect l="l" t="t" r="r" b="b"/>
              <a:pathLst>
                <a:path w="757" h="660">
                  <a:moveTo>
                    <a:pt x="0" y="0"/>
                  </a:moveTo>
                  <a:moveTo>
                    <a:pt x="753" y="620"/>
                  </a:moveTo>
                  <a:lnTo>
                    <a:pt x="751" y="623"/>
                  </a:lnTo>
                  <a:lnTo>
                    <a:pt x="748" y="626"/>
                  </a:lnTo>
                  <a:lnTo>
                    <a:pt x="745" y="629"/>
                  </a:lnTo>
                  <a:lnTo>
                    <a:pt x="744" y="632"/>
                  </a:lnTo>
                  <a:lnTo>
                    <a:pt x="743" y="636"/>
                  </a:lnTo>
                  <a:lnTo>
                    <a:pt x="741" y="639"/>
                  </a:lnTo>
                  <a:lnTo>
                    <a:pt x="738" y="641"/>
                  </a:lnTo>
                  <a:lnTo>
                    <a:pt x="735" y="643"/>
                  </a:lnTo>
                  <a:lnTo>
                    <a:pt x="734" y="647"/>
                  </a:lnTo>
                  <a:lnTo>
                    <a:pt x="733" y="652"/>
                  </a:lnTo>
                  <a:lnTo>
                    <a:pt x="732" y="657"/>
                  </a:lnTo>
                  <a:lnTo>
                    <a:pt x="729" y="660"/>
                  </a:lnTo>
                  <a:lnTo>
                    <a:pt x="723" y="658"/>
                  </a:lnTo>
                  <a:lnTo>
                    <a:pt x="717" y="655"/>
                  </a:lnTo>
                  <a:lnTo>
                    <a:pt x="713" y="653"/>
                  </a:lnTo>
                  <a:lnTo>
                    <a:pt x="710" y="652"/>
                  </a:lnTo>
                  <a:lnTo>
                    <a:pt x="707" y="654"/>
                  </a:lnTo>
                  <a:lnTo>
                    <a:pt x="704" y="655"/>
                  </a:lnTo>
                  <a:lnTo>
                    <a:pt x="701" y="656"/>
                  </a:lnTo>
                  <a:lnTo>
                    <a:pt x="698" y="656"/>
                  </a:lnTo>
                  <a:lnTo>
                    <a:pt x="694" y="657"/>
                  </a:lnTo>
                  <a:lnTo>
                    <a:pt x="689" y="657"/>
                  </a:lnTo>
                  <a:lnTo>
                    <a:pt x="685" y="657"/>
                  </a:lnTo>
                  <a:lnTo>
                    <a:pt x="682" y="654"/>
                  </a:lnTo>
                  <a:lnTo>
                    <a:pt x="681" y="650"/>
                  </a:lnTo>
                  <a:lnTo>
                    <a:pt x="679" y="647"/>
                  </a:lnTo>
                  <a:lnTo>
                    <a:pt x="675" y="645"/>
                  </a:lnTo>
                  <a:lnTo>
                    <a:pt x="671" y="643"/>
                  </a:lnTo>
                  <a:lnTo>
                    <a:pt x="667" y="641"/>
                  </a:lnTo>
                  <a:lnTo>
                    <a:pt x="667" y="637"/>
                  </a:lnTo>
                  <a:lnTo>
                    <a:pt x="669" y="632"/>
                  </a:lnTo>
                  <a:lnTo>
                    <a:pt x="671" y="628"/>
                  </a:lnTo>
                  <a:lnTo>
                    <a:pt x="670" y="625"/>
                  </a:lnTo>
                  <a:lnTo>
                    <a:pt x="665" y="623"/>
                  </a:lnTo>
                  <a:lnTo>
                    <a:pt x="661" y="620"/>
                  </a:lnTo>
                  <a:lnTo>
                    <a:pt x="657" y="616"/>
                  </a:lnTo>
                  <a:lnTo>
                    <a:pt x="656" y="612"/>
                  </a:lnTo>
                  <a:lnTo>
                    <a:pt x="656" y="608"/>
                  </a:lnTo>
                  <a:lnTo>
                    <a:pt x="656" y="604"/>
                  </a:lnTo>
                  <a:lnTo>
                    <a:pt x="657" y="601"/>
                  </a:lnTo>
                  <a:lnTo>
                    <a:pt x="661" y="599"/>
                  </a:lnTo>
                  <a:lnTo>
                    <a:pt x="667" y="598"/>
                  </a:lnTo>
                  <a:lnTo>
                    <a:pt x="672" y="598"/>
                  </a:lnTo>
                  <a:lnTo>
                    <a:pt x="675" y="596"/>
                  </a:lnTo>
                  <a:lnTo>
                    <a:pt x="676" y="592"/>
                  </a:lnTo>
                  <a:lnTo>
                    <a:pt x="677" y="588"/>
                  </a:lnTo>
                  <a:lnTo>
                    <a:pt x="680" y="585"/>
                  </a:lnTo>
                  <a:lnTo>
                    <a:pt x="685" y="584"/>
                  </a:lnTo>
                  <a:lnTo>
                    <a:pt x="690" y="585"/>
                  </a:lnTo>
                  <a:lnTo>
                    <a:pt x="695" y="584"/>
                  </a:lnTo>
                  <a:lnTo>
                    <a:pt x="699" y="582"/>
                  </a:lnTo>
                  <a:lnTo>
                    <a:pt x="703" y="579"/>
                  </a:lnTo>
                  <a:lnTo>
                    <a:pt x="708" y="577"/>
                  </a:lnTo>
                  <a:lnTo>
                    <a:pt x="713" y="578"/>
                  </a:lnTo>
                  <a:lnTo>
                    <a:pt x="718" y="580"/>
                  </a:lnTo>
                  <a:lnTo>
                    <a:pt x="723" y="582"/>
                  </a:lnTo>
                  <a:lnTo>
                    <a:pt x="727" y="584"/>
                  </a:lnTo>
                  <a:lnTo>
                    <a:pt x="730" y="587"/>
                  </a:lnTo>
                  <a:lnTo>
                    <a:pt x="732" y="591"/>
                  </a:lnTo>
                  <a:lnTo>
                    <a:pt x="733" y="595"/>
                  </a:lnTo>
                  <a:lnTo>
                    <a:pt x="736" y="597"/>
                  </a:lnTo>
                  <a:lnTo>
                    <a:pt x="741" y="597"/>
                  </a:lnTo>
                  <a:lnTo>
                    <a:pt x="748" y="596"/>
                  </a:lnTo>
                  <a:lnTo>
                    <a:pt x="754" y="597"/>
                  </a:lnTo>
                  <a:lnTo>
                    <a:pt x="757" y="600"/>
                  </a:lnTo>
                  <a:lnTo>
                    <a:pt x="756" y="605"/>
                  </a:lnTo>
                  <a:lnTo>
                    <a:pt x="753" y="609"/>
                  </a:lnTo>
                  <a:lnTo>
                    <a:pt x="752" y="613"/>
                  </a:lnTo>
                  <a:lnTo>
                    <a:pt x="753" y="616"/>
                  </a:lnTo>
                  <a:close/>
                </a:path>
              </a:pathLst>
            </a:custGeom>
            <a:solidFill>
              <a:srgbClr val="DE8036">
                <a:alpha val="36000"/>
              </a:srgbClr>
            </a:solidFill>
            <a:ln>
              <a:noFill/>
            </a:ln>
          </p:spPr>
          <p:txBody>
            <a:bodyPr anchor="ctr"/>
            <a:lstStyle/>
            <a:p>
              <a:pPr algn="ctr">
                <a:buNone/>
              </a:pPr>
            </a:p>
          </p:txBody>
        </p:sp>
        <p:sp>
          <p:nvSpPr>
            <p:cNvPr id="7147" name="addition:input:146">
              <a:extLst>
                <a:ext uri="{FF2B5EF4-FFF2-40B4-BE49-F238E27FC236}">
                  <ns2:creationId id="{F4A8964B-849F-4608-A90F-7BC7231882A8}"/>
                </a:ext>
              </a:extLst>
            </p:cNvPr>
            <p:cNvSpPr>
              <a:spLocks noGrp="1"/>
            </p:cNvSpPr>
            <p:nvPr/>
          </p:nvSpPr>
          <p:spPr>
            <a:xfrm>
              <a:off x="209550" y="5438775"/>
              <a:ext cx="1120872" cy="1267176"/>
            </a:xfrm>
            <a:custGeom>
              <a:rect l="l" t="t" r="r" b="b"/>
              <a:pathLst>
                <a:path w="681" h="676">
                  <a:moveTo>
                    <a:pt x="0" y="0"/>
                  </a:moveTo>
                  <a:moveTo>
                    <a:pt x="680" y="642"/>
                  </a:moveTo>
                  <a:lnTo>
                    <a:pt x="680" y="645"/>
                  </a:lnTo>
                  <a:lnTo>
                    <a:pt x="677" y="647"/>
                  </a:lnTo>
                  <a:lnTo>
                    <a:pt x="673" y="649"/>
                  </a:lnTo>
                  <a:lnTo>
                    <a:pt x="670" y="651"/>
                  </a:lnTo>
                  <a:lnTo>
                    <a:pt x="670" y="654"/>
                  </a:lnTo>
                  <a:lnTo>
                    <a:pt x="673" y="658"/>
                  </a:lnTo>
                  <a:lnTo>
                    <a:pt x="675" y="663"/>
                  </a:lnTo>
                  <a:lnTo>
                    <a:pt x="674" y="666"/>
                  </a:lnTo>
                  <a:lnTo>
                    <a:pt x="671" y="668"/>
                  </a:lnTo>
                  <a:lnTo>
                    <a:pt x="667" y="669"/>
                  </a:lnTo>
                  <a:lnTo>
                    <a:pt x="663" y="670"/>
                  </a:lnTo>
                  <a:lnTo>
                    <a:pt x="660" y="670"/>
                  </a:lnTo>
                  <a:lnTo>
                    <a:pt x="657" y="670"/>
                  </a:lnTo>
                  <a:lnTo>
                    <a:pt x="653" y="670"/>
                  </a:lnTo>
                  <a:lnTo>
                    <a:pt x="650" y="669"/>
                  </a:lnTo>
                  <a:lnTo>
                    <a:pt x="648" y="670"/>
                  </a:lnTo>
                  <a:lnTo>
                    <a:pt x="645" y="673"/>
                  </a:lnTo>
                  <a:lnTo>
                    <a:pt x="642" y="675"/>
                  </a:lnTo>
                  <a:lnTo>
                    <a:pt x="639" y="676"/>
                  </a:lnTo>
                  <a:lnTo>
                    <a:pt x="635" y="674"/>
                  </a:lnTo>
                  <a:lnTo>
                    <a:pt x="633" y="672"/>
                  </a:lnTo>
                  <a:lnTo>
                    <a:pt x="630" y="671"/>
                  </a:lnTo>
                  <a:lnTo>
                    <a:pt x="625" y="671"/>
                  </a:lnTo>
                  <a:lnTo>
                    <a:pt x="620" y="672"/>
                  </a:lnTo>
                  <a:lnTo>
                    <a:pt x="616" y="670"/>
                  </a:lnTo>
                  <a:lnTo>
                    <a:pt x="614" y="667"/>
                  </a:lnTo>
                  <a:lnTo>
                    <a:pt x="614" y="663"/>
                  </a:lnTo>
                  <a:lnTo>
                    <a:pt x="613" y="659"/>
                  </a:lnTo>
                  <a:lnTo>
                    <a:pt x="612" y="657"/>
                  </a:lnTo>
                  <a:lnTo>
                    <a:pt x="610" y="654"/>
                  </a:lnTo>
                  <a:lnTo>
                    <a:pt x="608" y="652"/>
                  </a:lnTo>
                  <a:lnTo>
                    <a:pt x="606" y="649"/>
                  </a:lnTo>
                  <a:lnTo>
                    <a:pt x="604" y="647"/>
                  </a:lnTo>
                  <a:lnTo>
                    <a:pt x="599" y="645"/>
                  </a:lnTo>
                  <a:lnTo>
                    <a:pt x="594" y="642"/>
                  </a:lnTo>
                  <a:lnTo>
                    <a:pt x="592" y="638"/>
                  </a:lnTo>
                  <a:lnTo>
                    <a:pt x="594" y="635"/>
                  </a:lnTo>
                  <a:lnTo>
                    <a:pt x="598" y="633"/>
                  </a:lnTo>
                  <a:lnTo>
                    <a:pt x="603" y="631"/>
                  </a:lnTo>
                  <a:lnTo>
                    <a:pt x="605" y="629"/>
                  </a:lnTo>
                  <a:lnTo>
                    <a:pt x="606" y="626"/>
                  </a:lnTo>
                  <a:lnTo>
                    <a:pt x="606" y="622"/>
                  </a:lnTo>
                  <a:lnTo>
                    <a:pt x="609" y="620"/>
                  </a:lnTo>
                  <a:lnTo>
                    <a:pt x="613" y="619"/>
                  </a:lnTo>
                  <a:lnTo>
                    <a:pt x="617" y="618"/>
                  </a:lnTo>
                  <a:lnTo>
                    <a:pt x="620" y="617"/>
                  </a:lnTo>
                  <a:lnTo>
                    <a:pt x="622" y="614"/>
                  </a:lnTo>
                  <a:lnTo>
                    <a:pt x="625" y="611"/>
                  </a:lnTo>
                  <a:lnTo>
                    <a:pt x="629" y="610"/>
                  </a:lnTo>
                  <a:lnTo>
                    <a:pt x="633" y="609"/>
                  </a:lnTo>
                  <a:lnTo>
                    <a:pt x="637" y="607"/>
                  </a:lnTo>
                  <a:lnTo>
                    <a:pt x="642" y="605"/>
                  </a:lnTo>
                  <a:lnTo>
                    <a:pt x="646" y="604"/>
                  </a:lnTo>
                  <a:lnTo>
                    <a:pt x="650" y="606"/>
                  </a:lnTo>
                  <a:lnTo>
                    <a:pt x="653" y="610"/>
                  </a:lnTo>
                  <a:lnTo>
                    <a:pt x="655" y="615"/>
                  </a:lnTo>
                  <a:lnTo>
                    <a:pt x="658" y="618"/>
                  </a:lnTo>
                  <a:lnTo>
                    <a:pt x="661" y="617"/>
                  </a:lnTo>
                  <a:lnTo>
                    <a:pt x="666" y="616"/>
                  </a:lnTo>
                  <a:lnTo>
                    <a:pt x="670" y="616"/>
                  </a:lnTo>
                  <a:lnTo>
                    <a:pt x="673" y="617"/>
                  </a:lnTo>
                  <a:lnTo>
                    <a:pt x="675" y="619"/>
                  </a:lnTo>
                  <a:lnTo>
                    <a:pt x="677" y="622"/>
                  </a:lnTo>
                  <a:lnTo>
                    <a:pt x="679" y="624"/>
                  </a:lnTo>
                  <a:lnTo>
                    <a:pt x="681" y="626"/>
                  </a:lnTo>
                  <a:lnTo>
                    <a:pt x="681" y="630"/>
                  </a:lnTo>
                  <a:lnTo>
                    <a:pt x="680" y="633"/>
                  </a:lnTo>
                  <a:lnTo>
                    <a:pt x="679" y="636"/>
                  </a:lnTo>
                  <a:lnTo>
                    <a:pt x="679" y="639"/>
                  </a:lnTo>
                  <a:close/>
                </a:path>
              </a:pathLst>
            </a:custGeom>
            <a:solidFill>
              <a:srgbClr val="DE8036">
                <a:alpha val="36000"/>
              </a:srgbClr>
            </a:solidFill>
            <a:ln>
              <a:noFill/>
            </a:ln>
          </p:spPr>
          <p:txBody>
            <a:bodyPr anchor="ctr"/>
            <a:lstStyle/>
            <a:p>
              <a:pPr algn="ctr">
                <a:buNone/>
              </a:pPr>
            </a:p>
          </p:txBody>
        </p:sp>
        <p:sp>
          <p:nvSpPr>
            <p:cNvPr id="7148" name="addition:input:147">
              <a:extLst>
                <a:ext uri="{FF2B5EF4-FFF2-40B4-BE49-F238E27FC236}">
                  <ns2:creationId id="{BBF8C925-1837-4244-80D5-0D4335DFFD92}"/>
                </a:ext>
              </a:extLst>
            </p:cNvPr>
            <p:cNvSpPr>
              <a:spLocks noGrp="1"/>
            </p:cNvSpPr>
            <p:nvPr/>
          </p:nvSpPr>
          <p:spPr>
            <a:xfrm>
              <a:off x="209550" y="5438775"/>
              <a:ext cx="1083015" cy="1152830"/>
            </a:xfrm>
            <a:custGeom>
              <a:rect l="l" t="t" r="r" b="b"/>
              <a:pathLst>
                <a:path w="658" h="615">
                  <a:moveTo>
                    <a:pt x="0" y="0"/>
                  </a:moveTo>
                  <a:moveTo>
                    <a:pt x="648" y="584"/>
                  </a:moveTo>
                  <a:lnTo>
                    <a:pt x="651" y="586"/>
                  </a:lnTo>
                  <a:lnTo>
                    <a:pt x="655" y="589"/>
                  </a:lnTo>
                  <a:lnTo>
                    <a:pt x="658" y="593"/>
                  </a:lnTo>
                  <a:lnTo>
                    <a:pt x="658" y="596"/>
                  </a:lnTo>
                  <a:lnTo>
                    <a:pt x="655" y="598"/>
                  </a:lnTo>
                  <a:lnTo>
                    <a:pt x="651" y="599"/>
                  </a:lnTo>
                  <a:lnTo>
                    <a:pt x="648" y="600"/>
                  </a:lnTo>
                  <a:lnTo>
                    <a:pt x="646" y="602"/>
                  </a:lnTo>
                  <a:lnTo>
                    <a:pt x="645" y="603"/>
                  </a:lnTo>
                  <a:lnTo>
                    <a:pt x="642" y="605"/>
                  </a:lnTo>
                  <a:lnTo>
                    <a:pt x="640" y="606"/>
                  </a:lnTo>
                  <a:lnTo>
                    <a:pt x="638" y="607"/>
                  </a:lnTo>
                  <a:lnTo>
                    <a:pt x="636" y="610"/>
                  </a:lnTo>
                  <a:lnTo>
                    <a:pt x="634" y="612"/>
                  </a:lnTo>
                  <a:lnTo>
                    <a:pt x="631" y="614"/>
                  </a:lnTo>
                  <a:lnTo>
                    <a:pt x="627" y="613"/>
                  </a:lnTo>
                  <a:lnTo>
                    <a:pt x="624" y="612"/>
                  </a:lnTo>
                  <a:lnTo>
                    <a:pt x="621" y="612"/>
                  </a:lnTo>
                  <a:lnTo>
                    <a:pt x="617" y="614"/>
                  </a:lnTo>
                  <a:lnTo>
                    <a:pt x="614" y="615"/>
                  </a:lnTo>
                  <a:lnTo>
                    <a:pt x="610" y="615"/>
                  </a:lnTo>
                  <a:lnTo>
                    <a:pt x="607" y="612"/>
                  </a:lnTo>
                  <a:lnTo>
                    <a:pt x="606" y="608"/>
                  </a:lnTo>
                  <a:lnTo>
                    <a:pt x="605" y="604"/>
                  </a:lnTo>
                  <a:lnTo>
                    <a:pt x="603" y="603"/>
                  </a:lnTo>
                  <a:lnTo>
                    <a:pt x="600" y="602"/>
                  </a:lnTo>
                  <a:lnTo>
                    <a:pt x="597" y="601"/>
                  </a:lnTo>
                  <a:lnTo>
                    <a:pt x="594" y="600"/>
                  </a:lnTo>
                  <a:lnTo>
                    <a:pt x="592" y="599"/>
                  </a:lnTo>
                  <a:lnTo>
                    <a:pt x="589" y="597"/>
                  </a:lnTo>
                  <a:lnTo>
                    <a:pt x="586" y="595"/>
                  </a:lnTo>
                  <a:lnTo>
                    <a:pt x="585" y="593"/>
                  </a:lnTo>
                  <a:lnTo>
                    <a:pt x="586" y="589"/>
                  </a:lnTo>
                  <a:lnTo>
                    <a:pt x="589" y="586"/>
                  </a:lnTo>
                  <a:lnTo>
                    <a:pt x="592" y="584"/>
                  </a:lnTo>
                  <a:lnTo>
                    <a:pt x="593" y="581"/>
                  </a:lnTo>
                  <a:lnTo>
                    <a:pt x="592" y="579"/>
                  </a:lnTo>
                  <a:lnTo>
                    <a:pt x="591" y="576"/>
                  </a:lnTo>
                  <a:lnTo>
                    <a:pt x="593" y="573"/>
                  </a:lnTo>
                  <a:lnTo>
                    <a:pt x="596" y="572"/>
                  </a:lnTo>
                  <a:lnTo>
                    <a:pt x="599" y="570"/>
                  </a:lnTo>
                  <a:lnTo>
                    <a:pt x="601" y="568"/>
                  </a:lnTo>
                  <a:lnTo>
                    <a:pt x="601" y="565"/>
                  </a:lnTo>
                  <a:lnTo>
                    <a:pt x="602" y="562"/>
                  </a:lnTo>
                  <a:lnTo>
                    <a:pt x="603" y="559"/>
                  </a:lnTo>
                  <a:lnTo>
                    <a:pt x="605" y="557"/>
                  </a:lnTo>
                  <a:lnTo>
                    <a:pt x="608" y="556"/>
                  </a:lnTo>
                  <a:lnTo>
                    <a:pt x="610" y="554"/>
                  </a:lnTo>
                  <a:lnTo>
                    <a:pt x="613" y="553"/>
                  </a:lnTo>
                  <a:lnTo>
                    <a:pt x="616" y="554"/>
                  </a:lnTo>
                  <a:lnTo>
                    <a:pt x="619" y="557"/>
                  </a:lnTo>
                  <a:lnTo>
                    <a:pt x="622" y="560"/>
                  </a:lnTo>
                  <a:lnTo>
                    <a:pt x="623" y="560"/>
                  </a:lnTo>
                  <a:lnTo>
                    <a:pt x="626" y="558"/>
                  </a:lnTo>
                  <a:lnTo>
                    <a:pt x="628" y="555"/>
                  </a:lnTo>
                  <a:lnTo>
                    <a:pt x="631" y="554"/>
                  </a:lnTo>
                  <a:lnTo>
                    <a:pt x="634" y="555"/>
                  </a:lnTo>
                  <a:lnTo>
                    <a:pt x="636" y="557"/>
                  </a:lnTo>
                  <a:lnTo>
                    <a:pt x="637" y="559"/>
                  </a:lnTo>
                  <a:lnTo>
                    <a:pt x="640" y="560"/>
                  </a:lnTo>
                  <a:lnTo>
                    <a:pt x="642" y="561"/>
                  </a:lnTo>
                  <a:lnTo>
                    <a:pt x="644" y="563"/>
                  </a:lnTo>
                  <a:lnTo>
                    <a:pt x="645" y="566"/>
                  </a:lnTo>
                  <a:lnTo>
                    <a:pt x="646" y="569"/>
                  </a:lnTo>
                  <a:lnTo>
                    <a:pt x="647" y="571"/>
                  </a:lnTo>
                  <a:lnTo>
                    <a:pt x="648" y="574"/>
                  </a:lnTo>
                  <a:lnTo>
                    <a:pt x="649" y="576"/>
                  </a:lnTo>
                  <a:lnTo>
                    <a:pt x="649" y="579"/>
                  </a:lnTo>
                  <a:lnTo>
                    <a:pt x="648" y="581"/>
                  </a:lnTo>
                  <a:close/>
                </a:path>
              </a:pathLst>
            </a:custGeom>
            <a:solidFill>
              <a:srgbClr val="E8A571">
                <a:alpha val="32000"/>
              </a:srgbClr>
            </a:solidFill>
            <a:ln>
              <a:noFill/>
            </a:ln>
          </p:spPr>
          <p:txBody>
            <a:bodyPr anchor="ctr"/>
            <a:lstStyle/>
            <a:p>
              <a:pPr algn="ctr">
                <a:buNone/>
              </a:pPr>
            </a:p>
          </p:txBody>
        </p:sp>
        <p:sp>
          <p:nvSpPr>
            <p:cNvPr id="7149" name="addition:input:148">
              <a:extLst>
                <a:ext uri="{FF2B5EF4-FFF2-40B4-BE49-F238E27FC236}">
                  <ns2:creationId id="{B553C476-AD64-4B66-B214-554086EB61EB}"/>
                </a:ext>
              </a:extLst>
            </p:cNvPr>
            <p:cNvSpPr>
              <a:spLocks noGrp="1"/>
            </p:cNvSpPr>
            <p:nvPr/>
          </p:nvSpPr>
          <p:spPr>
            <a:xfrm>
              <a:off x="209550" y="5438775"/>
              <a:ext cx="1201522" cy="1231560"/>
            </a:xfrm>
            <a:custGeom>
              <a:rect l="l" t="t" r="r" b="b"/>
              <a:pathLst>
                <a:path w="730" h="657">
                  <a:moveTo>
                    <a:pt x="0" y="0"/>
                  </a:moveTo>
                  <a:moveTo>
                    <a:pt x="729" y="627"/>
                  </a:moveTo>
                  <a:lnTo>
                    <a:pt x="727" y="629"/>
                  </a:lnTo>
                  <a:lnTo>
                    <a:pt x="726" y="631"/>
                  </a:lnTo>
                  <a:lnTo>
                    <a:pt x="726" y="633"/>
                  </a:lnTo>
                  <a:lnTo>
                    <a:pt x="727" y="636"/>
                  </a:lnTo>
                  <a:lnTo>
                    <a:pt x="726" y="638"/>
                  </a:lnTo>
                  <a:lnTo>
                    <a:pt x="723" y="640"/>
                  </a:lnTo>
                  <a:lnTo>
                    <a:pt x="720" y="641"/>
                  </a:lnTo>
                  <a:lnTo>
                    <a:pt x="717" y="642"/>
                  </a:lnTo>
                  <a:lnTo>
                    <a:pt x="715" y="643"/>
                  </a:lnTo>
                  <a:lnTo>
                    <a:pt x="713" y="645"/>
                  </a:lnTo>
                  <a:lnTo>
                    <a:pt x="710" y="646"/>
                  </a:lnTo>
                  <a:lnTo>
                    <a:pt x="708" y="647"/>
                  </a:lnTo>
                  <a:lnTo>
                    <a:pt x="705" y="649"/>
                  </a:lnTo>
                  <a:lnTo>
                    <a:pt x="703" y="652"/>
                  </a:lnTo>
                  <a:lnTo>
                    <a:pt x="700" y="655"/>
                  </a:lnTo>
                  <a:lnTo>
                    <a:pt x="697" y="657"/>
                  </a:lnTo>
                  <a:lnTo>
                    <a:pt x="693" y="656"/>
                  </a:lnTo>
                  <a:lnTo>
                    <a:pt x="690" y="653"/>
                  </a:lnTo>
                  <a:lnTo>
                    <a:pt x="687" y="650"/>
                  </a:lnTo>
                  <a:lnTo>
                    <a:pt x="685" y="648"/>
                  </a:lnTo>
                  <a:lnTo>
                    <a:pt x="682" y="648"/>
                  </a:lnTo>
                  <a:lnTo>
                    <a:pt x="679" y="649"/>
                  </a:lnTo>
                  <a:lnTo>
                    <a:pt x="676" y="649"/>
                  </a:lnTo>
                  <a:lnTo>
                    <a:pt x="674" y="647"/>
                  </a:lnTo>
                  <a:lnTo>
                    <a:pt x="672" y="646"/>
                  </a:lnTo>
                  <a:lnTo>
                    <a:pt x="670" y="645"/>
                  </a:lnTo>
                  <a:lnTo>
                    <a:pt x="667" y="644"/>
                  </a:lnTo>
                  <a:lnTo>
                    <a:pt x="665" y="642"/>
                  </a:lnTo>
                  <a:lnTo>
                    <a:pt x="664" y="640"/>
                  </a:lnTo>
                  <a:lnTo>
                    <a:pt x="664" y="638"/>
                  </a:lnTo>
                  <a:lnTo>
                    <a:pt x="663" y="636"/>
                  </a:lnTo>
                  <a:lnTo>
                    <a:pt x="661" y="634"/>
                  </a:lnTo>
                  <a:lnTo>
                    <a:pt x="660" y="632"/>
                  </a:lnTo>
                  <a:lnTo>
                    <a:pt x="661" y="629"/>
                  </a:lnTo>
                  <a:lnTo>
                    <a:pt x="665" y="627"/>
                  </a:lnTo>
                  <a:lnTo>
                    <a:pt x="669" y="625"/>
                  </a:lnTo>
                  <a:lnTo>
                    <a:pt x="671" y="623"/>
                  </a:lnTo>
                  <a:lnTo>
                    <a:pt x="670" y="621"/>
                  </a:lnTo>
                  <a:lnTo>
                    <a:pt x="667" y="618"/>
                  </a:lnTo>
                  <a:lnTo>
                    <a:pt x="666" y="615"/>
                  </a:lnTo>
                  <a:lnTo>
                    <a:pt x="666" y="612"/>
                  </a:lnTo>
                  <a:lnTo>
                    <a:pt x="668" y="610"/>
                  </a:lnTo>
                  <a:lnTo>
                    <a:pt x="670" y="608"/>
                  </a:lnTo>
                  <a:lnTo>
                    <a:pt x="671" y="606"/>
                  </a:lnTo>
                  <a:lnTo>
                    <a:pt x="673" y="605"/>
                  </a:lnTo>
                  <a:lnTo>
                    <a:pt x="676" y="605"/>
                  </a:lnTo>
                  <a:lnTo>
                    <a:pt x="679" y="605"/>
                  </a:lnTo>
                  <a:lnTo>
                    <a:pt x="682" y="605"/>
                  </a:lnTo>
                  <a:lnTo>
                    <a:pt x="684" y="604"/>
                  </a:lnTo>
                  <a:lnTo>
                    <a:pt x="685" y="602"/>
                  </a:lnTo>
                  <a:lnTo>
                    <a:pt x="688" y="601"/>
                  </a:lnTo>
                  <a:lnTo>
                    <a:pt x="690" y="601"/>
                  </a:lnTo>
                  <a:lnTo>
                    <a:pt x="693" y="603"/>
                  </a:lnTo>
                  <a:lnTo>
                    <a:pt x="695" y="604"/>
                  </a:lnTo>
                  <a:lnTo>
                    <a:pt x="697" y="603"/>
                  </a:lnTo>
                  <a:lnTo>
                    <a:pt x="701" y="601"/>
                  </a:lnTo>
                  <a:lnTo>
                    <a:pt x="705" y="600"/>
                  </a:lnTo>
                  <a:lnTo>
                    <a:pt x="708" y="600"/>
                  </a:lnTo>
                  <a:lnTo>
                    <a:pt x="710" y="603"/>
                  </a:lnTo>
                  <a:lnTo>
                    <a:pt x="712" y="605"/>
                  </a:lnTo>
                  <a:lnTo>
                    <a:pt x="713" y="608"/>
                  </a:lnTo>
                  <a:lnTo>
                    <a:pt x="715" y="610"/>
                  </a:lnTo>
                  <a:lnTo>
                    <a:pt x="716" y="613"/>
                  </a:lnTo>
                  <a:lnTo>
                    <a:pt x="716" y="615"/>
                  </a:lnTo>
                  <a:lnTo>
                    <a:pt x="717" y="617"/>
                  </a:lnTo>
                  <a:lnTo>
                    <a:pt x="719" y="619"/>
                  </a:lnTo>
                  <a:lnTo>
                    <a:pt x="724" y="620"/>
                  </a:lnTo>
                  <a:lnTo>
                    <a:pt x="728" y="622"/>
                  </a:lnTo>
                  <a:lnTo>
                    <a:pt x="730" y="624"/>
                  </a:lnTo>
                  <a:close/>
                </a:path>
              </a:pathLst>
            </a:custGeom>
            <a:solidFill>
              <a:srgbClr val="E8A571">
                <a:alpha val="32000"/>
              </a:srgbClr>
            </a:solidFill>
            <a:ln>
              <a:noFill/>
            </a:ln>
          </p:spPr>
          <p:txBody>
            <a:bodyPr anchor="ctr"/>
            <a:lstStyle/>
            <a:p>
              <a:pPr algn="ctr">
                <a:buNone/>
              </a:pPr>
            </a:p>
          </p:txBody>
        </p:sp>
        <p:sp>
          <p:nvSpPr>
            <p:cNvPr id="7150" name="addition:input:149">
              <a:extLst>
                <a:ext uri="{FF2B5EF4-FFF2-40B4-BE49-F238E27FC236}">
                  <ns2:creationId id="{A7CCC38C-BDF6-4858-9DBE-F3D8EFF2BA8E}"/>
                </a:ext>
              </a:extLst>
            </p:cNvPr>
            <p:cNvSpPr>
              <a:spLocks noGrp="1"/>
            </p:cNvSpPr>
            <p:nvPr/>
          </p:nvSpPr>
          <p:spPr>
            <a:xfrm>
              <a:off x="209550" y="5438775"/>
              <a:ext cx="1295339" cy="1194069"/>
            </a:xfrm>
            <a:custGeom>
              <a:rect l="l" t="t" r="r" b="b"/>
              <a:pathLst>
                <a:path w="787" h="637">
                  <a:moveTo>
                    <a:pt x="0" y="0"/>
                  </a:moveTo>
                  <a:moveTo>
                    <a:pt x="787" y="610"/>
                  </a:moveTo>
                  <a:lnTo>
                    <a:pt x="787" y="612"/>
                  </a:lnTo>
                  <a:lnTo>
                    <a:pt x="786" y="614"/>
                  </a:lnTo>
                  <a:lnTo>
                    <a:pt x="784" y="616"/>
                  </a:lnTo>
                  <a:lnTo>
                    <a:pt x="782" y="618"/>
                  </a:lnTo>
                  <a:lnTo>
                    <a:pt x="781" y="620"/>
                  </a:lnTo>
                  <a:lnTo>
                    <a:pt x="781" y="622"/>
                  </a:lnTo>
                  <a:lnTo>
                    <a:pt x="781" y="625"/>
                  </a:lnTo>
                  <a:lnTo>
                    <a:pt x="779" y="626"/>
                  </a:lnTo>
                  <a:lnTo>
                    <a:pt x="776" y="626"/>
                  </a:lnTo>
                  <a:lnTo>
                    <a:pt x="774" y="626"/>
                  </a:lnTo>
                  <a:lnTo>
                    <a:pt x="772" y="628"/>
                  </a:lnTo>
                  <a:lnTo>
                    <a:pt x="771" y="631"/>
                  </a:lnTo>
                  <a:lnTo>
                    <a:pt x="770" y="633"/>
                  </a:lnTo>
                  <a:lnTo>
                    <a:pt x="768" y="635"/>
                  </a:lnTo>
                  <a:lnTo>
                    <a:pt x="766" y="636"/>
                  </a:lnTo>
                  <a:lnTo>
                    <a:pt x="764" y="636"/>
                  </a:lnTo>
                  <a:lnTo>
                    <a:pt x="761" y="637"/>
                  </a:lnTo>
                  <a:lnTo>
                    <a:pt x="759" y="637"/>
                  </a:lnTo>
                  <a:lnTo>
                    <a:pt x="757" y="635"/>
                  </a:lnTo>
                  <a:lnTo>
                    <a:pt x="755" y="632"/>
                  </a:lnTo>
                  <a:lnTo>
                    <a:pt x="754" y="629"/>
                  </a:lnTo>
                  <a:lnTo>
                    <a:pt x="753" y="628"/>
                  </a:lnTo>
                  <a:lnTo>
                    <a:pt x="751" y="629"/>
                  </a:lnTo>
                  <a:lnTo>
                    <a:pt x="748" y="630"/>
                  </a:lnTo>
                  <a:lnTo>
                    <a:pt x="746" y="630"/>
                  </a:lnTo>
                  <a:lnTo>
                    <a:pt x="745" y="628"/>
                  </a:lnTo>
                  <a:lnTo>
                    <a:pt x="744" y="626"/>
                  </a:lnTo>
                  <a:lnTo>
                    <a:pt x="744" y="624"/>
                  </a:lnTo>
                  <a:lnTo>
                    <a:pt x="742" y="623"/>
                  </a:lnTo>
                  <a:lnTo>
                    <a:pt x="741" y="621"/>
                  </a:lnTo>
                  <a:lnTo>
                    <a:pt x="740" y="619"/>
                  </a:lnTo>
                  <a:lnTo>
                    <a:pt x="741" y="616"/>
                  </a:lnTo>
                  <a:lnTo>
                    <a:pt x="741" y="614"/>
                  </a:lnTo>
                  <a:lnTo>
                    <a:pt x="742" y="612"/>
                  </a:lnTo>
                  <a:lnTo>
                    <a:pt x="742" y="610"/>
                  </a:lnTo>
                  <a:lnTo>
                    <a:pt x="742" y="607"/>
                  </a:lnTo>
                  <a:lnTo>
                    <a:pt x="744" y="606"/>
                  </a:lnTo>
                  <a:lnTo>
                    <a:pt x="746" y="604"/>
                  </a:lnTo>
                  <a:lnTo>
                    <a:pt x="746" y="602"/>
                  </a:lnTo>
                  <a:lnTo>
                    <a:pt x="745" y="599"/>
                  </a:lnTo>
                  <a:lnTo>
                    <a:pt x="743" y="596"/>
                  </a:lnTo>
                  <a:lnTo>
                    <a:pt x="743" y="593"/>
                  </a:lnTo>
                  <a:lnTo>
                    <a:pt x="744" y="591"/>
                  </a:lnTo>
                  <a:lnTo>
                    <a:pt x="746" y="590"/>
                  </a:lnTo>
                  <a:lnTo>
                    <a:pt x="749" y="590"/>
                  </a:lnTo>
                  <a:lnTo>
                    <a:pt x="750" y="590"/>
                  </a:lnTo>
                  <a:lnTo>
                    <a:pt x="752" y="589"/>
                  </a:lnTo>
                  <a:lnTo>
                    <a:pt x="753" y="588"/>
                  </a:lnTo>
                  <a:lnTo>
                    <a:pt x="755" y="588"/>
                  </a:lnTo>
                  <a:lnTo>
                    <a:pt x="756" y="588"/>
                  </a:lnTo>
                  <a:lnTo>
                    <a:pt x="758" y="587"/>
                  </a:lnTo>
                  <a:lnTo>
                    <a:pt x="759" y="586"/>
                  </a:lnTo>
                  <a:lnTo>
                    <a:pt x="761" y="584"/>
                  </a:lnTo>
                  <a:lnTo>
                    <a:pt x="763" y="584"/>
                  </a:lnTo>
                  <a:lnTo>
                    <a:pt x="765" y="586"/>
                  </a:lnTo>
                  <a:lnTo>
                    <a:pt x="766" y="587"/>
                  </a:lnTo>
                  <a:lnTo>
                    <a:pt x="768" y="587"/>
                  </a:lnTo>
                  <a:lnTo>
                    <a:pt x="771" y="586"/>
                  </a:lnTo>
                  <a:lnTo>
                    <a:pt x="774" y="586"/>
                  </a:lnTo>
                  <a:lnTo>
                    <a:pt x="775" y="588"/>
                  </a:lnTo>
                  <a:lnTo>
                    <a:pt x="776" y="591"/>
                  </a:lnTo>
                  <a:lnTo>
                    <a:pt x="776" y="594"/>
                  </a:lnTo>
                  <a:lnTo>
                    <a:pt x="776" y="597"/>
                  </a:lnTo>
                  <a:lnTo>
                    <a:pt x="777" y="599"/>
                  </a:lnTo>
                  <a:lnTo>
                    <a:pt x="779" y="600"/>
                  </a:lnTo>
                  <a:lnTo>
                    <a:pt x="781" y="601"/>
                  </a:lnTo>
                  <a:lnTo>
                    <a:pt x="782" y="603"/>
                  </a:lnTo>
                  <a:lnTo>
                    <a:pt x="784" y="605"/>
                  </a:lnTo>
                  <a:lnTo>
                    <a:pt x="785" y="607"/>
                  </a:lnTo>
                  <a:close/>
                </a:path>
              </a:pathLst>
            </a:custGeom>
            <a:solidFill>
              <a:srgbClr val="ECB78D">
                <a:alpha val="24000"/>
              </a:srgbClr>
            </a:solidFill>
            <a:ln>
              <a:noFill/>
            </a:ln>
          </p:spPr>
          <p:txBody>
            <a:bodyPr anchor="ctr"/>
            <a:lstStyle/>
            <a:p>
              <a:pPr algn="ctr">
                <a:buNone/>
              </a:pPr>
            </a:p>
          </p:txBody>
        </p:sp>
        <p:sp>
          <p:nvSpPr>
            <p:cNvPr id="7151" name="addition:input:150">
              <a:extLst>
                <a:ext uri="{FF2B5EF4-FFF2-40B4-BE49-F238E27FC236}">
                  <ns2:creationId id="{792E5EDF-7D1D-4631-97E4-089F2B19CCFA}"/>
                </a:ext>
              </a:extLst>
            </p:cNvPr>
            <p:cNvSpPr>
              <a:spLocks noGrp="1"/>
            </p:cNvSpPr>
            <p:nvPr/>
          </p:nvSpPr>
          <p:spPr>
            <a:xfrm>
              <a:off x="209550" y="5438775"/>
              <a:ext cx="1232794" cy="1295293"/>
            </a:xfrm>
            <a:custGeom>
              <a:rect l="l" t="t" r="r" b="b"/>
              <a:pathLst>
                <a:path w="749" h="691">
                  <a:moveTo>
                    <a:pt x="0" y="0"/>
                  </a:moveTo>
                  <a:moveTo>
                    <a:pt x="741" y="664"/>
                  </a:moveTo>
                  <a:lnTo>
                    <a:pt x="742" y="666"/>
                  </a:lnTo>
                  <a:lnTo>
                    <a:pt x="745" y="668"/>
                  </a:lnTo>
                  <a:lnTo>
                    <a:pt x="748" y="670"/>
                  </a:lnTo>
                  <a:lnTo>
                    <a:pt x="749" y="673"/>
                  </a:lnTo>
                  <a:lnTo>
                    <a:pt x="748" y="675"/>
                  </a:lnTo>
                  <a:lnTo>
                    <a:pt x="745" y="677"/>
                  </a:lnTo>
                  <a:lnTo>
                    <a:pt x="742" y="678"/>
                  </a:lnTo>
                  <a:lnTo>
                    <a:pt x="741" y="679"/>
                  </a:lnTo>
                  <a:lnTo>
                    <a:pt x="741" y="681"/>
                  </a:lnTo>
                  <a:lnTo>
                    <a:pt x="739" y="683"/>
                  </a:lnTo>
                  <a:lnTo>
                    <a:pt x="737" y="684"/>
                  </a:lnTo>
                  <a:lnTo>
                    <a:pt x="734" y="684"/>
                  </a:lnTo>
                  <a:lnTo>
                    <a:pt x="732" y="684"/>
                  </a:lnTo>
                  <a:lnTo>
                    <a:pt x="730" y="685"/>
                  </a:lnTo>
                  <a:lnTo>
                    <a:pt x="728" y="686"/>
                  </a:lnTo>
                  <a:lnTo>
                    <a:pt x="725" y="686"/>
                  </a:lnTo>
                  <a:lnTo>
                    <a:pt x="723" y="686"/>
                  </a:lnTo>
                  <a:lnTo>
                    <a:pt x="720" y="686"/>
                  </a:lnTo>
                  <a:lnTo>
                    <a:pt x="717" y="688"/>
                  </a:lnTo>
                  <a:lnTo>
                    <a:pt x="714" y="690"/>
                  </a:lnTo>
                  <a:lnTo>
                    <a:pt x="710" y="691"/>
                  </a:lnTo>
                  <a:lnTo>
                    <a:pt x="707" y="689"/>
                  </a:lnTo>
                  <a:lnTo>
                    <a:pt x="705" y="686"/>
                  </a:lnTo>
                  <a:lnTo>
                    <a:pt x="705" y="682"/>
                  </a:lnTo>
                  <a:lnTo>
                    <a:pt x="703" y="680"/>
                  </a:lnTo>
                  <a:lnTo>
                    <a:pt x="701" y="679"/>
                  </a:lnTo>
                  <a:lnTo>
                    <a:pt x="698" y="678"/>
                  </a:lnTo>
                  <a:lnTo>
                    <a:pt x="695" y="677"/>
                  </a:lnTo>
                  <a:lnTo>
                    <a:pt x="694" y="675"/>
                  </a:lnTo>
                  <a:lnTo>
                    <a:pt x="692" y="674"/>
                  </a:lnTo>
                  <a:lnTo>
                    <a:pt x="690" y="672"/>
                  </a:lnTo>
                  <a:lnTo>
                    <a:pt x="687" y="670"/>
                  </a:lnTo>
                  <a:lnTo>
                    <a:pt x="686" y="668"/>
                  </a:lnTo>
                  <a:lnTo>
                    <a:pt x="686" y="666"/>
                  </a:lnTo>
                  <a:lnTo>
                    <a:pt x="687" y="664"/>
                  </a:lnTo>
                  <a:lnTo>
                    <a:pt x="687" y="662"/>
                  </a:lnTo>
                  <a:lnTo>
                    <a:pt x="686" y="659"/>
                  </a:lnTo>
                  <a:lnTo>
                    <a:pt x="686" y="657"/>
                  </a:lnTo>
                  <a:lnTo>
                    <a:pt x="687" y="655"/>
                  </a:lnTo>
                  <a:lnTo>
                    <a:pt x="691" y="653"/>
                  </a:lnTo>
                  <a:lnTo>
                    <a:pt x="696" y="653"/>
                  </a:lnTo>
                  <a:lnTo>
                    <a:pt x="699" y="652"/>
                  </a:lnTo>
                  <a:lnTo>
                    <a:pt x="700" y="651"/>
                  </a:lnTo>
                  <a:lnTo>
                    <a:pt x="700" y="648"/>
                  </a:lnTo>
                  <a:lnTo>
                    <a:pt x="701" y="645"/>
                  </a:lnTo>
                  <a:lnTo>
                    <a:pt x="703" y="642"/>
                  </a:lnTo>
                  <a:lnTo>
                    <a:pt x="705" y="641"/>
                  </a:lnTo>
                  <a:lnTo>
                    <a:pt x="708" y="640"/>
                  </a:lnTo>
                  <a:lnTo>
                    <a:pt x="711" y="639"/>
                  </a:lnTo>
                  <a:lnTo>
                    <a:pt x="714" y="638"/>
                  </a:lnTo>
                  <a:lnTo>
                    <a:pt x="717" y="639"/>
                  </a:lnTo>
                  <a:lnTo>
                    <a:pt x="720" y="641"/>
                  </a:lnTo>
                  <a:lnTo>
                    <a:pt x="723" y="643"/>
                  </a:lnTo>
                  <a:lnTo>
                    <a:pt x="725" y="643"/>
                  </a:lnTo>
                  <a:lnTo>
                    <a:pt x="728" y="641"/>
                  </a:lnTo>
                  <a:lnTo>
                    <a:pt x="730" y="641"/>
                  </a:lnTo>
                  <a:lnTo>
                    <a:pt x="733" y="641"/>
                  </a:lnTo>
                  <a:lnTo>
                    <a:pt x="734" y="644"/>
                  </a:lnTo>
                  <a:lnTo>
                    <a:pt x="735" y="646"/>
                  </a:lnTo>
                  <a:lnTo>
                    <a:pt x="737" y="646"/>
                  </a:lnTo>
                  <a:lnTo>
                    <a:pt x="740" y="646"/>
                  </a:lnTo>
                  <a:lnTo>
                    <a:pt x="743" y="647"/>
                  </a:lnTo>
                  <a:lnTo>
                    <a:pt x="746" y="648"/>
                  </a:lnTo>
                  <a:lnTo>
                    <a:pt x="746" y="650"/>
                  </a:lnTo>
                  <a:lnTo>
                    <a:pt x="746" y="653"/>
                  </a:lnTo>
                  <a:lnTo>
                    <a:pt x="746" y="655"/>
                  </a:lnTo>
                  <a:lnTo>
                    <a:pt x="746" y="657"/>
                  </a:lnTo>
                  <a:lnTo>
                    <a:pt x="745" y="660"/>
                  </a:lnTo>
                  <a:lnTo>
                    <a:pt x="743" y="662"/>
                  </a:lnTo>
                  <a:close/>
                </a:path>
              </a:pathLst>
            </a:custGeom>
            <a:solidFill>
              <a:srgbClr val="ECB78D">
                <a:alpha val="24000"/>
              </a:srgbClr>
            </a:solidFill>
            <a:ln>
              <a:noFill/>
            </a:ln>
          </p:spPr>
          <p:txBody>
            <a:bodyPr anchor="ctr"/>
            <a:lstStyle/>
            <a:p>
              <a:pPr algn="ctr">
                <a:buNone/>
              </a:pPr>
            </a:p>
          </p:txBody>
        </p:sp>
        <p:sp>
          <p:nvSpPr>
            <p:cNvPr id="7152" name="addition:input:151">
              <a:extLst>
                <a:ext uri="{FF2B5EF4-FFF2-40B4-BE49-F238E27FC236}">
                  <ns2:creationId id="{79F97C2D-BB0D-4CBC-976A-9E8AE9F084A5}"/>
                </a:ext>
              </a:extLst>
            </p:cNvPr>
            <p:cNvSpPr>
              <a:spLocks noGrp="1"/>
            </p:cNvSpPr>
            <p:nvPr/>
          </p:nvSpPr>
          <p:spPr>
            <a:xfrm>
              <a:off x="209550" y="5438775"/>
              <a:ext cx="1112642" cy="1321537"/>
            </a:xfrm>
            <a:custGeom>
              <a:rect l="l" t="t" r="r" b="b"/>
              <a:pathLst>
                <a:path w="676" h="705">
                  <a:moveTo>
                    <a:pt x="0" y="0"/>
                  </a:moveTo>
                  <a:moveTo>
                    <a:pt x="675" y="681"/>
                  </a:moveTo>
                  <a:lnTo>
                    <a:pt x="675" y="683"/>
                  </a:lnTo>
                  <a:lnTo>
                    <a:pt x="674" y="686"/>
                  </a:lnTo>
                  <a:lnTo>
                    <a:pt x="671" y="687"/>
                  </a:lnTo>
                  <a:lnTo>
                    <a:pt x="668" y="689"/>
                  </a:lnTo>
                  <a:lnTo>
                    <a:pt x="665" y="690"/>
                  </a:lnTo>
                  <a:lnTo>
                    <a:pt x="664" y="691"/>
                  </a:lnTo>
                  <a:lnTo>
                    <a:pt x="664" y="694"/>
                  </a:lnTo>
                  <a:lnTo>
                    <a:pt x="665" y="698"/>
                  </a:lnTo>
                  <a:lnTo>
                    <a:pt x="665" y="700"/>
                  </a:lnTo>
                  <a:lnTo>
                    <a:pt x="662" y="702"/>
                  </a:lnTo>
                  <a:lnTo>
                    <a:pt x="659" y="702"/>
                  </a:lnTo>
                  <a:lnTo>
                    <a:pt x="656" y="702"/>
                  </a:lnTo>
                  <a:lnTo>
                    <a:pt x="654" y="704"/>
                  </a:lnTo>
                  <a:lnTo>
                    <a:pt x="652" y="705"/>
                  </a:lnTo>
                  <a:lnTo>
                    <a:pt x="650" y="705"/>
                  </a:lnTo>
                  <a:lnTo>
                    <a:pt x="648" y="705"/>
                  </a:lnTo>
                  <a:lnTo>
                    <a:pt x="646" y="704"/>
                  </a:lnTo>
                  <a:lnTo>
                    <a:pt x="644" y="704"/>
                  </a:lnTo>
                  <a:lnTo>
                    <a:pt x="642" y="704"/>
                  </a:lnTo>
                  <a:lnTo>
                    <a:pt x="640" y="704"/>
                  </a:lnTo>
                  <a:lnTo>
                    <a:pt x="638" y="702"/>
                  </a:lnTo>
                  <a:lnTo>
                    <a:pt x="637" y="701"/>
                  </a:lnTo>
                  <a:lnTo>
                    <a:pt x="635" y="700"/>
                  </a:lnTo>
                  <a:lnTo>
                    <a:pt x="633" y="701"/>
                  </a:lnTo>
                  <a:lnTo>
                    <a:pt x="629" y="702"/>
                  </a:lnTo>
                  <a:lnTo>
                    <a:pt x="626" y="702"/>
                  </a:lnTo>
                  <a:lnTo>
                    <a:pt x="625" y="700"/>
                  </a:lnTo>
                  <a:lnTo>
                    <a:pt x="625" y="696"/>
                  </a:lnTo>
                  <a:lnTo>
                    <a:pt x="626" y="693"/>
                  </a:lnTo>
                  <a:lnTo>
                    <a:pt x="627" y="691"/>
                  </a:lnTo>
                  <a:lnTo>
                    <a:pt x="626" y="689"/>
                  </a:lnTo>
                  <a:lnTo>
                    <a:pt x="625" y="687"/>
                  </a:lnTo>
                  <a:lnTo>
                    <a:pt x="625" y="685"/>
                  </a:lnTo>
                  <a:lnTo>
                    <a:pt x="624" y="683"/>
                  </a:lnTo>
                  <a:lnTo>
                    <a:pt x="623" y="681"/>
                  </a:lnTo>
                  <a:lnTo>
                    <a:pt x="621" y="679"/>
                  </a:lnTo>
                  <a:lnTo>
                    <a:pt x="620" y="677"/>
                  </a:lnTo>
                  <a:lnTo>
                    <a:pt x="620" y="674"/>
                  </a:lnTo>
                  <a:lnTo>
                    <a:pt x="621" y="672"/>
                  </a:lnTo>
                  <a:lnTo>
                    <a:pt x="623" y="671"/>
                  </a:lnTo>
                  <a:lnTo>
                    <a:pt x="624" y="669"/>
                  </a:lnTo>
                  <a:lnTo>
                    <a:pt x="623" y="666"/>
                  </a:lnTo>
                  <a:lnTo>
                    <a:pt x="623" y="664"/>
                  </a:lnTo>
                  <a:lnTo>
                    <a:pt x="625" y="662"/>
                  </a:lnTo>
                  <a:lnTo>
                    <a:pt x="628" y="662"/>
                  </a:lnTo>
                  <a:lnTo>
                    <a:pt x="631" y="663"/>
                  </a:lnTo>
                  <a:lnTo>
                    <a:pt x="634" y="664"/>
                  </a:lnTo>
                  <a:lnTo>
                    <a:pt x="635" y="663"/>
                  </a:lnTo>
                  <a:lnTo>
                    <a:pt x="637" y="660"/>
                  </a:lnTo>
                  <a:lnTo>
                    <a:pt x="639" y="658"/>
                  </a:lnTo>
                  <a:lnTo>
                    <a:pt x="641" y="657"/>
                  </a:lnTo>
                  <a:lnTo>
                    <a:pt x="643" y="656"/>
                  </a:lnTo>
                  <a:lnTo>
                    <a:pt x="646" y="655"/>
                  </a:lnTo>
                  <a:lnTo>
                    <a:pt x="649" y="654"/>
                  </a:lnTo>
                  <a:lnTo>
                    <a:pt x="652" y="655"/>
                  </a:lnTo>
                  <a:lnTo>
                    <a:pt x="654" y="657"/>
                  </a:lnTo>
                  <a:lnTo>
                    <a:pt x="656" y="660"/>
                  </a:lnTo>
                  <a:lnTo>
                    <a:pt x="657" y="663"/>
                  </a:lnTo>
                  <a:lnTo>
                    <a:pt x="660" y="663"/>
                  </a:lnTo>
                  <a:lnTo>
                    <a:pt x="663" y="663"/>
                  </a:lnTo>
                  <a:lnTo>
                    <a:pt x="666" y="664"/>
                  </a:lnTo>
                  <a:lnTo>
                    <a:pt x="667" y="665"/>
                  </a:lnTo>
                  <a:lnTo>
                    <a:pt x="668" y="668"/>
                  </a:lnTo>
                  <a:lnTo>
                    <a:pt x="668" y="670"/>
                  </a:lnTo>
                  <a:lnTo>
                    <a:pt x="670" y="672"/>
                  </a:lnTo>
                  <a:lnTo>
                    <a:pt x="672" y="673"/>
                  </a:lnTo>
                  <a:lnTo>
                    <a:pt x="675" y="674"/>
                  </a:lnTo>
                  <a:lnTo>
                    <a:pt x="676" y="676"/>
                  </a:lnTo>
                  <a:lnTo>
                    <a:pt x="676" y="679"/>
                  </a:lnTo>
                  <a:close/>
                </a:path>
              </a:pathLst>
            </a:custGeom>
            <a:solidFill>
              <a:srgbClr val="ECB78D">
                <a:alpha val="24000"/>
              </a:srgbClr>
            </a:solidFill>
            <a:ln>
              <a:noFill/>
            </a:ln>
          </p:spPr>
          <p:txBody>
            <a:bodyPr anchor="ctr"/>
            <a:lstStyle/>
            <a:p>
              <a:pPr algn="ctr">
                <a:buNone/>
              </a:pPr>
            </a:p>
          </p:txBody>
        </p:sp>
        <p:sp>
          <p:nvSpPr>
            <p:cNvPr id="7153" name="addition:input:152">
              <a:extLst>
                <a:ext uri="{FF2B5EF4-FFF2-40B4-BE49-F238E27FC236}">
                  <ns2:creationId id="{F8B1B0A3-3470-4831-9057-97AF91222ECE}"/>
                </a:ext>
              </a:extLst>
            </p:cNvPr>
            <p:cNvSpPr>
              <a:spLocks noGrp="1"/>
            </p:cNvSpPr>
            <p:nvPr/>
          </p:nvSpPr>
          <p:spPr>
            <a:xfrm>
              <a:off x="209550" y="5438775"/>
              <a:ext cx="994136" cy="1282172"/>
            </a:xfrm>
            <a:custGeom>
              <a:rect l="l" t="t" r="r" b="b"/>
              <a:pathLst>
                <a:path w="604" h="684">
                  <a:moveTo>
                    <a:pt x="0" y="0"/>
                  </a:moveTo>
                  <a:moveTo>
                    <a:pt x="600" y="655"/>
                  </a:moveTo>
                  <a:lnTo>
                    <a:pt x="603" y="658"/>
                  </a:lnTo>
                  <a:lnTo>
                    <a:pt x="603" y="660"/>
                  </a:lnTo>
                  <a:lnTo>
                    <a:pt x="604" y="663"/>
                  </a:lnTo>
                  <a:lnTo>
                    <a:pt x="604" y="665"/>
                  </a:lnTo>
                  <a:lnTo>
                    <a:pt x="604" y="668"/>
                  </a:lnTo>
                  <a:lnTo>
                    <a:pt x="602" y="670"/>
                  </a:lnTo>
                  <a:lnTo>
                    <a:pt x="599" y="671"/>
                  </a:lnTo>
                  <a:lnTo>
                    <a:pt x="596" y="671"/>
                  </a:lnTo>
                  <a:lnTo>
                    <a:pt x="594" y="672"/>
                  </a:lnTo>
                  <a:lnTo>
                    <a:pt x="593" y="674"/>
                  </a:lnTo>
                  <a:lnTo>
                    <a:pt x="592" y="677"/>
                  </a:lnTo>
                  <a:lnTo>
                    <a:pt x="590" y="678"/>
                  </a:lnTo>
                  <a:lnTo>
                    <a:pt x="587" y="678"/>
                  </a:lnTo>
                  <a:lnTo>
                    <a:pt x="584" y="677"/>
                  </a:lnTo>
                  <a:lnTo>
                    <a:pt x="582" y="677"/>
                  </a:lnTo>
                  <a:lnTo>
                    <a:pt x="579" y="679"/>
                  </a:lnTo>
                  <a:lnTo>
                    <a:pt x="577" y="682"/>
                  </a:lnTo>
                  <a:lnTo>
                    <a:pt x="574" y="684"/>
                  </a:lnTo>
                  <a:lnTo>
                    <a:pt x="570" y="684"/>
                  </a:lnTo>
                  <a:lnTo>
                    <a:pt x="567" y="683"/>
                  </a:lnTo>
                  <a:lnTo>
                    <a:pt x="564" y="681"/>
                  </a:lnTo>
                  <a:lnTo>
                    <a:pt x="562" y="680"/>
                  </a:lnTo>
                  <a:lnTo>
                    <a:pt x="559" y="678"/>
                  </a:lnTo>
                  <a:lnTo>
                    <a:pt x="558" y="675"/>
                  </a:lnTo>
                  <a:lnTo>
                    <a:pt x="557" y="672"/>
                  </a:lnTo>
                  <a:lnTo>
                    <a:pt x="556" y="671"/>
                  </a:lnTo>
                  <a:lnTo>
                    <a:pt x="553" y="670"/>
                  </a:lnTo>
                  <a:lnTo>
                    <a:pt x="548" y="670"/>
                  </a:lnTo>
                  <a:lnTo>
                    <a:pt x="545" y="670"/>
                  </a:lnTo>
                  <a:lnTo>
                    <a:pt x="543" y="668"/>
                  </a:lnTo>
                  <a:lnTo>
                    <a:pt x="543" y="665"/>
                  </a:lnTo>
                  <a:lnTo>
                    <a:pt x="544" y="662"/>
                  </a:lnTo>
                  <a:lnTo>
                    <a:pt x="544" y="660"/>
                  </a:lnTo>
                  <a:lnTo>
                    <a:pt x="543" y="658"/>
                  </a:lnTo>
                  <a:lnTo>
                    <a:pt x="542" y="655"/>
                  </a:lnTo>
                  <a:lnTo>
                    <a:pt x="543" y="653"/>
                  </a:lnTo>
                  <a:lnTo>
                    <a:pt x="545" y="651"/>
                  </a:lnTo>
                  <a:lnTo>
                    <a:pt x="547" y="649"/>
                  </a:lnTo>
                  <a:lnTo>
                    <a:pt x="549" y="647"/>
                  </a:lnTo>
                  <a:lnTo>
                    <a:pt x="550" y="645"/>
                  </a:lnTo>
                  <a:lnTo>
                    <a:pt x="552" y="643"/>
                  </a:lnTo>
                  <a:lnTo>
                    <a:pt x="554" y="642"/>
                  </a:lnTo>
                  <a:lnTo>
                    <a:pt x="556" y="640"/>
                  </a:lnTo>
                  <a:lnTo>
                    <a:pt x="557" y="638"/>
                  </a:lnTo>
                  <a:lnTo>
                    <a:pt x="557" y="634"/>
                  </a:lnTo>
                  <a:lnTo>
                    <a:pt x="558" y="631"/>
                  </a:lnTo>
                  <a:lnTo>
                    <a:pt x="560" y="629"/>
                  </a:lnTo>
                  <a:lnTo>
                    <a:pt x="563" y="629"/>
                  </a:lnTo>
                  <a:lnTo>
                    <a:pt x="567" y="631"/>
                  </a:lnTo>
                  <a:lnTo>
                    <a:pt x="570" y="633"/>
                  </a:lnTo>
                  <a:lnTo>
                    <a:pt x="572" y="633"/>
                  </a:lnTo>
                  <a:lnTo>
                    <a:pt x="574" y="632"/>
                  </a:lnTo>
                  <a:lnTo>
                    <a:pt x="576" y="631"/>
                  </a:lnTo>
                  <a:lnTo>
                    <a:pt x="578" y="631"/>
                  </a:lnTo>
                  <a:lnTo>
                    <a:pt x="580" y="632"/>
                  </a:lnTo>
                  <a:lnTo>
                    <a:pt x="582" y="632"/>
                  </a:lnTo>
                  <a:lnTo>
                    <a:pt x="585" y="632"/>
                  </a:lnTo>
                  <a:lnTo>
                    <a:pt x="587" y="632"/>
                  </a:lnTo>
                  <a:lnTo>
                    <a:pt x="589" y="633"/>
                  </a:lnTo>
                  <a:lnTo>
                    <a:pt x="591" y="635"/>
                  </a:lnTo>
                  <a:lnTo>
                    <a:pt x="592" y="637"/>
                  </a:lnTo>
                  <a:lnTo>
                    <a:pt x="594" y="638"/>
                  </a:lnTo>
                  <a:lnTo>
                    <a:pt x="597" y="639"/>
                  </a:lnTo>
                  <a:lnTo>
                    <a:pt x="600" y="641"/>
                  </a:lnTo>
                  <a:lnTo>
                    <a:pt x="599" y="644"/>
                  </a:lnTo>
                  <a:lnTo>
                    <a:pt x="597" y="647"/>
                  </a:lnTo>
                  <a:lnTo>
                    <a:pt x="595" y="650"/>
                  </a:lnTo>
                  <a:lnTo>
                    <a:pt x="595" y="652"/>
                  </a:lnTo>
                  <a:lnTo>
                    <a:pt x="597" y="653"/>
                  </a:lnTo>
                  <a:close/>
                </a:path>
              </a:pathLst>
            </a:custGeom>
            <a:solidFill>
              <a:srgbClr val="ECB78D">
                <a:alpha val="24000"/>
              </a:srgbClr>
            </a:solidFill>
            <a:ln>
              <a:noFill/>
            </a:ln>
          </p:spPr>
          <p:txBody>
            <a:bodyPr anchor="ctr"/>
            <a:lstStyle/>
            <a:p>
              <a:pPr algn="ctr">
                <a:buNone/>
              </a:pPr>
            </a:p>
          </p:txBody>
        </p:sp>
        <p:sp>
          <p:nvSpPr>
            <p:cNvPr id="7154" name="addition:input:153">
              <a:extLst>
                <a:ext uri="{FF2B5EF4-FFF2-40B4-BE49-F238E27FC236}">
                  <ns2:creationId id="{B8323166-BDCA-4459-BF13-31B5EBB383BD}"/>
                </a:ext>
              </a:extLst>
            </p:cNvPr>
            <p:cNvSpPr>
              <a:spLocks noGrp="1"/>
            </p:cNvSpPr>
            <p:nvPr/>
          </p:nvSpPr>
          <p:spPr>
            <a:xfrm>
              <a:off x="209550" y="5438775"/>
              <a:ext cx="977676" cy="1162202"/>
            </a:xfrm>
            <a:custGeom>
              <a:rect l="l" t="t" r="r" b="b"/>
              <a:pathLst>
                <a:path w="594" h="620">
                  <a:moveTo>
                    <a:pt x="0" y="0"/>
                  </a:moveTo>
                  <a:moveTo>
                    <a:pt x="590" y="593"/>
                  </a:moveTo>
                  <a:lnTo>
                    <a:pt x="591" y="596"/>
                  </a:lnTo>
                  <a:lnTo>
                    <a:pt x="592" y="598"/>
                  </a:lnTo>
                  <a:lnTo>
                    <a:pt x="591" y="600"/>
                  </a:lnTo>
                  <a:lnTo>
                    <a:pt x="592" y="602"/>
                  </a:lnTo>
                  <a:lnTo>
                    <a:pt x="593" y="605"/>
                  </a:lnTo>
                  <a:lnTo>
                    <a:pt x="594" y="608"/>
                  </a:lnTo>
                  <a:lnTo>
                    <a:pt x="592" y="610"/>
                  </a:lnTo>
                  <a:lnTo>
                    <a:pt x="589" y="611"/>
                  </a:lnTo>
                  <a:lnTo>
                    <a:pt x="584" y="610"/>
                  </a:lnTo>
                  <a:lnTo>
                    <a:pt x="581" y="610"/>
                  </a:lnTo>
                  <a:lnTo>
                    <a:pt x="579" y="610"/>
                  </a:lnTo>
                  <a:lnTo>
                    <a:pt x="578" y="613"/>
                  </a:lnTo>
                  <a:lnTo>
                    <a:pt x="576" y="615"/>
                  </a:lnTo>
                  <a:lnTo>
                    <a:pt x="574" y="617"/>
                  </a:lnTo>
                  <a:lnTo>
                    <a:pt x="572" y="618"/>
                  </a:lnTo>
                  <a:lnTo>
                    <a:pt x="569" y="619"/>
                  </a:lnTo>
                  <a:lnTo>
                    <a:pt x="566" y="620"/>
                  </a:lnTo>
                  <a:lnTo>
                    <a:pt x="562" y="620"/>
                  </a:lnTo>
                  <a:lnTo>
                    <a:pt x="559" y="620"/>
                  </a:lnTo>
                  <a:lnTo>
                    <a:pt x="556" y="618"/>
                  </a:lnTo>
                  <a:lnTo>
                    <a:pt x="554" y="616"/>
                  </a:lnTo>
                  <a:lnTo>
                    <a:pt x="551" y="615"/>
                  </a:lnTo>
                  <a:lnTo>
                    <a:pt x="547" y="615"/>
                  </a:lnTo>
                  <a:lnTo>
                    <a:pt x="544" y="615"/>
                  </a:lnTo>
                  <a:lnTo>
                    <a:pt x="542" y="613"/>
                  </a:lnTo>
                  <a:lnTo>
                    <a:pt x="542" y="610"/>
                  </a:lnTo>
                  <a:lnTo>
                    <a:pt x="541" y="607"/>
                  </a:lnTo>
                  <a:lnTo>
                    <a:pt x="540" y="606"/>
                  </a:lnTo>
                  <a:lnTo>
                    <a:pt x="536" y="605"/>
                  </a:lnTo>
                  <a:lnTo>
                    <a:pt x="532" y="605"/>
                  </a:lnTo>
                  <a:lnTo>
                    <a:pt x="529" y="603"/>
                  </a:lnTo>
                  <a:lnTo>
                    <a:pt x="528" y="601"/>
                  </a:lnTo>
                  <a:lnTo>
                    <a:pt x="528" y="598"/>
                  </a:lnTo>
                  <a:lnTo>
                    <a:pt x="529" y="596"/>
                  </a:lnTo>
                  <a:lnTo>
                    <a:pt x="530" y="593"/>
                  </a:lnTo>
                  <a:lnTo>
                    <a:pt x="531" y="591"/>
                  </a:lnTo>
                  <a:lnTo>
                    <a:pt x="534" y="589"/>
                  </a:lnTo>
                  <a:lnTo>
                    <a:pt x="538" y="588"/>
                  </a:lnTo>
                  <a:lnTo>
                    <a:pt x="539" y="586"/>
                  </a:lnTo>
                  <a:lnTo>
                    <a:pt x="539" y="584"/>
                  </a:lnTo>
                  <a:lnTo>
                    <a:pt x="538" y="581"/>
                  </a:lnTo>
                  <a:lnTo>
                    <a:pt x="538" y="578"/>
                  </a:lnTo>
                  <a:lnTo>
                    <a:pt x="541" y="576"/>
                  </a:lnTo>
                  <a:lnTo>
                    <a:pt x="544" y="576"/>
                  </a:lnTo>
                  <a:lnTo>
                    <a:pt x="547" y="575"/>
                  </a:lnTo>
                  <a:lnTo>
                    <a:pt x="549" y="573"/>
                  </a:lnTo>
                  <a:lnTo>
                    <a:pt x="550" y="570"/>
                  </a:lnTo>
                  <a:lnTo>
                    <a:pt x="552" y="568"/>
                  </a:lnTo>
                  <a:lnTo>
                    <a:pt x="555" y="568"/>
                  </a:lnTo>
                  <a:lnTo>
                    <a:pt x="558" y="568"/>
                  </a:lnTo>
                  <a:lnTo>
                    <a:pt x="561" y="570"/>
                  </a:lnTo>
                  <a:lnTo>
                    <a:pt x="563" y="570"/>
                  </a:lnTo>
                  <a:lnTo>
                    <a:pt x="565" y="571"/>
                  </a:lnTo>
                  <a:lnTo>
                    <a:pt x="567" y="571"/>
                  </a:lnTo>
                  <a:lnTo>
                    <a:pt x="569" y="573"/>
                  </a:lnTo>
                  <a:lnTo>
                    <a:pt x="571" y="573"/>
                  </a:lnTo>
                  <a:lnTo>
                    <a:pt x="573" y="572"/>
                  </a:lnTo>
                  <a:lnTo>
                    <a:pt x="577" y="570"/>
                  </a:lnTo>
                  <a:lnTo>
                    <a:pt x="581" y="569"/>
                  </a:lnTo>
                  <a:lnTo>
                    <a:pt x="583" y="571"/>
                  </a:lnTo>
                  <a:lnTo>
                    <a:pt x="584" y="574"/>
                  </a:lnTo>
                  <a:lnTo>
                    <a:pt x="583" y="577"/>
                  </a:lnTo>
                  <a:lnTo>
                    <a:pt x="583" y="580"/>
                  </a:lnTo>
                  <a:lnTo>
                    <a:pt x="585" y="581"/>
                  </a:lnTo>
                  <a:lnTo>
                    <a:pt x="587" y="583"/>
                  </a:lnTo>
                  <a:lnTo>
                    <a:pt x="588" y="585"/>
                  </a:lnTo>
                  <a:lnTo>
                    <a:pt x="588" y="587"/>
                  </a:lnTo>
                  <a:lnTo>
                    <a:pt x="588" y="589"/>
                  </a:lnTo>
                  <a:lnTo>
                    <a:pt x="589" y="591"/>
                  </a:lnTo>
                  <a:close/>
                </a:path>
              </a:pathLst>
            </a:custGeom>
            <a:solidFill>
              <a:srgbClr val="ECB78D">
                <a:alpha val="24000"/>
              </a:srgbClr>
            </a:solidFill>
            <a:ln>
              <a:noFill/>
            </a:ln>
          </p:spPr>
          <p:txBody>
            <a:bodyPr anchor="ctr"/>
            <a:lstStyle/>
            <a:p>
              <a:pPr algn="ctr">
                <a:buNone/>
              </a:pPr>
            </a:p>
          </p:txBody>
        </p:sp>
        <p:sp>
          <p:nvSpPr>
            <p:cNvPr id="7155" name="addition:input:154">
              <a:extLst>
                <a:ext uri="{FF2B5EF4-FFF2-40B4-BE49-F238E27FC236}">
                  <ns2:creationId id="{F589EDE7-EAB6-41E5-87E2-465D3964C74D}"/>
                </a:ext>
              </a:extLst>
            </p:cNvPr>
            <p:cNvSpPr>
              <a:spLocks noGrp="1"/>
            </p:cNvSpPr>
            <p:nvPr/>
          </p:nvSpPr>
          <p:spPr>
            <a:xfrm>
              <a:off x="209550" y="5438775"/>
              <a:ext cx="1022116" cy="1057229"/>
            </a:xfrm>
            <a:custGeom>
              <a:rect l="l" t="t" r="r" b="b"/>
              <a:pathLst>
                <a:path w="621" h="564">
                  <a:moveTo>
                    <a:pt x="0" y="0"/>
                  </a:moveTo>
                  <a:moveTo>
                    <a:pt x="618" y="537"/>
                  </a:moveTo>
                  <a:lnTo>
                    <a:pt x="618" y="539"/>
                  </a:lnTo>
                  <a:lnTo>
                    <a:pt x="617" y="542"/>
                  </a:lnTo>
                  <a:lnTo>
                    <a:pt x="615" y="544"/>
                  </a:lnTo>
                  <a:lnTo>
                    <a:pt x="614" y="545"/>
                  </a:lnTo>
                  <a:lnTo>
                    <a:pt x="612" y="547"/>
                  </a:lnTo>
                  <a:lnTo>
                    <a:pt x="612" y="549"/>
                  </a:lnTo>
                  <a:lnTo>
                    <a:pt x="610" y="551"/>
                  </a:lnTo>
                  <a:lnTo>
                    <a:pt x="608" y="553"/>
                  </a:lnTo>
                  <a:lnTo>
                    <a:pt x="607" y="554"/>
                  </a:lnTo>
                  <a:lnTo>
                    <a:pt x="605" y="556"/>
                  </a:lnTo>
                  <a:lnTo>
                    <a:pt x="605" y="559"/>
                  </a:lnTo>
                  <a:lnTo>
                    <a:pt x="604" y="563"/>
                  </a:lnTo>
                  <a:lnTo>
                    <a:pt x="602" y="564"/>
                  </a:lnTo>
                  <a:lnTo>
                    <a:pt x="599" y="563"/>
                  </a:lnTo>
                  <a:lnTo>
                    <a:pt x="596" y="560"/>
                  </a:lnTo>
                  <a:lnTo>
                    <a:pt x="593" y="559"/>
                  </a:lnTo>
                  <a:lnTo>
                    <a:pt x="592" y="558"/>
                  </a:lnTo>
                  <a:lnTo>
                    <a:pt x="590" y="559"/>
                  </a:lnTo>
                  <a:lnTo>
                    <a:pt x="588" y="560"/>
                  </a:lnTo>
                  <a:lnTo>
                    <a:pt x="586" y="560"/>
                  </a:lnTo>
                  <a:lnTo>
                    <a:pt x="584" y="560"/>
                  </a:lnTo>
                  <a:lnTo>
                    <a:pt x="582" y="560"/>
                  </a:lnTo>
                  <a:lnTo>
                    <a:pt x="580" y="560"/>
                  </a:lnTo>
                  <a:lnTo>
                    <a:pt x="578" y="560"/>
                  </a:lnTo>
                  <a:lnTo>
                    <a:pt x="576" y="558"/>
                  </a:lnTo>
                  <a:lnTo>
                    <a:pt x="575" y="555"/>
                  </a:lnTo>
                  <a:lnTo>
                    <a:pt x="575" y="553"/>
                  </a:lnTo>
                  <a:lnTo>
                    <a:pt x="573" y="552"/>
                  </a:lnTo>
                  <a:lnTo>
                    <a:pt x="571" y="550"/>
                  </a:lnTo>
                  <a:lnTo>
                    <a:pt x="569" y="549"/>
                  </a:lnTo>
                  <a:lnTo>
                    <a:pt x="569" y="546"/>
                  </a:lnTo>
                  <a:lnTo>
                    <a:pt x="571" y="543"/>
                  </a:lnTo>
                  <a:lnTo>
                    <a:pt x="572" y="541"/>
                  </a:lnTo>
                  <a:lnTo>
                    <a:pt x="572" y="539"/>
                  </a:lnTo>
                  <a:lnTo>
                    <a:pt x="570" y="537"/>
                  </a:lnTo>
                  <a:lnTo>
                    <a:pt x="567" y="535"/>
                  </a:lnTo>
                  <a:lnTo>
                    <a:pt x="565" y="533"/>
                  </a:lnTo>
                  <a:lnTo>
                    <a:pt x="565" y="530"/>
                  </a:lnTo>
                  <a:lnTo>
                    <a:pt x="565" y="528"/>
                  </a:lnTo>
                  <a:lnTo>
                    <a:pt x="566" y="525"/>
                  </a:lnTo>
                  <a:lnTo>
                    <a:pt x="566" y="523"/>
                  </a:lnTo>
                  <a:lnTo>
                    <a:pt x="569" y="522"/>
                  </a:lnTo>
                  <a:lnTo>
                    <a:pt x="572" y="522"/>
                  </a:lnTo>
                  <a:lnTo>
                    <a:pt x="574" y="522"/>
                  </a:lnTo>
                  <a:lnTo>
                    <a:pt x="576" y="521"/>
                  </a:lnTo>
                  <a:lnTo>
                    <a:pt x="577" y="519"/>
                  </a:lnTo>
                  <a:lnTo>
                    <a:pt x="578" y="516"/>
                  </a:lnTo>
                  <a:lnTo>
                    <a:pt x="579" y="514"/>
                  </a:lnTo>
                  <a:lnTo>
                    <a:pt x="582" y="514"/>
                  </a:lnTo>
                  <a:lnTo>
                    <a:pt x="585" y="515"/>
                  </a:lnTo>
                  <a:lnTo>
                    <a:pt x="587" y="515"/>
                  </a:lnTo>
                  <a:lnTo>
                    <a:pt x="589" y="513"/>
                  </a:lnTo>
                  <a:lnTo>
                    <a:pt x="592" y="511"/>
                  </a:lnTo>
                  <a:lnTo>
                    <a:pt x="595" y="510"/>
                  </a:lnTo>
                  <a:lnTo>
                    <a:pt x="598" y="511"/>
                  </a:lnTo>
                  <a:lnTo>
                    <a:pt x="600" y="512"/>
                  </a:lnTo>
                  <a:lnTo>
                    <a:pt x="603" y="514"/>
                  </a:lnTo>
                  <a:lnTo>
                    <a:pt x="605" y="516"/>
                  </a:lnTo>
                  <a:lnTo>
                    <a:pt x="606" y="518"/>
                  </a:lnTo>
                  <a:lnTo>
                    <a:pt x="608" y="520"/>
                  </a:lnTo>
                  <a:lnTo>
                    <a:pt x="608" y="522"/>
                  </a:lnTo>
                  <a:lnTo>
                    <a:pt x="610" y="524"/>
                  </a:lnTo>
                  <a:lnTo>
                    <a:pt x="612" y="524"/>
                  </a:lnTo>
                  <a:lnTo>
                    <a:pt x="616" y="524"/>
                  </a:lnTo>
                  <a:lnTo>
                    <a:pt x="620" y="525"/>
                  </a:lnTo>
                  <a:lnTo>
                    <a:pt x="621" y="527"/>
                  </a:lnTo>
                  <a:lnTo>
                    <a:pt x="620" y="530"/>
                  </a:lnTo>
                  <a:lnTo>
                    <a:pt x="619" y="533"/>
                  </a:lnTo>
                  <a:lnTo>
                    <a:pt x="618" y="535"/>
                  </a:lnTo>
                  <a:close/>
                </a:path>
              </a:pathLst>
            </a:custGeom>
            <a:solidFill>
              <a:srgbClr val="ECB78D">
                <a:alpha val="24000"/>
              </a:srgbClr>
            </a:solidFill>
            <a:ln>
              <a:noFill/>
            </a:ln>
          </p:spPr>
          <p:txBody>
            <a:bodyPr anchor="ctr"/>
            <a:lstStyle/>
            <a:p>
              <a:pPr algn="ctr">
                <a:buNone/>
              </a:pPr>
            </a:p>
          </p:txBody>
        </p:sp>
        <p:sp>
          <p:nvSpPr>
            <p:cNvPr id="7156" name="addition:input:155">
              <a:extLst>
                <a:ext uri="{FF2B5EF4-FFF2-40B4-BE49-F238E27FC236}">
                  <ns2:creationId id="{B4EDD401-4F02-4EC4-9268-10473AFD7E35}"/>
                </a:ext>
              </a:extLst>
            </p:cNvPr>
            <p:cNvSpPr>
              <a:spLocks noGrp="1"/>
            </p:cNvSpPr>
            <p:nvPr/>
          </p:nvSpPr>
          <p:spPr>
            <a:xfrm>
              <a:off x="209550" y="5438775"/>
              <a:ext cx="1142268" cy="1014115"/>
            </a:xfrm>
            <a:custGeom>
              <a:rect l="l" t="t" r="r" b="b"/>
              <a:pathLst>
                <a:path w="694" h="541">
                  <a:moveTo>
                    <a:pt x="0" y="0"/>
                  </a:moveTo>
                  <a:moveTo>
                    <a:pt x="691" y="515"/>
                  </a:moveTo>
                  <a:lnTo>
                    <a:pt x="691" y="517"/>
                  </a:lnTo>
                  <a:lnTo>
                    <a:pt x="691" y="519"/>
                  </a:lnTo>
                  <a:lnTo>
                    <a:pt x="690" y="521"/>
                  </a:lnTo>
                  <a:lnTo>
                    <a:pt x="688" y="523"/>
                  </a:lnTo>
                  <a:lnTo>
                    <a:pt x="686" y="524"/>
                  </a:lnTo>
                  <a:lnTo>
                    <a:pt x="685" y="526"/>
                  </a:lnTo>
                  <a:lnTo>
                    <a:pt x="684" y="528"/>
                  </a:lnTo>
                  <a:lnTo>
                    <a:pt x="683" y="530"/>
                  </a:lnTo>
                  <a:lnTo>
                    <a:pt x="681" y="531"/>
                  </a:lnTo>
                  <a:lnTo>
                    <a:pt x="679" y="532"/>
                  </a:lnTo>
                  <a:lnTo>
                    <a:pt x="677" y="534"/>
                  </a:lnTo>
                  <a:lnTo>
                    <a:pt x="677" y="537"/>
                  </a:lnTo>
                  <a:lnTo>
                    <a:pt x="675" y="540"/>
                  </a:lnTo>
                  <a:lnTo>
                    <a:pt x="673" y="541"/>
                  </a:lnTo>
                  <a:lnTo>
                    <a:pt x="670" y="540"/>
                  </a:lnTo>
                  <a:lnTo>
                    <a:pt x="668" y="538"/>
                  </a:lnTo>
                  <a:lnTo>
                    <a:pt x="666" y="536"/>
                  </a:lnTo>
                  <a:lnTo>
                    <a:pt x="664" y="535"/>
                  </a:lnTo>
                  <a:lnTo>
                    <a:pt x="662" y="536"/>
                  </a:lnTo>
                  <a:lnTo>
                    <a:pt x="661" y="536"/>
                  </a:lnTo>
                  <a:lnTo>
                    <a:pt x="659" y="536"/>
                  </a:lnTo>
                  <a:lnTo>
                    <a:pt x="657" y="535"/>
                  </a:lnTo>
                  <a:lnTo>
                    <a:pt x="656" y="535"/>
                  </a:lnTo>
                  <a:lnTo>
                    <a:pt x="653" y="535"/>
                  </a:lnTo>
                  <a:lnTo>
                    <a:pt x="651" y="535"/>
                  </a:lnTo>
                  <a:lnTo>
                    <a:pt x="650" y="533"/>
                  </a:lnTo>
                  <a:lnTo>
                    <a:pt x="650" y="530"/>
                  </a:lnTo>
                  <a:lnTo>
                    <a:pt x="650" y="528"/>
                  </a:lnTo>
                  <a:lnTo>
                    <a:pt x="648" y="527"/>
                  </a:lnTo>
                  <a:lnTo>
                    <a:pt x="646" y="526"/>
                  </a:lnTo>
                  <a:lnTo>
                    <a:pt x="645" y="524"/>
                  </a:lnTo>
                  <a:lnTo>
                    <a:pt x="646" y="522"/>
                  </a:lnTo>
                  <a:lnTo>
                    <a:pt x="648" y="519"/>
                  </a:lnTo>
                  <a:lnTo>
                    <a:pt x="649" y="517"/>
                  </a:lnTo>
                  <a:lnTo>
                    <a:pt x="649" y="515"/>
                  </a:lnTo>
                  <a:lnTo>
                    <a:pt x="648" y="513"/>
                  </a:lnTo>
                  <a:lnTo>
                    <a:pt x="646" y="511"/>
                  </a:lnTo>
                  <a:lnTo>
                    <a:pt x="645" y="509"/>
                  </a:lnTo>
                  <a:lnTo>
                    <a:pt x="645" y="507"/>
                  </a:lnTo>
                  <a:lnTo>
                    <a:pt x="645" y="504"/>
                  </a:lnTo>
                  <a:lnTo>
                    <a:pt x="645" y="502"/>
                  </a:lnTo>
                  <a:lnTo>
                    <a:pt x="646" y="500"/>
                  </a:lnTo>
                  <a:lnTo>
                    <a:pt x="648" y="499"/>
                  </a:lnTo>
                  <a:lnTo>
                    <a:pt x="650" y="499"/>
                  </a:lnTo>
                  <a:lnTo>
                    <a:pt x="653" y="499"/>
                  </a:lnTo>
                  <a:lnTo>
                    <a:pt x="654" y="499"/>
                  </a:lnTo>
                  <a:lnTo>
                    <a:pt x="655" y="497"/>
                  </a:lnTo>
                  <a:lnTo>
                    <a:pt x="656" y="494"/>
                  </a:lnTo>
                  <a:lnTo>
                    <a:pt x="658" y="493"/>
                  </a:lnTo>
                  <a:lnTo>
                    <a:pt x="660" y="493"/>
                  </a:lnTo>
                  <a:lnTo>
                    <a:pt x="662" y="494"/>
                  </a:lnTo>
                  <a:lnTo>
                    <a:pt x="664" y="494"/>
                  </a:lnTo>
                  <a:lnTo>
                    <a:pt x="666" y="493"/>
                  </a:lnTo>
                  <a:lnTo>
                    <a:pt x="668" y="491"/>
                  </a:lnTo>
                  <a:lnTo>
                    <a:pt x="671" y="491"/>
                  </a:lnTo>
                  <a:lnTo>
                    <a:pt x="673" y="491"/>
                  </a:lnTo>
                  <a:lnTo>
                    <a:pt x="676" y="493"/>
                  </a:lnTo>
                  <a:lnTo>
                    <a:pt x="678" y="494"/>
                  </a:lnTo>
                  <a:lnTo>
                    <a:pt x="679" y="496"/>
                  </a:lnTo>
                  <a:lnTo>
                    <a:pt x="681" y="498"/>
                  </a:lnTo>
                  <a:lnTo>
                    <a:pt x="682" y="500"/>
                  </a:lnTo>
                  <a:lnTo>
                    <a:pt x="682" y="503"/>
                  </a:lnTo>
                  <a:lnTo>
                    <a:pt x="683" y="504"/>
                  </a:lnTo>
                  <a:lnTo>
                    <a:pt x="685" y="505"/>
                  </a:lnTo>
                  <a:lnTo>
                    <a:pt x="689" y="505"/>
                  </a:lnTo>
                  <a:lnTo>
                    <a:pt x="692" y="506"/>
                  </a:lnTo>
                  <a:lnTo>
                    <a:pt x="694" y="508"/>
                  </a:lnTo>
                  <a:lnTo>
                    <a:pt x="693" y="511"/>
                  </a:lnTo>
                  <a:lnTo>
                    <a:pt x="692" y="513"/>
                  </a:lnTo>
                  <a:close/>
                </a:path>
              </a:pathLst>
            </a:custGeom>
            <a:solidFill>
              <a:srgbClr val="ECB78D">
                <a:alpha val="24000"/>
              </a:srgbClr>
            </a:solidFill>
            <a:ln>
              <a:noFill/>
            </a:ln>
          </p:spPr>
          <p:txBody>
            <a:bodyPr anchor="ctr"/>
            <a:lstStyle/>
            <a:p>
              <a:pPr algn="ctr">
                <a:buNone/>
              </a:pPr>
            </a:p>
          </p:txBody>
        </p:sp>
        <p:sp>
          <p:nvSpPr>
            <p:cNvPr id="7157" name="addition:input:156">
              <a:extLst>
                <a:ext uri="{FF2B5EF4-FFF2-40B4-BE49-F238E27FC236}">
                  <ns2:creationId id="{0D7D44F1-D1CC-4007-A97A-F6CA85583425}"/>
                </a:ext>
              </a:extLst>
            </p:cNvPr>
            <p:cNvSpPr>
              <a:spLocks noGrp="1"/>
            </p:cNvSpPr>
            <p:nvPr/>
          </p:nvSpPr>
          <p:spPr>
            <a:xfrm>
              <a:off x="209550" y="5438775"/>
              <a:ext cx="1257483" cy="1075974"/>
            </a:xfrm>
            <a:custGeom>
              <a:rect l="l" t="t" r="r" b="b"/>
              <a:pathLst>
                <a:path w="764" h="574">
                  <a:moveTo>
                    <a:pt x="0" y="0"/>
                  </a:moveTo>
                  <a:moveTo>
                    <a:pt x="764" y="546"/>
                  </a:moveTo>
                  <a:lnTo>
                    <a:pt x="764" y="548"/>
                  </a:lnTo>
                  <a:lnTo>
                    <a:pt x="763" y="550"/>
                  </a:lnTo>
                  <a:lnTo>
                    <a:pt x="763" y="552"/>
                  </a:lnTo>
                  <a:lnTo>
                    <a:pt x="763" y="555"/>
                  </a:lnTo>
                  <a:lnTo>
                    <a:pt x="762" y="557"/>
                  </a:lnTo>
                  <a:lnTo>
                    <a:pt x="760" y="558"/>
                  </a:lnTo>
                  <a:lnTo>
                    <a:pt x="759" y="559"/>
                  </a:lnTo>
                  <a:lnTo>
                    <a:pt x="757" y="561"/>
                  </a:lnTo>
                  <a:lnTo>
                    <a:pt x="756" y="563"/>
                  </a:lnTo>
                  <a:lnTo>
                    <a:pt x="755" y="564"/>
                  </a:lnTo>
                  <a:lnTo>
                    <a:pt x="752" y="565"/>
                  </a:lnTo>
                  <a:lnTo>
                    <a:pt x="750" y="564"/>
                  </a:lnTo>
                  <a:lnTo>
                    <a:pt x="748" y="564"/>
                  </a:lnTo>
                  <a:lnTo>
                    <a:pt x="746" y="566"/>
                  </a:lnTo>
                  <a:lnTo>
                    <a:pt x="745" y="570"/>
                  </a:lnTo>
                  <a:lnTo>
                    <a:pt x="743" y="573"/>
                  </a:lnTo>
                  <a:lnTo>
                    <a:pt x="740" y="574"/>
                  </a:lnTo>
                  <a:lnTo>
                    <a:pt x="737" y="572"/>
                  </a:lnTo>
                  <a:lnTo>
                    <a:pt x="735" y="570"/>
                  </a:lnTo>
                  <a:lnTo>
                    <a:pt x="733" y="568"/>
                  </a:lnTo>
                  <a:lnTo>
                    <a:pt x="731" y="567"/>
                  </a:lnTo>
                  <a:lnTo>
                    <a:pt x="729" y="566"/>
                  </a:lnTo>
                  <a:lnTo>
                    <a:pt x="728" y="565"/>
                  </a:lnTo>
                  <a:lnTo>
                    <a:pt x="726" y="563"/>
                  </a:lnTo>
                  <a:lnTo>
                    <a:pt x="724" y="562"/>
                  </a:lnTo>
                  <a:lnTo>
                    <a:pt x="722" y="562"/>
                  </a:lnTo>
                  <a:lnTo>
                    <a:pt x="719" y="562"/>
                  </a:lnTo>
                  <a:lnTo>
                    <a:pt x="718" y="561"/>
                  </a:lnTo>
                  <a:lnTo>
                    <a:pt x="717" y="558"/>
                  </a:lnTo>
                  <a:lnTo>
                    <a:pt x="718" y="556"/>
                  </a:lnTo>
                  <a:lnTo>
                    <a:pt x="717" y="554"/>
                  </a:lnTo>
                  <a:lnTo>
                    <a:pt x="716" y="552"/>
                  </a:lnTo>
                  <a:lnTo>
                    <a:pt x="714" y="551"/>
                  </a:lnTo>
                  <a:lnTo>
                    <a:pt x="714" y="548"/>
                  </a:lnTo>
                  <a:lnTo>
                    <a:pt x="715" y="546"/>
                  </a:lnTo>
                  <a:lnTo>
                    <a:pt x="718" y="544"/>
                  </a:lnTo>
                  <a:lnTo>
                    <a:pt x="720" y="542"/>
                  </a:lnTo>
                  <a:lnTo>
                    <a:pt x="721" y="541"/>
                  </a:lnTo>
                  <a:lnTo>
                    <a:pt x="722" y="539"/>
                  </a:lnTo>
                  <a:lnTo>
                    <a:pt x="722" y="537"/>
                  </a:lnTo>
                  <a:lnTo>
                    <a:pt x="722" y="535"/>
                  </a:lnTo>
                  <a:lnTo>
                    <a:pt x="723" y="532"/>
                  </a:lnTo>
                  <a:lnTo>
                    <a:pt x="723" y="530"/>
                  </a:lnTo>
                  <a:lnTo>
                    <a:pt x="723" y="527"/>
                  </a:lnTo>
                  <a:lnTo>
                    <a:pt x="724" y="525"/>
                  </a:lnTo>
                  <a:lnTo>
                    <a:pt x="727" y="524"/>
                  </a:lnTo>
                  <a:lnTo>
                    <a:pt x="730" y="525"/>
                  </a:lnTo>
                  <a:lnTo>
                    <a:pt x="732" y="526"/>
                  </a:lnTo>
                  <a:lnTo>
                    <a:pt x="734" y="526"/>
                  </a:lnTo>
                  <a:lnTo>
                    <a:pt x="735" y="524"/>
                  </a:lnTo>
                  <a:lnTo>
                    <a:pt x="736" y="523"/>
                  </a:lnTo>
                  <a:lnTo>
                    <a:pt x="738" y="522"/>
                  </a:lnTo>
                  <a:lnTo>
                    <a:pt x="740" y="523"/>
                  </a:lnTo>
                  <a:lnTo>
                    <a:pt x="741" y="525"/>
                  </a:lnTo>
                  <a:lnTo>
                    <a:pt x="743" y="525"/>
                  </a:lnTo>
                  <a:lnTo>
                    <a:pt x="745" y="524"/>
                  </a:lnTo>
                  <a:lnTo>
                    <a:pt x="747" y="524"/>
                  </a:lnTo>
                  <a:lnTo>
                    <a:pt x="749" y="524"/>
                  </a:lnTo>
                  <a:lnTo>
                    <a:pt x="751" y="525"/>
                  </a:lnTo>
                  <a:lnTo>
                    <a:pt x="752" y="526"/>
                  </a:lnTo>
                  <a:lnTo>
                    <a:pt x="754" y="527"/>
                  </a:lnTo>
                  <a:lnTo>
                    <a:pt x="756" y="529"/>
                  </a:lnTo>
                  <a:lnTo>
                    <a:pt x="757" y="531"/>
                  </a:lnTo>
                  <a:lnTo>
                    <a:pt x="756" y="535"/>
                  </a:lnTo>
                  <a:lnTo>
                    <a:pt x="755" y="537"/>
                  </a:lnTo>
                  <a:lnTo>
                    <a:pt x="755" y="539"/>
                  </a:lnTo>
                  <a:lnTo>
                    <a:pt x="757" y="541"/>
                  </a:lnTo>
                  <a:lnTo>
                    <a:pt x="760" y="542"/>
                  </a:lnTo>
                  <a:lnTo>
                    <a:pt x="763" y="544"/>
                  </a:lnTo>
                  <a:close/>
                </a:path>
              </a:pathLst>
            </a:custGeom>
            <a:solidFill>
              <a:srgbClr val="ECB78D">
                <a:alpha val="24000"/>
              </a:srgbClr>
            </a:solidFill>
            <a:ln>
              <a:noFill/>
            </a:ln>
          </p:spPr>
          <p:txBody>
            <a:bodyPr anchor="ctr"/>
            <a:lstStyle/>
            <a:p>
              <a:pPr algn="ctr">
                <a:buNone/>
              </a:pPr>
            </a:p>
          </p:txBody>
        </p:sp>
        <p:sp>
          <p:nvSpPr>
            <p:cNvPr id="7158" name="addition:input:157">
              <a:extLst>
                <a:ext uri="{FF2B5EF4-FFF2-40B4-BE49-F238E27FC236}">
                  <ns2:creationId id="{7D8F4D0D-34FD-4C69-8534-5F2CE41F5AE4}"/>
                </a:ext>
              </a:extLst>
            </p:cNvPr>
            <p:cNvSpPr>
              <a:spLocks noGrp="1"/>
            </p:cNvSpPr>
            <p:nvPr/>
          </p:nvSpPr>
          <p:spPr>
            <a:xfrm>
              <a:off x="209550" y="5438775"/>
              <a:ext cx="1665671" cy="834161"/>
            </a:xfrm>
            <a:custGeom>
              <a:rect l="l" t="t" r="r" b="b"/>
              <a:pathLst>
                <a:path w="1012" h="445">
                  <a:moveTo>
                    <a:pt x="0" y="0"/>
                  </a:moveTo>
                  <a:moveTo>
                    <a:pt x="1007" y="309"/>
                  </a:moveTo>
                  <a:lnTo>
                    <a:pt x="1001" y="322"/>
                  </a:lnTo>
                  <a:lnTo>
                    <a:pt x="987" y="333"/>
                  </a:lnTo>
                  <a:lnTo>
                    <a:pt x="966" y="342"/>
                  </a:lnTo>
                  <a:lnTo>
                    <a:pt x="947" y="349"/>
                  </a:lnTo>
                  <a:lnTo>
                    <a:pt x="940" y="358"/>
                  </a:lnTo>
                  <a:lnTo>
                    <a:pt x="945" y="373"/>
                  </a:lnTo>
                  <a:lnTo>
                    <a:pt x="954" y="393"/>
                  </a:lnTo>
                  <a:lnTo>
                    <a:pt x="953" y="411"/>
                  </a:lnTo>
                  <a:lnTo>
                    <a:pt x="940" y="421"/>
                  </a:lnTo>
                  <a:lnTo>
                    <a:pt x="921" y="424"/>
                  </a:lnTo>
                  <a:lnTo>
                    <a:pt x="904" y="427"/>
                  </a:lnTo>
                  <a:lnTo>
                    <a:pt x="891" y="433"/>
                  </a:lnTo>
                  <a:lnTo>
                    <a:pt x="879" y="441"/>
                  </a:lnTo>
                  <a:lnTo>
                    <a:pt x="866" y="445"/>
                  </a:lnTo>
                  <a:lnTo>
                    <a:pt x="851" y="444"/>
                  </a:lnTo>
                  <a:lnTo>
                    <a:pt x="837" y="440"/>
                  </a:lnTo>
                  <a:lnTo>
                    <a:pt x="824" y="439"/>
                  </a:lnTo>
                  <a:lnTo>
                    <a:pt x="812" y="442"/>
                  </a:lnTo>
                  <a:lnTo>
                    <a:pt x="800" y="442"/>
                  </a:lnTo>
                  <a:lnTo>
                    <a:pt x="789" y="436"/>
                  </a:lnTo>
                  <a:lnTo>
                    <a:pt x="780" y="428"/>
                  </a:lnTo>
                  <a:lnTo>
                    <a:pt x="769" y="424"/>
                  </a:lnTo>
                  <a:lnTo>
                    <a:pt x="753" y="428"/>
                  </a:lnTo>
                  <a:lnTo>
                    <a:pt x="731" y="436"/>
                  </a:lnTo>
                  <a:lnTo>
                    <a:pt x="710" y="437"/>
                  </a:lnTo>
                  <a:lnTo>
                    <a:pt x="697" y="427"/>
                  </a:lnTo>
                  <a:lnTo>
                    <a:pt x="697" y="409"/>
                  </a:lnTo>
                  <a:lnTo>
                    <a:pt x="702" y="389"/>
                  </a:lnTo>
                  <a:lnTo>
                    <a:pt x="704" y="374"/>
                  </a:lnTo>
                  <a:lnTo>
                    <a:pt x="699" y="363"/>
                  </a:lnTo>
                  <a:lnTo>
                    <a:pt x="690" y="354"/>
                  </a:lnTo>
                  <a:lnTo>
                    <a:pt x="684" y="343"/>
                  </a:lnTo>
                  <a:lnTo>
                    <a:pt x="679" y="332"/>
                  </a:lnTo>
                  <a:lnTo>
                    <a:pt x="671" y="321"/>
                  </a:lnTo>
                  <a:lnTo>
                    <a:pt x="658" y="309"/>
                  </a:lnTo>
                  <a:lnTo>
                    <a:pt x="646" y="296"/>
                  </a:lnTo>
                  <a:lnTo>
                    <a:pt x="643" y="282"/>
                  </a:lnTo>
                  <a:lnTo>
                    <a:pt x="650" y="270"/>
                  </a:lnTo>
                  <a:lnTo>
                    <a:pt x="661" y="261"/>
                  </a:lnTo>
                  <a:lnTo>
                    <a:pt x="666" y="250"/>
                  </a:lnTo>
                  <a:lnTo>
                    <a:pt x="664" y="236"/>
                  </a:lnTo>
                  <a:lnTo>
                    <a:pt x="663" y="220"/>
                  </a:lnTo>
                  <a:lnTo>
                    <a:pt x="671" y="209"/>
                  </a:lnTo>
                  <a:lnTo>
                    <a:pt x="691" y="207"/>
                  </a:lnTo>
                  <a:lnTo>
                    <a:pt x="714" y="210"/>
                  </a:lnTo>
                  <a:lnTo>
                    <a:pt x="732" y="212"/>
                  </a:lnTo>
                  <a:lnTo>
                    <a:pt x="742" y="206"/>
                  </a:lnTo>
                  <a:lnTo>
                    <a:pt x="751" y="193"/>
                  </a:lnTo>
                  <a:lnTo>
                    <a:pt x="761" y="181"/>
                  </a:lnTo>
                  <a:lnTo>
                    <a:pt x="775" y="172"/>
                  </a:lnTo>
                  <a:lnTo>
                    <a:pt x="792" y="165"/>
                  </a:lnTo>
                  <a:lnTo>
                    <a:pt x="809" y="158"/>
                  </a:lnTo>
                  <a:lnTo>
                    <a:pt x="828" y="152"/>
                  </a:lnTo>
                  <a:lnTo>
                    <a:pt x="848" y="153"/>
                  </a:lnTo>
                  <a:lnTo>
                    <a:pt x="865" y="164"/>
                  </a:lnTo>
                  <a:lnTo>
                    <a:pt x="877" y="182"/>
                  </a:lnTo>
                  <a:lnTo>
                    <a:pt x="887" y="197"/>
                  </a:lnTo>
                  <a:lnTo>
                    <a:pt x="901" y="202"/>
                  </a:lnTo>
                  <a:lnTo>
                    <a:pt x="921" y="200"/>
                  </a:lnTo>
                  <a:lnTo>
                    <a:pt x="940" y="200"/>
                  </a:lnTo>
                  <a:lnTo>
                    <a:pt x="954" y="208"/>
                  </a:lnTo>
                  <a:lnTo>
                    <a:pt x="959" y="221"/>
                  </a:lnTo>
                  <a:lnTo>
                    <a:pt x="962" y="234"/>
                  </a:lnTo>
                  <a:lnTo>
                    <a:pt x="971" y="243"/>
                  </a:lnTo>
                  <a:lnTo>
                    <a:pt x="987" y="249"/>
                  </a:lnTo>
                  <a:lnTo>
                    <a:pt x="1003" y="257"/>
                  </a:lnTo>
                  <a:lnTo>
                    <a:pt x="1012" y="269"/>
                  </a:lnTo>
                  <a:lnTo>
                    <a:pt x="1012" y="282"/>
                  </a:lnTo>
                  <a:lnTo>
                    <a:pt x="1010" y="296"/>
                  </a:lnTo>
                  <a:close/>
                </a:path>
              </a:pathLst>
            </a:custGeom>
            <a:solidFill>
              <a:srgbClr val="C5E9DF">
                <a:alpha val="43000"/>
              </a:srgbClr>
            </a:solidFill>
            <a:ln>
              <a:noFill/>
            </a:ln>
          </p:spPr>
          <p:txBody>
            <a:bodyPr anchor="ctr"/>
            <a:lstStyle/>
            <a:p>
              <a:pPr algn="ctr">
                <a:buNone/>
              </a:pPr>
            </a:p>
          </p:txBody>
        </p:sp>
        <p:sp>
          <p:nvSpPr>
            <p:cNvPr id="7159" name="addition:input:158">
              <a:extLst>
                <a:ext uri="{FF2B5EF4-FFF2-40B4-BE49-F238E27FC236}">
                  <ns2:creationId id="{8D4785FF-DF19-49B5-8531-87C0EC22DE63}"/>
                </a:ext>
              </a:extLst>
            </p:cNvPr>
            <p:cNvSpPr>
              <a:spLocks noGrp="1"/>
            </p:cNvSpPr>
            <p:nvPr/>
          </p:nvSpPr>
          <p:spPr>
            <a:xfrm>
              <a:off x="209550" y="5438775"/>
              <a:ext cx="1614648" cy="847283"/>
            </a:xfrm>
            <a:custGeom>
              <a:rect l="l" t="t" r="r" b="b"/>
              <a:pathLst>
                <a:path w="981" h="452">
                  <a:moveTo>
                    <a:pt x="0" y="0"/>
                  </a:moveTo>
                  <a:moveTo>
                    <a:pt x="981" y="314"/>
                  </a:moveTo>
                  <a:lnTo>
                    <a:pt x="976" y="325"/>
                  </a:lnTo>
                  <a:lnTo>
                    <a:pt x="966" y="335"/>
                  </a:lnTo>
                  <a:lnTo>
                    <a:pt x="960" y="345"/>
                  </a:lnTo>
                  <a:lnTo>
                    <a:pt x="962" y="356"/>
                  </a:lnTo>
                  <a:lnTo>
                    <a:pt x="966" y="369"/>
                  </a:lnTo>
                  <a:lnTo>
                    <a:pt x="962" y="380"/>
                  </a:lnTo>
                  <a:lnTo>
                    <a:pt x="948" y="386"/>
                  </a:lnTo>
                  <a:lnTo>
                    <a:pt x="930" y="388"/>
                  </a:lnTo>
                  <a:lnTo>
                    <a:pt x="913" y="389"/>
                  </a:lnTo>
                  <a:lnTo>
                    <a:pt x="903" y="394"/>
                  </a:lnTo>
                  <a:lnTo>
                    <a:pt x="895" y="403"/>
                  </a:lnTo>
                  <a:lnTo>
                    <a:pt x="886" y="412"/>
                  </a:lnTo>
                  <a:lnTo>
                    <a:pt x="875" y="420"/>
                  </a:lnTo>
                  <a:lnTo>
                    <a:pt x="863" y="428"/>
                  </a:lnTo>
                  <a:lnTo>
                    <a:pt x="850" y="438"/>
                  </a:lnTo>
                  <a:lnTo>
                    <a:pt x="836" y="448"/>
                  </a:lnTo>
                  <a:lnTo>
                    <a:pt x="820" y="452"/>
                  </a:lnTo>
                  <a:lnTo>
                    <a:pt x="803" y="446"/>
                  </a:lnTo>
                  <a:lnTo>
                    <a:pt x="789" y="431"/>
                  </a:lnTo>
                  <a:lnTo>
                    <a:pt x="779" y="416"/>
                  </a:lnTo>
                  <a:lnTo>
                    <a:pt x="768" y="411"/>
                  </a:lnTo>
                  <a:lnTo>
                    <a:pt x="753" y="413"/>
                  </a:lnTo>
                  <a:lnTo>
                    <a:pt x="738" y="416"/>
                  </a:lnTo>
                  <a:lnTo>
                    <a:pt x="725" y="413"/>
                  </a:lnTo>
                  <a:lnTo>
                    <a:pt x="717" y="404"/>
                  </a:lnTo>
                  <a:lnTo>
                    <a:pt x="711" y="395"/>
                  </a:lnTo>
                  <a:lnTo>
                    <a:pt x="703" y="388"/>
                  </a:lnTo>
                  <a:lnTo>
                    <a:pt x="691" y="384"/>
                  </a:lnTo>
                  <a:lnTo>
                    <a:pt x="679" y="378"/>
                  </a:lnTo>
                  <a:lnTo>
                    <a:pt x="673" y="369"/>
                  </a:lnTo>
                  <a:lnTo>
                    <a:pt x="670" y="358"/>
                  </a:lnTo>
                  <a:lnTo>
                    <a:pt x="669" y="347"/>
                  </a:lnTo>
                  <a:lnTo>
                    <a:pt x="665" y="337"/>
                  </a:lnTo>
                  <a:lnTo>
                    <a:pt x="664" y="325"/>
                  </a:lnTo>
                  <a:lnTo>
                    <a:pt x="672" y="314"/>
                  </a:lnTo>
                  <a:lnTo>
                    <a:pt x="689" y="304"/>
                  </a:lnTo>
                  <a:lnTo>
                    <a:pt x="707" y="297"/>
                  </a:lnTo>
                  <a:lnTo>
                    <a:pt x="715" y="289"/>
                  </a:lnTo>
                  <a:lnTo>
                    <a:pt x="710" y="278"/>
                  </a:lnTo>
                  <a:lnTo>
                    <a:pt x="699" y="263"/>
                  </a:lnTo>
                  <a:lnTo>
                    <a:pt x="693" y="248"/>
                  </a:lnTo>
                  <a:lnTo>
                    <a:pt x="697" y="236"/>
                  </a:lnTo>
                  <a:lnTo>
                    <a:pt x="709" y="230"/>
                  </a:lnTo>
                  <a:lnTo>
                    <a:pt x="722" y="224"/>
                  </a:lnTo>
                  <a:lnTo>
                    <a:pt x="731" y="218"/>
                  </a:lnTo>
                  <a:lnTo>
                    <a:pt x="741" y="211"/>
                  </a:lnTo>
                  <a:lnTo>
                    <a:pt x="752" y="208"/>
                  </a:lnTo>
                  <a:lnTo>
                    <a:pt x="765" y="208"/>
                  </a:lnTo>
                  <a:lnTo>
                    <a:pt x="777" y="209"/>
                  </a:lnTo>
                  <a:lnTo>
                    <a:pt x="786" y="206"/>
                  </a:lnTo>
                  <a:lnTo>
                    <a:pt x="795" y="200"/>
                  </a:lnTo>
                  <a:lnTo>
                    <a:pt x="806" y="196"/>
                  </a:lnTo>
                  <a:lnTo>
                    <a:pt x="816" y="199"/>
                  </a:lnTo>
                  <a:lnTo>
                    <a:pt x="826" y="207"/>
                  </a:lnTo>
                  <a:lnTo>
                    <a:pt x="836" y="212"/>
                  </a:lnTo>
                  <a:lnTo>
                    <a:pt x="848" y="209"/>
                  </a:lnTo>
                  <a:lnTo>
                    <a:pt x="865" y="200"/>
                  </a:lnTo>
                  <a:lnTo>
                    <a:pt x="883" y="194"/>
                  </a:lnTo>
                  <a:lnTo>
                    <a:pt x="898" y="198"/>
                  </a:lnTo>
                  <a:lnTo>
                    <a:pt x="905" y="211"/>
                  </a:lnTo>
                  <a:lnTo>
                    <a:pt x="907" y="226"/>
                  </a:lnTo>
                  <a:lnTo>
                    <a:pt x="910" y="240"/>
                  </a:lnTo>
                  <a:lnTo>
                    <a:pt x="915" y="250"/>
                  </a:lnTo>
                  <a:lnTo>
                    <a:pt x="922" y="259"/>
                  </a:lnTo>
                  <a:lnTo>
                    <a:pt x="927" y="268"/>
                  </a:lnTo>
                  <a:lnTo>
                    <a:pt x="932" y="277"/>
                  </a:lnTo>
                  <a:lnTo>
                    <a:pt x="942" y="285"/>
                  </a:lnTo>
                  <a:lnTo>
                    <a:pt x="957" y="293"/>
                  </a:lnTo>
                  <a:lnTo>
                    <a:pt x="974" y="303"/>
                  </a:lnTo>
                  <a:close/>
                </a:path>
              </a:pathLst>
            </a:custGeom>
            <a:solidFill>
              <a:srgbClr val="86D1BC">
                <a:alpha val="43000"/>
              </a:srgbClr>
            </a:solidFill>
            <a:ln>
              <a:noFill/>
            </a:ln>
          </p:spPr>
          <p:txBody>
            <a:bodyPr anchor="ctr"/>
            <a:lstStyle/>
            <a:p>
              <a:pPr algn="ctr">
                <a:buNone/>
              </a:pPr>
            </a:p>
          </p:txBody>
        </p:sp>
        <p:sp>
          <p:nvSpPr>
            <p:cNvPr id="7160" name="addition:input:159">
              <a:extLst>
                <a:ext uri="{FF2B5EF4-FFF2-40B4-BE49-F238E27FC236}">
                  <ns2:creationId id="{FF531E51-A722-4DE4-AE10-FA1334FE9AAE}"/>
                </a:ext>
              </a:extLst>
            </p:cNvPr>
            <p:cNvSpPr>
              <a:spLocks noGrp="1"/>
            </p:cNvSpPr>
            <p:nvPr/>
          </p:nvSpPr>
          <p:spPr>
            <a:xfrm>
              <a:off x="209550" y="5438775"/>
              <a:ext cx="1535643" cy="809793"/>
            </a:xfrm>
            <a:custGeom>
              <a:rect l="l" t="t" r="r" b="b"/>
              <a:pathLst>
                <a:path w="933" h="432">
                  <a:moveTo>
                    <a:pt x="0" y="0"/>
                  </a:moveTo>
                  <a:moveTo>
                    <a:pt x="924" y="319"/>
                  </a:moveTo>
                  <a:lnTo>
                    <a:pt x="925" y="328"/>
                  </a:lnTo>
                  <a:lnTo>
                    <a:pt x="919" y="337"/>
                  </a:lnTo>
                  <a:lnTo>
                    <a:pt x="910" y="344"/>
                  </a:lnTo>
                  <a:lnTo>
                    <a:pt x="907" y="352"/>
                  </a:lnTo>
                  <a:lnTo>
                    <a:pt x="910" y="362"/>
                  </a:lnTo>
                  <a:lnTo>
                    <a:pt x="913" y="374"/>
                  </a:lnTo>
                  <a:lnTo>
                    <a:pt x="911" y="384"/>
                  </a:lnTo>
                  <a:lnTo>
                    <a:pt x="905" y="392"/>
                  </a:lnTo>
                  <a:lnTo>
                    <a:pt x="898" y="399"/>
                  </a:lnTo>
                  <a:lnTo>
                    <a:pt x="891" y="406"/>
                  </a:lnTo>
                  <a:lnTo>
                    <a:pt x="883" y="412"/>
                  </a:lnTo>
                  <a:lnTo>
                    <a:pt x="872" y="413"/>
                  </a:lnTo>
                  <a:lnTo>
                    <a:pt x="858" y="407"/>
                  </a:lnTo>
                  <a:lnTo>
                    <a:pt x="846" y="400"/>
                  </a:lnTo>
                  <a:lnTo>
                    <a:pt x="838" y="399"/>
                  </a:lnTo>
                  <a:lnTo>
                    <a:pt x="831" y="407"/>
                  </a:lnTo>
                  <a:lnTo>
                    <a:pt x="823" y="420"/>
                  </a:lnTo>
                  <a:lnTo>
                    <a:pt x="812" y="430"/>
                  </a:lnTo>
                  <a:lnTo>
                    <a:pt x="800" y="432"/>
                  </a:lnTo>
                  <a:lnTo>
                    <a:pt x="789" y="426"/>
                  </a:lnTo>
                  <a:lnTo>
                    <a:pt x="779" y="420"/>
                  </a:lnTo>
                  <a:lnTo>
                    <a:pt x="768" y="416"/>
                  </a:lnTo>
                  <a:lnTo>
                    <a:pt x="755" y="413"/>
                  </a:lnTo>
                  <a:lnTo>
                    <a:pt x="744" y="408"/>
                  </a:lnTo>
                  <a:lnTo>
                    <a:pt x="736" y="400"/>
                  </a:lnTo>
                  <a:lnTo>
                    <a:pt x="730" y="391"/>
                  </a:lnTo>
                  <a:lnTo>
                    <a:pt x="722" y="383"/>
                  </a:lnTo>
                  <a:lnTo>
                    <a:pt x="712" y="377"/>
                  </a:lnTo>
                  <a:lnTo>
                    <a:pt x="703" y="371"/>
                  </a:lnTo>
                  <a:lnTo>
                    <a:pt x="699" y="361"/>
                  </a:lnTo>
                  <a:lnTo>
                    <a:pt x="699" y="351"/>
                  </a:lnTo>
                  <a:lnTo>
                    <a:pt x="698" y="343"/>
                  </a:lnTo>
                  <a:lnTo>
                    <a:pt x="688" y="336"/>
                  </a:lnTo>
                  <a:lnTo>
                    <a:pt x="670" y="329"/>
                  </a:lnTo>
                  <a:lnTo>
                    <a:pt x="655" y="319"/>
                  </a:lnTo>
                  <a:lnTo>
                    <a:pt x="651" y="308"/>
                  </a:lnTo>
                  <a:lnTo>
                    <a:pt x="660" y="298"/>
                  </a:lnTo>
                  <a:lnTo>
                    <a:pt x="675" y="291"/>
                  </a:lnTo>
                  <a:lnTo>
                    <a:pt x="688" y="285"/>
                  </a:lnTo>
                  <a:lnTo>
                    <a:pt x="696" y="278"/>
                  </a:lnTo>
                  <a:lnTo>
                    <a:pt x="702" y="270"/>
                  </a:lnTo>
                  <a:lnTo>
                    <a:pt x="710" y="264"/>
                  </a:lnTo>
                  <a:lnTo>
                    <a:pt x="719" y="258"/>
                  </a:lnTo>
                  <a:lnTo>
                    <a:pt x="726" y="251"/>
                  </a:lnTo>
                  <a:lnTo>
                    <a:pt x="731" y="241"/>
                  </a:lnTo>
                  <a:lnTo>
                    <a:pt x="737" y="229"/>
                  </a:lnTo>
                  <a:lnTo>
                    <a:pt x="747" y="221"/>
                  </a:lnTo>
                  <a:lnTo>
                    <a:pt x="761" y="220"/>
                  </a:lnTo>
                  <a:lnTo>
                    <a:pt x="775" y="222"/>
                  </a:lnTo>
                  <a:lnTo>
                    <a:pt x="788" y="221"/>
                  </a:lnTo>
                  <a:lnTo>
                    <a:pt x="800" y="215"/>
                  </a:lnTo>
                  <a:lnTo>
                    <a:pt x="812" y="207"/>
                  </a:lnTo>
                  <a:lnTo>
                    <a:pt x="825" y="204"/>
                  </a:lnTo>
                  <a:lnTo>
                    <a:pt x="837" y="211"/>
                  </a:lnTo>
                  <a:lnTo>
                    <a:pt x="846" y="223"/>
                  </a:lnTo>
                  <a:lnTo>
                    <a:pt x="852" y="234"/>
                  </a:lnTo>
                  <a:lnTo>
                    <a:pt x="860" y="239"/>
                  </a:lnTo>
                  <a:lnTo>
                    <a:pt x="870" y="239"/>
                  </a:lnTo>
                  <a:lnTo>
                    <a:pt x="881" y="239"/>
                  </a:lnTo>
                  <a:lnTo>
                    <a:pt x="891" y="241"/>
                  </a:lnTo>
                  <a:lnTo>
                    <a:pt x="901" y="244"/>
                  </a:lnTo>
                  <a:lnTo>
                    <a:pt x="912" y="247"/>
                  </a:lnTo>
                  <a:lnTo>
                    <a:pt x="924" y="251"/>
                  </a:lnTo>
                  <a:lnTo>
                    <a:pt x="933" y="258"/>
                  </a:lnTo>
                  <a:lnTo>
                    <a:pt x="932" y="269"/>
                  </a:lnTo>
                  <a:lnTo>
                    <a:pt x="923" y="283"/>
                  </a:lnTo>
                  <a:lnTo>
                    <a:pt x="913" y="294"/>
                  </a:lnTo>
                  <a:lnTo>
                    <a:pt x="910" y="303"/>
                  </a:lnTo>
                  <a:lnTo>
                    <a:pt x="917" y="310"/>
                  </a:lnTo>
                  <a:close/>
                </a:path>
              </a:pathLst>
            </a:custGeom>
            <a:solidFill>
              <a:srgbClr val="56BFA2">
                <a:alpha val="35000"/>
              </a:srgbClr>
            </a:solidFill>
            <a:ln>
              <a:noFill/>
            </a:ln>
          </p:spPr>
          <p:txBody>
            <a:bodyPr anchor="ctr"/>
            <a:lstStyle/>
            <a:p>
              <a:pPr algn="ctr">
                <a:buNone/>
              </a:pPr>
            </a:p>
          </p:txBody>
        </p:sp>
        <p:sp>
          <p:nvSpPr>
            <p:cNvPr id="7161" name="addition:input:160">
              <a:extLst>
                <a:ext uri="{FF2B5EF4-FFF2-40B4-BE49-F238E27FC236}">
                  <ns2:creationId id="{826EE35D-A39C-45EA-8D6E-89B8145BD670}"/>
                </a:ext>
              </a:extLst>
            </p:cNvPr>
            <p:cNvSpPr>
              <a:spLocks noGrp="1"/>
            </p:cNvSpPr>
            <p:nvPr/>
          </p:nvSpPr>
          <p:spPr>
            <a:xfrm>
              <a:off x="209550" y="5438775"/>
              <a:ext cx="1333195" cy="631713"/>
            </a:xfrm>
            <a:custGeom>
              <a:rect l="l" t="t" r="r" b="b"/>
              <a:pathLst>
                <a:path w="810" h="337">
                  <a:moveTo>
                    <a:pt x="0" y="0"/>
                  </a:moveTo>
                  <a:moveTo>
                    <a:pt x="802" y="289"/>
                  </a:moveTo>
                  <a:lnTo>
                    <a:pt x="800" y="292"/>
                  </a:lnTo>
                  <a:lnTo>
                    <a:pt x="803" y="296"/>
                  </a:lnTo>
                  <a:lnTo>
                    <a:pt x="807" y="301"/>
                  </a:lnTo>
                  <a:lnTo>
                    <a:pt x="810" y="306"/>
                  </a:lnTo>
                  <a:lnTo>
                    <a:pt x="810" y="310"/>
                  </a:lnTo>
                  <a:lnTo>
                    <a:pt x="807" y="313"/>
                  </a:lnTo>
                  <a:lnTo>
                    <a:pt x="803" y="316"/>
                  </a:lnTo>
                  <a:lnTo>
                    <a:pt x="799" y="318"/>
                  </a:lnTo>
                  <a:lnTo>
                    <a:pt x="795" y="320"/>
                  </a:lnTo>
                  <a:lnTo>
                    <a:pt x="790" y="320"/>
                  </a:lnTo>
                  <a:lnTo>
                    <a:pt x="784" y="320"/>
                  </a:lnTo>
                  <a:lnTo>
                    <a:pt x="780" y="320"/>
                  </a:lnTo>
                  <a:lnTo>
                    <a:pt x="777" y="323"/>
                  </a:lnTo>
                  <a:lnTo>
                    <a:pt x="775" y="329"/>
                  </a:lnTo>
                  <a:lnTo>
                    <a:pt x="771" y="335"/>
                  </a:lnTo>
                  <a:lnTo>
                    <a:pt x="766" y="337"/>
                  </a:lnTo>
                  <a:lnTo>
                    <a:pt x="760" y="336"/>
                  </a:lnTo>
                  <a:lnTo>
                    <a:pt x="755" y="333"/>
                  </a:lnTo>
                  <a:lnTo>
                    <a:pt x="749" y="331"/>
                  </a:lnTo>
                  <a:lnTo>
                    <a:pt x="744" y="331"/>
                  </a:lnTo>
                  <a:lnTo>
                    <a:pt x="738" y="332"/>
                  </a:lnTo>
                  <a:lnTo>
                    <a:pt x="732" y="331"/>
                  </a:lnTo>
                  <a:lnTo>
                    <a:pt x="728" y="327"/>
                  </a:lnTo>
                  <a:lnTo>
                    <a:pt x="725" y="323"/>
                  </a:lnTo>
                  <a:lnTo>
                    <a:pt x="722" y="320"/>
                  </a:lnTo>
                  <a:lnTo>
                    <a:pt x="718" y="318"/>
                  </a:lnTo>
                  <a:lnTo>
                    <a:pt x="714" y="316"/>
                  </a:lnTo>
                  <a:lnTo>
                    <a:pt x="712" y="312"/>
                  </a:lnTo>
                  <a:lnTo>
                    <a:pt x="710" y="309"/>
                  </a:lnTo>
                  <a:lnTo>
                    <a:pt x="706" y="307"/>
                  </a:lnTo>
                  <a:lnTo>
                    <a:pt x="700" y="305"/>
                  </a:lnTo>
                  <a:lnTo>
                    <a:pt x="693" y="302"/>
                  </a:lnTo>
                  <a:lnTo>
                    <a:pt x="690" y="298"/>
                  </a:lnTo>
                  <a:lnTo>
                    <a:pt x="692" y="293"/>
                  </a:lnTo>
                  <a:lnTo>
                    <a:pt x="699" y="289"/>
                  </a:lnTo>
                  <a:lnTo>
                    <a:pt x="706" y="285"/>
                  </a:lnTo>
                  <a:lnTo>
                    <a:pt x="709" y="282"/>
                  </a:lnTo>
                  <a:lnTo>
                    <a:pt x="710" y="279"/>
                  </a:lnTo>
                  <a:lnTo>
                    <a:pt x="710" y="275"/>
                  </a:lnTo>
                  <a:lnTo>
                    <a:pt x="711" y="271"/>
                  </a:lnTo>
                  <a:lnTo>
                    <a:pt x="714" y="268"/>
                  </a:lnTo>
                  <a:lnTo>
                    <a:pt x="717" y="265"/>
                  </a:lnTo>
                  <a:lnTo>
                    <a:pt x="719" y="261"/>
                  </a:lnTo>
                  <a:lnTo>
                    <a:pt x="721" y="256"/>
                  </a:lnTo>
                  <a:lnTo>
                    <a:pt x="724" y="253"/>
                  </a:lnTo>
                  <a:lnTo>
                    <a:pt x="729" y="252"/>
                  </a:lnTo>
                  <a:lnTo>
                    <a:pt x="734" y="251"/>
                  </a:lnTo>
                  <a:lnTo>
                    <a:pt x="738" y="249"/>
                  </a:lnTo>
                  <a:lnTo>
                    <a:pt x="742" y="245"/>
                  </a:lnTo>
                  <a:lnTo>
                    <a:pt x="746" y="243"/>
                  </a:lnTo>
                  <a:lnTo>
                    <a:pt x="751" y="243"/>
                  </a:lnTo>
                  <a:lnTo>
                    <a:pt x="755" y="248"/>
                  </a:lnTo>
                  <a:lnTo>
                    <a:pt x="759" y="252"/>
                  </a:lnTo>
                  <a:lnTo>
                    <a:pt x="762" y="255"/>
                  </a:lnTo>
                  <a:lnTo>
                    <a:pt x="765" y="253"/>
                  </a:lnTo>
                  <a:lnTo>
                    <a:pt x="770" y="250"/>
                  </a:lnTo>
                  <a:lnTo>
                    <a:pt x="775" y="248"/>
                  </a:lnTo>
                  <a:lnTo>
                    <a:pt x="780" y="249"/>
                  </a:lnTo>
                  <a:lnTo>
                    <a:pt x="784" y="250"/>
                  </a:lnTo>
                  <a:lnTo>
                    <a:pt x="788" y="252"/>
                  </a:lnTo>
                  <a:lnTo>
                    <a:pt x="792" y="255"/>
                  </a:lnTo>
                  <a:lnTo>
                    <a:pt x="794" y="258"/>
                  </a:lnTo>
                  <a:lnTo>
                    <a:pt x="794" y="263"/>
                  </a:lnTo>
                  <a:lnTo>
                    <a:pt x="793" y="268"/>
                  </a:lnTo>
                  <a:lnTo>
                    <a:pt x="793" y="272"/>
                  </a:lnTo>
                  <a:lnTo>
                    <a:pt x="796" y="275"/>
                  </a:lnTo>
                  <a:lnTo>
                    <a:pt x="801" y="278"/>
                  </a:lnTo>
                  <a:lnTo>
                    <a:pt x="804" y="281"/>
                  </a:lnTo>
                  <a:lnTo>
                    <a:pt x="804" y="285"/>
                  </a:lnTo>
                  <a:close/>
                </a:path>
              </a:pathLst>
            </a:custGeom>
            <a:solidFill>
              <a:srgbClr val="86D1BC">
                <a:alpha val="32000"/>
              </a:srgbClr>
            </a:solidFill>
            <a:ln>
              <a:noFill/>
            </a:ln>
          </p:spPr>
          <p:txBody>
            <a:bodyPr anchor="ctr"/>
            <a:lstStyle/>
            <a:p>
              <a:pPr algn="ctr">
                <a:buNone/>
              </a:pPr>
            </a:p>
          </p:txBody>
        </p:sp>
        <p:sp>
          <p:nvSpPr>
            <p:cNvPr id="7162" name="addition:input:161">
              <a:extLst>
                <a:ext uri="{FF2B5EF4-FFF2-40B4-BE49-F238E27FC236}">
                  <ns2:creationId id="{FD9A1303-0415-4CC5-8830-A9E78F826A14}"/>
                </a:ext>
              </a:extLst>
            </p:cNvPr>
            <p:cNvSpPr>
              <a:spLocks noGrp="1"/>
            </p:cNvSpPr>
            <p:nvPr/>
          </p:nvSpPr>
          <p:spPr>
            <a:xfrm>
              <a:off x="209550" y="5438775"/>
              <a:ext cx="1397386" cy="556732"/>
            </a:xfrm>
            <a:custGeom>
              <a:rect l="l" t="t" r="r" b="b"/>
              <a:pathLst>
                <a:path w="849" h="297">
                  <a:moveTo>
                    <a:pt x="0" y="0"/>
                  </a:moveTo>
                  <a:moveTo>
                    <a:pt x="849" y="254"/>
                  </a:moveTo>
                  <a:lnTo>
                    <a:pt x="845" y="258"/>
                  </a:lnTo>
                  <a:lnTo>
                    <a:pt x="840" y="261"/>
                  </a:lnTo>
                  <a:lnTo>
                    <a:pt x="836" y="264"/>
                  </a:lnTo>
                  <a:lnTo>
                    <a:pt x="834" y="267"/>
                  </a:lnTo>
                  <a:lnTo>
                    <a:pt x="835" y="271"/>
                  </a:lnTo>
                  <a:lnTo>
                    <a:pt x="834" y="275"/>
                  </a:lnTo>
                  <a:lnTo>
                    <a:pt x="833" y="279"/>
                  </a:lnTo>
                  <a:lnTo>
                    <a:pt x="832" y="283"/>
                  </a:lnTo>
                  <a:lnTo>
                    <a:pt x="831" y="287"/>
                  </a:lnTo>
                  <a:lnTo>
                    <a:pt x="829" y="292"/>
                  </a:lnTo>
                  <a:lnTo>
                    <a:pt x="826" y="295"/>
                  </a:lnTo>
                  <a:lnTo>
                    <a:pt x="820" y="295"/>
                  </a:lnTo>
                  <a:lnTo>
                    <a:pt x="814" y="292"/>
                  </a:lnTo>
                  <a:lnTo>
                    <a:pt x="809" y="289"/>
                  </a:lnTo>
                  <a:lnTo>
                    <a:pt x="806" y="289"/>
                  </a:lnTo>
                  <a:lnTo>
                    <a:pt x="803" y="292"/>
                  </a:lnTo>
                  <a:lnTo>
                    <a:pt x="800" y="295"/>
                  </a:lnTo>
                  <a:lnTo>
                    <a:pt x="796" y="297"/>
                  </a:lnTo>
                  <a:lnTo>
                    <a:pt x="793" y="296"/>
                  </a:lnTo>
                  <a:lnTo>
                    <a:pt x="789" y="294"/>
                  </a:lnTo>
                  <a:lnTo>
                    <a:pt x="785" y="293"/>
                  </a:lnTo>
                  <a:lnTo>
                    <a:pt x="781" y="294"/>
                  </a:lnTo>
                  <a:lnTo>
                    <a:pt x="776" y="294"/>
                  </a:lnTo>
                  <a:lnTo>
                    <a:pt x="772" y="292"/>
                  </a:lnTo>
                  <a:lnTo>
                    <a:pt x="769" y="289"/>
                  </a:lnTo>
                  <a:lnTo>
                    <a:pt x="766" y="286"/>
                  </a:lnTo>
                  <a:lnTo>
                    <a:pt x="762" y="283"/>
                  </a:lnTo>
                  <a:lnTo>
                    <a:pt x="758" y="280"/>
                  </a:lnTo>
                  <a:lnTo>
                    <a:pt x="757" y="276"/>
                  </a:lnTo>
                  <a:lnTo>
                    <a:pt x="759" y="271"/>
                  </a:lnTo>
                  <a:lnTo>
                    <a:pt x="761" y="267"/>
                  </a:lnTo>
                  <a:lnTo>
                    <a:pt x="760" y="263"/>
                  </a:lnTo>
                  <a:lnTo>
                    <a:pt x="754" y="261"/>
                  </a:lnTo>
                  <a:lnTo>
                    <a:pt x="747" y="258"/>
                  </a:lnTo>
                  <a:lnTo>
                    <a:pt x="741" y="254"/>
                  </a:lnTo>
                  <a:lnTo>
                    <a:pt x="739" y="250"/>
                  </a:lnTo>
                  <a:lnTo>
                    <a:pt x="741" y="246"/>
                  </a:lnTo>
                  <a:lnTo>
                    <a:pt x="744" y="243"/>
                  </a:lnTo>
                  <a:lnTo>
                    <a:pt x="746" y="239"/>
                  </a:lnTo>
                  <a:lnTo>
                    <a:pt x="748" y="236"/>
                  </a:lnTo>
                  <a:lnTo>
                    <a:pt x="751" y="233"/>
                  </a:lnTo>
                  <a:lnTo>
                    <a:pt x="755" y="231"/>
                  </a:lnTo>
                  <a:lnTo>
                    <a:pt x="759" y="229"/>
                  </a:lnTo>
                  <a:lnTo>
                    <a:pt x="762" y="227"/>
                  </a:lnTo>
                  <a:lnTo>
                    <a:pt x="764" y="223"/>
                  </a:lnTo>
                  <a:lnTo>
                    <a:pt x="767" y="219"/>
                  </a:lnTo>
                  <a:lnTo>
                    <a:pt x="771" y="218"/>
                  </a:lnTo>
                  <a:lnTo>
                    <a:pt x="777" y="218"/>
                  </a:lnTo>
                  <a:lnTo>
                    <a:pt x="782" y="218"/>
                  </a:lnTo>
                  <a:lnTo>
                    <a:pt x="786" y="215"/>
                  </a:lnTo>
                  <a:lnTo>
                    <a:pt x="790" y="210"/>
                  </a:lnTo>
                  <a:lnTo>
                    <a:pt x="795" y="206"/>
                  </a:lnTo>
                  <a:lnTo>
                    <a:pt x="801" y="206"/>
                  </a:lnTo>
                  <a:lnTo>
                    <a:pt x="807" y="209"/>
                  </a:lnTo>
                  <a:lnTo>
                    <a:pt x="811" y="214"/>
                  </a:lnTo>
                  <a:lnTo>
                    <a:pt x="814" y="218"/>
                  </a:lnTo>
                  <a:lnTo>
                    <a:pt x="818" y="220"/>
                  </a:lnTo>
                  <a:lnTo>
                    <a:pt x="822" y="221"/>
                  </a:lnTo>
                  <a:lnTo>
                    <a:pt x="825" y="223"/>
                  </a:lnTo>
                  <a:lnTo>
                    <a:pt x="829" y="225"/>
                  </a:lnTo>
                  <a:lnTo>
                    <a:pt x="833" y="226"/>
                  </a:lnTo>
                  <a:lnTo>
                    <a:pt x="839" y="226"/>
                  </a:lnTo>
                  <a:lnTo>
                    <a:pt x="845" y="227"/>
                  </a:lnTo>
                  <a:lnTo>
                    <a:pt x="848" y="230"/>
                  </a:lnTo>
                  <a:lnTo>
                    <a:pt x="848" y="235"/>
                  </a:lnTo>
                  <a:lnTo>
                    <a:pt x="845" y="240"/>
                  </a:lnTo>
                  <a:lnTo>
                    <a:pt x="844" y="244"/>
                  </a:lnTo>
                  <a:lnTo>
                    <a:pt x="846" y="247"/>
                  </a:lnTo>
                  <a:lnTo>
                    <a:pt x="848" y="251"/>
                  </a:lnTo>
                  <a:close/>
                </a:path>
              </a:pathLst>
            </a:custGeom>
            <a:solidFill>
              <a:srgbClr val="86D1BC">
                <a:alpha val="32000"/>
              </a:srgbClr>
            </a:solidFill>
            <a:ln>
              <a:noFill/>
            </a:ln>
          </p:spPr>
          <p:txBody>
            <a:bodyPr anchor="ctr"/>
            <a:lstStyle/>
            <a:p>
              <a:pPr algn="ctr">
                <a:buNone/>
              </a:pPr>
            </a:p>
          </p:txBody>
        </p:sp>
        <p:sp>
          <p:nvSpPr>
            <p:cNvPr id="7163" name="addition:input:162">
              <a:extLst>
                <a:ext uri="{FF2B5EF4-FFF2-40B4-BE49-F238E27FC236}">
                  <ns2:creationId id="{9195B367-0969-45A4-99EF-FE07FA7A796F}"/>
                </a:ext>
              </a:extLst>
            </p:cNvPr>
            <p:cNvSpPr>
              <a:spLocks noGrp="1"/>
            </p:cNvSpPr>
            <p:nvPr/>
          </p:nvSpPr>
          <p:spPr>
            <a:xfrm>
              <a:off x="209550" y="5438775"/>
              <a:ext cx="1474744" cy="582976"/>
            </a:xfrm>
            <a:custGeom>
              <a:rect l="l" t="t" r="r" b="b"/>
              <a:pathLst>
                <a:path w="896" h="311">
                  <a:moveTo>
                    <a:pt x="0" y="0"/>
                  </a:moveTo>
                  <a:moveTo>
                    <a:pt x="890" y="264"/>
                  </a:moveTo>
                  <a:lnTo>
                    <a:pt x="890" y="268"/>
                  </a:lnTo>
                  <a:lnTo>
                    <a:pt x="890" y="271"/>
                  </a:lnTo>
                  <a:lnTo>
                    <a:pt x="890" y="275"/>
                  </a:lnTo>
                  <a:lnTo>
                    <a:pt x="891" y="279"/>
                  </a:lnTo>
                  <a:lnTo>
                    <a:pt x="894" y="285"/>
                  </a:lnTo>
                  <a:lnTo>
                    <a:pt x="896" y="291"/>
                  </a:lnTo>
                  <a:lnTo>
                    <a:pt x="896" y="296"/>
                  </a:lnTo>
                  <a:lnTo>
                    <a:pt x="891" y="298"/>
                  </a:lnTo>
                  <a:lnTo>
                    <a:pt x="884" y="297"/>
                  </a:lnTo>
                  <a:lnTo>
                    <a:pt x="878" y="296"/>
                  </a:lnTo>
                  <a:lnTo>
                    <a:pt x="874" y="297"/>
                  </a:lnTo>
                  <a:lnTo>
                    <a:pt x="872" y="300"/>
                  </a:lnTo>
                  <a:lnTo>
                    <a:pt x="870" y="304"/>
                  </a:lnTo>
                  <a:lnTo>
                    <a:pt x="867" y="306"/>
                  </a:lnTo>
                  <a:lnTo>
                    <a:pt x="863" y="307"/>
                  </a:lnTo>
                  <a:lnTo>
                    <a:pt x="858" y="307"/>
                  </a:lnTo>
                  <a:lnTo>
                    <a:pt x="854" y="308"/>
                  </a:lnTo>
                  <a:lnTo>
                    <a:pt x="850" y="310"/>
                  </a:lnTo>
                  <a:lnTo>
                    <a:pt x="845" y="311"/>
                  </a:lnTo>
                  <a:lnTo>
                    <a:pt x="840" y="310"/>
                  </a:lnTo>
                  <a:lnTo>
                    <a:pt x="835" y="308"/>
                  </a:lnTo>
                  <a:lnTo>
                    <a:pt x="830" y="307"/>
                  </a:lnTo>
                  <a:lnTo>
                    <a:pt x="824" y="307"/>
                  </a:lnTo>
                  <a:lnTo>
                    <a:pt x="818" y="306"/>
                  </a:lnTo>
                  <a:lnTo>
                    <a:pt x="815" y="302"/>
                  </a:lnTo>
                  <a:lnTo>
                    <a:pt x="814" y="295"/>
                  </a:lnTo>
                  <a:lnTo>
                    <a:pt x="815" y="289"/>
                  </a:lnTo>
                  <a:lnTo>
                    <a:pt x="814" y="285"/>
                  </a:lnTo>
                  <a:lnTo>
                    <a:pt x="809" y="284"/>
                  </a:lnTo>
                  <a:lnTo>
                    <a:pt x="801" y="283"/>
                  </a:lnTo>
                  <a:lnTo>
                    <a:pt x="795" y="281"/>
                  </a:lnTo>
                  <a:lnTo>
                    <a:pt x="791" y="277"/>
                  </a:lnTo>
                  <a:lnTo>
                    <a:pt x="790" y="273"/>
                  </a:lnTo>
                  <a:lnTo>
                    <a:pt x="789" y="268"/>
                  </a:lnTo>
                  <a:lnTo>
                    <a:pt x="789" y="264"/>
                  </a:lnTo>
                  <a:lnTo>
                    <a:pt x="790" y="260"/>
                  </a:lnTo>
                  <a:lnTo>
                    <a:pt x="793" y="256"/>
                  </a:lnTo>
                  <a:lnTo>
                    <a:pt x="798" y="252"/>
                  </a:lnTo>
                  <a:lnTo>
                    <a:pt x="801" y="249"/>
                  </a:lnTo>
                  <a:lnTo>
                    <a:pt x="803" y="246"/>
                  </a:lnTo>
                  <a:lnTo>
                    <a:pt x="803" y="241"/>
                  </a:lnTo>
                  <a:lnTo>
                    <a:pt x="805" y="237"/>
                  </a:lnTo>
                  <a:lnTo>
                    <a:pt x="810" y="235"/>
                  </a:lnTo>
                  <a:lnTo>
                    <a:pt x="816" y="234"/>
                  </a:lnTo>
                  <a:lnTo>
                    <a:pt x="821" y="233"/>
                  </a:lnTo>
                  <a:lnTo>
                    <a:pt x="824" y="229"/>
                  </a:lnTo>
                  <a:lnTo>
                    <a:pt x="825" y="223"/>
                  </a:lnTo>
                  <a:lnTo>
                    <a:pt x="828" y="217"/>
                  </a:lnTo>
                  <a:lnTo>
                    <a:pt x="833" y="214"/>
                  </a:lnTo>
                  <a:lnTo>
                    <a:pt x="839" y="215"/>
                  </a:lnTo>
                  <a:lnTo>
                    <a:pt x="845" y="217"/>
                  </a:lnTo>
                  <a:lnTo>
                    <a:pt x="850" y="219"/>
                  </a:lnTo>
                  <a:lnTo>
                    <a:pt x="854" y="220"/>
                  </a:lnTo>
                  <a:lnTo>
                    <a:pt x="858" y="222"/>
                  </a:lnTo>
                  <a:lnTo>
                    <a:pt x="861" y="225"/>
                  </a:lnTo>
                  <a:lnTo>
                    <a:pt x="864" y="228"/>
                  </a:lnTo>
                  <a:lnTo>
                    <a:pt x="868" y="227"/>
                  </a:lnTo>
                  <a:lnTo>
                    <a:pt x="874" y="225"/>
                  </a:lnTo>
                  <a:lnTo>
                    <a:pt x="880" y="223"/>
                  </a:lnTo>
                  <a:lnTo>
                    <a:pt x="884" y="224"/>
                  </a:lnTo>
                  <a:lnTo>
                    <a:pt x="886" y="229"/>
                  </a:lnTo>
                  <a:lnTo>
                    <a:pt x="886" y="234"/>
                  </a:lnTo>
                  <a:lnTo>
                    <a:pt x="887" y="238"/>
                  </a:lnTo>
                  <a:lnTo>
                    <a:pt x="890" y="241"/>
                  </a:lnTo>
                  <a:lnTo>
                    <a:pt x="894" y="243"/>
                  </a:lnTo>
                  <a:lnTo>
                    <a:pt x="896" y="247"/>
                  </a:lnTo>
                  <a:lnTo>
                    <a:pt x="895" y="252"/>
                  </a:lnTo>
                  <a:lnTo>
                    <a:pt x="892" y="256"/>
                  </a:lnTo>
                  <a:lnTo>
                    <a:pt x="890" y="260"/>
                  </a:lnTo>
                  <a:close/>
                </a:path>
              </a:pathLst>
            </a:custGeom>
            <a:solidFill>
              <a:srgbClr val="86D1BC">
                <a:alpha val="32000"/>
              </a:srgbClr>
            </a:solidFill>
            <a:ln>
              <a:noFill/>
            </a:ln>
          </p:spPr>
          <p:txBody>
            <a:bodyPr anchor="ctr"/>
            <a:lstStyle/>
            <a:p>
              <a:pPr algn="ctr">
                <a:buNone/>
              </a:pPr>
            </a:p>
          </p:txBody>
        </p:sp>
        <p:sp>
          <p:nvSpPr>
            <p:cNvPr id="7164" name="addition:input:163">
              <a:extLst>
                <a:ext uri="{FF2B5EF4-FFF2-40B4-BE49-F238E27FC236}">
                  <ns2:creationId id="{411886E6-8720-46CE-8030-BE8D9278F895}"/>
                </a:ext>
              </a:extLst>
            </p:cNvPr>
            <p:cNvSpPr>
              <a:spLocks noGrp="1"/>
            </p:cNvSpPr>
            <p:nvPr/>
          </p:nvSpPr>
          <p:spPr>
            <a:xfrm>
              <a:off x="209550" y="5438775"/>
              <a:ext cx="1563624" cy="659831"/>
            </a:xfrm>
            <a:custGeom>
              <a:rect l="l" t="t" r="r" b="b"/>
              <a:pathLst>
                <a:path w="950" h="352">
                  <a:moveTo>
                    <a:pt x="0" y="0"/>
                  </a:moveTo>
                  <a:moveTo>
                    <a:pt x="949" y="302"/>
                  </a:moveTo>
                  <a:lnTo>
                    <a:pt x="946" y="307"/>
                  </a:lnTo>
                  <a:lnTo>
                    <a:pt x="943" y="311"/>
                  </a:lnTo>
                  <a:lnTo>
                    <a:pt x="941" y="315"/>
                  </a:lnTo>
                  <a:lnTo>
                    <a:pt x="939" y="319"/>
                  </a:lnTo>
                  <a:lnTo>
                    <a:pt x="935" y="323"/>
                  </a:lnTo>
                  <a:lnTo>
                    <a:pt x="929" y="325"/>
                  </a:lnTo>
                  <a:lnTo>
                    <a:pt x="923" y="326"/>
                  </a:lnTo>
                  <a:lnTo>
                    <a:pt x="920" y="330"/>
                  </a:lnTo>
                  <a:lnTo>
                    <a:pt x="921" y="336"/>
                  </a:lnTo>
                  <a:lnTo>
                    <a:pt x="921" y="344"/>
                  </a:lnTo>
                  <a:lnTo>
                    <a:pt x="919" y="350"/>
                  </a:lnTo>
                  <a:lnTo>
                    <a:pt x="913" y="352"/>
                  </a:lnTo>
                  <a:lnTo>
                    <a:pt x="906" y="351"/>
                  </a:lnTo>
                  <a:lnTo>
                    <a:pt x="900" y="349"/>
                  </a:lnTo>
                  <a:lnTo>
                    <a:pt x="895" y="349"/>
                  </a:lnTo>
                  <a:lnTo>
                    <a:pt x="890" y="349"/>
                  </a:lnTo>
                  <a:lnTo>
                    <a:pt x="886" y="348"/>
                  </a:lnTo>
                  <a:lnTo>
                    <a:pt x="882" y="347"/>
                  </a:lnTo>
                  <a:lnTo>
                    <a:pt x="878" y="346"/>
                  </a:lnTo>
                  <a:lnTo>
                    <a:pt x="874" y="346"/>
                  </a:lnTo>
                  <a:lnTo>
                    <a:pt x="869" y="348"/>
                  </a:lnTo>
                  <a:lnTo>
                    <a:pt x="864" y="349"/>
                  </a:lnTo>
                  <a:lnTo>
                    <a:pt x="861" y="347"/>
                  </a:lnTo>
                  <a:lnTo>
                    <a:pt x="859" y="342"/>
                  </a:lnTo>
                  <a:lnTo>
                    <a:pt x="856" y="339"/>
                  </a:lnTo>
                  <a:lnTo>
                    <a:pt x="852" y="338"/>
                  </a:lnTo>
                  <a:lnTo>
                    <a:pt x="845" y="337"/>
                  </a:lnTo>
                  <a:lnTo>
                    <a:pt x="840" y="335"/>
                  </a:lnTo>
                  <a:lnTo>
                    <a:pt x="838" y="330"/>
                  </a:lnTo>
                  <a:lnTo>
                    <a:pt x="840" y="324"/>
                  </a:lnTo>
                  <a:lnTo>
                    <a:pt x="844" y="318"/>
                  </a:lnTo>
                  <a:lnTo>
                    <a:pt x="845" y="313"/>
                  </a:lnTo>
                  <a:lnTo>
                    <a:pt x="844" y="310"/>
                  </a:lnTo>
                  <a:lnTo>
                    <a:pt x="841" y="306"/>
                  </a:lnTo>
                  <a:lnTo>
                    <a:pt x="839" y="302"/>
                  </a:lnTo>
                  <a:lnTo>
                    <a:pt x="837" y="298"/>
                  </a:lnTo>
                  <a:lnTo>
                    <a:pt x="834" y="293"/>
                  </a:lnTo>
                  <a:lnTo>
                    <a:pt x="831" y="288"/>
                  </a:lnTo>
                  <a:lnTo>
                    <a:pt x="828" y="282"/>
                  </a:lnTo>
                  <a:lnTo>
                    <a:pt x="830" y="278"/>
                  </a:lnTo>
                  <a:lnTo>
                    <a:pt x="835" y="275"/>
                  </a:lnTo>
                  <a:lnTo>
                    <a:pt x="842" y="274"/>
                  </a:lnTo>
                  <a:lnTo>
                    <a:pt x="846" y="272"/>
                  </a:lnTo>
                  <a:lnTo>
                    <a:pt x="848" y="269"/>
                  </a:lnTo>
                  <a:lnTo>
                    <a:pt x="849" y="264"/>
                  </a:lnTo>
                  <a:lnTo>
                    <a:pt x="852" y="260"/>
                  </a:lnTo>
                  <a:lnTo>
                    <a:pt x="857" y="260"/>
                  </a:lnTo>
                  <a:lnTo>
                    <a:pt x="863" y="261"/>
                  </a:lnTo>
                  <a:lnTo>
                    <a:pt x="868" y="261"/>
                  </a:lnTo>
                  <a:lnTo>
                    <a:pt x="872" y="259"/>
                  </a:lnTo>
                  <a:lnTo>
                    <a:pt x="876" y="255"/>
                  </a:lnTo>
                  <a:lnTo>
                    <a:pt x="881" y="251"/>
                  </a:lnTo>
                  <a:lnTo>
                    <a:pt x="887" y="250"/>
                  </a:lnTo>
                  <a:lnTo>
                    <a:pt x="893" y="250"/>
                  </a:lnTo>
                  <a:lnTo>
                    <a:pt x="899" y="250"/>
                  </a:lnTo>
                  <a:lnTo>
                    <a:pt x="905" y="250"/>
                  </a:lnTo>
                  <a:lnTo>
                    <a:pt x="911" y="252"/>
                  </a:lnTo>
                  <a:lnTo>
                    <a:pt x="914" y="258"/>
                  </a:lnTo>
                  <a:lnTo>
                    <a:pt x="916" y="266"/>
                  </a:lnTo>
                  <a:lnTo>
                    <a:pt x="917" y="271"/>
                  </a:lnTo>
                  <a:lnTo>
                    <a:pt x="921" y="273"/>
                  </a:lnTo>
                  <a:lnTo>
                    <a:pt x="929" y="273"/>
                  </a:lnTo>
                  <a:lnTo>
                    <a:pt x="936" y="273"/>
                  </a:lnTo>
                  <a:lnTo>
                    <a:pt x="942" y="275"/>
                  </a:lnTo>
                  <a:lnTo>
                    <a:pt x="944" y="280"/>
                  </a:lnTo>
                  <a:lnTo>
                    <a:pt x="944" y="285"/>
                  </a:lnTo>
                  <a:lnTo>
                    <a:pt x="945" y="289"/>
                  </a:lnTo>
                  <a:lnTo>
                    <a:pt x="948" y="293"/>
                  </a:lnTo>
                  <a:lnTo>
                    <a:pt x="950" y="297"/>
                  </a:lnTo>
                  <a:close/>
                </a:path>
              </a:pathLst>
            </a:custGeom>
            <a:solidFill>
              <a:srgbClr val="86D1BC">
                <a:alpha val="32000"/>
              </a:srgbClr>
            </a:solidFill>
            <a:ln>
              <a:noFill/>
            </a:ln>
          </p:spPr>
          <p:txBody>
            <a:bodyPr anchor="ctr"/>
            <a:lstStyle/>
            <a:p>
              <a:pPr algn="ctr">
                <a:buNone/>
              </a:pPr>
            </a:p>
          </p:txBody>
        </p:sp>
        <p:sp>
          <p:nvSpPr>
            <p:cNvPr id="7165" name="addition:input:164">
              <a:extLst>
                <a:ext uri="{FF2B5EF4-FFF2-40B4-BE49-F238E27FC236}">
                  <ns2:creationId id="{462B058F-7F0C-485A-B4AB-7B32D1B925E7}"/>
                </a:ext>
              </a:extLst>
            </p:cNvPr>
            <p:cNvSpPr>
              <a:spLocks noGrp="1"/>
            </p:cNvSpPr>
            <p:nvPr/>
          </p:nvSpPr>
          <p:spPr>
            <a:xfrm>
              <a:off x="209550" y="5438775"/>
              <a:ext cx="1524122" cy="742310"/>
            </a:xfrm>
            <a:custGeom>
              <a:rect l="l" t="t" r="r" b="b"/>
              <a:pathLst>
                <a:path w="926" h="396">
                  <a:moveTo>
                    <a:pt x="0" y="0"/>
                  </a:moveTo>
                  <a:moveTo>
                    <a:pt x="926" y="344"/>
                  </a:moveTo>
                  <a:lnTo>
                    <a:pt x="925" y="348"/>
                  </a:lnTo>
                  <a:lnTo>
                    <a:pt x="925" y="353"/>
                  </a:lnTo>
                  <a:lnTo>
                    <a:pt x="925" y="358"/>
                  </a:lnTo>
                  <a:lnTo>
                    <a:pt x="924" y="363"/>
                  </a:lnTo>
                  <a:lnTo>
                    <a:pt x="919" y="367"/>
                  </a:lnTo>
                  <a:lnTo>
                    <a:pt x="910" y="369"/>
                  </a:lnTo>
                  <a:lnTo>
                    <a:pt x="900" y="369"/>
                  </a:lnTo>
                  <a:lnTo>
                    <a:pt x="893" y="370"/>
                  </a:lnTo>
                  <a:lnTo>
                    <a:pt x="891" y="374"/>
                  </a:lnTo>
                  <a:lnTo>
                    <a:pt x="891" y="381"/>
                  </a:lnTo>
                  <a:lnTo>
                    <a:pt x="890" y="388"/>
                  </a:lnTo>
                  <a:lnTo>
                    <a:pt x="885" y="393"/>
                  </a:lnTo>
                  <a:lnTo>
                    <a:pt x="877" y="394"/>
                  </a:lnTo>
                  <a:lnTo>
                    <a:pt x="870" y="395"/>
                  </a:lnTo>
                  <a:lnTo>
                    <a:pt x="863" y="396"/>
                  </a:lnTo>
                  <a:lnTo>
                    <a:pt x="856" y="396"/>
                  </a:lnTo>
                  <a:lnTo>
                    <a:pt x="849" y="395"/>
                  </a:lnTo>
                  <a:lnTo>
                    <a:pt x="843" y="392"/>
                  </a:lnTo>
                  <a:lnTo>
                    <a:pt x="837" y="390"/>
                  </a:lnTo>
                  <a:lnTo>
                    <a:pt x="832" y="389"/>
                  </a:lnTo>
                  <a:lnTo>
                    <a:pt x="826" y="390"/>
                  </a:lnTo>
                  <a:lnTo>
                    <a:pt x="820" y="390"/>
                  </a:lnTo>
                  <a:lnTo>
                    <a:pt x="815" y="388"/>
                  </a:lnTo>
                  <a:lnTo>
                    <a:pt x="813" y="383"/>
                  </a:lnTo>
                  <a:lnTo>
                    <a:pt x="811" y="379"/>
                  </a:lnTo>
                  <a:lnTo>
                    <a:pt x="806" y="377"/>
                  </a:lnTo>
                  <a:lnTo>
                    <a:pt x="798" y="377"/>
                  </a:lnTo>
                  <a:lnTo>
                    <a:pt x="790" y="377"/>
                  </a:lnTo>
                  <a:lnTo>
                    <a:pt x="784" y="374"/>
                  </a:lnTo>
                  <a:lnTo>
                    <a:pt x="784" y="368"/>
                  </a:lnTo>
                  <a:lnTo>
                    <a:pt x="787" y="362"/>
                  </a:lnTo>
                  <a:lnTo>
                    <a:pt x="791" y="357"/>
                  </a:lnTo>
                  <a:lnTo>
                    <a:pt x="793" y="352"/>
                  </a:lnTo>
                  <a:lnTo>
                    <a:pt x="794" y="348"/>
                  </a:lnTo>
                  <a:lnTo>
                    <a:pt x="796" y="344"/>
                  </a:lnTo>
                  <a:lnTo>
                    <a:pt x="799" y="340"/>
                  </a:lnTo>
                  <a:lnTo>
                    <a:pt x="798" y="336"/>
                  </a:lnTo>
                  <a:lnTo>
                    <a:pt x="794" y="331"/>
                  </a:lnTo>
                  <a:lnTo>
                    <a:pt x="789" y="325"/>
                  </a:lnTo>
                  <a:lnTo>
                    <a:pt x="788" y="319"/>
                  </a:lnTo>
                  <a:lnTo>
                    <a:pt x="792" y="316"/>
                  </a:lnTo>
                  <a:lnTo>
                    <a:pt x="799" y="314"/>
                  </a:lnTo>
                  <a:lnTo>
                    <a:pt x="804" y="312"/>
                  </a:lnTo>
                  <a:lnTo>
                    <a:pt x="807" y="308"/>
                  </a:lnTo>
                  <a:lnTo>
                    <a:pt x="808" y="303"/>
                  </a:lnTo>
                  <a:lnTo>
                    <a:pt x="811" y="298"/>
                  </a:lnTo>
                  <a:lnTo>
                    <a:pt x="816" y="297"/>
                  </a:lnTo>
                  <a:lnTo>
                    <a:pt x="823" y="299"/>
                  </a:lnTo>
                  <a:lnTo>
                    <a:pt x="829" y="301"/>
                  </a:lnTo>
                  <a:lnTo>
                    <a:pt x="834" y="301"/>
                  </a:lnTo>
                  <a:lnTo>
                    <a:pt x="838" y="299"/>
                  </a:lnTo>
                  <a:lnTo>
                    <a:pt x="843" y="297"/>
                  </a:lnTo>
                  <a:lnTo>
                    <a:pt x="848" y="296"/>
                  </a:lnTo>
                  <a:lnTo>
                    <a:pt x="854" y="295"/>
                  </a:lnTo>
                  <a:lnTo>
                    <a:pt x="861" y="293"/>
                  </a:lnTo>
                  <a:lnTo>
                    <a:pt x="869" y="290"/>
                  </a:lnTo>
                  <a:lnTo>
                    <a:pt x="877" y="289"/>
                  </a:lnTo>
                  <a:lnTo>
                    <a:pt x="883" y="293"/>
                  </a:lnTo>
                  <a:lnTo>
                    <a:pt x="885" y="301"/>
                  </a:lnTo>
                  <a:lnTo>
                    <a:pt x="886" y="308"/>
                  </a:lnTo>
                  <a:lnTo>
                    <a:pt x="889" y="313"/>
                  </a:lnTo>
                  <a:lnTo>
                    <a:pt x="895" y="314"/>
                  </a:lnTo>
                  <a:lnTo>
                    <a:pt x="903" y="315"/>
                  </a:lnTo>
                  <a:lnTo>
                    <a:pt x="909" y="318"/>
                  </a:lnTo>
                  <a:lnTo>
                    <a:pt x="912" y="322"/>
                  </a:lnTo>
                  <a:lnTo>
                    <a:pt x="913" y="327"/>
                  </a:lnTo>
                  <a:lnTo>
                    <a:pt x="916" y="331"/>
                  </a:lnTo>
                  <a:lnTo>
                    <a:pt x="921" y="335"/>
                  </a:lnTo>
                  <a:lnTo>
                    <a:pt x="925" y="339"/>
                  </a:lnTo>
                  <a:close/>
                </a:path>
              </a:pathLst>
            </a:custGeom>
            <a:solidFill>
              <a:srgbClr val="86D1BC">
                <a:alpha val="32000"/>
              </a:srgbClr>
            </a:solidFill>
            <a:ln>
              <a:noFill/>
            </a:ln>
          </p:spPr>
          <p:txBody>
            <a:bodyPr anchor="ctr"/>
            <a:lstStyle/>
            <a:p>
              <a:pPr algn="ctr">
                <a:buNone/>
              </a:pPr>
            </a:p>
          </p:txBody>
        </p:sp>
        <p:sp>
          <p:nvSpPr>
            <p:cNvPr id="7166" name="addition:input:165">
              <a:extLst>
                <a:ext uri="{FF2B5EF4-FFF2-40B4-BE49-F238E27FC236}">
                  <ns2:creationId id="{272255D2-3369-416D-B489-3F108A84D030}"/>
                </a:ext>
              </a:extLst>
            </p:cNvPr>
            <p:cNvSpPr>
              <a:spLocks noGrp="1"/>
            </p:cNvSpPr>
            <p:nvPr/>
          </p:nvSpPr>
          <p:spPr>
            <a:xfrm>
              <a:off x="209550" y="5438775"/>
              <a:ext cx="1403970" cy="747933"/>
            </a:xfrm>
            <a:custGeom>
              <a:rect l="l" t="t" r="r" b="b"/>
              <a:pathLst>
                <a:path w="853" h="399">
                  <a:moveTo>
                    <a:pt x="0" y="0"/>
                  </a:moveTo>
                  <a:moveTo>
                    <a:pt x="852" y="349"/>
                  </a:moveTo>
                  <a:lnTo>
                    <a:pt x="848" y="353"/>
                  </a:lnTo>
                  <a:lnTo>
                    <a:pt x="845" y="357"/>
                  </a:lnTo>
                  <a:lnTo>
                    <a:pt x="844" y="361"/>
                  </a:lnTo>
                  <a:lnTo>
                    <a:pt x="842" y="366"/>
                  </a:lnTo>
                  <a:lnTo>
                    <a:pt x="839" y="370"/>
                  </a:lnTo>
                  <a:lnTo>
                    <a:pt x="833" y="372"/>
                  </a:lnTo>
                  <a:lnTo>
                    <a:pt x="826" y="373"/>
                  </a:lnTo>
                  <a:lnTo>
                    <a:pt x="822" y="376"/>
                  </a:lnTo>
                  <a:lnTo>
                    <a:pt x="821" y="381"/>
                  </a:lnTo>
                  <a:lnTo>
                    <a:pt x="821" y="389"/>
                  </a:lnTo>
                  <a:lnTo>
                    <a:pt x="820" y="396"/>
                  </a:lnTo>
                  <a:lnTo>
                    <a:pt x="815" y="399"/>
                  </a:lnTo>
                  <a:lnTo>
                    <a:pt x="808" y="399"/>
                  </a:lnTo>
                  <a:lnTo>
                    <a:pt x="801" y="397"/>
                  </a:lnTo>
                  <a:lnTo>
                    <a:pt x="795" y="396"/>
                  </a:lnTo>
                  <a:lnTo>
                    <a:pt x="790" y="396"/>
                  </a:lnTo>
                  <a:lnTo>
                    <a:pt x="786" y="395"/>
                  </a:lnTo>
                  <a:lnTo>
                    <a:pt x="781" y="393"/>
                  </a:lnTo>
                  <a:lnTo>
                    <a:pt x="777" y="391"/>
                  </a:lnTo>
                  <a:lnTo>
                    <a:pt x="773" y="392"/>
                  </a:lnTo>
                  <a:lnTo>
                    <a:pt x="768" y="394"/>
                  </a:lnTo>
                  <a:lnTo>
                    <a:pt x="763" y="396"/>
                  </a:lnTo>
                  <a:lnTo>
                    <a:pt x="758" y="394"/>
                  </a:lnTo>
                  <a:lnTo>
                    <a:pt x="756" y="390"/>
                  </a:lnTo>
                  <a:lnTo>
                    <a:pt x="754" y="386"/>
                  </a:lnTo>
                  <a:lnTo>
                    <a:pt x="750" y="383"/>
                  </a:lnTo>
                  <a:lnTo>
                    <a:pt x="745" y="382"/>
                  </a:lnTo>
                  <a:lnTo>
                    <a:pt x="738" y="381"/>
                  </a:lnTo>
                  <a:lnTo>
                    <a:pt x="735" y="377"/>
                  </a:lnTo>
                  <a:lnTo>
                    <a:pt x="736" y="371"/>
                  </a:lnTo>
                  <a:lnTo>
                    <a:pt x="739" y="365"/>
                  </a:lnTo>
                  <a:lnTo>
                    <a:pt x="742" y="360"/>
                  </a:lnTo>
                  <a:lnTo>
                    <a:pt x="741" y="356"/>
                  </a:lnTo>
                  <a:lnTo>
                    <a:pt x="739" y="352"/>
                  </a:lnTo>
                  <a:lnTo>
                    <a:pt x="738" y="349"/>
                  </a:lnTo>
                  <a:lnTo>
                    <a:pt x="736" y="344"/>
                  </a:lnTo>
                  <a:lnTo>
                    <a:pt x="734" y="340"/>
                  </a:lnTo>
                  <a:lnTo>
                    <a:pt x="729" y="335"/>
                  </a:lnTo>
                  <a:lnTo>
                    <a:pt x="726" y="329"/>
                  </a:lnTo>
                  <a:lnTo>
                    <a:pt x="726" y="324"/>
                  </a:lnTo>
                  <a:lnTo>
                    <a:pt x="731" y="321"/>
                  </a:lnTo>
                  <a:lnTo>
                    <a:pt x="738" y="320"/>
                  </a:lnTo>
                  <a:lnTo>
                    <a:pt x="744" y="319"/>
                  </a:lnTo>
                  <a:lnTo>
                    <a:pt x="747" y="316"/>
                  </a:lnTo>
                  <a:lnTo>
                    <a:pt x="748" y="311"/>
                  </a:lnTo>
                  <a:lnTo>
                    <a:pt x="751" y="307"/>
                  </a:lnTo>
                  <a:lnTo>
                    <a:pt x="755" y="305"/>
                  </a:lnTo>
                  <a:lnTo>
                    <a:pt x="761" y="306"/>
                  </a:lnTo>
                  <a:lnTo>
                    <a:pt x="766" y="306"/>
                  </a:lnTo>
                  <a:lnTo>
                    <a:pt x="771" y="305"/>
                  </a:lnTo>
                  <a:lnTo>
                    <a:pt x="775" y="301"/>
                  </a:lnTo>
                  <a:lnTo>
                    <a:pt x="780" y="299"/>
                  </a:lnTo>
                  <a:lnTo>
                    <a:pt x="786" y="297"/>
                  </a:lnTo>
                  <a:lnTo>
                    <a:pt x="792" y="297"/>
                  </a:lnTo>
                  <a:lnTo>
                    <a:pt x="799" y="297"/>
                  </a:lnTo>
                  <a:lnTo>
                    <a:pt x="806" y="297"/>
                  </a:lnTo>
                  <a:lnTo>
                    <a:pt x="812" y="298"/>
                  </a:lnTo>
                  <a:lnTo>
                    <a:pt x="817" y="303"/>
                  </a:lnTo>
                  <a:lnTo>
                    <a:pt x="818" y="310"/>
                  </a:lnTo>
                  <a:lnTo>
                    <a:pt x="819" y="317"/>
                  </a:lnTo>
                  <a:lnTo>
                    <a:pt x="822" y="320"/>
                  </a:lnTo>
                  <a:lnTo>
                    <a:pt x="829" y="320"/>
                  </a:lnTo>
                  <a:lnTo>
                    <a:pt x="837" y="320"/>
                  </a:lnTo>
                  <a:lnTo>
                    <a:pt x="844" y="322"/>
                  </a:lnTo>
                  <a:lnTo>
                    <a:pt x="847" y="326"/>
                  </a:lnTo>
                  <a:lnTo>
                    <a:pt x="848" y="331"/>
                  </a:lnTo>
                  <a:lnTo>
                    <a:pt x="849" y="335"/>
                  </a:lnTo>
                  <a:lnTo>
                    <a:pt x="851" y="339"/>
                  </a:lnTo>
                  <a:lnTo>
                    <a:pt x="853" y="344"/>
                  </a:lnTo>
                  <a:close/>
                </a:path>
              </a:pathLst>
            </a:custGeom>
            <a:solidFill>
              <a:srgbClr val="86D1BC">
                <a:alpha val="32000"/>
              </a:srgbClr>
            </a:solidFill>
            <a:ln>
              <a:noFill/>
            </a:ln>
          </p:spPr>
          <p:txBody>
            <a:bodyPr anchor="ctr"/>
            <a:lstStyle/>
            <a:p>
              <a:pPr algn="ctr">
                <a:buNone/>
              </a:pPr>
            </a:p>
          </p:txBody>
        </p:sp>
        <p:sp>
          <p:nvSpPr>
            <p:cNvPr id="7167" name="addition:input:166">
              <a:extLst>
                <a:ext uri="{FF2B5EF4-FFF2-40B4-BE49-F238E27FC236}">
                  <ns2:creationId id="{1480D8AA-6C97-492F-8B8F-BE0A402D085B}"/>
                </a:ext>
              </a:extLst>
            </p:cNvPr>
            <p:cNvSpPr>
              <a:spLocks noGrp="1"/>
            </p:cNvSpPr>
            <p:nvPr/>
          </p:nvSpPr>
          <p:spPr>
            <a:xfrm>
              <a:off x="209550" y="5438775"/>
              <a:ext cx="1303569" cy="701070"/>
            </a:xfrm>
            <a:custGeom>
              <a:rect l="l" t="t" r="r" b="b"/>
              <a:pathLst>
                <a:path w="792" h="374">
                  <a:moveTo>
                    <a:pt x="0" y="0"/>
                  </a:moveTo>
                  <a:moveTo>
                    <a:pt x="792" y="331"/>
                  </a:moveTo>
                  <a:lnTo>
                    <a:pt x="789" y="335"/>
                  </a:lnTo>
                  <a:lnTo>
                    <a:pt x="783" y="338"/>
                  </a:lnTo>
                  <a:lnTo>
                    <a:pt x="776" y="340"/>
                  </a:lnTo>
                  <a:lnTo>
                    <a:pt x="772" y="343"/>
                  </a:lnTo>
                  <a:lnTo>
                    <a:pt x="771" y="346"/>
                  </a:lnTo>
                  <a:lnTo>
                    <a:pt x="771" y="350"/>
                  </a:lnTo>
                  <a:lnTo>
                    <a:pt x="771" y="355"/>
                  </a:lnTo>
                  <a:lnTo>
                    <a:pt x="769" y="358"/>
                  </a:lnTo>
                  <a:lnTo>
                    <a:pt x="766" y="362"/>
                  </a:lnTo>
                  <a:lnTo>
                    <a:pt x="764" y="366"/>
                  </a:lnTo>
                  <a:lnTo>
                    <a:pt x="761" y="370"/>
                  </a:lnTo>
                  <a:lnTo>
                    <a:pt x="757" y="371"/>
                  </a:lnTo>
                  <a:lnTo>
                    <a:pt x="752" y="371"/>
                  </a:lnTo>
                  <a:lnTo>
                    <a:pt x="747" y="369"/>
                  </a:lnTo>
                  <a:lnTo>
                    <a:pt x="743" y="368"/>
                  </a:lnTo>
                  <a:lnTo>
                    <a:pt x="739" y="370"/>
                  </a:lnTo>
                  <a:lnTo>
                    <a:pt x="736" y="373"/>
                  </a:lnTo>
                  <a:lnTo>
                    <a:pt x="732" y="374"/>
                  </a:lnTo>
                  <a:lnTo>
                    <a:pt x="729" y="371"/>
                  </a:lnTo>
                  <a:lnTo>
                    <a:pt x="726" y="367"/>
                  </a:lnTo>
                  <a:lnTo>
                    <a:pt x="724" y="365"/>
                  </a:lnTo>
                  <a:lnTo>
                    <a:pt x="720" y="365"/>
                  </a:lnTo>
                  <a:lnTo>
                    <a:pt x="716" y="367"/>
                  </a:lnTo>
                  <a:lnTo>
                    <a:pt x="710" y="368"/>
                  </a:lnTo>
                  <a:lnTo>
                    <a:pt x="706" y="367"/>
                  </a:lnTo>
                  <a:lnTo>
                    <a:pt x="704" y="364"/>
                  </a:lnTo>
                  <a:lnTo>
                    <a:pt x="701" y="361"/>
                  </a:lnTo>
                  <a:lnTo>
                    <a:pt x="699" y="357"/>
                  </a:lnTo>
                  <a:lnTo>
                    <a:pt x="698" y="353"/>
                  </a:lnTo>
                  <a:lnTo>
                    <a:pt x="699" y="348"/>
                  </a:lnTo>
                  <a:lnTo>
                    <a:pt x="702" y="343"/>
                  </a:lnTo>
                  <a:lnTo>
                    <a:pt x="703" y="340"/>
                  </a:lnTo>
                  <a:lnTo>
                    <a:pt x="700" y="337"/>
                  </a:lnTo>
                  <a:lnTo>
                    <a:pt x="695" y="334"/>
                  </a:lnTo>
                  <a:lnTo>
                    <a:pt x="689" y="331"/>
                  </a:lnTo>
                  <a:lnTo>
                    <a:pt x="688" y="327"/>
                  </a:lnTo>
                  <a:lnTo>
                    <a:pt x="689" y="323"/>
                  </a:lnTo>
                  <a:lnTo>
                    <a:pt x="692" y="320"/>
                  </a:lnTo>
                  <a:lnTo>
                    <a:pt x="693" y="316"/>
                  </a:lnTo>
                  <a:lnTo>
                    <a:pt x="692" y="312"/>
                  </a:lnTo>
                  <a:lnTo>
                    <a:pt x="691" y="308"/>
                  </a:lnTo>
                  <a:lnTo>
                    <a:pt x="693" y="304"/>
                  </a:lnTo>
                  <a:lnTo>
                    <a:pt x="697" y="302"/>
                  </a:lnTo>
                  <a:lnTo>
                    <a:pt x="701" y="301"/>
                  </a:lnTo>
                  <a:lnTo>
                    <a:pt x="705" y="299"/>
                  </a:lnTo>
                  <a:lnTo>
                    <a:pt x="708" y="298"/>
                  </a:lnTo>
                  <a:lnTo>
                    <a:pt x="712" y="296"/>
                  </a:lnTo>
                  <a:lnTo>
                    <a:pt x="716" y="297"/>
                  </a:lnTo>
                  <a:lnTo>
                    <a:pt x="720" y="296"/>
                  </a:lnTo>
                  <a:lnTo>
                    <a:pt x="724" y="294"/>
                  </a:lnTo>
                  <a:lnTo>
                    <a:pt x="727" y="289"/>
                  </a:lnTo>
                  <a:lnTo>
                    <a:pt x="732" y="283"/>
                  </a:lnTo>
                  <a:lnTo>
                    <a:pt x="737" y="281"/>
                  </a:lnTo>
                  <a:lnTo>
                    <a:pt x="742" y="283"/>
                  </a:lnTo>
                  <a:lnTo>
                    <a:pt x="747" y="288"/>
                  </a:lnTo>
                  <a:lnTo>
                    <a:pt x="750" y="292"/>
                  </a:lnTo>
                  <a:lnTo>
                    <a:pt x="754" y="295"/>
                  </a:lnTo>
                  <a:lnTo>
                    <a:pt x="759" y="296"/>
                  </a:lnTo>
                  <a:lnTo>
                    <a:pt x="763" y="297"/>
                  </a:lnTo>
                  <a:lnTo>
                    <a:pt x="766" y="300"/>
                  </a:lnTo>
                  <a:lnTo>
                    <a:pt x="769" y="303"/>
                  </a:lnTo>
                  <a:lnTo>
                    <a:pt x="772" y="305"/>
                  </a:lnTo>
                  <a:lnTo>
                    <a:pt x="777" y="307"/>
                  </a:lnTo>
                  <a:lnTo>
                    <a:pt x="781" y="309"/>
                  </a:lnTo>
                  <a:lnTo>
                    <a:pt x="783" y="312"/>
                  </a:lnTo>
                  <a:lnTo>
                    <a:pt x="783" y="316"/>
                  </a:lnTo>
                  <a:lnTo>
                    <a:pt x="784" y="320"/>
                  </a:lnTo>
                  <a:lnTo>
                    <a:pt x="787" y="323"/>
                  </a:lnTo>
                  <a:lnTo>
                    <a:pt x="790" y="327"/>
                  </a:lnTo>
                  <a:close/>
                </a:path>
              </a:pathLst>
            </a:custGeom>
            <a:solidFill>
              <a:srgbClr val="86D1BC">
                <a:alpha val="32000"/>
              </a:srgbClr>
            </a:solidFill>
            <a:ln>
              <a:noFill/>
            </a:ln>
          </p:spPr>
          <p:txBody>
            <a:bodyPr anchor="ctr"/>
            <a:lstStyle/>
            <a:p>
              <a:pPr algn="ctr">
                <a:buNone/>
              </a:pPr>
            </a:p>
          </p:txBody>
        </p:sp>
        <p:sp>
          <p:nvSpPr>
            <p:cNvPr id="7168" name="addition:input:167">
              <a:extLst>
                <a:ext uri="{FF2B5EF4-FFF2-40B4-BE49-F238E27FC236}">
                  <ns2:creationId id="{8EFC9DA0-F183-419E-B2E7-19A358B86701}"/>
                </a:ext>
              </a:extLst>
            </p:cNvPr>
            <p:cNvSpPr>
              <a:spLocks noGrp="1"/>
            </p:cNvSpPr>
            <p:nvPr/>
          </p:nvSpPr>
          <p:spPr>
            <a:xfrm>
              <a:off x="209550" y="5438775"/>
              <a:ext cx="1476390" cy="721690"/>
            </a:xfrm>
            <a:custGeom>
              <a:rect l="l" t="t" r="r" b="b"/>
              <a:pathLst>
                <a:path w="897" h="385">
                  <a:moveTo>
                    <a:pt x="0" y="0"/>
                  </a:moveTo>
                  <a:moveTo>
                    <a:pt x="896" y="324"/>
                  </a:moveTo>
                  <a:lnTo>
                    <a:pt x="896" y="329"/>
                  </a:lnTo>
                  <a:lnTo>
                    <a:pt x="897" y="334"/>
                  </a:lnTo>
                  <a:lnTo>
                    <a:pt x="895" y="339"/>
                  </a:lnTo>
                  <a:lnTo>
                    <a:pt x="891" y="343"/>
                  </a:lnTo>
                  <a:lnTo>
                    <a:pt x="885" y="346"/>
                  </a:lnTo>
                  <a:lnTo>
                    <a:pt x="881" y="350"/>
                  </a:lnTo>
                  <a:lnTo>
                    <a:pt x="879" y="355"/>
                  </a:lnTo>
                  <a:lnTo>
                    <a:pt x="875" y="359"/>
                  </a:lnTo>
                  <a:lnTo>
                    <a:pt x="869" y="361"/>
                  </a:lnTo>
                  <a:lnTo>
                    <a:pt x="860" y="361"/>
                  </a:lnTo>
                  <a:lnTo>
                    <a:pt x="853" y="362"/>
                  </a:lnTo>
                  <a:lnTo>
                    <a:pt x="849" y="366"/>
                  </a:lnTo>
                  <a:lnTo>
                    <a:pt x="846" y="374"/>
                  </a:lnTo>
                  <a:lnTo>
                    <a:pt x="842" y="381"/>
                  </a:lnTo>
                  <a:lnTo>
                    <a:pt x="835" y="385"/>
                  </a:lnTo>
                  <a:lnTo>
                    <a:pt x="826" y="384"/>
                  </a:lnTo>
                  <a:lnTo>
                    <a:pt x="818" y="380"/>
                  </a:lnTo>
                  <a:lnTo>
                    <a:pt x="811" y="377"/>
                  </a:lnTo>
                  <a:lnTo>
                    <a:pt x="805" y="375"/>
                  </a:lnTo>
                  <a:lnTo>
                    <a:pt x="799" y="373"/>
                  </a:lnTo>
                  <a:lnTo>
                    <a:pt x="794" y="370"/>
                  </a:lnTo>
                  <a:lnTo>
                    <a:pt x="789" y="367"/>
                  </a:lnTo>
                  <a:lnTo>
                    <a:pt x="784" y="366"/>
                  </a:lnTo>
                  <a:lnTo>
                    <a:pt x="777" y="366"/>
                  </a:lnTo>
                  <a:lnTo>
                    <a:pt x="769" y="367"/>
                  </a:lnTo>
                  <a:lnTo>
                    <a:pt x="763" y="365"/>
                  </a:lnTo>
                  <a:lnTo>
                    <a:pt x="761" y="361"/>
                  </a:lnTo>
                  <a:lnTo>
                    <a:pt x="761" y="355"/>
                  </a:lnTo>
                  <a:lnTo>
                    <a:pt x="760" y="350"/>
                  </a:lnTo>
                  <a:lnTo>
                    <a:pt x="755" y="347"/>
                  </a:lnTo>
                  <a:lnTo>
                    <a:pt x="749" y="344"/>
                  </a:lnTo>
                  <a:lnTo>
                    <a:pt x="745" y="340"/>
                  </a:lnTo>
                  <a:lnTo>
                    <a:pt x="748" y="334"/>
                  </a:lnTo>
                  <a:lnTo>
                    <a:pt x="754" y="328"/>
                  </a:lnTo>
                  <a:lnTo>
                    <a:pt x="761" y="324"/>
                  </a:lnTo>
                  <a:lnTo>
                    <a:pt x="764" y="319"/>
                  </a:lnTo>
                  <a:lnTo>
                    <a:pt x="764" y="315"/>
                  </a:lnTo>
                  <a:lnTo>
                    <a:pt x="763" y="310"/>
                  </a:lnTo>
                  <a:lnTo>
                    <a:pt x="763" y="306"/>
                  </a:lnTo>
                  <a:lnTo>
                    <a:pt x="763" y="301"/>
                  </a:lnTo>
                  <a:lnTo>
                    <a:pt x="762" y="295"/>
                  </a:lnTo>
                  <a:lnTo>
                    <a:pt x="760" y="288"/>
                  </a:lnTo>
                  <a:lnTo>
                    <a:pt x="761" y="282"/>
                  </a:lnTo>
                  <a:lnTo>
                    <a:pt x="767" y="279"/>
                  </a:lnTo>
                  <a:lnTo>
                    <a:pt x="776" y="280"/>
                  </a:lnTo>
                  <a:lnTo>
                    <a:pt x="785" y="282"/>
                  </a:lnTo>
                  <a:lnTo>
                    <a:pt x="790" y="281"/>
                  </a:lnTo>
                  <a:lnTo>
                    <a:pt x="793" y="277"/>
                  </a:lnTo>
                  <a:lnTo>
                    <a:pt x="796" y="273"/>
                  </a:lnTo>
                  <a:lnTo>
                    <a:pt x="801" y="271"/>
                  </a:lnTo>
                  <a:lnTo>
                    <a:pt x="806" y="272"/>
                  </a:lnTo>
                  <a:lnTo>
                    <a:pt x="812" y="274"/>
                  </a:lnTo>
                  <a:lnTo>
                    <a:pt x="817" y="274"/>
                  </a:lnTo>
                  <a:lnTo>
                    <a:pt x="823" y="272"/>
                  </a:lnTo>
                  <a:lnTo>
                    <a:pt x="829" y="270"/>
                  </a:lnTo>
                  <a:lnTo>
                    <a:pt x="836" y="270"/>
                  </a:lnTo>
                  <a:lnTo>
                    <a:pt x="842" y="271"/>
                  </a:lnTo>
                  <a:lnTo>
                    <a:pt x="849" y="273"/>
                  </a:lnTo>
                  <a:lnTo>
                    <a:pt x="856" y="274"/>
                  </a:lnTo>
                  <a:lnTo>
                    <a:pt x="863" y="277"/>
                  </a:lnTo>
                  <a:lnTo>
                    <a:pt x="867" y="282"/>
                  </a:lnTo>
                  <a:lnTo>
                    <a:pt x="867" y="289"/>
                  </a:lnTo>
                  <a:lnTo>
                    <a:pt x="865" y="297"/>
                  </a:lnTo>
                  <a:lnTo>
                    <a:pt x="866" y="302"/>
                  </a:lnTo>
                  <a:lnTo>
                    <a:pt x="872" y="304"/>
                  </a:lnTo>
                  <a:lnTo>
                    <a:pt x="882" y="306"/>
                  </a:lnTo>
                  <a:lnTo>
                    <a:pt x="892" y="308"/>
                  </a:lnTo>
                  <a:lnTo>
                    <a:pt x="896" y="313"/>
                  </a:lnTo>
                  <a:lnTo>
                    <a:pt x="897" y="318"/>
                  </a:lnTo>
                  <a:close/>
                </a:path>
              </a:pathLst>
            </a:custGeom>
            <a:solidFill>
              <a:srgbClr val="86D1BC">
                <a:alpha val="32000"/>
              </a:srgbClr>
            </a:solidFill>
            <a:ln>
              <a:noFill/>
            </a:ln>
          </p:spPr>
          <p:txBody>
            <a:bodyPr anchor="ctr"/>
            <a:lstStyle/>
            <a:p>
              <a:pPr algn="ctr">
                <a:buNone/>
              </a:pPr>
            </a:p>
          </p:txBody>
        </p:sp>
        <p:sp>
          <p:nvSpPr>
            <p:cNvPr id="7169" name="addition:input:168">
              <a:extLst>
                <a:ext uri="{FF2B5EF4-FFF2-40B4-BE49-F238E27FC236}">
                  <ns2:creationId id="{CDB6C267-B660-47C1-9BB6-97AB76060EE0}"/>
                </a:ext>
              </a:extLst>
            </p:cNvPr>
            <p:cNvSpPr>
              <a:spLocks noGrp="1"/>
            </p:cNvSpPr>
            <p:nvPr/>
          </p:nvSpPr>
          <p:spPr>
            <a:xfrm>
              <a:off x="209550" y="5438775"/>
              <a:ext cx="1510955" cy="774177"/>
            </a:xfrm>
            <a:custGeom>
              <a:rect l="l" t="t" r="r" b="b"/>
              <a:pathLst>
                <a:path w="918" h="413">
                  <a:moveTo>
                    <a:pt x="0" y="0"/>
                  </a:moveTo>
                  <a:moveTo>
                    <a:pt x="914" y="314"/>
                  </a:moveTo>
                  <a:lnTo>
                    <a:pt x="915" y="322"/>
                  </a:lnTo>
                  <a:lnTo>
                    <a:pt x="912" y="329"/>
                  </a:lnTo>
                  <a:lnTo>
                    <a:pt x="909" y="337"/>
                  </a:lnTo>
                  <a:lnTo>
                    <a:pt x="910" y="345"/>
                  </a:lnTo>
                  <a:lnTo>
                    <a:pt x="913" y="354"/>
                  </a:lnTo>
                  <a:lnTo>
                    <a:pt x="912" y="362"/>
                  </a:lnTo>
                  <a:lnTo>
                    <a:pt x="906" y="369"/>
                  </a:lnTo>
                  <a:lnTo>
                    <a:pt x="900" y="374"/>
                  </a:lnTo>
                  <a:lnTo>
                    <a:pt x="895" y="381"/>
                  </a:lnTo>
                  <a:lnTo>
                    <a:pt x="890" y="387"/>
                  </a:lnTo>
                  <a:lnTo>
                    <a:pt x="883" y="392"/>
                  </a:lnTo>
                  <a:lnTo>
                    <a:pt x="872" y="391"/>
                  </a:lnTo>
                  <a:lnTo>
                    <a:pt x="860" y="386"/>
                  </a:lnTo>
                  <a:lnTo>
                    <a:pt x="850" y="382"/>
                  </a:lnTo>
                  <a:lnTo>
                    <a:pt x="844" y="385"/>
                  </a:lnTo>
                  <a:lnTo>
                    <a:pt x="838" y="395"/>
                  </a:lnTo>
                  <a:lnTo>
                    <a:pt x="830" y="407"/>
                  </a:lnTo>
                  <a:lnTo>
                    <a:pt x="819" y="413"/>
                  </a:lnTo>
                  <a:lnTo>
                    <a:pt x="808" y="412"/>
                  </a:lnTo>
                  <a:lnTo>
                    <a:pt x="797" y="407"/>
                  </a:lnTo>
                  <a:lnTo>
                    <a:pt x="787" y="402"/>
                  </a:lnTo>
                  <a:lnTo>
                    <a:pt x="777" y="399"/>
                  </a:lnTo>
                  <a:lnTo>
                    <a:pt x="767" y="394"/>
                  </a:lnTo>
                  <a:lnTo>
                    <a:pt x="760" y="387"/>
                  </a:lnTo>
                  <a:lnTo>
                    <a:pt x="754" y="378"/>
                  </a:lnTo>
                  <a:lnTo>
                    <a:pt x="748" y="372"/>
                  </a:lnTo>
                  <a:lnTo>
                    <a:pt x="738" y="369"/>
                  </a:lnTo>
                  <a:lnTo>
                    <a:pt x="726" y="365"/>
                  </a:lnTo>
                  <a:lnTo>
                    <a:pt x="718" y="360"/>
                  </a:lnTo>
                  <a:lnTo>
                    <a:pt x="716" y="351"/>
                  </a:lnTo>
                  <a:lnTo>
                    <a:pt x="717" y="342"/>
                  </a:lnTo>
                  <a:lnTo>
                    <a:pt x="713" y="335"/>
                  </a:lnTo>
                  <a:lnTo>
                    <a:pt x="703" y="330"/>
                  </a:lnTo>
                  <a:lnTo>
                    <a:pt x="689" y="323"/>
                  </a:lnTo>
                  <a:lnTo>
                    <a:pt x="681" y="314"/>
                  </a:lnTo>
                  <a:lnTo>
                    <a:pt x="684" y="305"/>
                  </a:lnTo>
                  <a:lnTo>
                    <a:pt x="695" y="297"/>
                  </a:lnTo>
                  <a:lnTo>
                    <a:pt x="708" y="291"/>
                  </a:lnTo>
                  <a:lnTo>
                    <a:pt x="717" y="285"/>
                  </a:lnTo>
                  <a:lnTo>
                    <a:pt x="723" y="279"/>
                  </a:lnTo>
                  <a:lnTo>
                    <a:pt x="730" y="273"/>
                  </a:lnTo>
                  <a:lnTo>
                    <a:pt x="738" y="268"/>
                  </a:lnTo>
                  <a:lnTo>
                    <a:pt x="744" y="262"/>
                  </a:lnTo>
                  <a:lnTo>
                    <a:pt x="747" y="253"/>
                  </a:lnTo>
                  <a:lnTo>
                    <a:pt x="749" y="242"/>
                  </a:lnTo>
                  <a:lnTo>
                    <a:pt x="754" y="231"/>
                  </a:lnTo>
                  <a:lnTo>
                    <a:pt x="765" y="227"/>
                  </a:lnTo>
                  <a:lnTo>
                    <a:pt x="778" y="229"/>
                  </a:lnTo>
                  <a:lnTo>
                    <a:pt x="791" y="232"/>
                  </a:lnTo>
                  <a:lnTo>
                    <a:pt x="801" y="231"/>
                  </a:lnTo>
                  <a:lnTo>
                    <a:pt x="810" y="225"/>
                  </a:lnTo>
                  <a:lnTo>
                    <a:pt x="819" y="220"/>
                  </a:lnTo>
                  <a:lnTo>
                    <a:pt x="829" y="221"/>
                  </a:lnTo>
                  <a:lnTo>
                    <a:pt x="838" y="227"/>
                  </a:lnTo>
                  <a:lnTo>
                    <a:pt x="845" y="236"/>
                  </a:lnTo>
                  <a:lnTo>
                    <a:pt x="851" y="241"/>
                  </a:lnTo>
                  <a:lnTo>
                    <a:pt x="859" y="241"/>
                  </a:lnTo>
                  <a:lnTo>
                    <a:pt x="867" y="241"/>
                  </a:lnTo>
                  <a:lnTo>
                    <a:pt x="876" y="243"/>
                  </a:lnTo>
                  <a:lnTo>
                    <a:pt x="883" y="245"/>
                  </a:lnTo>
                  <a:lnTo>
                    <a:pt x="892" y="248"/>
                  </a:lnTo>
                  <a:lnTo>
                    <a:pt x="904" y="249"/>
                  </a:lnTo>
                  <a:lnTo>
                    <a:pt x="914" y="253"/>
                  </a:lnTo>
                  <a:lnTo>
                    <a:pt x="918" y="262"/>
                  </a:lnTo>
                  <a:lnTo>
                    <a:pt x="913" y="273"/>
                  </a:lnTo>
                  <a:lnTo>
                    <a:pt x="903" y="285"/>
                  </a:lnTo>
                  <a:lnTo>
                    <a:pt x="896" y="294"/>
                  </a:lnTo>
                  <a:lnTo>
                    <a:pt x="899" y="300"/>
                  </a:lnTo>
                  <a:lnTo>
                    <a:pt x="907" y="307"/>
                  </a:lnTo>
                  <a:close/>
                </a:path>
              </a:pathLst>
            </a:custGeom>
            <a:solidFill>
              <a:srgbClr val="56BFA2">
                <a:alpha val="37000"/>
              </a:srgbClr>
            </a:solidFill>
            <a:ln>
              <a:noFill/>
            </a:ln>
          </p:spPr>
          <p:txBody>
            <a:bodyPr anchor="ctr"/>
            <a:lstStyle/>
            <a:p>
              <a:pPr algn="ctr">
                <a:buNone/>
              </a:pPr>
            </a:p>
          </p:txBody>
        </p:sp>
        <p:sp>
          <p:nvSpPr>
            <p:cNvPr id="7170" name="addition:input:169">
              <a:extLst>
                <a:ext uri="{FF2B5EF4-FFF2-40B4-BE49-F238E27FC236}">
                  <ns2:creationId id="{1C070F34-16E7-45EB-9979-E52E0C9DE46C}"/>
                </a:ext>
              </a:extLst>
            </p:cNvPr>
            <p:cNvSpPr>
              <a:spLocks noGrp="1"/>
            </p:cNvSpPr>
            <p:nvPr/>
          </p:nvSpPr>
          <p:spPr>
            <a:xfrm>
              <a:off x="209550" y="5438775"/>
              <a:ext cx="1361176" cy="622341"/>
            </a:xfrm>
            <a:custGeom>
              <a:rect l="l" t="t" r="r" b="b"/>
              <a:pathLst>
                <a:path w="827" h="332">
                  <a:moveTo>
                    <a:pt x="0" y="0"/>
                  </a:moveTo>
                  <a:moveTo>
                    <a:pt x="818" y="293"/>
                  </a:moveTo>
                  <a:lnTo>
                    <a:pt x="813" y="296"/>
                  </a:lnTo>
                  <a:lnTo>
                    <a:pt x="811" y="298"/>
                  </a:lnTo>
                  <a:lnTo>
                    <a:pt x="811" y="302"/>
                  </a:lnTo>
                  <a:lnTo>
                    <a:pt x="812" y="306"/>
                  </a:lnTo>
                  <a:lnTo>
                    <a:pt x="812" y="309"/>
                  </a:lnTo>
                  <a:lnTo>
                    <a:pt x="811" y="313"/>
                  </a:lnTo>
                  <a:lnTo>
                    <a:pt x="810" y="317"/>
                  </a:lnTo>
                  <a:lnTo>
                    <a:pt x="809" y="321"/>
                  </a:lnTo>
                  <a:lnTo>
                    <a:pt x="807" y="324"/>
                  </a:lnTo>
                  <a:lnTo>
                    <a:pt x="804" y="326"/>
                  </a:lnTo>
                  <a:lnTo>
                    <a:pt x="799" y="326"/>
                  </a:lnTo>
                  <a:lnTo>
                    <a:pt x="794" y="326"/>
                  </a:lnTo>
                  <a:lnTo>
                    <a:pt x="791" y="327"/>
                  </a:lnTo>
                  <a:lnTo>
                    <a:pt x="789" y="330"/>
                  </a:lnTo>
                  <a:lnTo>
                    <a:pt x="786" y="332"/>
                  </a:lnTo>
                  <a:lnTo>
                    <a:pt x="783" y="332"/>
                  </a:lnTo>
                  <a:lnTo>
                    <a:pt x="779" y="330"/>
                  </a:lnTo>
                  <a:lnTo>
                    <a:pt x="776" y="327"/>
                  </a:lnTo>
                  <a:lnTo>
                    <a:pt x="774" y="326"/>
                  </a:lnTo>
                  <a:lnTo>
                    <a:pt x="770" y="328"/>
                  </a:lnTo>
                  <a:lnTo>
                    <a:pt x="766" y="331"/>
                  </a:lnTo>
                  <a:lnTo>
                    <a:pt x="761" y="332"/>
                  </a:lnTo>
                  <a:lnTo>
                    <a:pt x="757" y="331"/>
                  </a:lnTo>
                  <a:lnTo>
                    <a:pt x="754" y="329"/>
                  </a:lnTo>
                  <a:lnTo>
                    <a:pt x="750" y="326"/>
                  </a:lnTo>
                  <a:lnTo>
                    <a:pt x="747" y="324"/>
                  </a:lnTo>
                  <a:lnTo>
                    <a:pt x="746" y="320"/>
                  </a:lnTo>
                  <a:lnTo>
                    <a:pt x="746" y="315"/>
                  </a:lnTo>
                  <a:lnTo>
                    <a:pt x="747" y="310"/>
                  </a:lnTo>
                  <a:lnTo>
                    <a:pt x="747" y="307"/>
                  </a:lnTo>
                  <a:lnTo>
                    <a:pt x="743" y="305"/>
                  </a:lnTo>
                  <a:lnTo>
                    <a:pt x="737" y="303"/>
                  </a:lnTo>
                  <a:lnTo>
                    <a:pt x="732" y="300"/>
                  </a:lnTo>
                  <a:lnTo>
                    <a:pt x="730" y="296"/>
                  </a:lnTo>
                  <a:lnTo>
                    <a:pt x="732" y="293"/>
                  </a:lnTo>
                  <a:lnTo>
                    <a:pt x="733" y="289"/>
                  </a:lnTo>
                  <a:lnTo>
                    <a:pt x="732" y="286"/>
                  </a:lnTo>
                  <a:lnTo>
                    <a:pt x="730" y="282"/>
                  </a:lnTo>
                  <a:lnTo>
                    <a:pt x="729" y="277"/>
                  </a:lnTo>
                  <a:lnTo>
                    <a:pt x="731" y="274"/>
                  </a:lnTo>
                  <a:lnTo>
                    <a:pt x="735" y="272"/>
                  </a:lnTo>
                  <a:lnTo>
                    <a:pt x="738" y="270"/>
                  </a:lnTo>
                  <a:lnTo>
                    <a:pt x="741" y="267"/>
                  </a:lnTo>
                  <a:lnTo>
                    <a:pt x="745" y="265"/>
                  </a:lnTo>
                  <a:lnTo>
                    <a:pt x="749" y="264"/>
                  </a:lnTo>
                  <a:lnTo>
                    <a:pt x="753" y="264"/>
                  </a:lnTo>
                  <a:lnTo>
                    <a:pt x="757" y="263"/>
                  </a:lnTo>
                  <a:lnTo>
                    <a:pt x="759" y="260"/>
                  </a:lnTo>
                  <a:lnTo>
                    <a:pt x="762" y="254"/>
                  </a:lnTo>
                  <a:lnTo>
                    <a:pt x="765" y="248"/>
                  </a:lnTo>
                  <a:lnTo>
                    <a:pt x="770" y="246"/>
                  </a:lnTo>
                  <a:lnTo>
                    <a:pt x="775" y="248"/>
                  </a:lnTo>
                  <a:lnTo>
                    <a:pt x="780" y="252"/>
                  </a:lnTo>
                  <a:lnTo>
                    <a:pt x="784" y="255"/>
                  </a:lnTo>
                  <a:lnTo>
                    <a:pt x="788" y="256"/>
                  </a:lnTo>
                  <a:lnTo>
                    <a:pt x="793" y="256"/>
                  </a:lnTo>
                  <a:lnTo>
                    <a:pt x="796" y="258"/>
                  </a:lnTo>
                  <a:lnTo>
                    <a:pt x="800" y="260"/>
                  </a:lnTo>
                  <a:lnTo>
                    <a:pt x="802" y="262"/>
                  </a:lnTo>
                  <a:lnTo>
                    <a:pt x="806" y="264"/>
                  </a:lnTo>
                  <a:lnTo>
                    <a:pt x="810" y="265"/>
                  </a:lnTo>
                  <a:lnTo>
                    <a:pt x="813" y="266"/>
                  </a:lnTo>
                  <a:lnTo>
                    <a:pt x="815" y="269"/>
                  </a:lnTo>
                  <a:lnTo>
                    <a:pt x="816" y="273"/>
                  </a:lnTo>
                  <a:lnTo>
                    <a:pt x="818" y="276"/>
                  </a:lnTo>
                  <a:lnTo>
                    <a:pt x="822" y="278"/>
                  </a:lnTo>
                  <a:lnTo>
                    <a:pt x="826" y="281"/>
                  </a:lnTo>
                  <a:lnTo>
                    <a:pt x="827" y="284"/>
                  </a:lnTo>
                  <a:lnTo>
                    <a:pt x="824" y="289"/>
                  </a:lnTo>
                  <a:close/>
                </a:path>
              </a:pathLst>
            </a:custGeom>
            <a:solidFill>
              <a:srgbClr val="41B796">
                <a:alpha val="36000"/>
              </a:srgbClr>
            </a:solidFill>
            <a:ln>
              <a:noFill/>
            </a:ln>
          </p:spPr>
          <p:txBody>
            <a:bodyPr anchor="ctr"/>
            <a:lstStyle/>
            <a:p>
              <a:pPr algn="ctr">
                <a:buNone/>
              </a:pPr>
            </a:p>
          </p:txBody>
        </p:sp>
        <p:sp>
          <p:nvSpPr>
            <p:cNvPr id="7171" name="addition:input:170">
              <a:extLst>
                <a:ext uri="{FF2B5EF4-FFF2-40B4-BE49-F238E27FC236}">
                  <ns2:creationId id="{FE6E40B2-11C2-46D3-8D9D-8B29C634EDDB}"/>
                </a:ext>
              </a:extLst>
            </p:cNvPr>
            <p:cNvSpPr>
              <a:spLocks noGrp="1"/>
            </p:cNvSpPr>
            <p:nvPr/>
          </p:nvSpPr>
          <p:spPr>
            <a:xfrm>
              <a:off x="209550" y="5438775"/>
              <a:ext cx="1450056" cy="588599"/>
            </a:xfrm>
            <a:custGeom>
              <a:rect l="l" t="t" r="r" b="b"/>
              <a:pathLst>
                <a:path w="881" h="314">
                  <a:moveTo>
                    <a:pt x="0" y="0"/>
                  </a:moveTo>
                  <a:moveTo>
                    <a:pt x="879" y="281"/>
                  </a:moveTo>
                  <a:lnTo>
                    <a:pt x="881" y="284"/>
                  </a:lnTo>
                  <a:lnTo>
                    <a:pt x="880" y="287"/>
                  </a:lnTo>
                  <a:lnTo>
                    <a:pt x="877" y="289"/>
                  </a:lnTo>
                  <a:lnTo>
                    <a:pt x="873" y="291"/>
                  </a:lnTo>
                  <a:lnTo>
                    <a:pt x="871" y="293"/>
                  </a:lnTo>
                  <a:lnTo>
                    <a:pt x="871" y="296"/>
                  </a:lnTo>
                  <a:lnTo>
                    <a:pt x="871" y="299"/>
                  </a:lnTo>
                  <a:lnTo>
                    <a:pt x="869" y="301"/>
                  </a:lnTo>
                  <a:lnTo>
                    <a:pt x="865" y="302"/>
                  </a:lnTo>
                  <a:lnTo>
                    <a:pt x="861" y="302"/>
                  </a:lnTo>
                  <a:lnTo>
                    <a:pt x="857" y="302"/>
                  </a:lnTo>
                  <a:lnTo>
                    <a:pt x="855" y="305"/>
                  </a:lnTo>
                  <a:lnTo>
                    <a:pt x="853" y="308"/>
                  </a:lnTo>
                  <a:lnTo>
                    <a:pt x="851" y="311"/>
                  </a:lnTo>
                  <a:lnTo>
                    <a:pt x="847" y="312"/>
                  </a:lnTo>
                  <a:lnTo>
                    <a:pt x="843" y="313"/>
                  </a:lnTo>
                  <a:lnTo>
                    <a:pt x="840" y="314"/>
                  </a:lnTo>
                  <a:lnTo>
                    <a:pt x="836" y="314"/>
                  </a:lnTo>
                  <a:lnTo>
                    <a:pt x="832" y="313"/>
                  </a:lnTo>
                  <a:lnTo>
                    <a:pt x="829" y="309"/>
                  </a:lnTo>
                  <a:lnTo>
                    <a:pt x="827" y="305"/>
                  </a:lnTo>
                  <a:lnTo>
                    <a:pt x="825" y="303"/>
                  </a:lnTo>
                  <a:lnTo>
                    <a:pt x="822" y="303"/>
                  </a:lnTo>
                  <a:lnTo>
                    <a:pt x="818" y="304"/>
                  </a:lnTo>
                  <a:lnTo>
                    <a:pt x="814" y="305"/>
                  </a:lnTo>
                  <a:lnTo>
                    <a:pt x="811" y="304"/>
                  </a:lnTo>
                  <a:lnTo>
                    <a:pt x="810" y="301"/>
                  </a:lnTo>
                  <a:lnTo>
                    <a:pt x="809" y="298"/>
                  </a:lnTo>
                  <a:lnTo>
                    <a:pt x="808" y="296"/>
                  </a:lnTo>
                  <a:lnTo>
                    <a:pt x="805" y="294"/>
                  </a:lnTo>
                  <a:lnTo>
                    <a:pt x="804" y="292"/>
                  </a:lnTo>
                  <a:lnTo>
                    <a:pt x="804" y="289"/>
                  </a:lnTo>
                  <a:lnTo>
                    <a:pt x="805" y="286"/>
                  </a:lnTo>
                  <a:lnTo>
                    <a:pt x="806" y="283"/>
                  </a:lnTo>
                  <a:lnTo>
                    <a:pt x="806" y="281"/>
                  </a:lnTo>
                  <a:lnTo>
                    <a:pt x="807" y="278"/>
                  </a:lnTo>
                  <a:lnTo>
                    <a:pt x="809" y="276"/>
                  </a:lnTo>
                  <a:lnTo>
                    <a:pt x="812" y="274"/>
                  </a:lnTo>
                  <a:lnTo>
                    <a:pt x="815" y="272"/>
                  </a:lnTo>
                  <a:lnTo>
                    <a:pt x="814" y="269"/>
                  </a:lnTo>
                  <a:lnTo>
                    <a:pt x="812" y="265"/>
                  </a:lnTo>
                  <a:lnTo>
                    <a:pt x="810" y="261"/>
                  </a:lnTo>
                  <a:lnTo>
                    <a:pt x="811" y="257"/>
                  </a:lnTo>
                  <a:lnTo>
                    <a:pt x="814" y="256"/>
                  </a:lnTo>
                  <a:lnTo>
                    <a:pt x="818" y="256"/>
                  </a:lnTo>
                  <a:lnTo>
                    <a:pt x="822" y="256"/>
                  </a:lnTo>
                  <a:lnTo>
                    <a:pt x="824" y="255"/>
                  </a:lnTo>
                  <a:lnTo>
                    <a:pt x="827" y="254"/>
                  </a:lnTo>
                  <a:lnTo>
                    <a:pt x="829" y="254"/>
                  </a:lnTo>
                  <a:lnTo>
                    <a:pt x="832" y="254"/>
                  </a:lnTo>
                  <a:lnTo>
                    <a:pt x="834" y="254"/>
                  </a:lnTo>
                  <a:lnTo>
                    <a:pt x="836" y="253"/>
                  </a:lnTo>
                  <a:lnTo>
                    <a:pt x="839" y="251"/>
                  </a:lnTo>
                  <a:lnTo>
                    <a:pt x="842" y="250"/>
                  </a:lnTo>
                  <a:lnTo>
                    <a:pt x="845" y="251"/>
                  </a:lnTo>
                  <a:lnTo>
                    <a:pt x="847" y="253"/>
                  </a:lnTo>
                  <a:lnTo>
                    <a:pt x="850" y="254"/>
                  </a:lnTo>
                  <a:lnTo>
                    <a:pt x="853" y="254"/>
                  </a:lnTo>
                  <a:lnTo>
                    <a:pt x="858" y="253"/>
                  </a:lnTo>
                  <a:lnTo>
                    <a:pt x="862" y="254"/>
                  </a:lnTo>
                  <a:lnTo>
                    <a:pt x="864" y="257"/>
                  </a:lnTo>
                  <a:lnTo>
                    <a:pt x="864" y="261"/>
                  </a:lnTo>
                  <a:lnTo>
                    <a:pt x="863" y="265"/>
                  </a:lnTo>
                  <a:lnTo>
                    <a:pt x="863" y="268"/>
                  </a:lnTo>
                  <a:lnTo>
                    <a:pt x="866" y="269"/>
                  </a:lnTo>
                  <a:lnTo>
                    <a:pt x="869" y="271"/>
                  </a:lnTo>
                  <a:lnTo>
                    <a:pt x="871" y="273"/>
                  </a:lnTo>
                  <a:lnTo>
                    <a:pt x="873" y="276"/>
                  </a:lnTo>
                  <a:lnTo>
                    <a:pt x="876" y="278"/>
                  </a:lnTo>
                  <a:close/>
                </a:path>
              </a:pathLst>
            </a:custGeom>
            <a:solidFill>
              <a:srgbClr val="41B796">
                <a:alpha val="36000"/>
              </a:srgbClr>
            </a:solidFill>
            <a:ln>
              <a:noFill/>
            </a:ln>
          </p:spPr>
          <p:txBody>
            <a:bodyPr anchor="ctr"/>
            <a:lstStyle/>
            <a:p>
              <a:pPr algn="ctr">
                <a:buNone/>
              </a:pPr>
            </a:p>
          </p:txBody>
        </p:sp>
        <p:sp>
          <p:nvSpPr>
            <p:cNvPr id="7172" name="addition:input:171">
              <a:extLst>
                <a:ext uri="{FF2B5EF4-FFF2-40B4-BE49-F238E27FC236}">
                  <ns2:creationId id="{C4512996-D102-47AD-B57A-CE81B97ADA5D}"/>
                </a:ext>
              </a:extLst>
            </p:cNvPr>
            <p:cNvSpPr>
              <a:spLocks noGrp="1"/>
            </p:cNvSpPr>
            <p:nvPr/>
          </p:nvSpPr>
          <p:spPr>
            <a:xfrm>
              <a:off x="209550" y="5438775"/>
              <a:ext cx="1519184" cy="708569"/>
            </a:xfrm>
            <a:custGeom>
              <a:rect l="l" t="t" r="r" b="b"/>
              <a:pathLst>
                <a:path w="923" h="378">
                  <a:moveTo>
                    <a:pt x="0" y="0"/>
                  </a:moveTo>
                  <a:moveTo>
                    <a:pt x="912" y="333"/>
                  </a:moveTo>
                  <a:lnTo>
                    <a:pt x="918" y="337"/>
                  </a:lnTo>
                  <a:lnTo>
                    <a:pt x="923" y="341"/>
                  </a:lnTo>
                  <a:lnTo>
                    <a:pt x="922" y="345"/>
                  </a:lnTo>
                  <a:lnTo>
                    <a:pt x="917" y="348"/>
                  </a:lnTo>
                  <a:lnTo>
                    <a:pt x="912" y="350"/>
                  </a:lnTo>
                  <a:lnTo>
                    <a:pt x="908" y="352"/>
                  </a:lnTo>
                  <a:lnTo>
                    <a:pt x="906" y="355"/>
                  </a:lnTo>
                  <a:lnTo>
                    <a:pt x="904" y="358"/>
                  </a:lnTo>
                  <a:lnTo>
                    <a:pt x="901" y="360"/>
                  </a:lnTo>
                  <a:lnTo>
                    <a:pt x="897" y="361"/>
                  </a:lnTo>
                  <a:lnTo>
                    <a:pt x="894" y="363"/>
                  </a:lnTo>
                  <a:lnTo>
                    <a:pt x="891" y="367"/>
                  </a:lnTo>
                  <a:lnTo>
                    <a:pt x="888" y="370"/>
                  </a:lnTo>
                  <a:lnTo>
                    <a:pt x="883" y="372"/>
                  </a:lnTo>
                  <a:lnTo>
                    <a:pt x="878" y="371"/>
                  </a:lnTo>
                  <a:lnTo>
                    <a:pt x="873" y="371"/>
                  </a:lnTo>
                  <a:lnTo>
                    <a:pt x="869" y="372"/>
                  </a:lnTo>
                  <a:lnTo>
                    <a:pt x="864" y="376"/>
                  </a:lnTo>
                  <a:lnTo>
                    <a:pt x="858" y="378"/>
                  </a:lnTo>
                  <a:lnTo>
                    <a:pt x="853" y="377"/>
                  </a:lnTo>
                  <a:lnTo>
                    <a:pt x="849" y="372"/>
                  </a:lnTo>
                  <a:lnTo>
                    <a:pt x="847" y="366"/>
                  </a:lnTo>
                  <a:lnTo>
                    <a:pt x="845" y="362"/>
                  </a:lnTo>
                  <a:lnTo>
                    <a:pt x="841" y="361"/>
                  </a:lnTo>
                  <a:lnTo>
                    <a:pt x="837" y="361"/>
                  </a:lnTo>
                  <a:lnTo>
                    <a:pt x="833" y="360"/>
                  </a:lnTo>
                  <a:lnTo>
                    <a:pt x="829" y="358"/>
                  </a:lnTo>
                  <a:lnTo>
                    <a:pt x="825" y="357"/>
                  </a:lnTo>
                  <a:lnTo>
                    <a:pt x="821" y="355"/>
                  </a:lnTo>
                  <a:lnTo>
                    <a:pt x="817" y="352"/>
                  </a:lnTo>
                  <a:lnTo>
                    <a:pt x="815" y="349"/>
                  </a:lnTo>
                  <a:lnTo>
                    <a:pt x="817" y="344"/>
                  </a:lnTo>
                  <a:lnTo>
                    <a:pt x="821" y="340"/>
                  </a:lnTo>
                  <a:lnTo>
                    <a:pt x="824" y="336"/>
                  </a:lnTo>
                  <a:lnTo>
                    <a:pt x="823" y="333"/>
                  </a:lnTo>
                  <a:lnTo>
                    <a:pt x="821" y="330"/>
                  </a:lnTo>
                  <a:lnTo>
                    <a:pt x="821" y="326"/>
                  </a:lnTo>
                  <a:lnTo>
                    <a:pt x="824" y="323"/>
                  </a:lnTo>
                  <a:lnTo>
                    <a:pt x="829" y="320"/>
                  </a:lnTo>
                  <a:lnTo>
                    <a:pt x="833" y="318"/>
                  </a:lnTo>
                  <a:lnTo>
                    <a:pt x="835" y="315"/>
                  </a:lnTo>
                  <a:lnTo>
                    <a:pt x="834" y="311"/>
                  </a:lnTo>
                  <a:lnTo>
                    <a:pt x="834" y="306"/>
                  </a:lnTo>
                  <a:lnTo>
                    <a:pt x="835" y="302"/>
                  </a:lnTo>
                  <a:lnTo>
                    <a:pt x="838" y="299"/>
                  </a:lnTo>
                  <a:lnTo>
                    <a:pt x="842" y="297"/>
                  </a:lnTo>
                  <a:lnTo>
                    <a:pt x="845" y="295"/>
                  </a:lnTo>
                  <a:lnTo>
                    <a:pt x="849" y="294"/>
                  </a:lnTo>
                  <a:lnTo>
                    <a:pt x="854" y="295"/>
                  </a:lnTo>
                  <a:lnTo>
                    <a:pt x="859" y="298"/>
                  </a:lnTo>
                  <a:lnTo>
                    <a:pt x="862" y="301"/>
                  </a:lnTo>
                  <a:lnTo>
                    <a:pt x="865" y="301"/>
                  </a:lnTo>
                  <a:lnTo>
                    <a:pt x="868" y="297"/>
                  </a:lnTo>
                  <a:lnTo>
                    <a:pt x="872" y="293"/>
                  </a:lnTo>
                  <a:lnTo>
                    <a:pt x="876" y="292"/>
                  </a:lnTo>
                  <a:lnTo>
                    <a:pt x="879" y="293"/>
                  </a:lnTo>
                  <a:lnTo>
                    <a:pt x="882" y="296"/>
                  </a:lnTo>
                  <a:lnTo>
                    <a:pt x="885" y="299"/>
                  </a:lnTo>
                  <a:lnTo>
                    <a:pt x="890" y="299"/>
                  </a:lnTo>
                  <a:lnTo>
                    <a:pt x="894" y="300"/>
                  </a:lnTo>
                  <a:lnTo>
                    <a:pt x="898" y="302"/>
                  </a:lnTo>
                  <a:lnTo>
                    <a:pt x="900" y="306"/>
                  </a:lnTo>
                  <a:lnTo>
                    <a:pt x="901" y="310"/>
                  </a:lnTo>
                  <a:lnTo>
                    <a:pt x="903" y="313"/>
                  </a:lnTo>
                  <a:lnTo>
                    <a:pt x="905" y="316"/>
                  </a:lnTo>
                  <a:lnTo>
                    <a:pt x="906" y="320"/>
                  </a:lnTo>
                  <a:lnTo>
                    <a:pt x="906" y="324"/>
                  </a:lnTo>
                  <a:lnTo>
                    <a:pt x="905" y="327"/>
                  </a:lnTo>
                  <a:lnTo>
                    <a:pt x="907" y="330"/>
                  </a:lnTo>
                  <a:close/>
                </a:path>
              </a:pathLst>
            </a:custGeom>
            <a:solidFill>
              <a:srgbClr val="41B796">
                <a:alpha val="36000"/>
              </a:srgbClr>
            </a:solidFill>
            <a:ln>
              <a:noFill/>
            </a:ln>
          </p:spPr>
          <p:txBody>
            <a:bodyPr anchor="ctr"/>
            <a:lstStyle/>
            <a:p>
              <a:pPr algn="ctr">
                <a:buNone/>
              </a:pPr>
            </a:p>
          </p:txBody>
        </p:sp>
        <p:sp>
          <p:nvSpPr>
            <p:cNvPr id="7173" name="addition:input:172">
              <a:extLst>
                <a:ext uri="{FF2B5EF4-FFF2-40B4-BE49-F238E27FC236}">
                  <ns2:creationId id="{6891B169-87A0-46AF-AEEB-FA39846B6B14}"/>
                </a:ext>
              </a:extLst>
            </p:cNvPr>
            <p:cNvSpPr>
              <a:spLocks noGrp="1"/>
            </p:cNvSpPr>
            <p:nvPr/>
          </p:nvSpPr>
          <p:spPr>
            <a:xfrm>
              <a:off x="209550" y="5438775"/>
              <a:ext cx="1397386" cy="738561"/>
            </a:xfrm>
            <a:custGeom>
              <a:rect l="l" t="t" r="r" b="b"/>
              <a:pathLst>
                <a:path w="849" h="394">
                  <a:moveTo>
                    <a:pt x="0" y="0"/>
                  </a:moveTo>
                  <a:moveTo>
                    <a:pt x="848" y="356"/>
                  </a:moveTo>
                  <a:lnTo>
                    <a:pt x="845" y="359"/>
                  </a:lnTo>
                  <a:lnTo>
                    <a:pt x="844" y="361"/>
                  </a:lnTo>
                  <a:lnTo>
                    <a:pt x="845" y="365"/>
                  </a:lnTo>
                  <a:lnTo>
                    <a:pt x="846" y="368"/>
                  </a:lnTo>
                  <a:lnTo>
                    <a:pt x="844" y="371"/>
                  </a:lnTo>
                  <a:lnTo>
                    <a:pt x="840" y="373"/>
                  </a:lnTo>
                  <a:lnTo>
                    <a:pt x="834" y="374"/>
                  </a:lnTo>
                  <a:lnTo>
                    <a:pt x="829" y="374"/>
                  </a:lnTo>
                  <a:lnTo>
                    <a:pt x="827" y="376"/>
                  </a:lnTo>
                  <a:lnTo>
                    <a:pt x="825" y="380"/>
                  </a:lnTo>
                  <a:lnTo>
                    <a:pt x="823" y="383"/>
                  </a:lnTo>
                  <a:lnTo>
                    <a:pt x="821" y="385"/>
                  </a:lnTo>
                  <a:lnTo>
                    <a:pt x="817" y="388"/>
                  </a:lnTo>
                  <a:lnTo>
                    <a:pt x="814" y="390"/>
                  </a:lnTo>
                  <a:lnTo>
                    <a:pt x="810" y="393"/>
                  </a:lnTo>
                  <a:lnTo>
                    <a:pt x="805" y="394"/>
                  </a:lnTo>
                  <a:lnTo>
                    <a:pt x="801" y="392"/>
                  </a:lnTo>
                  <a:lnTo>
                    <a:pt x="797" y="388"/>
                  </a:lnTo>
                  <a:lnTo>
                    <a:pt x="794" y="384"/>
                  </a:lnTo>
                  <a:lnTo>
                    <a:pt x="790" y="384"/>
                  </a:lnTo>
                  <a:lnTo>
                    <a:pt x="787" y="385"/>
                  </a:lnTo>
                  <a:lnTo>
                    <a:pt x="782" y="386"/>
                  </a:lnTo>
                  <a:lnTo>
                    <a:pt x="779" y="386"/>
                  </a:lnTo>
                  <a:lnTo>
                    <a:pt x="777" y="383"/>
                  </a:lnTo>
                  <a:lnTo>
                    <a:pt x="775" y="380"/>
                  </a:lnTo>
                  <a:lnTo>
                    <a:pt x="773" y="379"/>
                  </a:lnTo>
                  <a:lnTo>
                    <a:pt x="770" y="378"/>
                  </a:lnTo>
                  <a:lnTo>
                    <a:pt x="766" y="377"/>
                  </a:lnTo>
                  <a:lnTo>
                    <a:pt x="764" y="374"/>
                  </a:lnTo>
                  <a:lnTo>
                    <a:pt x="763" y="371"/>
                  </a:lnTo>
                  <a:lnTo>
                    <a:pt x="763" y="368"/>
                  </a:lnTo>
                  <a:lnTo>
                    <a:pt x="762" y="365"/>
                  </a:lnTo>
                  <a:lnTo>
                    <a:pt x="762" y="362"/>
                  </a:lnTo>
                  <a:lnTo>
                    <a:pt x="764" y="359"/>
                  </a:lnTo>
                  <a:lnTo>
                    <a:pt x="768" y="356"/>
                  </a:lnTo>
                  <a:lnTo>
                    <a:pt x="772" y="353"/>
                  </a:lnTo>
                  <a:lnTo>
                    <a:pt x="772" y="351"/>
                  </a:lnTo>
                  <a:lnTo>
                    <a:pt x="769" y="348"/>
                  </a:lnTo>
                  <a:lnTo>
                    <a:pt x="765" y="344"/>
                  </a:lnTo>
                  <a:lnTo>
                    <a:pt x="763" y="339"/>
                  </a:lnTo>
                  <a:lnTo>
                    <a:pt x="765" y="336"/>
                  </a:lnTo>
                  <a:lnTo>
                    <a:pt x="768" y="334"/>
                  </a:lnTo>
                  <a:lnTo>
                    <a:pt x="772" y="333"/>
                  </a:lnTo>
                  <a:lnTo>
                    <a:pt x="774" y="331"/>
                  </a:lnTo>
                  <a:lnTo>
                    <a:pt x="776" y="329"/>
                  </a:lnTo>
                  <a:lnTo>
                    <a:pt x="779" y="327"/>
                  </a:lnTo>
                  <a:lnTo>
                    <a:pt x="782" y="327"/>
                  </a:lnTo>
                  <a:lnTo>
                    <a:pt x="786" y="327"/>
                  </a:lnTo>
                  <a:lnTo>
                    <a:pt x="788" y="326"/>
                  </a:lnTo>
                  <a:lnTo>
                    <a:pt x="791" y="324"/>
                  </a:lnTo>
                  <a:lnTo>
                    <a:pt x="794" y="323"/>
                  </a:lnTo>
                  <a:lnTo>
                    <a:pt x="797" y="323"/>
                  </a:lnTo>
                  <a:lnTo>
                    <a:pt x="800" y="325"/>
                  </a:lnTo>
                  <a:lnTo>
                    <a:pt x="803" y="326"/>
                  </a:lnTo>
                  <a:lnTo>
                    <a:pt x="807" y="324"/>
                  </a:lnTo>
                  <a:lnTo>
                    <a:pt x="812" y="321"/>
                  </a:lnTo>
                  <a:lnTo>
                    <a:pt x="817" y="319"/>
                  </a:lnTo>
                  <a:lnTo>
                    <a:pt x="821" y="321"/>
                  </a:lnTo>
                  <a:lnTo>
                    <a:pt x="824" y="325"/>
                  </a:lnTo>
                  <a:lnTo>
                    <a:pt x="824" y="330"/>
                  </a:lnTo>
                  <a:lnTo>
                    <a:pt x="826" y="334"/>
                  </a:lnTo>
                  <a:lnTo>
                    <a:pt x="828" y="336"/>
                  </a:lnTo>
                  <a:lnTo>
                    <a:pt x="831" y="338"/>
                  </a:lnTo>
                  <a:lnTo>
                    <a:pt x="833" y="340"/>
                  </a:lnTo>
                  <a:lnTo>
                    <a:pt x="836" y="342"/>
                  </a:lnTo>
                  <a:lnTo>
                    <a:pt x="839" y="345"/>
                  </a:lnTo>
                  <a:lnTo>
                    <a:pt x="843" y="347"/>
                  </a:lnTo>
                  <a:lnTo>
                    <a:pt x="847" y="349"/>
                  </a:lnTo>
                  <a:lnTo>
                    <a:pt x="849" y="352"/>
                  </a:lnTo>
                  <a:close/>
                </a:path>
              </a:pathLst>
            </a:custGeom>
            <a:solidFill>
              <a:srgbClr val="41B796">
                <a:alpha val="36000"/>
              </a:srgbClr>
            </a:solidFill>
            <a:ln>
              <a:noFill/>
            </a:ln>
          </p:spPr>
          <p:txBody>
            <a:bodyPr anchor="ctr"/>
            <a:lstStyle/>
            <a:p>
              <a:pPr algn="ctr">
                <a:buNone/>
              </a:pPr>
            </a:p>
          </p:txBody>
        </p:sp>
        <p:sp>
          <p:nvSpPr>
            <p:cNvPr id="7174" name="addition:input:173">
              <a:extLst>
                <a:ext uri="{FF2B5EF4-FFF2-40B4-BE49-F238E27FC236}">
                  <ns2:creationId id="{BBBFA892-0F74-456B-ABF2-6255CB7C4619}"/>
                </a:ext>
              </a:extLst>
            </p:cNvPr>
            <p:cNvSpPr>
              <a:spLocks noGrp="1"/>
            </p:cNvSpPr>
            <p:nvPr/>
          </p:nvSpPr>
          <p:spPr>
            <a:xfrm>
              <a:off x="209550" y="5438775"/>
              <a:ext cx="1344717" cy="609219"/>
            </a:xfrm>
            <a:custGeom>
              <a:rect l="l" t="t" r="r" b="b"/>
              <a:pathLst>
                <a:path w="817" h="325">
                  <a:moveTo>
                    <a:pt x="0" y="0"/>
                  </a:moveTo>
                  <a:moveTo>
                    <a:pt x="812" y="296"/>
                  </a:moveTo>
                  <a:lnTo>
                    <a:pt x="811" y="299"/>
                  </a:lnTo>
                  <a:lnTo>
                    <a:pt x="809" y="301"/>
                  </a:lnTo>
                  <a:lnTo>
                    <a:pt x="806" y="303"/>
                  </a:lnTo>
                  <a:lnTo>
                    <a:pt x="804" y="305"/>
                  </a:lnTo>
                  <a:lnTo>
                    <a:pt x="804" y="307"/>
                  </a:lnTo>
                  <a:lnTo>
                    <a:pt x="805" y="311"/>
                  </a:lnTo>
                  <a:lnTo>
                    <a:pt x="807" y="315"/>
                  </a:lnTo>
                  <a:lnTo>
                    <a:pt x="807" y="319"/>
                  </a:lnTo>
                  <a:lnTo>
                    <a:pt x="804" y="321"/>
                  </a:lnTo>
                  <a:lnTo>
                    <a:pt x="800" y="321"/>
                  </a:lnTo>
                  <a:lnTo>
                    <a:pt x="796" y="320"/>
                  </a:lnTo>
                  <a:lnTo>
                    <a:pt x="794" y="321"/>
                  </a:lnTo>
                  <a:lnTo>
                    <a:pt x="792" y="323"/>
                  </a:lnTo>
                  <a:lnTo>
                    <a:pt x="790" y="325"/>
                  </a:lnTo>
                  <a:lnTo>
                    <a:pt x="788" y="325"/>
                  </a:lnTo>
                  <a:lnTo>
                    <a:pt x="785" y="324"/>
                  </a:lnTo>
                  <a:lnTo>
                    <a:pt x="783" y="323"/>
                  </a:lnTo>
                  <a:lnTo>
                    <a:pt x="781" y="324"/>
                  </a:lnTo>
                  <a:lnTo>
                    <a:pt x="778" y="324"/>
                  </a:lnTo>
                  <a:lnTo>
                    <a:pt x="776" y="324"/>
                  </a:lnTo>
                  <a:lnTo>
                    <a:pt x="774" y="324"/>
                  </a:lnTo>
                  <a:lnTo>
                    <a:pt x="771" y="323"/>
                  </a:lnTo>
                  <a:lnTo>
                    <a:pt x="768" y="323"/>
                  </a:lnTo>
                  <a:lnTo>
                    <a:pt x="764" y="324"/>
                  </a:lnTo>
                  <a:lnTo>
                    <a:pt x="760" y="324"/>
                  </a:lnTo>
                  <a:lnTo>
                    <a:pt x="758" y="321"/>
                  </a:lnTo>
                  <a:lnTo>
                    <a:pt x="759" y="316"/>
                  </a:lnTo>
                  <a:lnTo>
                    <a:pt x="760" y="312"/>
                  </a:lnTo>
                  <a:lnTo>
                    <a:pt x="760" y="309"/>
                  </a:lnTo>
                  <a:lnTo>
                    <a:pt x="758" y="307"/>
                  </a:lnTo>
                  <a:lnTo>
                    <a:pt x="755" y="306"/>
                  </a:lnTo>
                  <a:lnTo>
                    <a:pt x="752" y="304"/>
                  </a:lnTo>
                  <a:lnTo>
                    <a:pt x="750" y="301"/>
                  </a:lnTo>
                  <a:lnTo>
                    <a:pt x="749" y="299"/>
                  </a:lnTo>
                  <a:lnTo>
                    <a:pt x="748" y="296"/>
                  </a:lnTo>
                  <a:lnTo>
                    <a:pt x="746" y="293"/>
                  </a:lnTo>
                  <a:lnTo>
                    <a:pt x="746" y="290"/>
                  </a:lnTo>
                  <a:lnTo>
                    <a:pt x="747" y="288"/>
                  </a:lnTo>
                  <a:lnTo>
                    <a:pt x="749" y="286"/>
                  </a:lnTo>
                  <a:lnTo>
                    <a:pt x="751" y="283"/>
                  </a:lnTo>
                  <a:lnTo>
                    <a:pt x="751" y="281"/>
                  </a:lnTo>
                  <a:lnTo>
                    <a:pt x="751" y="278"/>
                  </a:lnTo>
                  <a:lnTo>
                    <a:pt x="753" y="276"/>
                  </a:lnTo>
                  <a:lnTo>
                    <a:pt x="757" y="275"/>
                  </a:lnTo>
                  <a:lnTo>
                    <a:pt x="761" y="276"/>
                  </a:lnTo>
                  <a:lnTo>
                    <a:pt x="765" y="276"/>
                  </a:lnTo>
                  <a:lnTo>
                    <a:pt x="767" y="274"/>
                  </a:lnTo>
                  <a:lnTo>
                    <a:pt x="768" y="270"/>
                  </a:lnTo>
                  <a:lnTo>
                    <a:pt x="770" y="266"/>
                  </a:lnTo>
                  <a:lnTo>
                    <a:pt x="773" y="264"/>
                  </a:lnTo>
                  <a:lnTo>
                    <a:pt x="776" y="263"/>
                  </a:lnTo>
                  <a:lnTo>
                    <a:pt x="780" y="263"/>
                  </a:lnTo>
                  <a:lnTo>
                    <a:pt x="784" y="264"/>
                  </a:lnTo>
                  <a:lnTo>
                    <a:pt x="787" y="265"/>
                  </a:lnTo>
                  <a:lnTo>
                    <a:pt x="790" y="267"/>
                  </a:lnTo>
                  <a:lnTo>
                    <a:pt x="792" y="270"/>
                  </a:lnTo>
                  <a:lnTo>
                    <a:pt x="794" y="272"/>
                  </a:lnTo>
                  <a:lnTo>
                    <a:pt x="797" y="273"/>
                  </a:lnTo>
                  <a:lnTo>
                    <a:pt x="800" y="273"/>
                  </a:lnTo>
                  <a:lnTo>
                    <a:pt x="804" y="272"/>
                  </a:lnTo>
                  <a:lnTo>
                    <a:pt x="807" y="274"/>
                  </a:lnTo>
                  <a:lnTo>
                    <a:pt x="808" y="277"/>
                  </a:lnTo>
                  <a:lnTo>
                    <a:pt x="808" y="280"/>
                  </a:lnTo>
                  <a:lnTo>
                    <a:pt x="809" y="282"/>
                  </a:lnTo>
                  <a:lnTo>
                    <a:pt x="812" y="283"/>
                  </a:lnTo>
                  <a:lnTo>
                    <a:pt x="815" y="285"/>
                  </a:lnTo>
                  <a:lnTo>
                    <a:pt x="817" y="287"/>
                  </a:lnTo>
                  <a:lnTo>
                    <a:pt x="816" y="290"/>
                  </a:lnTo>
                  <a:lnTo>
                    <a:pt x="814" y="293"/>
                  </a:lnTo>
                  <a:close/>
                </a:path>
              </a:pathLst>
            </a:custGeom>
            <a:solidFill>
              <a:srgbClr val="69C6AD">
                <a:alpha val="32000"/>
              </a:srgbClr>
            </a:solidFill>
            <a:ln>
              <a:noFill/>
            </a:ln>
          </p:spPr>
          <p:txBody>
            <a:bodyPr anchor="ctr"/>
            <a:lstStyle/>
            <a:p>
              <a:pPr algn="ctr">
                <a:buNone/>
              </a:pPr>
            </a:p>
          </p:txBody>
        </p:sp>
        <p:sp>
          <p:nvSpPr>
            <p:cNvPr id="7175" name="addition:input:174">
              <a:extLst>
                <a:ext uri="{FF2B5EF4-FFF2-40B4-BE49-F238E27FC236}">
                  <ns2:creationId id="{E15C6B17-B4DF-4E76-A2B5-3A0D161CCB3B}"/>
                </a:ext>
              </a:extLst>
            </p:cNvPr>
            <p:cNvSpPr>
              <a:spLocks noGrp="1"/>
            </p:cNvSpPr>
            <p:nvPr/>
          </p:nvSpPr>
          <p:spPr>
            <a:xfrm>
              <a:off x="209550" y="5438775"/>
              <a:ext cx="1468161" cy="687949"/>
            </a:xfrm>
            <a:custGeom>
              <a:rect l="l" t="t" r="r" b="b"/>
              <a:pathLst>
                <a:path w="892" h="367">
                  <a:moveTo>
                    <a:pt x="0" y="0"/>
                  </a:moveTo>
                  <a:moveTo>
                    <a:pt x="890" y="340"/>
                  </a:moveTo>
                  <a:lnTo>
                    <a:pt x="888" y="343"/>
                  </a:lnTo>
                  <a:lnTo>
                    <a:pt x="886" y="345"/>
                  </a:lnTo>
                  <a:lnTo>
                    <a:pt x="884" y="347"/>
                  </a:lnTo>
                  <a:lnTo>
                    <a:pt x="881" y="348"/>
                  </a:lnTo>
                  <a:lnTo>
                    <a:pt x="878" y="350"/>
                  </a:lnTo>
                  <a:lnTo>
                    <a:pt x="876" y="352"/>
                  </a:lnTo>
                  <a:lnTo>
                    <a:pt x="876" y="354"/>
                  </a:lnTo>
                  <a:lnTo>
                    <a:pt x="877" y="358"/>
                  </a:lnTo>
                  <a:lnTo>
                    <a:pt x="877" y="361"/>
                  </a:lnTo>
                  <a:lnTo>
                    <a:pt x="874" y="363"/>
                  </a:lnTo>
                  <a:lnTo>
                    <a:pt x="870" y="363"/>
                  </a:lnTo>
                  <a:lnTo>
                    <a:pt x="866" y="363"/>
                  </a:lnTo>
                  <a:lnTo>
                    <a:pt x="864" y="364"/>
                  </a:lnTo>
                  <a:lnTo>
                    <a:pt x="861" y="366"/>
                  </a:lnTo>
                  <a:lnTo>
                    <a:pt x="859" y="367"/>
                  </a:lnTo>
                  <a:lnTo>
                    <a:pt x="856" y="367"/>
                  </a:lnTo>
                  <a:lnTo>
                    <a:pt x="853" y="366"/>
                  </a:lnTo>
                  <a:lnTo>
                    <a:pt x="851" y="365"/>
                  </a:lnTo>
                  <a:lnTo>
                    <a:pt x="849" y="364"/>
                  </a:lnTo>
                  <a:lnTo>
                    <a:pt x="846" y="364"/>
                  </a:lnTo>
                  <a:lnTo>
                    <a:pt x="844" y="363"/>
                  </a:lnTo>
                  <a:lnTo>
                    <a:pt x="842" y="362"/>
                  </a:lnTo>
                  <a:lnTo>
                    <a:pt x="840" y="362"/>
                  </a:lnTo>
                  <a:lnTo>
                    <a:pt x="837" y="362"/>
                  </a:lnTo>
                  <a:lnTo>
                    <a:pt x="833" y="363"/>
                  </a:lnTo>
                  <a:lnTo>
                    <a:pt x="829" y="363"/>
                  </a:lnTo>
                  <a:lnTo>
                    <a:pt x="827" y="361"/>
                  </a:lnTo>
                  <a:lnTo>
                    <a:pt x="828" y="357"/>
                  </a:lnTo>
                  <a:lnTo>
                    <a:pt x="830" y="353"/>
                  </a:lnTo>
                  <a:lnTo>
                    <a:pt x="831" y="350"/>
                  </a:lnTo>
                  <a:lnTo>
                    <a:pt x="830" y="348"/>
                  </a:lnTo>
                  <a:lnTo>
                    <a:pt x="828" y="347"/>
                  </a:lnTo>
                  <a:lnTo>
                    <a:pt x="826" y="345"/>
                  </a:lnTo>
                  <a:lnTo>
                    <a:pt x="825" y="342"/>
                  </a:lnTo>
                  <a:lnTo>
                    <a:pt x="825" y="340"/>
                  </a:lnTo>
                  <a:lnTo>
                    <a:pt x="824" y="338"/>
                  </a:lnTo>
                  <a:lnTo>
                    <a:pt x="823" y="335"/>
                  </a:lnTo>
                  <a:lnTo>
                    <a:pt x="822" y="333"/>
                  </a:lnTo>
                  <a:lnTo>
                    <a:pt x="822" y="330"/>
                  </a:lnTo>
                  <a:lnTo>
                    <a:pt x="824" y="329"/>
                  </a:lnTo>
                  <a:lnTo>
                    <a:pt x="825" y="327"/>
                  </a:lnTo>
                  <a:lnTo>
                    <a:pt x="826" y="324"/>
                  </a:lnTo>
                  <a:lnTo>
                    <a:pt x="826" y="321"/>
                  </a:lnTo>
                  <a:lnTo>
                    <a:pt x="828" y="319"/>
                  </a:lnTo>
                  <a:lnTo>
                    <a:pt x="831" y="319"/>
                  </a:lnTo>
                  <a:lnTo>
                    <a:pt x="835" y="320"/>
                  </a:lnTo>
                  <a:lnTo>
                    <a:pt x="839" y="321"/>
                  </a:lnTo>
                  <a:lnTo>
                    <a:pt x="841" y="320"/>
                  </a:lnTo>
                  <a:lnTo>
                    <a:pt x="842" y="318"/>
                  </a:lnTo>
                  <a:lnTo>
                    <a:pt x="844" y="315"/>
                  </a:lnTo>
                  <a:lnTo>
                    <a:pt x="847" y="312"/>
                  </a:lnTo>
                  <a:lnTo>
                    <a:pt x="850" y="312"/>
                  </a:lnTo>
                  <a:lnTo>
                    <a:pt x="854" y="312"/>
                  </a:lnTo>
                  <a:lnTo>
                    <a:pt x="857" y="312"/>
                  </a:lnTo>
                  <a:lnTo>
                    <a:pt x="861" y="312"/>
                  </a:lnTo>
                  <a:lnTo>
                    <a:pt x="864" y="314"/>
                  </a:lnTo>
                  <a:lnTo>
                    <a:pt x="866" y="316"/>
                  </a:lnTo>
                  <a:lnTo>
                    <a:pt x="868" y="319"/>
                  </a:lnTo>
                  <a:lnTo>
                    <a:pt x="870" y="321"/>
                  </a:lnTo>
                  <a:lnTo>
                    <a:pt x="874" y="321"/>
                  </a:lnTo>
                  <a:lnTo>
                    <a:pt x="878" y="321"/>
                  </a:lnTo>
                  <a:lnTo>
                    <a:pt x="880" y="323"/>
                  </a:lnTo>
                  <a:lnTo>
                    <a:pt x="881" y="325"/>
                  </a:lnTo>
                  <a:lnTo>
                    <a:pt x="881" y="328"/>
                  </a:lnTo>
                  <a:lnTo>
                    <a:pt x="882" y="330"/>
                  </a:lnTo>
                  <a:lnTo>
                    <a:pt x="885" y="331"/>
                  </a:lnTo>
                  <a:lnTo>
                    <a:pt x="889" y="333"/>
                  </a:lnTo>
                  <a:lnTo>
                    <a:pt x="892" y="335"/>
                  </a:lnTo>
                  <a:lnTo>
                    <a:pt x="892" y="338"/>
                  </a:lnTo>
                  <a:close/>
                </a:path>
              </a:pathLst>
            </a:custGeom>
            <a:solidFill>
              <a:srgbClr val="69C6AD">
                <a:alpha val="32000"/>
              </a:srgbClr>
            </a:solidFill>
            <a:ln>
              <a:noFill/>
            </a:ln>
          </p:spPr>
          <p:txBody>
            <a:bodyPr anchor="ctr"/>
            <a:lstStyle/>
            <a:p>
              <a:pPr algn="ctr">
                <a:buNone/>
              </a:pPr>
            </a:p>
          </p:txBody>
        </p:sp>
        <p:sp>
          <p:nvSpPr>
            <p:cNvPr id="7176" name="addition:input:175">
              <a:extLst>
                <a:ext uri="{FF2B5EF4-FFF2-40B4-BE49-F238E27FC236}">
                  <ns2:creationId id="{C49E0AF3-C9DF-4F1C-AF3C-2B70B1D7CEC7}"/>
                </a:ext>
              </a:extLst>
            </p:cNvPr>
            <p:cNvSpPr>
              <a:spLocks noGrp="1"/>
            </p:cNvSpPr>
            <p:nvPr/>
          </p:nvSpPr>
          <p:spPr>
            <a:xfrm>
              <a:off x="209550" y="5438775"/>
              <a:ext cx="1543873" cy="657957"/>
            </a:xfrm>
            <a:custGeom>
              <a:rect l="l" t="t" r="r" b="b"/>
              <a:pathLst>
                <a:path w="938" h="351">
                  <a:moveTo>
                    <a:pt x="0" y="0"/>
                  </a:moveTo>
                  <a:moveTo>
                    <a:pt x="937" y="322"/>
                  </a:moveTo>
                  <a:lnTo>
                    <a:pt x="936" y="324"/>
                  </a:lnTo>
                  <a:lnTo>
                    <a:pt x="936" y="327"/>
                  </a:lnTo>
                  <a:lnTo>
                    <a:pt x="937" y="329"/>
                  </a:lnTo>
                  <a:lnTo>
                    <a:pt x="937" y="332"/>
                  </a:lnTo>
                  <a:lnTo>
                    <a:pt x="936" y="334"/>
                  </a:lnTo>
                  <a:lnTo>
                    <a:pt x="935" y="336"/>
                  </a:lnTo>
                  <a:lnTo>
                    <a:pt x="934" y="338"/>
                  </a:lnTo>
                  <a:lnTo>
                    <a:pt x="935" y="341"/>
                  </a:lnTo>
                  <a:lnTo>
                    <a:pt x="934" y="345"/>
                  </a:lnTo>
                  <a:lnTo>
                    <a:pt x="933" y="346"/>
                  </a:lnTo>
                  <a:lnTo>
                    <a:pt x="930" y="346"/>
                  </a:lnTo>
                  <a:lnTo>
                    <a:pt x="927" y="344"/>
                  </a:lnTo>
                  <a:lnTo>
                    <a:pt x="925" y="343"/>
                  </a:lnTo>
                  <a:lnTo>
                    <a:pt x="923" y="343"/>
                  </a:lnTo>
                  <a:lnTo>
                    <a:pt x="922" y="346"/>
                  </a:lnTo>
                  <a:lnTo>
                    <a:pt x="921" y="348"/>
                  </a:lnTo>
                  <a:lnTo>
                    <a:pt x="919" y="350"/>
                  </a:lnTo>
                  <a:lnTo>
                    <a:pt x="917" y="350"/>
                  </a:lnTo>
                  <a:lnTo>
                    <a:pt x="915" y="350"/>
                  </a:lnTo>
                  <a:lnTo>
                    <a:pt x="912" y="351"/>
                  </a:lnTo>
                  <a:lnTo>
                    <a:pt x="910" y="351"/>
                  </a:lnTo>
                  <a:lnTo>
                    <a:pt x="908" y="349"/>
                  </a:lnTo>
                  <a:lnTo>
                    <a:pt x="906" y="346"/>
                  </a:lnTo>
                  <a:lnTo>
                    <a:pt x="905" y="344"/>
                  </a:lnTo>
                  <a:lnTo>
                    <a:pt x="903" y="342"/>
                  </a:lnTo>
                  <a:lnTo>
                    <a:pt x="901" y="342"/>
                  </a:lnTo>
                  <a:lnTo>
                    <a:pt x="898" y="341"/>
                  </a:lnTo>
                  <a:lnTo>
                    <a:pt x="897" y="338"/>
                  </a:lnTo>
                  <a:lnTo>
                    <a:pt x="897" y="335"/>
                  </a:lnTo>
                  <a:lnTo>
                    <a:pt x="897" y="332"/>
                  </a:lnTo>
                  <a:lnTo>
                    <a:pt x="896" y="330"/>
                  </a:lnTo>
                  <a:lnTo>
                    <a:pt x="893" y="329"/>
                  </a:lnTo>
                  <a:lnTo>
                    <a:pt x="890" y="327"/>
                  </a:lnTo>
                  <a:lnTo>
                    <a:pt x="888" y="325"/>
                  </a:lnTo>
                  <a:lnTo>
                    <a:pt x="888" y="322"/>
                  </a:lnTo>
                  <a:lnTo>
                    <a:pt x="889" y="320"/>
                  </a:lnTo>
                  <a:lnTo>
                    <a:pt x="890" y="317"/>
                  </a:lnTo>
                  <a:lnTo>
                    <a:pt x="891" y="315"/>
                  </a:lnTo>
                  <a:lnTo>
                    <a:pt x="893" y="313"/>
                  </a:lnTo>
                  <a:lnTo>
                    <a:pt x="895" y="311"/>
                  </a:lnTo>
                  <a:lnTo>
                    <a:pt x="898" y="311"/>
                  </a:lnTo>
                  <a:lnTo>
                    <a:pt x="900" y="309"/>
                  </a:lnTo>
                  <a:lnTo>
                    <a:pt x="900" y="306"/>
                  </a:lnTo>
                  <a:lnTo>
                    <a:pt x="900" y="303"/>
                  </a:lnTo>
                  <a:lnTo>
                    <a:pt x="901" y="299"/>
                  </a:lnTo>
                  <a:lnTo>
                    <a:pt x="903" y="298"/>
                  </a:lnTo>
                  <a:lnTo>
                    <a:pt x="906" y="298"/>
                  </a:lnTo>
                  <a:lnTo>
                    <a:pt x="908" y="298"/>
                  </a:lnTo>
                  <a:lnTo>
                    <a:pt x="910" y="297"/>
                  </a:lnTo>
                  <a:lnTo>
                    <a:pt x="912" y="294"/>
                  </a:lnTo>
                  <a:lnTo>
                    <a:pt x="914" y="293"/>
                  </a:lnTo>
                  <a:lnTo>
                    <a:pt x="917" y="293"/>
                  </a:lnTo>
                  <a:lnTo>
                    <a:pt x="919" y="295"/>
                  </a:lnTo>
                  <a:lnTo>
                    <a:pt x="921" y="296"/>
                  </a:lnTo>
                  <a:lnTo>
                    <a:pt x="923" y="297"/>
                  </a:lnTo>
                  <a:lnTo>
                    <a:pt x="925" y="298"/>
                  </a:lnTo>
                  <a:lnTo>
                    <a:pt x="926" y="300"/>
                  </a:lnTo>
                  <a:lnTo>
                    <a:pt x="927" y="301"/>
                  </a:lnTo>
                  <a:lnTo>
                    <a:pt x="929" y="302"/>
                  </a:lnTo>
                  <a:lnTo>
                    <a:pt x="931" y="302"/>
                  </a:lnTo>
                  <a:lnTo>
                    <a:pt x="934" y="301"/>
                  </a:lnTo>
                  <a:lnTo>
                    <a:pt x="937" y="301"/>
                  </a:lnTo>
                  <a:lnTo>
                    <a:pt x="938" y="303"/>
                  </a:lnTo>
                  <a:lnTo>
                    <a:pt x="938" y="307"/>
                  </a:lnTo>
                  <a:lnTo>
                    <a:pt x="936" y="311"/>
                  </a:lnTo>
                  <a:lnTo>
                    <a:pt x="935" y="313"/>
                  </a:lnTo>
                  <a:lnTo>
                    <a:pt x="936" y="316"/>
                  </a:lnTo>
                  <a:lnTo>
                    <a:pt x="937" y="318"/>
                  </a:lnTo>
                  <a:lnTo>
                    <a:pt x="937" y="320"/>
                  </a:lnTo>
                  <a:close/>
                </a:path>
              </a:pathLst>
            </a:custGeom>
            <a:solidFill>
              <a:srgbClr val="86D1BC">
                <a:alpha val="24000"/>
              </a:srgbClr>
            </a:solidFill>
            <a:ln>
              <a:noFill/>
            </a:ln>
          </p:spPr>
          <p:txBody>
            <a:bodyPr anchor="ctr"/>
            <a:lstStyle/>
            <a:p>
              <a:pPr algn="ctr">
                <a:buNone/>
              </a:pPr>
            </a:p>
          </p:txBody>
        </p:sp>
        <p:sp>
          <p:nvSpPr>
            <p:cNvPr id="7177" name="addition:input:176">
              <a:extLst>
                <a:ext uri="{FF2B5EF4-FFF2-40B4-BE49-F238E27FC236}">
                  <ns2:creationId id="{DF9A6751-2C54-4686-90E6-CD3184F05027}"/>
                </a:ext>
              </a:extLst>
            </p:cNvPr>
            <p:cNvSpPr>
              <a:spLocks noGrp="1"/>
            </p:cNvSpPr>
            <p:nvPr/>
          </p:nvSpPr>
          <p:spPr>
            <a:xfrm>
              <a:off x="209550" y="5438775"/>
              <a:ext cx="1489558" cy="766679"/>
            </a:xfrm>
            <a:custGeom>
              <a:rect l="l" t="t" r="r" b="b"/>
              <a:pathLst>
                <a:path w="905" h="409">
                  <a:moveTo>
                    <a:pt x="0" y="0"/>
                  </a:moveTo>
                  <a:moveTo>
                    <a:pt x="904" y="378"/>
                  </a:moveTo>
                  <a:lnTo>
                    <a:pt x="905" y="381"/>
                  </a:lnTo>
                  <a:lnTo>
                    <a:pt x="904" y="383"/>
                  </a:lnTo>
                  <a:lnTo>
                    <a:pt x="902" y="385"/>
                  </a:lnTo>
                  <a:lnTo>
                    <a:pt x="901" y="387"/>
                  </a:lnTo>
                  <a:lnTo>
                    <a:pt x="901" y="390"/>
                  </a:lnTo>
                  <a:lnTo>
                    <a:pt x="901" y="392"/>
                  </a:lnTo>
                  <a:lnTo>
                    <a:pt x="900" y="395"/>
                  </a:lnTo>
                  <a:lnTo>
                    <a:pt x="898" y="396"/>
                  </a:lnTo>
                  <a:lnTo>
                    <a:pt x="896" y="396"/>
                  </a:lnTo>
                  <a:lnTo>
                    <a:pt x="893" y="397"/>
                  </a:lnTo>
                  <a:lnTo>
                    <a:pt x="892" y="398"/>
                  </a:lnTo>
                  <a:lnTo>
                    <a:pt x="891" y="400"/>
                  </a:lnTo>
                  <a:lnTo>
                    <a:pt x="889" y="401"/>
                  </a:lnTo>
                  <a:lnTo>
                    <a:pt x="887" y="403"/>
                  </a:lnTo>
                  <a:lnTo>
                    <a:pt x="885" y="404"/>
                  </a:lnTo>
                  <a:lnTo>
                    <a:pt x="883" y="406"/>
                  </a:lnTo>
                  <a:lnTo>
                    <a:pt x="881" y="409"/>
                  </a:lnTo>
                  <a:lnTo>
                    <a:pt x="878" y="409"/>
                  </a:lnTo>
                  <a:lnTo>
                    <a:pt x="876" y="407"/>
                  </a:lnTo>
                  <a:lnTo>
                    <a:pt x="874" y="404"/>
                  </a:lnTo>
                  <a:lnTo>
                    <a:pt x="873" y="400"/>
                  </a:lnTo>
                  <a:lnTo>
                    <a:pt x="872" y="399"/>
                  </a:lnTo>
                  <a:lnTo>
                    <a:pt x="870" y="399"/>
                  </a:lnTo>
                  <a:lnTo>
                    <a:pt x="867" y="399"/>
                  </a:lnTo>
                  <a:lnTo>
                    <a:pt x="865" y="399"/>
                  </a:lnTo>
                  <a:lnTo>
                    <a:pt x="864" y="397"/>
                  </a:lnTo>
                  <a:lnTo>
                    <a:pt x="863" y="395"/>
                  </a:lnTo>
                  <a:lnTo>
                    <a:pt x="862" y="394"/>
                  </a:lnTo>
                  <a:lnTo>
                    <a:pt x="860" y="392"/>
                  </a:lnTo>
                  <a:lnTo>
                    <a:pt x="859" y="390"/>
                  </a:lnTo>
                  <a:lnTo>
                    <a:pt x="858" y="388"/>
                  </a:lnTo>
                  <a:lnTo>
                    <a:pt x="859" y="386"/>
                  </a:lnTo>
                  <a:lnTo>
                    <a:pt x="858" y="383"/>
                  </a:lnTo>
                  <a:lnTo>
                    <a:pt x="858" y="381"/>
                  </a:lnTo>
                  <a:lnTo>
                    <a:pt x="858" y="378"/>
                  </a:lnTo>
                  <a:lnTo>
                    <a:pt x="859" y="376"/>
                  </a:lnTo>
                  <a:lnTo>
                    <a:pt x="862" y="374"/>
                  </a:lnTo>
                  <a:lnTo>
                    <a:pt x="864" y="373"/>
                  </a:lnTo>
                  <a:lnTo>
                    <a:pt x="865" y="371"/>
                  </a:lnTo>
                  <a:lnTo>
                    <a:pt x="865" y="368"/>
                  </a:lnTo>
                  <a:lnTo>
                    <a:pt x="864" y="365"/>
                  </a:lnTo>
                  <a:lnTo>
                    <a:pt x="863" y="361"/>
                  </a:lnTo>
                  <a:lnTo>
                    <a:pt x="864" y="359"/>
                  </a:lnTo>
                  <a:lnTo>
                    <a:pt x="866" y="357"/>
                  </a:lnTo>
                  <a:lnTo>
                    <a:pt x="867" y="356"/>
                  </a:lnTo>
                  <a:lnTo>
                    <a:pt x="869" y="355"/>
                  </a:lnTo>
                  <a:lnTo>
                    <a:pt x="871" y="354"/>
                  </a:lnTo>
                  <a:lnTo>
                    <a:pt x="873" y="354"/>
                  </a:lnTo>
                  <a:lnTo>
                    <a:pt x="875" y="355"/>
                  </a:lnTo>
                  <a:lnTo>
                    <a:pt x="876" y="355"/>
                  </a:lnTo>
                  <a:lnTo>
                    <a:pt x="878" y="355"/>
                  </a:lnTo>
                  <a:lnTo>
                    <a:pt x="879" y="353"/>
                  </a:lnTo>
                  <a:lnTo>
                    <a:pt x="881" y="352"/>
                  </a:lnTo>
                  <a:lnTo>
                    <a:pt x="882" y="352"/>
                  </a:lnTo>
                  <a:lnTo>
                    <a:pt x="884" y="354"/>
                  </a:lnTo>
                  <a:lnTo>
                    <a:pt x="885" y="356"/>
                  </a:lnTo>
                  <a:lnTo>
                    <a:pt x="887" y="355"/>
                  </a:lnTo>
                  <a:lnTo>
                    <a:pt x="889" y="354"/>
                  </a:lnTo>
                  <a:lnTo>
                    <a:pt x="892" y="353"/>
                  </a:lnTo>
                  <a:lnTo>
                    <a:pt x="894" y="355"/>
                  </a:lnTo>
                  <a:lnTo>
                    <a:pt x="895" y="357"/>
                  </a:lnTo>
                  <a:lnTo>
                    <a:pt x="895" y="361"/>
                  </a:lnTo>
                  <a:lnTo>
                    <a:pt x="895" y="364"/>
                  </a:lnTo>
                  <a:lnTo>
                    <a:pt x="896" y="366"/>
                  </a:lnTo>
                  <a:lnTo>
                    <a:pt x="896" y="368"/>
                  </a:lnTo>
                  <a:lnTo>
                    <a:pt x="897" y="370"/>
                  </a:lnTo>
                  <a:lnTo>
                    <a:pt x="897" y="372"/>
                  </a:lnTo>
                  <a:lnTo>
                    <a:pt x="899" y="374"/>
                  </a:lnTo>
                  <a:lnTo>
                    <a:pt x="902" y="376"/>
                  </a:lnTo>
                  <a:close/>
                </a:path>
              </a:pathLst>
            </a:custGeom>
            <a:solidFill>
              <a:srgbClr val="86D1BC">
                <a:alpha val="24000"/>
              </a:srgbClr>
            </a:solidFill>
            <a:ln>
              <a:noFill/>
            </a:ln>
          </p:spPr>
          <p:txBody>
            <a:bodyPr anchor="ctr"/>
            <a:lstStyle/>
            <a:p>
              <a:pPr algn="ctr">
                <a:buNone/>
              </a:pPr>
            </a:p>
          </p:txBody>
        </p:sp>
        <p:sp>
          <p:nvSpPr>
            <p:cNvPr id="7178" name="addition:input:177">
              <a:extLst>
                <a:ext uri="{FF2B5EF4-FFF2-40B4-BE49-F238E27FC236}">
                  <ns2:creationId id="{8863B5C6-F3BE-443A-A980-671EFCEF9F31}"/>
                </a:ext>
              </a:extLst>
            </p:cNvPr>
            <p:cNvSpPr>
              <a:spLocks noGrp="1"/>
            </p:cNvSpPr>
            <p:nvPr/>
          </p:nvSpPr>
          <p:spPr>
            <a:xfrm>
              <a:off x="209550" y="5438775"/>
              <a:ext cx="1367760" cy="777926"/>
            </a:xfrm>
            <a:custGeom>
              <a:rect l="l" t="t" r="r" b="b"/>
              <a:pathLst>
                <a:path w="831" h="415">
                  <a:moveTo>
                    <a:pt x="0" y="0"/>
                  </a:moveTo>
                  <a:moveTo>
                    <a:pt x="827" y="392"/>
                  </a:moveTo>
                  <a:lnTo>
                    <a:pt x="825" y="394"/>
                  </a:lnTo>
                  <a:lnTo>
                    <a:pt x="824" y="395"/>
                  </a:lnTo>
                  <a:lnTo>
                    <a:pt x="824" y="397"/>
                  </a:lnTo>
                  <a:lnTo>
                    <a:pt x="824" y="399"/>
                  </a:lnTo>
                  <a:lnTo>
                    <a:pt x="824" y="401"/>
                  </a:lnTo>
                  <a:lnTo>
                    <a:pt x="824" y="404"/>
                  </a:lnTo>
                  <a:lnTo>
                    <a:pt x="824" y="406"/>
                  </a:lnTo>
                  <a:lnTo>
                    <a:pt x="824" y="409"/>
                  </a:lnTo>
                  <a:lnTo>
                    <a:pt x="823" y="411"/>
                  </a:lnTo>
                  <a:lnTo>
                    <a:pt x="821" y="412"/>
                  </a:lnTo>
                  <a:lnTo>
                    <a:pt x="818" y="411"/>
                  </a:lnTo>
                  <a:lnTo>
                    <a:pt x="816" y="411"/>
                  </a:lnTo>
                  <a:lnTo>
                    <a:pt x="814" y="411"/>
                  </a:lnTo>
                  <a:lnTo>
                    <a:pt x="813" y="413"/>
                  </a:lnTo>
                  <a:lnTo>
                    <a:pt x="812" y="414"/>
                  </a:lnTo>
                  <a:lnTo>
                    <a:pt x="810" y="415"/>
                  </a:lnTo>
                  <a:lnTo>
                    <a:pt x="808" y="414"/>
                  </a:lnTo>
                  <a:lnTo>
                    <a:pt x="807" y="413"/>
                  </a:lnTo>
                  <a:lnTo>
                    <a:pt x="805" y="412"/>
                  </a:lnTo>
                  <a:lnTo>
                    <a:pt x="803" y="413"/>
                  </a:lnTo>
                  <a:lnTo>
                    <a:pt x="801" y="414"/>
                  </a:lnTo>
                  <a:lnTo>
                    <a:pt x="799" y="415"/>
                  </a:lnTo>
                  <a:lnTo>
                    <a:pt x="797" y="414"/>
                  </a:lnTo>
                  <a:lnTo>
                    <a:pt x="795" y="413"/>
                  </a:lnTo>
                  <a:lnTo>
                    <a:pt x="793" y="412"/>
                  </a:lnTo>
                  <a:lnTo>
                    <a:pt x="791" y="410"/>
                  </a:lnTo>
                  <a:lnTo>
                    <a:pt x="790" y="408"/>
                  </a:lnTo>
                  <a:lnTo>
                    <a:pt x="790" y="405"/>
                  </a:lnTo>
                  <a:lnTo>
                    <a:pt x="791" y="402"/>
                  </a:lnTo>
                  <a:lnTo>
                    <a:pt x="791" y="400"/>
                  </a:lnTo>
                  <a:lnTo>
                    <a:pt x="789" y="399"/>
                  </a:lnTo>
                  <a:lnTo>
                    <a:pt x="786" y="398"/>
                  </a:lnTo>
                  <a:lnTo>
                    <a:pt x="783" y="396"/>
                  </a:lnTo>
                  <a:lnTo>
                    <a:pt x="782" y="394"/>
                  </a:lnTo>
                  <a:lnTo>
                    <a:pt x="782" y="392"/>
                  </a:lnTo>
                  <a:lnTo>
                    <a:pt x="783" y="390"/>
                  </a:lnTo>
                  <a:lnTo>
                    <a:pt x="783" y="388"/>
                  </a:lnTo>
                  <a:lnTo>
                    <a:pt x="782" y="385"/>
                  </a:lnTo>
                  <a:lnTo>
                    <a:pt x="783" y="383"/>
                  </a:lnTo>
                  <a:lnTo>
                    <a:pt x="784" y="382"/>
                  </a:lnTo>
                  <a:lnTo>
                    <a:pt x="786" y="380"/>
                  </a:lnTo>
                  <a:lnTo>
                    <a:pt x="787" y="379"/>
                  </a:lnTo>
                  <a:lnTo>
                    <a:pt x="788" y="377"/>
                  </a:lnTo>
                  <a:lnTo>
                    <a:pt x="790" y="376"/>
                  </a:lnTo>
                  <a:lnTo>
                    <a:pt x="792" y="375"/>
                  </a:lnTo>
                  <a:lnTo>
                    <a:pt x="794" y="375"/>
                  </a:lnTo>
                  <a:lnTo>
                    <a:pt x="797" y="374"/>
                  </a:lnTo>
                  <a:lnTo>
                    <a:pt x="798" y="373"/>
                  </a:lnTo>
                  <a:lnTo>
                    <a:pt x="799" y="369"/>
                  </a:lnTo>
                  <a:lnTo>
                    <a:pt x="801" y="366"/>
                  </a:lnTo>
                  <a:lnTo>
                    <a:pt x="803" y="365"/>
                  </a:lnTo>
                  <a:lnTo>
                    <a:pt x="806" y="366"/>
                  </a:lnTo>
                  <a:lnTo>
                    <a:pt x="809" y="368"/>
                  </a:lnTo>
                  <a:lnTo>
                    <a:pt x="811" y="370"/>
                  </a:lnTo>
                  <a:lnTo>
                    <a:pt x="813" y="371"/>
                  </a:lnTo>
                  <a:lnTo>
                    <a:pt x="815" y="371"/>
                  </a:lnTo>
                  <a:lnTo>
                    <a:pt x="816" y="372"/>
                  </a:lnTo>
                  <a:lnTo>
                    <a:pt x="818" y="373"/>
                  </a:lnTo>
                  <a:lnTo>
                    <a:pt x="820" y="374"/>
                  </a:lnTo>
                  <a:lnTo>
                    <a:pt x="822" y="375"/>
                  </a:lnTo>
                  <a:lnTo>
                    <a:pt x="824" y="375"/>
                  </a:lnTo>
                  <a:lnTo>
                    <a:pt x="826" y="376"/>
                  </a:lnTo>
                  <a:lnTo>
                    <a:pt x="827" y="378"/>
                  </a:lnTo>
                  <a:lnTo>
                    <a:pt x="827" y="380"/>
                  </a:lnTo>
                  <a:lnTo>
                    <a:pt x="827" y="382"/>
                  </a:lnTo>
                  <a:lnTo>
                    <a:pt x="828" y="384"/>
                  </a:lnTo>
                  <a:lnTo>
                    <a:pt x="830" y="385"/>
                  </a:lnTo>
                  <a:lnTo>
                    <a:pt x="831" y="387"/>
                  </a:lnTo>
                  <a:lnTo>
                    <a:pt x="830" y="390"/>
                  </a:lnTo>
                  <a:close/>
                </a:path>
              </a:pathLst>
            </a:custGeom>
            <a:solidFill>
              <a:srgbClr val="86D1BC">
                <a:alpha val="24000"/>
              </a:srgbClr>
            </a:solidFill>
            <a:ln>
              <a:noFill/>
            </a:ln>
          </p:spPr>
          <p:txBody>
            <a:bodyPr anchor="ctr"/>
            <a:lstStyle/>
            <a:p>
              <a:pPr algn="ctr">
                <a:buNone/>
              </a:pPr>
            </a:p>
          </p:txBody>
        </p:sp>
        <p:sp>
          <p:nvSpPr>
            <p:cNvPr id="7179" name="addition:input:178">
              <a:extLst>
                <a:ext uri="{FF2B5EF4-FFF2-40B4-BE49-F238E27FC236}">
                  <ns2:creationId id="{F0215975-B75B-4F04-B896-8DA9BE524EB3}"/>
                </a:ext>
              </a:extLst>
            </p:cNvPr>
            <p:cNvSpPr>
              <a:spLocks noGrp="1"/>
            </p:cNvSpPr>
            <p:nvPr/>
          </p:nvSpPr>
          <p:spPr>
            <a:xfrm>
              <a:off x="209550" y="5438775"/>
              <a:ext cx="1262421" cy="736686"/>
            </a:xfrm>
            <a:custGeom>
              <a:rect l="l" t="t" r="r" b="b"/>
              <a:pathLst>
                <a:path w="767" h="393">
                  <a:moveTo>
                    <a:pt x="0" y="0"/>
                  </a:moveTo>
                  <a:moveTo>
                    <a:pt x="767" y="368"/>
                  </a:moveTo>
                  <a:lnTo>
                    <a:pt x="766" y="370"/>
                  </a:lnTo>
                  <a:lnTo>
                    <a:pt x="762" y="372"/>
                  </a:lnTo>
                  <a:lnTo>
                    <a:pt x="758" y="373"/>
                  </a:lnTo>
                  <a:lnTo>
                    <a:pt x="756" y="375"/>
                  </a:lnTo>
                  <a:lnTo>
                    <a:pt x="757" y="377"/>
                  </a:lnTo>
                  <a:lnTo>
                    <a:pt x="758" y="381"/>
                  </a:lnTo>
                  <a:lnTo>
                    <a:pt x="759" y="384"/>
                  </a:lnTo>
                  <a:lnTo>
                    <a:pt x="758" y="386"/>
                  </a:lnTo>
                  <a:lnTo>
                    <a:pt x="755" y="388"/>
                  </a:lnTo>
                  <a:lnTo>
                    <a:pt x="753" y="389"/>
                  </a:lnTo>
                  <a:lnTo>
                    <a:pt x="750" y="390"/>
                  </a:lnTo>
                  <a:lnTo>
                    <a:pt x="748" y="391"/>
                  </a:lnTo>
                  <a:lnTo>
                    <a:pt x="746" y="392"/>
                  </a:lnTo>
                  <a:lnTo>
                    <a:pt x="743" y="392"/>
                  </a:lnTo>
                  <a:lnTo>
                    <a:pt x="741" y="391"/>
                  </a:lnTo>
                  <a:lnTo>
                    <a:pt x="739" y="391"/>
                  </a:lnTo>
                  <a:lnTo>
                    <a:pt x="737" y="393"/>
                  </a:lnTo>
                  <a:lnTo>
                    <a:pt x="735" y="393"/>
                  </a:lnTo>
                  <a:lnTo>
                    <a:pt x="733" y="392"/>
                  </a:lnTo>
                  <a:lnTo>
                    <a:pt x="731" y="391"/>
                  </a:lnTo>
                  <a:lnTo>
                    <a:pt x="729" y="389"/>
                  </a:lnTo>
                  <a:lnTo>
                    <a:pt x="727" y="390"/>
                  </a:lnTo>
                  <a:lnTo>
                    <a:pt x="723" y="391"/>
                  </a:lnTo>
                  <a:lnTo>
                    <a:pt x="720" y="392"/>
                  </a:lnTo>
                  <a:lnTo>
                    <a:pt x="717" y="391"/>
                  </a:lnTo>
                  <a:lnTo>
                    <a:pt x="716" y="388"/>
                  </a:lnTo>
                  <a:lnTo>
                    <a:pt x="716" y="385"/>
                  </a:lnTo>
                  <a:lnTo>
                    <a:pt x="716" y="382"/>
                  </a:lnTo>
                  <a:lnTo>
                    <a:pt x="715" y="380"/>
                  </a:lnTo>
                  <a:lnTo>
                    <a:pt x="714" y="378"/>
                  </a:lnTo>
                  <a:lnTo>
                    <a:pt x="713" y="376"/>
                  </a:lnTo>
                  <a:lnTo>
                    <a:pt x="713" y="374"/>
                  </a:lnTo>
                  <a:lnTo>
                    <a:pt x="711" y="372"/>
                  </a:lnTo>
                  <a:lnTo>
                    <a:pt x="708" y="370"/>
                  </a:lnTo>
                  <a:lnTo>
                    <a:pt x="705" y="368"/>
                  </a:lnTo>
                  <a:lnTo>
                    <a:pt x="704" y="365"/>
                  </a:lnTo>
                  <a:lnTo>
                    <a:pt x="705" y="363"/>
                  </a:lnTo>
                  <a:lnTo>
                    <a:pt x="707" y="361"/>
                  </a:lnTo>
                  <a:lnTo>
                    <a:pt x="708" y="359"/>
                  </a:lnTo>
                  <a:lnTo>
                    <a:pt x="708" y="357"/>
                  </a:lnTo>
                  <a:lnTo>
                    <a:pt x="707" y="354"/>
                  </a:lnTo>
                  <a:lnTo>
                    <a:pt x="708" y="351"/>
                  </a:lnTo>
                  <a:lnTo>
                    <a:pt x="711" y="350"/>
                  </a:lnTo>
                  <a:lnTo>
                    <a:pt x="715" y="350"/>
                  </a:lnTo>
                  <a:lnTo>
                    <a:pt x="718" y="350"/>
                  </a:lnTo>
                  <a:lnTo>
                    <a:pt x="720" y="349"/>
                  </a:lnTo>
                  <a:lnTo>
                    <a:pt x="722" y="347"/>
                  </a:lnTo>
                  <a:lnTo>
                    <a:pt x="724" y="346"/>
                  </a:lnTo>
                  <a:lnTo>
                    <a:pt x="726" y="344"/>
                  </a:lnTo>
                  <a:lnTo>
                    <a:pt x="728" y="343"/>
                  </a:lnTo>
                  <a:lnTo>
                    <a:pt x="731" y="341"/>
                  </a:lnTo>
                  <a:lnTo>
                    <a:pt x="734" y="338"/>
                  </a:lnTo>
                  <a:lnTo>
                    <a:pt x="738" y="338"/>
                  </a:lnTo>
                  <a:lnTo>
                    <a:pt x="741" y="339"/>
                  </a:lnTo>
                  <a:lnTo>
                    <a:pt x="743" y="343"/>
                  </a:lnTo>
                  <a:lnTo>
                    <a:pt x="745" y="346"/>
                  </a:lnTo>
                  <a:lnTo>
                    <a:pt x="747" y="347"/>
                  </a:lnTo>
                  <a:lnTo>
                    <a:pt x="750" y="347"/>
                  </a:lnTo>
                  <a:lnTo>
                    <a:pt x="754" y="347"/>
                  </a:lnTo>
                  <a:lnTo>
                    <a:pt x="756" y="348"/>
                  </a:lnTo>
                  <a:lnTo>
                    <a:pt x="758" y="350"/>
                  </a:lnTo>
                  <a:lnTo>
                    <a:pt x="759" y="352"/>
                  </a:lnTo>
                  <a:lnTo>
                    <a:pt x="760" y="353"/>
                  </a:lnTo>
                  <a:lnTo>
                    <a:pt x="763" y="355"/>
                  </a:lnTo>
                  <a:lnTo>
                    <a:pt x="765" y="356"/>
                  </a:lnTo>
                  <a:lnTo>
                    <a:pt x="766" y="358"/>
                  </a:lnTo>
                  <a:lnTo>
                    <a:pt x="767" y="360"/>
                  </a:lnTo>
                  <a:lnTo>
                    <a:pt x="767" y="363"/>
                  </a:lnTo>
                  <a:lnTo>
                    <a:pt x="767" y="365"/>
                  </a:lnTo>
                  <a:close/>
                </a:path>
              </a:pathLst>
            </a:custGeom>
            <a:solidFill>
              <a:srgbClr val="86D1BC">
                <a:alpha val="24000"/>
              </a:srgbClr>
            </a:solidFill>
            <a:ln>
              <a:noFill/>
            </a:ln>
          </p:spPr>
          <p:txBody>
            <a:bodyPr anchor="ctr"/>
            <a:lstStyle/>
            <a:p>
              <a:pPr algn="ctr">
                <a:buNone/>
              </a:pPr>
            </a:p>
          </p:txBody>
        </p:sp>
        <p:sp>
          <p:nvSpPr>
            <p:cNvPr id="7180" name="addition:input:179">
              <a:extLst>
                <a:ext uri="{FF2B5EF4-FFF2-40B4-BE49-F238E27FC236}">
                  <ns2:creationId id="{2B350DC2-57A3-42D9-9042-2AB059A7BE4D}"/>
                </a:ext>
              </a:extLst>
            </p:cNvPr>
            <p:cNvSpPr>
              <a:spLocks noGrp="1"/>
            </p:cNvSpPr>
            <p:nvPr/>
          </p:nvSpPr>
          <p:spPr>
            <a:xfrm>
              <a:off x="209550" y="5438775"/>
              <a:ext cx="1232794" cy="624215"/>
            </a:xfrm>
            <a:custGeom>
              <a:rect l="l" t="t" r="r" b="b"/>
              <a:pathLst>
                <a:path w="749" h="333">
                  <a:moveTo>
                    <a:pt x="0" y="0"/>
                  </a:moveTo>
                  <a:moveTo>
                    <a:pt x="749" y="306"/>
                  </a:moveTo>
                  <a:lnTo>
                    <a:pt x="747" y="308"/>
                  </a:lnTo>
                  <a:lnTo>
                    <a:pt x="743" y="310"/>
                  </a:lnTo>
                  <a:lnTo>
                    <a:pt x="740" y="312"/>
                  </a:lnTo>
                  <a:lnTo>
                    <a:pt x="739" y="314"/>
                  </a:lnTo>
                  <a:lnTo>
                    <a:pt x="740" y="316"/>
                  </a:lnTo>
                  <a:lnTo>
                    <a:pt x="742" y="320"/>
                  </a:lnTo>
                  <a:lnTo>
                    <a:pt x="743" y="324"/>
                  </a:lnTo>
                  <a:lnTo>
                    <a:pt x="741" y="326"/>
                  </a:lnTo>
                  <a:lnTo>
                    <a:pt x="739" y="327"/>
                  </a:lnTo>
                  <a:lnTo>
                    <a:pt x="736" y="328"/>
                  </a:lnTo>
                  <a:lnTo>
                    <a:pt x="734" y="329"/>
                  </a:lnTo>
                  <a:lnTo>
                    <a:pt x="732" y="330"/>
                  </a:lnTo>
                  <a:lnTo>
                    <a:pt x="729" y="330"/>
                  </a:lnTo>
                  <a:lnTo>
                    <a:pt x="727" y="330"/>
                  </a:lnTo>
                  <a:lnTo>
                    <a:pt x="725" y="329"/>
                  </a:lnTo>
                  <a:lnTo>
                    <a:pt x="723" y="331"/>
                  </a:lnTo>
                  <a:lnTo>
                    <a:pt x="721" y="332"/>
                  </a:lnTo>
                  <a:lnTo>
                    <a:pt x="719" y="333"/>
                  </a:lnTo>
                  <a:lnTo>
                    <a:pt x="717" y="332"/>
                  </a:lnTo>
                  <a:lnTo>
                    <a:pt x="715" y="330"/>
                  </a:lnTo>
                  <a:lnTo>
                    <a:pt x="713" y="329"/>
                  </a:lnTo>
                  <a:lnTo>
                    <a:pt x="710" y="330"/>
                  </a:lnTo>
                  <a:lnTo>
                    <a:pt x="706" y="331"/>
                  </a:lnTo>
                  <a:lnTo>
                    <a:pt x="703" y="332"/>
                  </a:lnTo>
                  <a:lnTo>
                    <a:pt x="700" y="330"/>
                  </a:lnTo>
                  <a:lnTo>
                    <a:pt x="700" y="327"/>
                  </a:lnTo>
                  <a:lnTo>
                    <a:pt x="699" y="324"/>
                  </a:lnTo>
                  <a:lnTo>
                    <a:pt x="699" y="321"/>
                  </a:lnTo>
                  <a:lnTo>
                    <a:pt x="698" y="319"/>
                  </a:lnTo>
                  <a:lnTo>
                    <a:pt x="697" y="316"/>
                  </a:lnTo>
                  <a:lnTo>
                    <a:pt x="696" y="314"/>
                  </a:lnTo>
                  <a:lnTo>
                    <a:pt x="695" y="312"/>
                  </a:lnTo>
                  <a:lnTo>
                    <a:pt x="692" y="310"/>
                  </a:lnTo>
                  <a:lnTo>
                    <a:pt x="689" y="309"/>
                  </a:lnTo>
                  <a:lnTo>
                    <a:pt x="686" y="306"/>
                  </a:lnTo>
                  <a:lnTo>
                    <a:pt x="685" y="303"/>
                  </a:lnTo>
                  <a:lnTo>
                    <a:pt x="687" y="301"/>
                  </a:lnTo>
                  <a:lnTo>
                    <a:pt x="689" y="299"/>
                  </a:lnTo>
                  <a:lnTo>
                    <a:pt x="691" y="297"/>
                  </a:lnTo>
                  <a:lnTo>
                    <a:pt x="691" y="294"/>
                  </a:lnTo>
                  <a:lnTo>
                    <a:pt x="691" y="292"/>
                  </a:lnTo>
                  <a:lnTo>
                    <a:pt x="692" y="289"/>
                  </a:lnTo>
                  <a:lnTo>
                    <a:pt x="695" y="288"/>
                  </a:lnTo>
                  <a:lnTo>
                    <a:pt x="698" y="288"/>
                  </a:lnTo>
                  <a:lnTo>
                    <a:pt x="701" y="287"/>
                  </a:lnTo>
                  <a:lnTo>
                    <a:pt x="703" y="286"/>
                  </a:lnTo>
                  <a:lnTo>
                    <a:pt x="705" y="284"/>
                  </a:lnTo>
                  <a:lnTo>
                    <a:pt x="707" y="282"/>
                  </a:lnTo>
                  <a:lnTo>
                    <a:pt x="710" y="281"/>
                  </a:lnTo>
                  <a:lnTo>
                    <a:pt x="712" y="279"/>
                  </a:lnTo>
                  <a:lnTo>
                    <a:pt x="715" y="277"/>
                  </a:lnTo>
                  <a:lnTo>
                    <a:pt x="718" y="275"/>
                  </a:lnTo>
                  <a:lnTo>
                    <a:pt x="722" y="275"/>
                  </a:lnTo>
                  <a:lnTo>
                    <a:pt x="725" y="277"/>
                  </a:lnTo>
                  <a:lnTo>
                    <a:pt x="727" y="281"/>
                  </a:lnTo>
                  <a:lnTo>
                    <a:pt x="729" y="284"/>
                  </a:lnTo>
                  <a:lnTo>
                    <a:pt x="731" y="285"/>
                  </a:lnTo>
                  <a:lnTo>
                    <a:pt x="734" y="285"/>
                  </a:lnTo>
                  <a:lnTo>
                    <a:pt x="737" y="284"/>
                  </a:lnTo>
                  <a:lnTo>
                    <a:pt x="739" y="285"/>
                  </a:lnTo>
                  <a:lnTo>
                    <a:pt x="741" y="287"/>
                  </a:lnTo>
                  <a:lnTo>
                    <a:pt x="742" y="289"/>
                  </a:lnTo>
                  <a:lnTo>
                    <a:pt x="744" y="290"/>
                  </a:lnTo>
                  <a:lnTo>
                    <a:pt x="746" y="292"/>
                  </a:lnTo>
                  <a:lnTo>
                    <a:pt x="748" y="294"/>
                  </a:lnTo>
                  <a:lnTo>
                    <a:pt x="748" y="296"/>
                  </a:lnTo>
                  <a:lnTo>
                    <a:pt x="748" y="299"/>
                  </a:lnTo>
                  <a:lnTo>
                    <a:pt x="748" y="301"/>
                  </a:lnTo>
                  <a:lnTo>
                    <a:pt x="749" y="303"/>
                  </a:lnTo>
                  <a:close/>
                </a:path>
              </a:pathLst>
            </a:custGeom>
            <a:solidFill>
              <a:srgbClr val="86D1BC">
                <a:alpha val="24000"/>
              </a:srgbClr>
            </a:solidFill>
            <a:ln>
              <a:noFill/>
            </a:ln>
          </p:spPr>
          <p:txBody>
            <a:bodyPr anchor="ctr"/>
            <a:lstStyle/>
            <a:p>
              <a:pPr algn="ctr">
                <a:buNone/>
              </a:pPr>
            </a:p>
          </p:txBody>
        </p:sp>
        <p:sp>
          <p:nvSpPr>
            <p:cNvPr id="7181" name="addition:input:180">
              <a:extLst>
                <a:ext uri="{FF2B5EF4-FFF2-40B4-BE49-F238E27FC236}">
                  <ns2:creationId id="{344AFF78-8C76-4E39-8EA5-C721450336BB}"/>
                </a:ext>
              </a:extLst>
            </p:cNvPr>
            <p:cNvSpPr>
              <a:spLocks noGrp="1"/>
            </p:cNvSpPr>
            <p:nvPr/>
          </p:nvSpPr>
          <p:spPr>
            <a:xfrm>
              <a:off x="209550" y="5438775"/>
              <a:ext cx="1278880" cy="526740"/>
            </a:xfrm>
            <a:custGeom>
              <a:rect l="l" t="t" r="r" b="b"/>
              <a:pathLst>
                <a:path w="777" h="281">
                  <a:moveTo>
                    <a:pt x="0" y="0"/>
                  </a:moveTo>
                  <a:moveTo>
                    <a:pt x="776" y="251"/>
                  </a:moveTo>
                  <a:lnTo>
                    <a:pt x="776" y="253"/>
                  </a:lnTo>
                  <a:lnTo>
                    <a:pt x="776" y="256"/>
                  </a:lnTo>
                  <a:lnTo>
                    <a:pt x="776" y="258"/>
                  </a:lnTo>
                  <a:lnTo>
                    <a:pt x="777" y="261"/>
                  </a:lnTo>
                  <a:lnTo>
                    <a:pt x="777" y="263"/>
                  </a:lnTo>
                  <a:lnTo>
                    <a:pt x="775" y="265"/>
                  </a:lnTo>
                  <a:lnTo>
                    <a:pt x="774" y="267"/>
                  </a:lnTo>
                  <a:lnTo>
                    <a:pt x="773" y="268"/>
                  </a:lnTo>
                  <a:lnTo>
                    <a:pt x="771" y="270"/>
                  </a:lnTo>
                  <a:lnTo>
                    <a:pt x="770" y="271"/>
                  </a:lnTo>
                  <a:lnTo>
                    <a:pt x="767" y="271"/>
                  </a:lnTo>
                  <a:lnTo>
                    <a:pt x="764" y="270"/>
                  </a:lnTo>
                  <a:lnTo>
                    <a:pt x="762" y="271"/>
                  </a:lnTo>
                  <a:lnTo>
                    <a:pt x="761" y="273"/>
                  </a:lnTo>
                  <a:lnTo>
                    <a:pt x="760" y="277"/>
                  </a:lnTo>
                  <a:lnTo>
                    <a:pt x="758" y="280"/>
                  </a:lnTo>
                  <a:lnTo>
                    <a:pt x="755" y="281"/>
                  </a:lnTo>
                  <a:lnTo>
                    <a:pt x="753" y="280"/>
                  </a:lnTo>
                  <a:lnTo>
                    <a:pt x="750" y="278"/>
                  </a:lnTo>
                  <a:lnTo>
                    <a:pt x="748" y="277"/>
                  </a:lnTo>
                  <a:lnTo>
                    <a:pt x="746" y="276"/>
                  </a:lnTo>
                  <a:lnTo>
                    <a:pt x="744" y="274"/>
                  </a:lnTo>
                  <a:lnTo>
                    <a:pt x="742" y="273"/>
                  </a:lnTo>
                  <a:lnTo>
                    <a:pt x="741" y="271"/>
                  </a:lnTo>
                  <a:lnTo>
                    <a:pt x="739" y="270"/>
                  </a:lnTo>
                  <a:lnTo>
                    <a:pt x="736" y="269"/>
                  </a:lnTo>
                  <a:lnTo>
                    <a:pt x="734" y="268"/>
                  </a:lnTo>
                  <a:lnTo>
                    <a:pt x="732" y="267"/>
                  </a:lnTo>
                  <a:lnTo>
                    <a:pt x="732" y="264"/>
                  </a:lnTo>
                  <a:lnTo>
                    <a:pt x="732" y="262"/>
                  </a:lnTo>
                  <a:lnTo>
                    <a:pt x="731" y="260"/>
                  </a:lnTo>
                  <a:lnTo>
                    <a:pt x="728" y="258"/>
                  </a:lnTo>
                  <a:lnTo>
                    <a:pt x="726" y="256"/>
                  </a:lnTo>
                  <a:lnTo>
                    <a:pt x="725" y="254"/>
                  </a:lnTo>
                  <a:lnTo>
                    <a:pt x="727" y="251"/>
                  </a:lnTo>
                  <a:lnTo>
                    <a:pt x="730" y="249"/>
                  </a:lnTo>
                  <a:lnTo>
                    <a:pt x="733" y="247"/>
                  </a:lnTo>
                  <a:lnTo>
                    <a:pt x="734" y="245"/>
                  </a:lnTo>
                  <a:lnTo>
                    <a:pt x="735" y="243"/>
                  </a:lnTo>
                  <a:lnTo>
                    <a:pt x="735" y="241"/>
                  </a:lnTo>
                  <a:lnTo>
                    <a:pt x="736" y="239"/>
                  </a:lnTo>
                  <a:lnTo>
                    <a:pt x="737" y="237"/>
                  </a:lnTo>
                  <a:lnTo>
                    <a:pt x="737" y="234"/>
                  </a:lnTo>
                  <a:lnTo>
                    <a:pt x="737" y="230"/>
                  </a:lnTo>
                  <a:lnTo>
                    <a:pt x="739" y="228"/>
                  </a:lnTo>
                  <a:lnTo>
                    <a:pt x="741" y="227"/>
                  </a:lnTo>
                  <a:lnTo>
                    <a:pt x="744" y="228"/>
                  </a:lnTo>
                  <a:lnTo>
                    <a:pt x="746" y="228"/>
                  </a:lnTo>
                  <a:lnTo>
                    <a:pt x="748" y="228"/>
                  </a:lnTo>
                  <a:lnTo>
                    <a:pt x="750" y="226"/>
                  </a:lnTo>
                  <a:lnTo>
                    <a:pt x="751" y="224"/>
                  </a:lnTo>
                  <a:lnTo>
                    <a:pt x="753" y="225"/>
                  </a:lnTo>
                  <a:lnTo>
                    <a:pt x="755" y="227"/>
                  </a:lnTo>
                  <a:lnTo>
                    <a:pt x="756" y="229"/>
                  </a:lnTo>
                  <a:lnTo>
                    <a:pt x="758" y="229"/>
                  </a:lnTo>
                  <a:lnTo>
                    <a:pt x="760" y="228"/>
                  </a:lnTo>
                  <a:lnTo>
                    <a:pt x="762" y="228"/>
                  </a:lnTo>
                  <a:lnTo>
                    <a:pt x="764" y="228"/>
                  </a:lnTo>
                  <a:lnTo>
                    <a:pt x="765" y="228"/>
                  </a:lnTo>
                  <a:lnTo>
                    <a:pt x="768" y="229"/>
                  </a:lnTo>
                  <a:lnTo>
                    <a:pt x="770" y="230"/>
                  </a:lnTo>
                  <a:lnTo>
                    <a:pt x="772" y="232"/>
                  </a:lnTo>
                  <a:lnTo>
                    <a:pt x="772" y="235"/>
                  </a:lnTo>
                  <a:lnTo>
                    <a:pt x="771" y="238"/>
                  </a:lnTo>
                  <a:lnTo>
                    <a:pt x="769" y="241"/>
                  </a:lnTo>
                  <a:lnTo>
                    <a:pt x="769" y="244"/>
                  </a:lnTo>
                  <a:lnTo>
                    <a:pt x="771" y="245"/>
                  </a:lnTo>
                  <a:lnTo>
                    <a:pt x="774" y="247"/>
                  </a:lnTo>
                  <a:lnTo>
                    <a:pt x="776" y="249"/>
                  </a:lnTo>
                  <a:close/>
                </a:path>
              </a:pathLst>
            </a:custGeom>
            <a:solidFill>
              <a:srgbClr val="86D1BC">
                <a:alpha val="24000"/>
              </a:srgbClr>
            </a:solidFill>
            <a:ln>
              <a:noFill/>
            </a:ln>
          </p:spPr>
          <p:txBody>
            <a:bodyPr anchor="ctr"/>
            <a:lstStyle/>
            <a:p>
              <a:pPr algn="ctr">
                <a:buNone/>
              </a:pPr>
            </a:p>
          </p:txBody>
        </p:sp>
        <p:sp>
          <p:nvSpPr>
            <p:cNvPr id="7182" name="addition:input:181">
              <a:extLst>
                <a:ext uri="{FF2B5EF4-FFF2-40B4-BE49-F238E27FC236}">
                  <ns2:creationId id="{C26F1875-E21F-42BC-8557-1A0A3C69A7EC}"/>
                </a:ext>
              </a:extLst>
            </p:cNvPr>
            <p:cNvSpPr>
              <a:spLocks noGrp="1"/>
            </p:cNvSpPr>
            <p:nvPr/>
          </p:nvSpPr>
          <p:spPr>
            <a:xfrm>
              <a:off x="209550" y="5438775"/>
              <a:ext cx="1408908" cy="478003"/>
            </a:xfrm>
            <a:custGeom>
              <a:rect l="l" t="t" r="r" b="b"/>
              <a:pathLst>
                <a:path w="856" h="255">
                  <a:moveTo>
                    <a:pt x="0" y="0"/>
                  </a:moveTo>
                  <a:moveTo>
                    <a:pt x="853" y="226"/>
                  </a:moveTo>
                  <a:lnTo>
                    <a:pt x="853" y="228"/>
                  </a:lnTo>
                  <a:lnTo>
                    <a:pt x="855" y="230"/>
                  </a:lnTo>
                  <a:lnTo>
                    <a:pt x="856" y="233"/>
                  </a:lnTo>
                  <a:lnTo>
                    <a:pt x="855" y="235"/>
                  </a:lnTo>
                  <a:lnTo>
                    <a:pt x="854" y="237"/>
                  </a:lnTo>
                  <a:lnTo>
                    <a:pt x="853" y="240"/>
                  </a:lnTo>
                  <a:lnTo>
                    <a:pt x="853" y="242"/>
                  </a:lnTo>
                  <a:lnTo>
                    <a:pt x="853" y="245"/>
                  </a:lnTo>
                  <a:lnTo>
                    <a:pt x="851" y="247"/>
                  </a:lnTo>
                  <a:lnTo>
                    <a:pt x="848" y="247"/>
                  </a:lnTo>
                  <a:lnTo>
                    <a:pt x="843" y="246"/>
                  </a:lnTo>
                  <a:lnTo>
                    <a:pt x="840" y="245"/>
                  </a:lnTo>
                  <a:lnTo>
                    <a:pt x="839" y="246"/>
                  </a:lnTo>
                  <a:lnTo>
                    <a:pt x="837" y="249"/>
                  </a:lnTo>
                  <a:lnTo>
                    <a:pt x="836" y="252"/>
                  </a:lnTo>
                  <a:lnTo>
                    <a:pt x="833" y="254"/>
                  </a:lnTo>
                  <a:lnTo>
                    <a:pt x="830" y="254"/>
                  </a:lnTo>
                  <a:lnTo>
                    <a:pt x="827" y="254"/>
                  </a:lnTo>
                  <a:lnTo>
                    <a:pt x="824" y="255"/>
                  </a:lnTo>
                  <a:lnTo>
                    <a:pt x="821" y="254"/>
                  </a:lnTo>
                  <a:lnTo>
                    <a:pt x="818" y="253"/>
                  </a:lnTo>
                  <a:lnTo>
                    <a:pt x="816" y="250"/>
                  </a:lnTo>
                  <a:lnTo>
                    <a:pt x="814" y="247"/>
                  </a:lnTo>
                  <a:lnTo>
                    <a:pt x="811" y="246"/>
                  </a:lnTo>
                  <a:lnTo>
                    <a:pt x="808" y="246"/>
                  </a:lnTo>
                  <a:lnTo>
                    <a:pt x="805" y="245"/>
                  </a:lnTo>
                  <a:lnTo>
                    <a:pt x="803" y="243"/>
                  </a:lnTo>
                  <a:lnTo>
                    <a:pt x="802" y="240"/>
                  </a:lnTo>
                  <a:lnTo>
                    <a:pt x="802" y="238"/>
                  </a:lnTo>
                  <a:lnTo>
                    <a:pt x="801" y="236"/>
                  </a:lnTo>
                  <a:lnTo>
                    <a:pt x="797" y="235"/>
                  </a:lnTo>
                  <a:lnTo>
                    <a:pt x="794" y="233"/>
                  </a:lnTo>
                  <a:lnTo>
                    <a:pt x="791" y="231"/>
                  </a:lnTo>
                  <a:lnTo>
                    <a:pt x="791" y="228"/>
                  </a:lnTo>
                  <a:lnTo>
                    <a:pt x="793" y="226"/>
                  </a:lnTo>
                  <a:lnTo>
                    <a:pt x="794" y="223"/>
                  </a:lnTo>
                  <a:lnTo>
                    <a:pt x="796" y="221"/>
                  </a:lnTo>
                  <a:lnTo>
                    <a:pt x="798" y="219"/>
                  </a:lnTo>
                  <a:lnTo>
                    <a:pt x="801" y="217"/>
                  </a:lnTo>
                  <a:lnTo>
                    <a:pt x="804" y="216"/>
                  </a:lnTo>
                  <a:lnTo>
                    <a:pt x="806" y="214"/>
                  </a:lnTo>
                  <a:lnTo>
                    <a:pt x="805" y="211"/>
                  </a:lnTo>
                  <a:lnTo>
                    <a:pt x="805" y="207"/>
                  </a:lnTo>
                  <a:lnTo>
                    <a:pt x="806" y="204"/>
                  </a:lnTo>
                  <a:lnTo>
                    <a:pt x="808" y="203"/>
                  </a:lnTo>
                  <a:lnTo>
                    <a:pt x="812" y="202"/>
                  </a:lnTo>
                  <a:lnTo>
                    <a:pt x="815" y="202"/>
                  </a:lnTo>
                  <a:lnTo>
                    <a:pt x="818" y="201"/>
                  </a:lnTo>
                  <a:lnTo>
                    <a:pt x="820" y="199"/>
                  </a:lnTo>
                  <a:lnTo>
                    <a:pt x="822" y="197"/>
                  </a:lnTo>
                  <a:lnTo>
                    <a:pt x="825" y="197"/>
                  </a:lnTo>
                  <a:lnTo>
                    <a:pt x="828" y="199"/>
                  </a:lnTo>
                  <a:lnTo>
                    <a:pt x="830" y="200"/>
                  </a:lnTo>
                  <a:lnTo>
                    <a:pt x="832" y="201"/>
                  </a:lnTo>
                  <a:lnTo>
                    <a:pt x="834" y="201"/>
                  </a:lnTo>
                  <a:lnTo>
                    <a:pt x="836" y="202"/>
                  </a:lnTo>
                  <a:lnTo>
                    <a:pt x="838" y="203"/>
                  </a:lnTo>
                  <a:lnTo>
                    <a:pt x="840" y="204"/>
                  </a:lnTo>
                  <a:lnTo>
                    <a:pt x="842" y="203"/>
                  </a:lnTo>
                  <a:lnTo>
                    <a:pt x="846" y="202"/>
                  </a:lnTo>
                  <a:lnTo>
                    <a:pt x="850" y="202"/>
                  </a:lnTo>
                  <a:lnTo>
                    <a:pt x="852" y="205"/>
                  </a:lnTo>
                  <a:lnTo>
                    <a:pt x="851" y="208"/>
                  </a:lnTo>
                  <a:lnTo>
                    <a:pt x="849" y="212"/>
                  </a:lnTo>
                  <a:lnTo>
                    <a:pt x="848" y="215"/>
                  </a:lnTo>
                  <a:lnTo>
                    <a:pt x="850" y="217"/>
                  </a:lnTo>
                  <a:lnTo>
                    <a:pt x="852" y="219"/>
                  </a:lnTo>
                  <a:lnTo>
                    <a:pt x="853" y="221"/>
                  </a:lnTo>
                  <a:lnTo>
                    <a:pt x="853" y="223"/>
                  </a:lnTo>
                  <a:close/>
                </a:path>
              </a:pathLst>
            </a:custGeom>
            <a:solidFill>
              <a:srgbClr val="86D1BC">
                <a:alpha val="24000"/>
              </a:srgbClr>
            </a:solidFill>
            <a:ln>
              <a:noFill/>
            </a:ln>
          </p:spPr>
          <p:txBody>
            <a:bodyPr anchor="ctr"/>
            <a:lstStyle/>
            <a:p>
              <a:pPr algn="ctr">
                <a:buNone/>
              </a:pPr>
            </a:p>
          </p:txBody>
        </p:sp>
        <p:sp>
          <p:nvSpPr>
            <p:cNvPr id="7183" name="addition:input:182">
              <a:extLst>
                <a:ext uri="{FF2B5EF4-FFF2-40B4-BE49-F238E27FC236}">
                  <ns2:creationId id="{2F362D8F-BFB3-446C-8F5A-4CE7A820313D}"/>
                </a:ext>
              </a:extLst>
            </p:cNvPr>
            <p:cNvSpPr>
              <a:spLocks noGrp="1"/>
            </p:cNvSpPr>
            <p:nvPr/>
          </p:nvSpPr>
          <p:spPr>
            <a:xfrm>
              <a:off x="209550" y="5438775"/>
              <a:ext cx="1517538" cy="536113"/>
            </a:xfrm>
            <a:custGeom>
              <a:rect l="l" t="t" r="r" b="b"/>
              <a:pathLst>
                <a:path w="922" h="286">
                  <a:moveTo>
                    <a:pt x="0" y="0"/>
                  </a:moveTo>
                  <a:moveTo>
                    <a:pt x="920" y="260"/>
                  </a:moveTo>
                  <a:lnTo>
                    <a:pt x="917" y="262"/>
                  </a:lnTo>
                  <a:lnTo>
                    <a:pt x="915" y="264"/>
                  </a:lnTo>
                  <a:lnTo>
                    <a:pt x="914" y="265"/>
                  </a:lnTo>
                  <a:lnTo>
                    <a:pt x="915" y="268"/>
                  </a:lnTo>
                  <a:lnTo>
                    <a:pt x="915" y="270"/>
                  </a:lnTo>
                  <a:lnTo>
                    <a:pt x="914" y="273"/>
                  </a:lnTo>
                  <a:lnTo>
                    <a:pt x="914" y="275"/>
                  </a:lnTo>
                  <a:lnTo>
                    <a:pt x="914" y="278"/>
                  </a:lnTo>
                  <a:lnTo>
                    <a:pt x="913" y="281"/>
                  </a:lnTo>
                  <a:lnTo>
                    <a:pt x="912" y="283"/>
                  </a:lnTo>
                  <a:lnTo>
                    <a:pt x="909" y="283"/>
                  </a:lnTo>
                  <a:lnTo>
                    <a:pt x="906" y="282"/>
                  </a:lnTo>
                  <a:lnTo>
                    <a:pt x="904" y="281"/>
                  </a:lnTo>
                  <a:lnTo>
                    <a:pt x="903" y="282"/>
                  </a:lnTo>
                  <a:lnTo>
                    <a:pt x="902" y="284"/>
                  </a:lnTo>
                  <a:lnTo>
                    <a:pt x="900" y="286"/>
                  </a:lnTo>
                  <a:lnTo>
                    <a:pt x="898" y="285"/>
                  </a:lnTo>
                  <a:lnTo>
                    <a:pt x="897" y="284"/>
                  </a:lnTo>
                  <a:lnTo>
                    <a:pt x="895" y="282"/>
                  </a:lnTo>
                  <a:lnTo>
                    <a:pt x="894" y="282"/>
                  </a:lnTo>
                  <a:lnTo>
                    <a:pt x="892" y="284"/>
                  </a:lnTo>
                  <a:lnTo>
                    <a:pt x="889" y="284"/>
                  </a:lnTo>
                  <a:lnTo>
                    <a:pt x="887" y="284"/>
                  </a:lnTo>
                  <a:lnTo>
                    <a:pt x="885" y="283"/>
                  </a:lnTo>
                  <a:lnTo>
                    <a:pt x="883" y="281"/>
                  </a:lnTo>
                  <a:lnTo>
                    <a:pt x="882" y="280"/>
                  </a:lnTo>
                  <a:lnTo>
                    <a:pt x="880" y="278"/>
                  </a:lnTo>
                  <a:lnTo>
                    <a:pt x="880" y="275"/>
                  </a:lnTo>
                  <a:lnTo>
                    <a:pt x="881" y="271"/>
                  </a:lnTo>
                  <a:lnTo>
                    <a:pt x="881" y="269"/>
                  </a:lnTo>
                  <a:lnTo>
                    <a:pt x="880" y="267"/>
                  </a:lnTo>
                  <a:lnTo>
                    <a:pt x="878" y="266"/>
                  </a:lnTo>
                  <a:lnTo>
                    <a:pt x="874" y="264"/>
                  </a:lnTo>
                  <a:lnTo>
                    <a:pt x="872" y="262"/>
                  </a:lnTo>
                  <a:lnTo>
                    <a:pt x="872" y="260"/>
                  </a:lnTo>
                  <a:lnTo>
                    <a:pt x="873" y="257"/>
                  </a:lnTo>
                  <a:lnTo>
                    <a:pt x="873" y="255"/>
                  </a:lnTo>
                  <a:lnTo>
                    <a:pt x="873" y="253"/>
                  </a:lnTo>
                  <a:lnTo>
                    <a:pt x="873" y="250"/>
                  </a:lnTo>
                  <a:lnTo>
                    <a:pt x="874" y="248"/>
                  </a:lnTo>
                  <a:lnTo>
                    <a:pt x="875" y="246"/>
                  </a:lnTo>
                  <a:lnTo>
                    <a:pt x="877" y="245"/>
                  </a:lnTo>
                  <a:lnTo>
                    <a:pt x="879" y="243"/>
                  </a:lnTo>
                  <a:lnTo>
                    <a:pt x="880" y="242"/>
                  </a:lnTo>
                  <a:lnTo>
                    <a:pt x="882" y="240"/>
                  </a:lnTo>
                  <a:lnTo>
                    <a:pt x="884" y="240"/>
                  </a:lnTo>
                  <a:lnTo>
                    <a:pt x="886" y="240"/>
                  </a:lnTo>
                  <a:lnTo>
                    <a:pt x="888" y="239"/>
                  </a:lnTo>
                  <a:lnTo>
                    <a:pt x="890" y="236"/>
                  </a:lnTo>
                  <a:lnTo>
                    <a:pt x="891" y="232"/>
                  </a:lnTo>
                  <a:lnTo>
                    <a:pt x="893" y="230"/>
                  </a:lnTo>
                  <a:lnTo>
                    <a:pt x="896" y="230"/>
                  </a:lnTo>
                  <a:lnTo>
                    <a:pt x="899" y="232"/>
                  </a:lnTo>
                  <a:lnTo>
                    <a:pt x="901" y="234"/>
                  </a:lnTo>
                  <a:lnTo>
                    <a:pt x="903" y="236"/>
                  </a:lnTo>
                  <a:lnTo>
                    <a:pt x="905" y="237"/>
                  </a:lnTo>
                  <a:lnTo>
                    <a:pt x="907" y="238"/>
                  </a:lnTo>
                  <a:lnTo>
                    <a:pt x="909" y="239"/>
                  </a:lnTo>
                  <a:lnTo>
                    <a:pt x="910" y="240"/>
                  </a:lnTo>
                  <a:lnTo>
                    <a:pt x="912" y="241"/>
                  </a:lnTo>
                  <a:lnTo>
                    <a:pt x="914" y="241"/>
                  </a:lnTo>
                  <a:lnTo>
                    <a:pt x="917" y="242"/>
                  </a:lnTo>
                  <a:lnTo>
                    <a:pt x="918" y="244"/>
                  </a:lnTo>
                  <a:lnTo>
                    <a:pt x="918" y="246"/>
                  </a:lnTo>
                  <a:lnTo>
                    <a:pt x="918" y="249"/>
                  </a:lnTo>
                  <a:lnTo>
                    <a:pt x="919" y="251"/>
                  </a:lnTo>
                  <a:lnTo>
                    <a:pt x="921" y="252"/>
                  </a:lnTo>
                  <a:lnTo>
                    <a:pt x="922" y="254"/>
                  </a:lnTo>
                  <a:lnTo>
                    <a:pt x="922" y="257"/>
                  </a:lnTo>
                  <a:close/>
                </a:path>
              </a:pathLst>
            </a:custGeom>
            <a:solidFill>
              <a:srgbClr val="86D1BC">
                <a:alpha val="24000"/>
              </a:srgbClr>
            </a:solidFill>
            <a:ln>
              <a:noFill/>
            </a:ln>
          </p:spPr>
          <p:txBody>
            <a:bodyPr anchor="ctr"/>
            <a:lstStyle/>
            <a:p>
              <a:pPr algn="ctr">
                <a:buNone/>
              </a:pPr>
            </a:p>
          </p:txBody>
        </p:sp>
        <p:sp>
          <p:nvSpPr>
            <p:cNvPr id="7184" name="addition:input:183">
              <a:extLst>
                <a:ext uri="{FF2B5EF4-FFF2-40B4-BE49-F238E27FC236}">
                  <ns2:creationId id="{042C8126-545C-4E7B-B335-7AC09830F41E}"/>
                </a:ext>
              </a:extLst>
            </p:cNvPr>
            <p:cNvSpPr>
              <a:spLocks noGrp="1"/>
            </p:cNvSpPr>
            <p:nvPr/>
          </p:nvSpPr>
          <p:spPr>
            <a:xfrm>
              <a:off x="209550" y="5438775"/>
              <a:ext cx="2096902" cy="924138"/>
            </a:xfrm>
            <a:custGeom>
              <a:rect l="l" t="t" r="r" b="b"/>
              <a:pathLst>
                <a:path w="1274" h="493">
                  <a:moveTo>
                    <a:pt x="0" y="0"/>
                  </a:moveTo>
                  <a:moveTo>
                    <a:pt x="1267" y="354"/>
                  </a:moveTo>
                  <a:lnTo>
                    <a:pt x="1255" y="367"/>
                  </a:lnTo>
                  <a:lnTo>
                    <a:pt x="1237" y="377"/>
                  </a:lnTo>
                  <a:lnTo>
                    <a:pt x="1218" y="385"/>
                  </a:lnTo>
                  <a:lnTo>
                    <a:pt x="1208" y="394"/>
                  </a:lnTo>
                  <a:lnTo>
                    <a:pt x="1212" y="407"/>
                  </a:lnTo>
                  <a:lnTo>
                    <a:pt x="1220" y="425"/>
                  </a:lnTo>
                  <a:lnTo>
                    <a:pt x="1221" y="442"/>
                  </a:lnTo>
                  <a:lnTo>
                    <a:pt x="1210" y="453"/>
                  </a:lnTo>
                  <a:lnTo>
                    <a:pt x="1193" y="458"/>
                  </a:lnTo>
                  <a:lnTo>
                    <a:pt x="1176" y="462"/>
                  </a:lnTo>
                  <a:lnTo>
                    <a:pt x="1165" y="470"/>
                  </a:lnTo>
                  <a:lnTo>
                    <a:pt x="1156" y="482"/>
                  </a:lnTo>
                  <a:lnTo>
                    <a:pt x="1145" y="491"/>
                  </a:lnTo>
                  <a:lnTo>
                    <a:pt x="1130" y="493"/>
                  </a:lnTo>
                  <a:lnTo>
                    <a:pt x="1115" y="490"/>
                  </a:lnTo>
                  <a:lnTo>
                    <a:pt x="1101" y="486"/>
                  </a:lnTo>
                  <a:lnTo>
                    <a:pt x="1089" y="485"/>
                  </a:lnTo>
                  <a:lnTo>
                    <a:pt x="1077" y="485"/>
                  </a:lnTo>
                  <a:lnTo>
                    <a:pt x="1066" y="480"/>
                  </a:lnTo>
                  <a:lnTo>
                    <a:pt x="1056" y="473"/>
                  </a:lnTo>
                  <a:lnTo>
                    <a:pt x="1046" y="469"/>
                  </a:lnTo>
                  <a:lnTo>
                    <a:pt x="1032" y="474"/>
                  </a:lnTo>
                  <a:lnTo>
                    <a:pt x="1012" y="484"/>
                  </a:lnTo>
                  <a:lnTo>
                    <a:pt x="990" y="490"/>
                  </a:lnTo>
                  <a:lnTo>
                    <a:pt x="975" y="483"/>
                  </a:lnTo>
                  <a:lnTo>
                    <a:pt x="972" y="466"/>
                  </a:lnTo>
                  <a:lnTo>
                    <a:pt x="975" y="446"/>
                  </a:lnTo>
                  <a:lnTo>
                    <a:pt x="975" y="430"/>
                  </a:lnTo>
                  <a:lnTo>
                    <a:pt x="969" y="420"/>
                  </a:lnTo>
                  <a:lnTo>
                    <a:pt x="959" y="411"/>
                  </a:lnTo>
                  <a:lnTo>
                    <a:pt x="951" y="400"/>
                  </a:lnTo>
                  <a:lnTo>
                    <a:pt x="948" y="388"/>
                  </a:lnTo>
                  <a:lnTo>
                    <a:pt x="944" y="377"/>
                  </a:lnTo>
                  <a:lnTo>
                    <a:pt x="936" y="366"/>
                  </a:lnTo>
                  <a:lnTo>
                    <a:pt x="925" y="354"/>
                  </a:lnTo>
                  <a:lnTo>
                    <a:pt x="918" y="341"/>
                  </a:lnTo>
                  <a:lnTo>
                    <a:pt x="920" y="329"/>
                  </a:lnTo>
                  <a:lnTo>
                    <a:pt x="926" y="317"/>
                  </a:lnTo>
                  <a:lnTo>
                    <a:pt x="928" y="305"/>
                  </a:lnTo>
                  <a:lnTo>
                    <a:pt x="923" y="291"/>
                  </a:lnTo>
                  <a:lnTo>
                    <a:pt x="918" y="274"/>
                  </a:lnTo>
                  <a:lnTo>
                    <a:pt x="924" y="261"/>
                  </a:lnTo>
                  <a:lnTo>
                    <a:pt x="943" y="257"/>
                  </a:lnTo>
                  <a:lnTo>
                    <a:pt x="967" y="260"/>
                  </a:lnTo>
                  <a:lnTo>
                    <a:pt x="987" y="263"/>
                  </a:lnTo>
                  <a:lnTo>
                    <a:pt x="999" y="259"/>
                  </a:lnTo>
                  <a:lnTo>
                    <a:pt x="1005" y="247"/>
                  </a:lnTo>
                  <a:lnTo>
                    <a:pt x="1013" y="232"/>
                  </a:lnTo>
                  <a:lnTo>
                    <a:pt x="1025" y="222"/>
                  </a:lnTo>
                  <a:lnTo>
                    <a:pt x="1040" y="215"/>
                  </a:lnTo>
                  <a:lnTo>
                    <a:pt x="1056" y="208"/>
                  </a:lnTo>
                  <a:lnTo>
                    <a:pt x="1074" y="201"/>
                  </a:lnTo>
                  <a:lnTo>
                    <a:pt x="1092" y="198"/>
                  </a:lnTo>
                  <a:lnTo>
                    <a:pt x="1111" y="205"/>
                  </a:lnTo>
                  <a:lnTo>
                    <a:pt x="1126" y="218"/>
                  </a:lnTo>
                  <a:lnTo>
                    <a:pt x="1139" y="232"/>
                  </a:lnTo>
                  <a:lnTo>
                    <a:pt x="1153" y="237"/>
                  </a:lnTo>
                  <a:lnTo>
                    <a:pt x="1171" y="236"/>
                  </a:lnTo>
                  <a:lnTo>
                    <a:pt x="1190" y="236"/>
                  </a:lnTo>
                  <a:lnTo>
                    <a:pt x="1203" y="244"/>
                  </a:lnTo>
                  <a:lnTo>
                    <a:pt x="1208" y="259"/>
                  </a:lnTo>
                  <a:lnTo>
                    <a:pt x="1210" y="274"/>
                  </a:lnTo>
                  <a:lnTo>
                    <a:pt x="1218" y="282"/>
                  </a:lnTo>
                  <a:lnTo>
                    <a:pt x="1235" y="287"/>
                  </a:lnTo>
                  <a:lnTo>
                    <a:pt x="1255" y="291"/>
                  </a:lnTo>
                  <a:lnTo>
                    <a:pt x="1269" y="300"/>
                  </a:lnTo>
                  <a:lnTo>
                    <a:pt x="1274" y="313"/>
                  </a:lnTo>
                  <a:lnTo>
                    <a:pt x="1273" y="327"/>
                  </a:lnTo>
                  <a:lnTo>
                    <a:pt x="1271" y="341"/>
                  </a:lnTo>
                  <a:close/>
                </a:path>
              </a:pathLst>
            </a:custGeom>
            <a:solidFill>
              <a:srgbClr val="EFD4E3">
                <a:alpha val="43000"/>
              </a:srgbClr>
            </a:solidFill>
            <a:ln>
              <a:noFill/>
            </a:ln>
          </p:spPr>
          <p:txBody>
            <a:bodyPr anchor="ctr"/>
            <a:lstStyle/>
            <a:p>
              <a:pPr algn="ctr">
                <a:buNone/>
              </a:pPr>
            </a:p>
          </p:txBody>
        </p:sp>
        <p:sp>
          <p:nvSpPr>
            <p:cNvPr id="7185" name="addition:input:184">
              <a:extLst>
                <a:ext uri="{FF2B5EF4-FFF2-40B4-BE49-F238E27FC236}">
                  <ns2:creationId id="{3F601B67-4991-414E-818E-8C111A3A5BA6}"/>
                </a:ext>
              </a:extLst>
            </p:cNvPr>
            <p:cNvSpPr>
              <a:spLocks noGrp="1"/>
            </p:cNvSpPr>
            <p:nvPr/>
          </p:nvSpPr>
          <p:spPr>
            <a:xfrm>
              <a:off x="209550" y="5438775"/>
              <a:ext cx="2011314" cy="933511"/>
            </a:xfrm>
            <a:custGeom>
              <a:rect l="l" t="t" r="r" b="b"/>
              <a:pathLst>
                <a:path w="1222" h="498">
                  <a:moveTo>
                    <a:pt x="0" y="0"/>
                  </a:moveTo>
                  <a:moveTo>
                    <a:pt x="1201" y="359"/>
                  </a:moveTo>
                  <a:lnTo>
                    <a:pt x="1215" y="370"/>
                  </a:lnTo>
                  <a:lnTo>
                    <a:pt x="1222" y="382"/>
                  </a:lnTo>
                  <a:lnTo>
                    <a:pt x="1217" y="392"/>
                  </a:lnTo>
                  <a:lnTo>
                    <a:pt x="1207" y="400"/>
                  </a:lnTo>
                  <a:lnTo>
                    <a:pt x="1200" y="409"/>
                  </a:lnTo>
                  <a:lnTo>
                    <a:pt x="1201" y="420"/>
                  </a:lnTo>
                  <a:lnTo>
                    <a:pt x="1204" y="434"/>
                  </a:lnTo>
                  <a:lnTo>
                    <a:pt x="1201" y="445"/>
                  </a:lnTo>
                  <a:lnTo>
                    <a:pt x="1190" y="451"/>
                  </a:lnTo>
                  <a:lnTo>
                    <a:pt x="1175" y="452"/>
                  </a:lnTo>
                  <a:lnTo>
                    <a:pt x="1162" y="453"/>
                  </a:lnTo>
                  <a:lnTo>
                    <a:pt x="1151" y="455"/>
                  </a:lnTo>
                  <a:lnTo>
                    <a:pt x="1141" y="459"/>
                  </a:lnTo>
                  <a:lnTo>
                    <a:pt x="1130" y="460"/>
                  </a:lnTo>
                  <a:lnTo>
                    <a:pt x="1119" y="460"/>
                  </a:lnTo>
                  <a:lnTo>
                    <a:pt x="1108" y="464"/>
                  </a:lnTo>
                  <a:lnTo>
                    <a:pt x="1097" y="475"/>
                  </a:lnTo>
                  <a:lnTo>
                    <a:pt x="1083" y="490"/>
                  </a:lnTo>
                  <a:lnTo>
                    <a:pt x="1066" y="498"/>
                  </a:lnTo>
                  <a:lnTo>
                    <a:pt x="1051" y="494"/>
                  </a:lnTo>
                  <a:lnTo>
                    <a:pt x="1039" y="480"/>
                  </a:lnTo>
                  <a:lnTo>
                    <a:pt x="1030" y="464"/>
                  </a:lnTo>
                  <a:lnTo>
                    <a:pt x="1021" y="455"/>
                  </a:lnTo>
                  <a:lnTo>
                    <a:pt x="1007" y="451"/>
                  </a:lnTo>
                  <a:lnTo>
                    <a:pt x="992" y="449"/>
                  </a:lnTo>
                  <a:lnTo>
                    <a:pt x="981" y="443"/>
                  </a:lnTo>
                  <a:lnTo>
                    <a:pt x="973" y="433"/>
                  </a:lnTo>
                  <a:lnTo>
                    <a:pt x="967" y="423"/>
                  </a:lnTo>
                  <a:lnTo>
                    <a:pt x="957" y="416"/>
                  </a:lnTo>
                  <a:lnTo>
                    <a:pt x="945" y="409"/>
                  </a:lnTo>
                  <a:lnTo>
                    <a:pt x="936" y="401"/>
                  </a:lnTo>
                  <a:lnTo>
                    <a:pt x="931" y="391"/>
                  </a:lnTo>
                  <a:lnTo>
                    <a:pt x="930" y="380"/>
                  </a:lnTo>
                  <a:lnTo>
                    <a:pt x="924" y="370"/>
                  </a:lnTo>
                  <a:lnTo>
                    <a:pt x="915" y="359"/>
                  </a:lnTo>
                  <a:lnTo>
                    <a:pt x="910" y="347"/>
                  </a:lnTo>
                  <a:lnTo>
                    <a:pt x="915" y="335"/>
                  </a:lnTo>
                  <a:lnTo>
                    <a:pt x="934" y="327"/>
                  </a:lnTo>
                  <a:lnTo>
                    <a:pt x="957" y="322"/>
                  </a:lnTo>
                  <a:lnTo>
                    <a:pt x="974" y="317"/>
                  </a:lnTo>
                  <a:lnTo>
                    <a:pt x="979" y="309"/>
                  </a:lnTo>
                  <a:lnTo>
                    <a:pt x="977" y="296"/>
                  </a:lnTo>
                  <a:lnTo>
                    <a:pt x="978" y="282"/>
                  </a:lnTo>
                  <a:lnTo>
                    <a:pt x="985" y="271"/>
                  </a:lnTo>
                  <a:lnTo>
                    <a:pt x="995" y="263"/>
                  </a:lnTo>
                  <a:lnTo>
                    <a:pt x="1006" y="255"/>
                  </a:lnTo>
                  <a:lnTo>
                    <a:pt x="1017" y="246"/>
                  </a:lnTo>
                  <a:lnTo>
                    <a:pt x="1030" y="240"/>
                  </a:lnTo>
                  <a:lnTo>
                    <a:pt x="1045" y="240"/>
                  </a:lnTo>
                  <a:lnTo>
                    <a:pt x="1060" y="244"/>
                  </a:lnTo>
                  <a:lnTo>
                    <a:pt x="1073" y="248"/>
                  </a:lnTo>
                  <a:lnTo>
                    <a:pt x="1085" y="246"/>
                  </a:lnTo>
                  <a:lnTo>
                    <a:pt x="1096" y="241"/>
                  </a:lnTo>
                  <a:lnTo>
                    <a:pt x="1108" y="239"/>
                  </a:lnTo>
                  <a:lnTo>
                    <a:pt x="1118" y="245"/>
                  </a:lnTo>
                  <a:lnTo>
                    <a:pt x="1125" y="257"/>
                  </a:lnTo>
                  <a:lnTo>
                    <a:pt x="1131" y="267"/>
                  </a:lnTo>
                  <a:lnTo>
                    <a:pt x="1140" y="268"/>
                  </a:lnTo>
                  <a:lnTo>
                    <a:pt x="1155" y="263"/>
                  </a:lnTo>
                  <a:lnTo>
                    <a:pt x="1173" y="259"/>
                  </a:lnTo>
                  <a:lnTo>
                    <a:pt x="1187" y="262"/>
                  </a:lnTo>
                  <a:lnTo>
                    <a:pt x="1194" y="271"/>
                  </a:lnTo>
                  <a:lnTo>
                    <a:pt x="1197" y="283"/>
                  </a:lnTo>
                  <a:lnTo>
                    <a:pt x="1200" y="295"/>
                  </a:lnTo>
                  <a:lnTo>
                    <a:pt x="1201" y="306"/>
                  </a:lnTo>
                  <a:lnTo>
                    <a:pt x="1199" y="318"/>
                  </a:lnTo>
                  <a:lnTo>
                    <a:pt x="1192" y="331"/>
                  </a:lnTo>
                  <a:lnTo>
                    <a:pt x="1186" y="341"/>
                  </a:lnTo>
                  <a:lnTo>
                    <a:pt x="1188" y="350"/>
                  </a:lnTo>
                  <a:close/>
                </a:path>
              </a:pathLst>
            </a:custGeom>
            <a:solidFill>
              <a:srgbClr val="DA9FC0">
                <a:alpha val="43000"/>
              </a:srgbClr>
            </a:solidFill>
            <a:ln>
              <a:noFill/>
            </a:ln>
          </p:spPr>
          <p:txBody>
            <a:bodyPr anchor="ctr"/>
            <a:lstStyle/>
            <a:p>
              <a:pPr algn="ctr">
                <a:buNone/>
              </a:pPr>
            </a:p>
          </p:txBody>
        </p:sp>
        <p:sp>
          <p:nvSpPr>
            <p:cNvPr id="7186" name="addition:input:185">
              <a:extLst>
                <a:ext uri="{FF2B5EF4-FFF2-40B4-BE49-F238E27FC236}">
                  <ns2:creationId id="{0AA0F5DA-D773-4497-9C9D-4BE58DAE1493}"/>
                </a:ext>
              </a:extLst>
            </p:cNvPr>
            <p:cNvSpPr>
              <a:spLocks noGrp="1"/>
            </p:cNvSpPr>
            <p:nvPr/>
          </p:nvSpPr>
          <p:spPr>
            <a:xfrm>
              <a:off x="209550" y="5438775"/>
              <a:ext cx="2004731" cy="879150"/>
            </a:xfrm>
            <a:custGeom>
              <a:rect l="l" t="t" r="r" b="b"/>
              <a:pathLst>
                <a:path w="1218" h="469">
                  <a:moveTo>
                    <a:pt x="0" y="0"/>
                  </a:moveTo>
                  <a:moveTo>
                    <a:pt x="1194" y="364"/>
                  </a:moveTo>
                  <a:lnTo>
                    <a:pt x="1178" y="372"/>
                  </a:lnTo>
                  <a:lnTo>
                    <a:pt x="1170" y="379"/>
                  </a:lnTo>
                  <a:lnTo>
                    <a:pt x="1170" y="388"/>
                  </a:lnTo>
                  <a:lnTo>
                    <a:pt x="1172" y="397"/>
                  </a:lnTo>
                  <a:lnTo>
                    <a:pt x="1172" y="407"/>
                  </a:lnTo>
                  <a:lnTo>
                    <a:pt x="1168" y="416"/>
                  </a:lnTo>
                  <a:lnTo>
                    <a:pt x="1164" y="425"/>
                  </a:lnTo>
                  <a:lnTo>
                    <a:pt x="1162" y="436"/>
                  </a:lnTo>
                  <a:lnTo>
                    <a:pt x="1157" y="446"/>
                  </a:lnTo>
                  <a:lnTo>
                    <a:pt x="1147" y="452"/>
                  </a:lnTo>
                  <a:lnTo>
                    <a:pt x="1134" y="453"/>
                  </a:lnTo>
                  <a:lnTo>
                    <a:pt x="1122" y="452"/>
                  </a:lnTo>
                  <a:lnTo>
                    <a:pt x="1112" y="455"/>
                  </a:lnTo>
                  <a:lnTo>
                    <a:pt x="1105" y="462"/>
                  </a:lnTo>
                  <a:lnTo>
                    <a:pt x="1098" y="469"/>
                  </a:lnTo>
                  <a:lnTo>
                    <a:pt x="1088" y="469"/>
                  </a:lnTo>
                  <a:lnTo>
                    <a:pt x="1078" y="462"/>
                  </a:lnTo>
                  <a:lnTo>
                    <a:pt x="1069" y="453"/>
                  </a:lnTo>
                  <a:lnTo>
                    <a:pt x="1062" y="449"/>
                  </a:lnTo>
                  <a:lnTo>
                    <a:pt x="1053" y="453"/>
                  </a:lnTo>
                  <a:lnTo>
                    <a:pt x="1042" y="461"/>
                  </a:lnTo>
                  <a:lnTo>
                    <a:pt x="1029" y="465"/>
                  </a:lnTo>
                  <a:lnTo>
                    <a:pt x="1017" y="464"/>
                  </a:lnTo>
                  <a:lnTo>
                    <a:pt x="1008" y="458"/>
                  </a:lnTo>
                  <a:lnTo>
                    <a:pt x="998" y="452"/>
                  </a:lnTo>
                  <a:lnTo>
                    <a:pt x="990" y="446"/>
                  </a:lnTo>
                  <a:lnTo>
                    <a:pt x="985" y="436"/>
                  </a:lnTo>
                  <a:lnTo>
                    <a:pt x="985" y="423"/>
                  </a:lnTo>
                  <a:lnTo>
                    <a:pt x="989" y="410"/>
                  </a:lnTo>
                  <a:lnTo>
                    <a:pt x="988" y="401"/>
                  </a:lnTo>
                  <a:lnTo>
                    <a:pt x="979" y="395"/>
                  </a:lnTo>
                  <a:lnTo>
                    <a:pt x="964" y="390"/>
                  </a:lnTo>
                  <a:lnTo>
                    <a:pt x="951" y="383"/>
                  </a:lnTo>
                  <a:lnTo>
                    <a:pt x="946" y="374"/>
                  </a:lnTo>
                  <a:lnTo>
                    <a:pt x="950" y="364"/>
                  </a:lnTo>
                  <a:lnTo>
                    <a:pt x="953" y="355"/>
                  </a:lnTo>
                  <a:lnTo>
                    <a:pt x="951" y="346"/>
                  </a:lnTo>
                  <a:lnTo>
                    <a:pt x="944" y="335"/>
                  </a:lnTo>
                  <a:lnTo>
                    <a:pt x="940" y="324"/>
                  </a:lnTo>
                  <a:lnTo>
                    <a:pt x="944" y="315"/>
                  </a:lnTo>
                  <a:lnTo>
                    <a:pt x="953" y="308"/>
                  </a:lnTo>
                  <a:lnTo>
                    <a:pt x="964" y="303"/>
                  </a:lnTo>
                  <a:lnTo>
                    <a:pt x="973" y="298"/>
                  </a:lnTo>
                  <a:lnTo>
                    <a:pt x="982" y="293"/>
                  </a:lnTo>
                  <a:lnTo>
                    <a:pt x="993" y="290"/>
                  </a:lnTo>
                  <a:lnTo>
                    <a:pt x="1006" y="290"/>
                  </a:lnTo>
                  <a:lnTo>
                    <a:pt x="1016" y="288"/>
                  </a:lnTo>
                  <a:lnTo>
                    <a:pt x="1023" y="280"/>
                  </a:lnTo>
                  <a:lnTo>
                    <a:pt x="1029" y="266"/>
                  </a:lnTo>
                  <a:lnTo>
                    <a:pt x="1038" y="251"/>
                  </a:lnTo>
                  <a:lnTo>
                    <a:pt x="1051" y="244"/>
                  </a:lnTo>
                  <a:lnTo>
                    <a:pt x="1066" y="248"/>
                  </a:lnTo>
                  <a:lnTo>
                    <a:pt x="1080" y="257"/>
                  </a:lnTo>
                  <a:lnTo>
                    <a:pt x="1092" y="265"/>
                  </a:lnTo>
                  <a:lnTo>
                    <a:pt x="1104" y="268"/>
                  </a:lnTo>
                  <a:lnTo>
                    <a:pt x="1116" y="268"/>
                  </a:lnTo>
                  <a:lnTo>
                    <a:pt x="1128" y="271"/>
                  </a:lnTo>
                  <a:lnTo>
                    <a:pt x="1137" y="278"/>
                  </a:lnTo>
                  <a:lnTo>
                    <a:pt x="1145" y="285"/>
                  </a:lnTo>
                  <a:lnTo>
                    <a:pt x="1154" y="289"/>
                  </a:lnTo>
                  <a:lnTo>
                    <a:pt x="1164" y="293"/>
                  </a:lnTo>
                  <a:lnTo>
                    <a:pt x="1174" y="297"/>
                  </a:lnTo>
                  <a:lnTo>
                    <a:pt x="1180" y="305"/>
                  </a:lnTo>
                  <a:lnTo>
                    <a:pt x="1183" y="313"/>
                  </a:lnTo>
                  <a:lnTo>
                    <a:pt x="1188" y="320"/>
                  </a:lnTo>
                  <a:lnTo>
                    <a:pt x="1199" y="326"/>
                  </a:lnTo>
                  <a:lnTo>
                    <a:pt x="1212" y="333"/>
                  </a:lnTo>
                  <a:lnTo>
                    <a:pt x="1218" y="342"/>
                  </a:lnTo>
                  <a:lnTo>
                    <a:pt x="1211" y="354"/>
                  </a:lnTo>
                  <a:close/>
                </a:path>
              </a:pathLst>
            </a:custGeom>
            <a:solidFill>
              <a:srgbClr val="CC79A7">
                <a:alpha val="35000"/>
              </a:srgbClr>
            </a:solidFill>
            <a:ln>
              <a:noFill/>
            </a:ln>
          </p:spPr>
          <p:txBody>
            <a:bodyPr anchor="ctr"/>
            <a:lstStyle/>
            <a:p>
              <a:pPr algn="ctr">
                <a:buNone/>
              </a:pPr>
            </a:p>
          </p:txBody>
        </p:sp>
        <p:sp>
          <p:nvSpPr>
            <p:cNvPr id="7187" name="addition:input:186">
              <a:extLst>
                <a:ext uri="{FF2B5EF4-FFF2-40B4-BE49-F238E27FC236}">
                  <ns2:creationId id="{3E91236D-93B3-4D4B-B985-EBABF5277967}"/>
                </a:ext>
              </a:extLst>
            </p:cNvPr>
            <p:cNvSpPr>
              <a:spLocks noGrp="1"/>
            </p:cNvSpPr>
            <p:nvPr/>
          </p:nvSpPr>
          <p:spPr>
            <a:xfrm>
              <a:off x="209550" y="5438775"/>
              <a:ext cx="1761134" cy="714192"/>
            </a:xfrm>
            <a:custGeom>
              <a:rect l="l" t="t" r="r" b="b"/>
              <a:pathLst>
                <a:path w="1070" h="381">
                  <a:moveTo>
                    <a:pt x="0" y="0"/>
                  </a:moveTo>
                  <a:moveTo>
                    <a:pt x="1066" y="334"/>
                  </a:moveTo>
                  <a:lnTo>
                    <a:pt x="1068" y="338"/>
                  </a:lnTo>
                  <a:lnTo>
                    <a:pt x="1070" y="342"/>
                  </a:lnTo>
                  <a:lnTo>
                    <a:pt x="1070" y="346"/>
                  </a:lnTo>
                  <a:lnTo>
                    <a:pt x="1069" y="349"/>
                  </a:lnTo>
                  <a:lnTo>
                    <a:pt x="1068" y="353"/>
                  </a:lnTo>
                  <a:lnTo>
                    <a:pt x="1068" y="357"/>
                  </a:lnTo>
                  <a:lnTo>
                    <a:pt x="1068" y="362"/>
                  </a:lnTo>
                  <a:lnTo>
                    <a:pt x="1067" y="366"/>
                  </a:lnTo>
                  <a:lnTo>
                    <a:pt x="1061" y="367"/>
                  </a:lnTo>
                  <a:lnTo>
                    <a:pt x="1054" y="366"/>
                  </a:lnTo>
                  <a:lnTo>
                    <a:pt x="1048" y="364"/>
                  </a:lnTo>
                  <a:lnTo>
                    <a:pt x="1044" y="364"/>
                  </a:lnTo>
                  <a:lnTo>
                    <a:pt x="1042" y="368"/>
                  </a:lnTo>
                  <a:lnTo>
                    <a:pt x="1040" y="373"/>
                  </a:lnTo>
                  <a:lnTo>
                    <a:pt x="1036" y="377"/>
                  </a:lnTo>
                  <a:lnTo>
                    <a:pt x="1031" y="379"/>
                  </a:lnTo>
                  <a:lnTo>
                    <a:pt x="1026" y="380"/>
                  </a:lnTo>
                  <a:lnTo>
                    <a:pt x="1020" y="380"/>
                  </a:lnTo>
                  <a:lnTo>
                    <a:pt x="1015" y="381"/>
                  </a:lnTo>
                  <a:lnTo>
                    <a:pt x="1009" y="379"/>
                  </a:lnTo>
                  <a:lnTo>
                    <a:pt x="1005" y="376"/>
                  </a:lnTo>
                  <a:lnTo>
                    <a:pt x="1001" y="372"/>
                  </a:lnTo>
                  <a:lnTo>
                    <a:pt x="997" y="369"/>
                  </a:lnTo>
                  <a:lnTo>
                    <a:pt x="992" y="368"/>
                  </a:lnTo>
                  <a:lnTo>
                    <a:pt x="986" y="368"/>
                  </a:lnTo>
                  <a:lnTo>
                    <a:pt x="982" y="366"/>
                  </a:lnTo>
                  <a:lnTo>
                    <a:pt x="980" y="361"/>
                  </a:lnTo>
                  <a:lnTo>
                    <a:pt x="980" y="356"/>
                  </a:lnTo>
                  <a:lnTo>
                    <a:pt x="978" y="353"/>
                  </a:lnTo>
                  <a:lnTo>
                    <a:pt x="974" y="351"/>
                  </a:lnTo>
                  <a:lnTo>
                    <a:pt x="967" y="350"/>
                  </a:lnTo>
                  <a:lnTo>
                    <a:pt x="961" y="347"/>
                  </a:lnTo>
                  <a:lnTo>
                    <a:pt x="959" y="343"/>
                  </a:lnTo>
                  <a:lnTo>
                    <a:pt x="960" y="338"/>
                  </a:lnTo>
                  <a:lnTo>
                    <a:pt x="963" y="334"/>
                  </a:lnTo>
                  <a:lnTo>
                    <a:pt x="966" y="330"/>
                  </a:lnTo>
                  <a:lnTo>
                    <a:pt x="969" y="326"/>
                  </a:lnTo>
                  <a:lnTo>
                    <a:pt x="973" y="323"/>
                  </a:lnTo>
                  <a:lnTo>
                    <a:pt x="979" y="321"/>
                  </a:lnTo>
                  <a:lnTo>
                    <a:pt x="982" y="318"/>
                  </a:lnTo>
                  <a:lnTo>
                    <a:pt x="983" y="315"/>
                  </a:lnTo>
                  <a:lnTo>
                    <a:pt x="981" y="309"/>
                  </a:lnTo>
                  <a:lnTo>
                    <a:pt x="981" y="304"/>
                  </a:lnTo>
                  <a:lnTo>
                    <a:pt x="985" y="300"/>
                  </a:lnTo>
                  <a:lnTo>
                    <a:pt x="990" y="299"/>
                  </a:lnTo>
                  <a:lnTo>
                    <a:pt x="996" y="299"/>
                  </a:lnTo>
                  <a:lnTo>
                    <a:pt x="1001" y="297"/>
                  </a:lnTo>
                  <a:lnTo>
                    <a:pt x="1004" y="293"/>
                  </a:lnTo>
                  <a:lnTo>
                    <a:pt x="1007" y="290"/>
                  </a:lnTo>
                  <a:lnTo>
                    <a:pt x="1012" y="288"/>
                  </a:lnTo>
                  <a:lnTo>
                    <a:pt x="1017" y="290"/>
                  </a:lnTo>
                  <a:lnTo>
                    <a:pt x="1021" y="293"/>
                  </a:lnTo>
                  <a:lnTo>
                    <a:pt x="1025" y="294"/>
                  </a:lnTo>
                  <a:lnTo>
                    <a:pt x="1029" y="295"/>
                  </a:lnTo>
                  <a:lnTo>
                    <a:pt x="1032" y="296"/>
                  </a:lnTo>
                  <a:lnTo>
                    <a:pt x="1035" y="297"/>
                  </a:lnTo>
                  <a:lnTo>
                    <a:pt x="1038" y="298"/>
                  </a:lnTo>
                  <a:lnTo>
                    <a:pt x="1043" y="298"/>
                  </a:lnTo>
                  <a:lnTo>
                    <a:pt x="1049" y="296"/>
                  </a:lnTo>
                  <a:lnTo>
                    <a:pt x="1055" y="295"/>
                  </a:lnTo>
                  <a:lnTo>
                    <a:pt x="1060" y="297"/>
                  </a:lnTo>
                  <a:lnTo>
                    <a:pt x="1061" y="302"/>
                  </a:lnTo>
                  <a:lnTo>
                    <a:pt x="1059" y="308"/>
                  </a:lnTo>
                  <a:lnTo>
                    <a:pt x="1057" y="314"/>
                  </a:lnTo>
                  <a:lnTo>
                    <a:pt x="1058" y="317"/>
                  </a:lnTo>
                  <a:lnTo>
                    <a:pt x="1061" y="320"/>
                  </a:lnTo>
                  <a:lnTo>
                    <a:pt x="1064" y="323"/>
                  </a:lnTo>
                  <a:lnTo>
                    <a:pt x="1066" y="327"/>
                  </a:lnTo>
                  <a:lnTo>
                    <a:pt x="1065" y="330"/>
                  </a:lnTo>
                  <a:close/>
                </a:path>
              </a:pathLst>
            </a:custGeom>
            <a:solidFill>
              <a:srgbClr val="DA9FC0">
                <a:alpha val="32000"/>
              </a:srgbClr>
            </a:solidFill>
            <a:ln>
              <a:noFill/>
            </a:ln>
          </p:spPr>
          <p:txBody>
            <a:bodyPr anchor="ctr"/>
            <a:lstStyle/>
            <a:p>
              <a:pPr algn="ctr">
                <a:buNone/>
              </a:pPr>
            </a:p>
          </p:txBody>
        </p:sp>
        <p:sp>
          <p:nvSpPr>
            <p:cNvPr id="7188" name="addition:input:187">
              <a:extLst>
                <a:ext uri="{FF2B5EF4-FFF2-40B4-BE49-F238E27FC236}">
                  <ns2:creationId id="{B6A94E52-8043-41C2-A559-27047444778D}"/>
                </a:ext>
              </a:extLst>
            </p:cNvPr>
            <p:cNvSpPr>
              <a:spLocks noGrp="1"/>
            </p:cNvSpPr>
            <p:nvPr/>
          </p:nvSpPr>
          <p:spPr>
            <a:xfrm>
              <a:off x="209550" y="5438775"/>
              <a:ext cx="1828617" cy="648584"/>
            </a:xfrm>
            <a:custGeom>
              <a:rect l="l" t="t" r="r" b="b"/>
              <a:pathLst>
                <a:path w="1111" h="346">
                  <a:moveTo>
                    <a:pt x="0" y="0"/>
                  </a:moveTo>
                  <a:moveTo>
                    <a:pt x="1100" y="300"/>
                  </a:moveTo>
                  <a:lnTo>
                    <a:pt x="1104" y="303"/>
                  </a:lnTo>
                  <a:lnTo>
                    <a:pt x="1106" y="307"/>
                  </a:lnTo>
                  <a:lnTo>
                    <a:pt x="1105" y="311"/>
                  </a:lnTo>
                  <a:lnTo>
                    <a:pt x="1103" y="314"/>
                  </a:lnTo>
                  <a:lnTo>
                    <a:pt x="1103" y="318"/>
                  </a:lnTo>
                  <a:lnTo>
                    <a:pt x="1102" y="322"/>
                  </a:lnTo>
                  <a:lnTo>
                    <a:pt x="1101" y="326"/>
                  </a:lnTo>
                  <a:lnTo>
                    <a:pt x="1099" y="329"/>
                  </a:lnTo>
                  <a:lnTo>
                    <a:pt x="1095" y="330"/>
                  </a:lnTo>
                  <a:lnTo>
                    <a:pt x="1092" y="332"/>
                  </a:lnTo>
                  <a:lnTo>
                    <a:pt x="1089" y="335"/>
                  </a:lnTo>
                  <a:lnTo>
                    <a:pt x="1087" y="338"/>
                  </a:lnTo>
                  <a:lnTo>
                    <a:pt x="1083" y="339"/>
                  </a:lnTo>
                  <a:lnTo>
                    <a:pt x="1078" y="337"/>
                  </a:lnTo>
                  <a:lnTo>
                    <a:pt x="1074" y="334"/>
                  </a:lnTo>
                  <a:lnTo>
                    <a:pt x="1070" y="333"/>
                  </a:lnTo>
                  <a:lnTo>
                    <a:pt x="1067" y="336"/>
                  </a:lnTo>
                  <a:lnTo>
                    <a:pt x="1063" y="342"/>
                  </a:lnTo>
                  <a:lnTo>
                    <a:pt x="1058" y="346"/>
                  </a:lnTo>
                  <a:lnTo>
                    <a:pt x="1053" y="346"/>
                  </a:lnTo>
                  <a:lnTo>
                    <a:pt x="1048" y="344"/>
                  </a:lnTo>
                  <a:lnTo>
                    <a:pt x="1044" y="341"/>
                  </a:lnTo>
                  <a:lnTo>
                    <a:pt x="1040" y="338"/>
                  </a:lnTo>
                  <a:lnTo>
                    <a:pt x="1037" y="335"/>
                  </a:lnTo>
                  <a:lnTo>
                    <a:pt x="1034" y="332"/>
                  </a:lnTo>
                  <a:lnTo>
                    <a:pt x="1032" y="327"/>
                  </a:lnTo>
                  <a:lnTo>
                    <a:pt x="1030" y="324"/>
                  </a:lnTo>
                  <a:lnTo>
                    <a:pt x="1026" y="322"/>
                  </a:lnTo>
                  <a:lnTo>
                    <a:pt x="1020" y="320"/>
                  </a:lnTo>
                  <a:lnTo>
                    <a:pt x="1015" y="318"/>
                  </a:lnTo>
                  <a:lnTo>
                    <a:pt x="1013" y="315"/>
                  </a:lnTo>
                  <a:lnTo>
                    <a:pt x="1013" y="310"/>
                  </a:lnTo>
                  <a:lnTo>
                    <a:pt x="1014" y="306"/>
                  </a:lnTo>
                  <a:lnTo>
                    <a:pt x="1012" y="303"/>
                  </a:lnTo>
                  <a:lnTo>
                    <a:pt x="1007" y="300"/>
                  </a:lnTo>
                  <a:lnTo>
                    <a:pt x="1003" y="295"/>
                  </a:lnTo>
                  <a:lnTo>
                    <a:pt x="1003" y="291"/>
                  </a:lnTo>
                  <a:lnTo>
                    <a:pt x="1007" y="287"/>
                  </a:lnTo>
                  <a:lnTo>
                    <a:pt x="1013" y="285"/>
                  </a:lnTo>
                  <a:lnTo>
                    <a:pt x="1018" y="283"/>
                  </a:lnTo>
                  <a:lnTo>
                    <a:pt x="1021" y="280"/>
                  </a:lnTo>
                  <a:lnTo>
                    <a:pt x="1024" y="277"/>
                  </a:lnTo>
                  <a:lnTo>
                    <a:pt x="1028" y="275"/>
                  </a:lnTo>
                  <a:lnTo>
                    <a:pt x="1031" y="273"/>
                  </a:lnTo>
                  <a:lnTo>
                    <a:pt x="1034" y="269"/>
                  </a:lnTo>
                  <a:lnTo>
                    <a:pt x="1035" y="264"/>
                  </a:lnTo>
                  <a:lnTo>
                    <a:pt x="1037" y="258"/>
                  </a:lnTo>
                  <a:lnTo>
                    <a:pt x="1041" y="255"/>
                  </a:lnTo>
                  <a:lnTo>
                    <a:pt x="1047" y="255"/>
                  </a:lnTo>
                  <a:lnTo>
                    <a:pt x="1054" y="258"/>
                  </a:lnTo>
                  <a:lnTo>
                    <a:pt x="1059" y="260"/>
                  </a:lnTo>
                  <a:lnTo>
                    <a:pt x="1063" y="259"/>
                  </a:lnTo>
                  <a:lnTo>
                    <a:pt x="1068" y="257"/>
                  </a:lnTo>
                  <a:lnTo>
                    <a:pt x="1072" y="257"/>
                  </a:lnTo>
                  <a:lnTo>
                    <a:pt x="1076" y="259"/>
                  </a:lnTo>
                  <a:lnTo>
                    <a:pt x="1079" y="262"/>
                  </a:lnTo>
                  <a:lnTo>
                    <a:pt x="1082" y="265"/>
                  </a:lnTo>
                  <a:lnTo>
                    <a:pt x="1085" y="266"/>
                  </a:lnTo>
                  <a:lnTo>
                    <a:pt x="1089" y="267"/>
                  </a:lnTo>
                  <a:lnTo>
                    <a:pt x="1093" y="268"/>
                  </a:lnTo>
                  <a:lnTo>
                    <a:pt x="1096" y="269"/>
                  </a:lnTo>
                  <a:lnTo>
                    <a:pt x="1099" y="271"/>
                  </a:lnTo>
                  <a:lnTo>
                    <a:pt x="1103" y="273"/>
                  </a:lnTo>
                  <a:lnTo>
                    <a:pt x="1108" y="275"/>
                  </a:lnTo>
                  <a:lnTo>
                    <a:pt x="1111" y="278"/>
                  </a:lnTo>
                  <a:lnTo>
                    <a:pt x="1109" y="283"/>
                  </a:lnTo>
                  <a:lnTo>
                    <a:pt x="1104" y="289"/>
                  </a:lnTo>
                  <a:lnTo>
                    <a:pt x="1099" y="293"/>
                  </a:lnTo>
                  <a:lnTo>
                    <a:pt x="1098" y="296"/>
                  </a:lnTo>
                  <a:close/>
                </a:path>
              </a:pathLst>
            </a:custGeom>
            <a:solidFill>
              <a:srgbClr val="DA9FC0">
                <a:alpha val="32000"/>
              </a:srgbClr>
            </a:solidFill>
            <a:ln>
              <a:noFill/>
            </a:ln>
          </p:spPr>
          <p:txBody>
            <a:bodyPr anchor="ctr"/>
            <a:lstStyle/>
            <a:p>
              <a:pPr algn="ctr">
                <a:buNone/>
              </a:pPr>
            </a:p>
          </p:txBody>
        </p:sp>
        <p:sp>
          <p:nvSpPr>
            <p:cNvPr id="7189" name="addition:input:188">
              <a:extLst>
                <a:ext uri="{FF2B5EF4-FFF2-40B4-BE49-F238E27FC236}">
                  <ns2:creationId id="{1B42B0C0-8A0D-40AC-9580-9E94A14E9278}"/>
                </a:ext>
              </a:extLst>
            </p:cNvPr>
            <p:cNvSpPr>
              <a:spLocks noGrp="1"/>
            </p:cNvSpPr>
            <p:nvPr/>
          </p:nvSpPr>
          <p:spPr>
            <a:xfrm>
              <a:off x="209550" y="5438775"/>
              <a:ext cx="1922435" cy="674827"/>
            </a:xfrm>
            <a:custGeom>
              <a:rect l="l" t="t" r="r" b="b"/>
              <a:pathLst>
                <a:path w="1168" h="360">
                  <a:moveTo>
                    <a:pt x="0" y="0"/>
                  </a:moveTo>
                  <a:moveTo>
                    <a:pt x="1167" y="309"/>
                  </a:moveTo>
                  <a:lnTo>
                    <a:pt x="1168" y="313"/>
                  </a:lnTo>
                  <a:lnTo>
                    <a:pt x="1166" y="317"/>
                  </a:lnTo>
                  <a:lnTo>
                    <a:pt x="1162" y="321"/>
                  </a:lnTo>
                  <a:lnTo>
                    <a:pt x="1159" y="324"/>
                  </a:lnTo>
                  <a:lnTo>
                    <a:pt x="1157" y="328"/>
                  </a:lnTo>
                  <a:lnTo>
                    <a:pt x="1155" y="332"/>
                  </a:lnTo>
                  <a:lnTo>
                    <a:pt x="1153" y="336"/>
                  </a:lnTo>
                  <a:lnTo>
                    <a:pt x="1148" y="338"/>
                  </a:lnTo>
                  <a:lnTo>
                    <a:pt x="1142" y="338"/>
                  </a:lnTo>
                  <a:lnTo>
                    <a:pt x="1137" y="340"/>
                  </a:lnTo>
                  <a:lnTo>
                    <a:pt x="1135" y="344"/>
                  </a:lnTo>
                  <a:lnTo>
                    <a:pt x="1134" y="351"/>
                  </a:lnTo>
                  <a:lnTo>
                    <a:pt x="1131" y="357"/>
                  </a:lnTo>
                  <a:lnTo>
                    <a:pt x="1126" y="360"/>
                  </a:lnTo>
                  <a:lnTo>
                    <a:pt x="1120" y="359"/>
                  </a:lnTo>
                  <a:lnTo>
                    <a:pt x="1114" y="356"/>
                  </a:lnTo>
                  <a:lnTo>
                    <a:pt x="1109" y="353"/>
                  </a:lnTo>
                  <a:lnTo>
                    <a:pt x="1105" y="352"/>
                  </a:lnTo>
                  <a:lnTo>
                    <a:pt x="1101" y="351"/>
                  </a:lnTo>
                  <a:lnTo>
                    <a:pt x="1098" y="349"/>
                  </a:lnTo>
                  <a:lnTo>
                    <a:pt x="1094" y="347"/>
                  </a:lnTo>
                  <a:lnTo>
                    <a:pt x="1091" y="347"/>
                  </a:lnTo>
                  <a:lnTo>
                    <a:pt x="1086" y="348"/>
                  </a:lnTo>
                  <a:lnTo>
                    <a:pt x="1081" y="349"/>
                  </a:lnTo>
                  <a:lnTo>
                    <a:pt x="1076" y="348"/>
                  </a:lnTo>
                  <a:lnTo>
                    <a:pt x="1075" y="343"/>
                  </a:lnTo>
                  <a:lnTo>
                    <a:pt x="1074" y="339"/>
                  </a:lnTo>
                  <a:lnTo>
                    <a:pt x="1073" y="335"/>
                  </a:lnTo>
                  <a:lnTo>
                    <a:pt x="1069" y="333"/>
                  </a:lnTo>
                  <a:lnTo>
                    <a:pt x="1065" y="330"/>
                  </a:lnTo>
                  <a:lnTo>
                    <a:pt x="1062" y="327"/>
                  </a:lnTo>
                  <a:lnTo>
                    <a:pt x="1064" y="322"/>
                  </a:lnTo>
                  <a:lnTo>
                    <a:pt x="1068" y="317"/>
                  </a:lnTo>
                  <a:lnTo>
                    <a:pt x="1071" y="313"/>
                  </a:lnTo>
                  <a:lnTo>
                    <a:pt x="1072" y="309"/>
                  </a:lnTo>
                  <a:lnTo>
                    <a:pt x="1071" y="305"/>
                  </a:lnTo>
                  <a:lnTo>
                    <a:pt x="1070" y="302"/>
                  </a:lnTo>
                  <a:lnTo>
                    <a:pt x="1069" y="298"/>
                  </a:lnTo>
                  <a:lnTo>
                    <a:pt x="1068" y="293"/>
                  </a:lnTo>
                  <a:lnTo>
                    <a:pt x="1066" y="288"/>
                  </a:lnTo>
                  <a:lnTo>
                    <a:pt x="1064" y="282"/>
                  </a:lnTo>
                  <a:lnTo>
                    <a:pt x="1065" y="278"/>
                  </a:lnTo>
                  <a:lnTo>
                    <a:pt x="1070" y="276"/>
                  </a:lnTo>
                  <a:lnTo>
                    <a:pt x="1076" y="276"/>
                  </a:lnTo>
                  <a:lnTo>
                    <a:pt x="1082" y="277"/>
                  </a:lnTo>
                  <a:lnTo>
                    <a:pt x="1085" y="276"/>
                  </a:lnTo>
                  <a:lnTo>
                    <a:pt x="1087" y="272"/>
                  </a:lnTo>
                  <a:lnTo>
                    <a:pt x="1089" y="268"/>
                  </a:lnTo>
                  <a:lnTo>
                    <a:pt x="1093" y="266"/>
                  </a:lnTo>
                  <a:lnTo>
                    <a:pt x="1097" y="266"/>
                  </a:lnTo>
                  <a:lnTo>
                    <a:pt x="1101" y="267"/>
                  </a:lnTo>
                  <a:lnTo>
                    <a:pt x="1105" y="267"/>
                  </a:lnTo>
                  <a:lnTo>
                    <a:pt x="1109" y="264"/>
                  </a:lnTo>
                  <a:lnTo>
                    <a:pt x="1114" y="262"/>
                  </a:lnTo>
                  <a:lnTo>
                    <a:pt x="1119" y="262"/>
                  </a:lnTo>
                  <a:lnTo>
                    <a:pt x="1124" y="263"/>
                  </a:lnTo>
                  <a:lnTo>
                    <a:pt x="1129" y="265"/>
                  </a:lnTo>
                  <a:lnTo>
                    <a:pt x="1135" y="265"/>
                  </a:lnTo>
                  <a:lnTo>
                    <a:pt x="1140" y="267"/>
                  </a:lnTo>
                  <a:lnTo>
                    <a:pt x="1143" y="272"/>
                  </a:lnTo>
                  <a:lnTo>
                    <a:pt x="1143" y="278"/>
                  </a:lnTo>
                  <a:lnTo>
                    <a:pt x="1143" y="284"/>
                  </a:lnTo>
                  <a:lnTo>
                    <a:pt x="1144" y="288"/>
                  </a:lnTo>
                  <a:lnTo>
                    <a:pt x="1150" y="289"/>
                  </a:lnTo>
                  <a:lnTo>
                    <a:pt x="1158" y="290"/>
                  </a:lnTo>
                  <a:lnTo>
                    <a:pt x="1164" y="292"/>
                  </a:lnTo>
                  <a:lnTo>
                    <a:pt x="1167" y="296"/>
                  </a:lnTo>
                  <a:lnTo>
                    <a:pt x="1167" y="300"/>
                  </a:lnTo>
                  <a:lnTo>
                    <a:pt x="1167" y="305"/>
                  </a:lnTo>
                  <a:close/>
                </a:path>
              </a:pathLst>
            </a:custGeom>
            <a:solidFill>
              <a:srgbClr val="DA9FC0">
                <a:alpha val="32000"/>
              </a:srgbClr>
            </a:solidFill>
            <a:ln>
              <a:noFill/>
            </a:ln>
          </p:spPr>
          <p:txBody>
            <a:bodyPr anchor="ctr"/>
            <a:lstStyle/>
            <a:p>
              <a:pPr algn="ctr">
                <a:buNone/>
              </a:pPr>
            </a:p>
          </p:txBody>
        </p:sp>
        <p:sp>
          <p:nvSpPr>
            <p:cNvPr id="7190" name="addition:input:189">
              <a:extLst>
                <a:ext uri="{FF2B5EF4-FFF2-40B4-BE49-F238E27FC236}">
                  <ns2:creationId id="{9600436A-9A6C-4160-8270-6824FF22F355}"/>
                </a:ext>
              </a:extLst>
            </p:cNvPr>
            <p:cNvSpPr>
              <a:spLocks noGrp="1"/>
            </p:cNvSpPr>
            <p:nvPr/>
          </p:nvSpPr>
          <p:spPr>
            <a:xfrm>
              <a:off x="209550" y="5438775"/>
              <a:ext cx="1999793" cy="749808"/>
            </a:xfrm>
            <a:custGeom>
              <a:rect l="l" t="t" r="r" b="b"/>
              <a:pathLst>
                <a:path w="1215" h="400">
                  <a:moveTo>
                    <a:pt x="0" y="0"/>
                  </a:moveTo>
                  <a:moveTo>
                    <a:pt x="1205" y="347"/>
                  </a:moveTo>
                  <a:lnTo>
                    <a:pt x="1211" y="352"/>
                  </a:lnTo>
                  <a:lnTo>
                    <a:pt x="1215" y="357"/>
                  </a:lnTo>
                  <a:lnTo>
                    <a:pt x="1214" y="362"/>
                  </a:lnTo>
                  <a:lnTo>
                    <a:pt x="1209" y="366"/>
                  </a:lnTo>
                  <a:lnTo>
                    <a:pt x="1202" y="368"/>
                  </a:lnTo>
                  <a:lnTo>
                    <a:pt x="1197" y="371"/>
                  </a:lnTo>
                  <a:lnTo>
                    <a:pt x="1193" y="373"/>
                  </a:lnTo>
                  <a:lnTo>
                    <a:pt x="1189" y="376"/>
                  </a:lnTo>
                  <a:lnTo>
                    <a:pt x="1185" y="378"/>
                  </a:lnTo>
                  <a:lnTo>
                    <a:pt x="1181" y="381"/>
                  </a:lnTo>
                  <a:lnTo>
                    <a:pt x="1179" y="385"/>
                  </a:lnTo>
                  <a:lnTo>
                    <a:pt x="1177" y="392"/>
                  </a:lnTo>
                  <a:lnTo>
                    <a:pt x="1173" y="398"/>
                  </a:lnTo>
                  <a:lnTo>
                    <a:pt x="1168" y="400"/>
                  </a:lnTo>
                  <a:lnTo>
                    <a:pt x="1161" y="399"/>
                  </a:lnTo>
                  <a:lnTo>
                    <a:pt x="1155" y="396"/>
                  </a:lnTo>
                  <a:lnTo>
                    <a:pt x="1149" y="394"/>
                  </a:lnTo>
                  <a:lnTo>
                    <a:pt x="1144" y="395"/>
                  </a:lnTo>
                  <a:lnTo>
                    <a:pt x="1138" y="397"/>
                  </a:lnTo>
                  <a:lnTo>
                    <a:pt x="1133" y="397"/>
                  </a:lnTo>
                  <a:lnTo>
                    <a:pt x="1129" y="394"/>
                  </a:lnTo>
                  <a:lnTo>
                    <a:pt x="1126" y="389"/>
                  </a:lnTo>
                  <a:lnTo>
                    <a:pt x="1123" y="385"/>
                  </a:lnTo>
                  <a:lnTo>
                    <a:pt x="1119" y="384"/>
                  </a:lnTo>
                  <a:lnTo>
                    <a:pt x="1114" y="383"/>
                  </a:lnTo>
                  <a:lnTo>
                    <a:pt x="1110" y="381"/>
                  </a:lnTo>
                  <a:lnTo>
                    <a:pt x="1107" y="379"/>
                  </a:lnTo>
                  <a:lnTo>
                    <a:pt x="1103" y="377"/>
                  </a:lnTo>
                  <a:lnTo>
                    <a:pt x="1098" y="374"/>
                  </a:lnTo>
                  <a:lnTo>
                    <a:pt x="1093" y="372"/>
                  </a:lnTo>
                  <a:lnTo>
                    <a:pt x="1091" y="367"/>
                  </a:lnTo>
                  <a:lnTo>
                    <a:pt x="1094" y="361"/>
                  </a:lnTo>
                  <a:lnTo>
                    <a:pt x="1100" y="355"/>
                  </a:lnTo>
                  <a:lnTo>
                    <a:pt x="1106" y="351"/>
                  </a:lnTo>
                  <a:lnTo>
                    <a:pt x="1107" y="347"/>
                  </a:lnTo>
                  <a:lnTo>
                    <a:pt x="1105" y="343"/>
                  </a:lnTo>
                  <a:lnTo>
                    <a:pt x="1102" y="339"/>
                  </a:lnTo>
                  <a:lnTo>
                    <a:pt x="1101" y="334"/>
                  </a:lnTo>
                  <a:lnTo>
                    <a:pt x="1103" y="330"/>
                  </a:lnTo>
                  <a:lnTo>
                    <a:pt x="1106" y="326"/>
                  </a:lnTo>
                  <a:lnTo>
                    <a:pt x="1107" y="322"/>
                  </a:lnTo>
                  <a:lnTo>
                    <a:pt x="1108" y="317"/>
                  </a:lnTo>
                  <a:lnTo>
                    <a:pt x="1109" y="313"/>
                  </a:lnTo>
                  <a:lnTo>
                    <a:pt x="1113" y="310"/>
                  </a:lnTo>
                  <a:lnTo>
                    <a:pt x="1117" y="308"/>
                  </a:lnTo>
                  <a:lnTo>
                    <a:pt x="1121" y="305"/>
                  </a:lnTo>
                  <a:lnTo>
                    <a:pt x="1124" y="302"/>
                  </a:lnTo>
                  <a:lnTo>
                    <a:pt x="1127" y="300"/>
                  </a:lnTo>
                  <a:lnTo>
                    <a:pt x="1132" y="300"/>
                  </a:lnTo>
                  <a:lnTo>
                    <a:pt x="1137" y="303"/>
                  </a:lnTo>
                  <a:lnTo>
                    <a:pt x="1141" y="307"/>
                  </a:lnTo>
                  <a:lnTo>
                    <a:pt x="1145" y="307"/>
                  </a:lnTo>
                  <a:lnTo>
                    <a:pt x="1148" y="303"/>
                  </a:lnTo>
                  <a:lnTo>
                    <a:pt x="1153" y="298"/>
                  </a:lnTo>
                  <a:lnTo>
                    <a:pt x="1159" y="294"/>
                  </a:lnTo>
                  <a:lnTo>
                    <a:pt x="1164" y="294"/>
                  </a:lnTo>
                  <a:lnTo>
                    <a:pt x="1169" y="298"/>
                  </a:lnTo>
                  <a:lnTo>
                    <a:pt x="1173" y="301"/>
                  </a:lnTo>
                  <a:lnTo>
                    <a:pt x="1177" y="304"/>
                  </a:lnTo>
                  <a:lnTo>
                    <a:pt x="1181" y="308"/>
                  </a:lnTo>
                  <a:lnTo>
                    <a:pt x="1183" y="312"/>
                  </a:lnTo>
                  <a:lnTo>
                    <a:pt x="1185" y="317"/>
                  </a:lnTo>
                  <a:lnTo>
                    <a:pt x="1187" y="321"/>
                  </a:lnTo>
                  <a:lnTo>
                    <a:pt x="1191" y="324"/>
                  </a:lnTo>
                  <a:lnTo>
                    <a:pt x="1197" y="326"/>
                  </a:lnTo>
                  <a:lnTo>
                    <a:pt x="1202" y="330"/>
                  </a:lnTo>
                  <a:lnTo>
                    <a:pt x="1203" y="334"/>
                  </a:lnTo>
                  <a:lnTo>
                    <a:pt x="1202" y="339"/>
                  </a:lnTo>
                  <a:lnTo>
                    <a:pt x="1202" y="343"/>
                  </a:lnTo>
                  <a:close/>
                </a:path>
              </a:pathLst>
            </a:custGeom>
            <a:solidFill>
              <a:srgbClr val="DA9FC0">
                <a:alpha val="32000"/>
              </a:srgbClr>
            </a:solidFill>
            <a:ln>
              <a:noFill/>
            </a:ln>
          </p:spPr>
          <p:txBody>
            <a:bodyPr anchor="ctr"/>
            <a:lstStyle/>
            <a:p>
              <a:pPr algn="ctr">
                <a:buNone/>
              </a:pPr>
            </a:p>
          </p:txBody>
        </p:sp>
        <p:sp>
          <p:nvSpPr>
            <p:cNvPr id="7191" name="addition:input:190">
              <a:extLst>
                <a:ext uri="{FF2B5EF4-FFF2-40B4-BE49-F238E27FC236}">
                  <ns2:creationId id="{FA365358-E7C4-4433-A823-3C8306F6EF79}"/>
                </a:ext>
              </a:extLst>
            </p:cNvPr>
            <p:cNvSpPr>
              <a:spLocks noGrp="1"/>
            </p:cNvSpPr>
            <p:nvPr/>
          </p:nvSpPr>
          <p:spPr>
            <a:xfrm>
              <a:off x="209550" y="5438775"/>
              <a:ext cx="1968520" cy="836036"/>
            </a:xfrm>
            <a:custGeom>
              <a:rect l="l" t="t" r="r" b="b"/>
              <a:pathLst>
                <a:path w="1196" h="446">
                  <a:moveTo>
                    <a:pt x="0" y="0"/>
                  </a:moveTo>
                  <a:moveTo>
                    <a:pt x="1190" y="389"/>
                  </a:moveTo>
                  <a:lnTo>
                    <a:pt x="1184" y="393"/>
                  </a:lnTo>
                  <a:lnTo>
                    <a:pt x="1180" y="397"/>
                  </a:lnTo>
                  <a:lnTo>
                    <a:pt x="1178" y="402"/>
                  </a:lnTo>
                  <a:lnTo>
                    <a:pt x="1177" y="406"/>
                  </a:lnTo>
                  <a:lnTo>
                    <a:pt x="1174" y="410"/>
                  </a:lnTo>
                  <a:lnTo>
                    <a:pt x="1168" y="413"/>
                  </a:lnTo>
                  <a:lnTo>
                    <a:pt x="1164" y="416"/>
                  </a:lnTo>
                  <a:lnTo>
                    <a:pt x="1161" y="420"/>
                  </a:lnTo>
                  <a:lnTo>
                    <a:pt x="1158" y="425"/>
                  </a:lnTo>
                  <a:lnTo>
                    <a:pt x="1153" y="428"/>
                  </a:lnTo>
                  <a:lnTo>
                    <a:pt x="1147" y="430"/>
                  </a:lnTo>
                  <a:lnTo>
                    <a:pt x="1141" y="432"/>
                  </a:lnTo>
                  <a:lnTo>
                    <a:pt x="1136" y="435"/>
                  </a:lnTo>
                  <a:lnTo>
                    <a:pt x="1131" y="441"/>
                  </a:lnTo>
                  <a:lnTo>
                    <a:pt x="1126" y="445"/>
                  </a:lnTo>
                  <a:lnTo>
                    <a:pt x="1119" y="446"/>
                  </a:lnTo>
                  <a:lnTo>
                    <a:pt x="1112" y="441"/>
                  </a:lnTo>
                  <a:lnTo>
                    <a:pt x="1106" y="435"/>
                  </a:lnTo>
                  <a:lnTo>
                    <a:pt x="1102" y="430"/>
                  </a:lnTo>
                  <a:lnTo>
                    <a:pt x="1098" y="430"/>
                  </a:lnTo>
                  <a:lnTo>
                    <a:pt x="1092" y="432"/>
                  </a:lnTo>
                  <a:lnTo>
                    <a:pt x="1087" y="433"/>
                  </a:lnTo>
                  <a:lnTo>
                    <a:pt x="1081" y="433"/>
                  </a:lnTo>
                  <a:lnTo>
                    <a:pt x="1076" y="431"/>
                  </a:lnTo>
                  <a:lnTo>
                    <a:pt x="1071" y="430"/>
                  </a:lnTo>
                  <a:lnTo>
                    <a:pt x="1065" y="428"/>
                  </a:lnTo>
                  <a:lnTo>
                    <a:pt x="1061" y="425"/>
                  </a:lnTo>
                  <a:lnTo>
                    <a:pt x="1060" y="420"/>
                  </a:lnTo>
                  <a:lnTo>
                    <a:pt x="1061" y="414"/>
                  </a:lnTo>
                  <a:lnTo>
                    <a:pt x="1062" y="409"/>
                  </a:lnTo>
                  <a:lnTo>
                    <a:pt x="1060" y="406"/>
                  </a:lnTo>
                  <a:lnTo>
                    <a:pt x="1055" y="402"/>
                  </a:lnTo>
                  <a:lnTo>
                    <a:pt x="1052" y="398"/>
                  </a:lnTo>
                  <a:lnTo>
                    <a:pt x="1054" y="393"/>
                  </a:lnTo>
                  <a:lnTo>
                    <a:pt x="1060" y="389"/>
                  </a:lnTo>
                  <a:lnTo>
                    <a:pt x="1064" y="385"/>
                  </a:lnTo>
                  <a:lnTo>
                    <a:pt x="1063" y="381"/>
                  </a:lnTo>
                  <a:lnTo>
                    <a:pt x="1058" y="376"/>
                  </a:lnTo>
                  <a:lnTo>
                    <a:pt x="1053" y="370"/>
                  </a:lnTo>
                  <a:lnTo>
                    <a:pt x="1051" y="365"/>
                  </a:lnTo>
                  <a:lnTo>
                    <a:pt x="1053" y="360"/>
                  </a:lnTo>
                  <a:lnTo>
                    <a:pt x="1056" y="356"/>
                  </a:lnTo>
                  <a:lnTo>
                    <a:pt x="1060" y="353"/>
                  </a:lnTo>
                  <a:lnTo>
                    <a:pt x="1064" y="350"/>
                  </a:lnTo>
                  <a:lnTo>
                    <a:pt x="1071" y="349"/>
                  </a:lnTo>
                  <a:lnTo>
                    <a:pt x="1078" y="350"/>
                  </a:lnTo>
                  <a:lnTo>
                    <a:pt x="1084" y="352"/>
                  </a:lnTo>
                  <a:lnTo>
                    <a:pt x="1088" y="350"/>
                  </a:lnTo>
                  <a:lnTo>
                    <a:pt x="1091" y="345"/>
                  </a:lnTo>
                  <a:lnTo>
                    <a:pt x="1094" y="339"/>
                  </a:lnTo>
                  <a:lnTo>
                    <a:pt x="1099" y="336"/>
                  </a:lnTo>
                  <a:lnTo>
                    <a:pt x="1106" y="337"/>
                  </a:lnTo>
                  <a:lnTo>
                    <a:pt x="1112" y="339"/>
                  </a:lnTo>
                  <a:lnTo>
                    <a:pt x="1118" y="341"/>
                  </a:lnTo>
                  <a:lnTo>
                    <a:pt x="1125" y="339"/>
                  </a:lnTo>
                  <a:lnTo>
                    <a:pt x="1132" y="338"/>
                  </a:lnTo>
                  <a:lnTo>
                    <a:pt x="1140" y="338"/>
                  </a:lnTo>
                  <a:lnTo>
                    <a:pt x="1145" y="341"/>
                  </a:lnTo>
                  <a:lnTo>
                    <a:pt x="1150" y="346"/>
                  </a:lnTo>
                  <a:lnTo>
                    <a:pt x="1154" y="350"/>
                  </a:lnTo>
                  <a:lnTo>
                    <a:pt x="1158" y="354"/>
                  </a:lnTo>
                  <a:lnTo>
                    <a:pt x="1162" y="358"/>
                  </a:lnTo>
                  <a:lnTo>
                    <a:pt x="1164" y="362"/>
                  </a:lnTo>
                  <a:lnTo>
                    <a:pt x="1165" y="367"/>
                  </a:lnTo>
                  <a:lnTo>
                    <a:pt x="1169" y="370"/>
                  </a:lnTo>
                  <a:lnTo>
                    <a:pt x="1177" y="372"/>
                  </a:lnTo>
                  <a:lnTo>
                    <a:pt x="1188" y="374"/>
                  </a:lnTo>
                  <a:lnTo>
                    <a:pt x="1195" y="378"/>
                  </a:lnTo>
                  <a:lnTo>
                    <a:pt x="1196" y="383"/>
                  </a:lnTo>
                  <a:close/>
                </a:path>
              </a:pathLst>
            </a:custGeom>
            <a:solidFill>
              <a:srgbClr val="DA9FC0">
                <a:alpha val="32000"/>
              </a:srgbClr>
            </a:solidFill>
            <a:ln>
              <a:noFill/>
            </a:ln>
          </p:spPr>
          <p:txBody>
            <a:bodyPr anchor="ctr"/>
            <a:lstStyle/>
            <a:p>
              <a:pPr algn="ctr">
                <a:buNone/>
              </a:pPr>
            </a:p>
          </p:txBody>
        </p:sp>
        <p:sp>
          <p:nvSpPr>
            <p:cNvPr id="7192" name="addition:input:191">
              <a:extLst>
                <a:ext uri="{FF2B5EF4-FFF2-40B4-BE49-F238E27FC236}">
                  <ns2:creationId id="{CCBFF921-634F-4BEB-BEFA-2C4A8C860868}"/>
                </a:ext>
              </a:extLst>
            </p:cNvPr>
            <p:cNvSpPr>
              <a:spLocks noGrp="1"/>
            </p:cNvSpPr>
            <p:nvPr/>
          </p:nvSpPr>
          <p:spPr>
            <a:xfrm>
              <a:off x="209550" y="5438775"/>
              <a:ext cx="1826971" cy="836036"/>
            </a:xfrm>
            <a:custGeom>
              <a:rect l="l" t="t" r="r" b="b"/>
              <a:pathLst>
                <a:path w="1110" h="446">
                  <a:moveTo>
                    <a:pt x="0" y="0"/>
                  </a:moveTo>
                  <a:moveTo>
                    <a:pt x="1104" y="394"/>
                  </a:moveTo>
                  <a:lnTo>
                    <a:pt x="1107" y="398"/>
                  </a:lnTo>
                  <a:lnTo>
                    <a:pt x="1110" y="403"/>
                  </a:lnTo>
                  <a:lnTo>
                    <a:pt x="1110" y="407"/>
                  </a:lnTo>
                  <a:lnTo>
                    <a:pt x="1108" y="411"/>
                  </a:lnTo>
                  <a:lnTo>
                    <a:pt x="1106" y="415"/>
                  </a:lnTo>
                  <a:lnTo>
                    <a:pt x="1106" y="420"/>
                  </a:lnTo>
                  <a:lnTo>
                    <a:pt x="1106" y="425"/>
                  </a:lnTo>
                  <a:lnTo>
                    <a:pt x="1103" y="429"/>
                  </a:lnTo>
                  <a:lnTo>
                    <a:pt x="1096" y="430"/>
                  </a:lnTo>
                  <a:lnTo>
                    <a:pt x="1088" y="428"/>
                  </a:lnTo>
                  <a:lnTo>
                    <a:pt x="1082" y="427"/>
                  </a:lnTo>
                  <a:lnTo>
                    <a:pt x="1078" y="428"/>
                  </a:lnTo>
                  <a:lnTo>
                    <a:pt x="1076" y="434"/>
                  </a:lnTo>
                  <a:lnTo>
                    <a:pt x="1073" y="440"/>
                  </a:lnTo>
                  <a:lnTo>
                    <a:pt x="1069" y="445"/>
                  </a:lnTo>
                  <a:lnTo>
                    <a:pt x="1063" y="446"/>
                  </a:lnTo>
                  <a:lnTo>
                    <a:pt x="1057" y="446"/>
                  </a:lnTo>
                  <a:lnTo>
                    <a:pt x="1050" y="446"/>
                  </a:lnTo>
                  <a:lnTo>
                    <a:pt x="1044" y="446"/>
                  </a:lnTo>
                  <a:lnTo>
                    <a:pt x="1038" y="444"/>
                  </a:lnTo>
                  <a:lnTo>
                    <a:pt x="1033" y="440"/>
                  </a:lnTo>
                  <a:lnTo>
                    <a:pt x="1029" y="435"/>
                  </a:lnTo>
                  <a:lnTo>
                    <a:pt x="1025" y="433"/>
                  </a:lnTo>
                  <a:lnTo>
                    <a:pt x="1019" y="432"/>
                  </a:lnTo>
                  <a:lnTo>
                    <a:pt x="1012" y="432"/>
                  </a:lnTo>
                  <a:lnTo>
                    <a:pt x="1008" y="429"/>
                  </a:lnTo>
                  <a:lnTo>
                    <a:pt x="1006" y="424"/>
                  </a:lnTo>
                  <a:lnTo>
                    <a:pt x="1006" y="419"/>
                  </a:lnTo>
                  <a:lnTo>
                    <a:pt x="1004" y="416"/>
                  </a:lnTo>
                  <a:lnTo>
                    <a:pt x="997" y="414"/>
                  </a:lnTo>
                  <a:lnTo>
                    <a:pt x="990" y="412"/>
                  </a:lnTo>
                  <a:lnTo>
                    <a:pt x="985" y="408"/>
                  </a:lnTo>
                  <a:lnTo>
                    <a:pt x="984" y="404"/>
                  </a:lnTo>
                  <a:lnTo>
                    <a:pt x="987" y="398"/>
                  </a:lnTo>
                  <a:lnTo>
                    <a:pt x="991" y="394"/>
                  </a:lnTo>
                  <a:lnTo>
                    <a:pt x="994" y="389"/>
                  </a:lnTo>
                  <a:lnTo>
                    <a:pt x="998" y="385"/>
                  </a:lnTo>
                  <a:lnTo>
                    <a:pt x="1003" y="382"/>
                  </a:lnTo>
                  <a:lnTo>
                    <a:pt x="1007" y="379"/>
                  </a:lnTo>
                  <a:lnTo>
                    <a:pt x="1010" y="375"/>
                  </a:lnTo>
                  <a:lnTo>
                    <a:pt x="1010" y="370"/>
                  </a:lnTo>
                  <a:lnTo>
                    <a:pt x="1008" y="364"/>
                  </a:lnTo>
                  <a:lnTo>
                    <a:pt x="1008" y="358"/>
                  </a:lnTo>
                  <a:lnTo>
                    <a:pt x="1012" y="354"/>
                  </a:lnTo>
                  <a:lnTo>
                    <a:pt x="1019" y="354"/>
                  </a:lnTo>
                  <a:lnTo>
                    <a:pt x="1025" y="353"/>
                  </a:lnTo>
                  <a:lnTo>
                    <a:pt x="1029" y="351"/>
                  </a:lnTo>
                  <a:lnTo>
                    <a:pt x="1033" y="347"/>
                  </a:lnTo>
                  <a:lnTo>
                    <a:pt x="1037" y="343"/>
                  </a:lnTo>
                  <a:lnTo>
                    <a:pt x="1042" y="343"/>
                  </a:lnTo>
                  <a:lnTo>
                    <a:pt x="1047" y="345"/>
                  </a:lnTo>
                  <a:lnTo>
                    <a:pt x="1051" y="348"/>
                  </a:lnTo>
                  <a:lnTo>
                    <a:pt x="1055" y="349"/>
                  </a:lnTo>
                  <a:lnTo>
                    <a:pt x="1059" y="349"/>
                  </a:lnTo>
                  <a:lnTo>
                    <a:pt x="1063" y="350"/>
                  </a:lnTo>
                  <a:lnTo>
                    <a:pt x="1067" y="351"/>
                  </a:lnTo>
                  <a:lnTo>
                    <a:pt x="1071" y="351"/>
                  </a:lnTo>
                  <a:lnTo>
                    <a:pt x="1076" y="351"/>
                  </a:lnTo>
                  <a:lnTo>
                    <a:pt x="1083" y="349"/>
                  </a:lnTo>
                  <a:lnTo>
                    <a:pt x="1090" y="348"/>
                  </a:lnTo>
                  <a:lnTo>
                    <a:pt x="1094" y="352"/>
                  </a:lnTo>
                  <a:lnTo>
                    <a:pt x="1094" y="358"/>
                  </a:lnTo>
                  <a:lnTo>
                    <a:pt x="1092" y="366"/>
                  </a:lnTo>
                  <a:lnTo>
                    <a:pt x="1090" y="371"/>
                  </a:lnTo>
                  <a:lnTo>
                    <a:pt x="1093" y="375"/>
                  </a:lnTo>
                  <a:lnTo>
                    <a:pt x="1097" y="377"/>
                  </a:lnTo>
                  <a:lnTo>
                    <a:pt x="1101" y="381"/>
                  </a:lnTo>
                  <a:lnTo>
                    <a:pt x="1103" y="385"/>
                  </a:lnTo>
                  <a:lnTo>
                    <a:pt x="1103" y="389"/>
                  </a:lnTo>
                  <a:close/>
                </a:path>
              </a:pathLst>
            </a:custGeom>
            <a:solidFill>
              <a:srgbClr val="DA9FC0">
                <a:alpha val="32000"/>
              </a:srgbClr>
            </a:solidFill>
            <a:ln>
              <a:noFill/>
            </a:ln>
          </p:spPr>
          <p:txBody>
            <a:bodyPr anchor="ctr"/>
            <a:lstStyle/>
            <a:p>
              <a:pPr algn="ctr">
                <a:buNone/>
              </a:pPr>
            </a:p>
          </p:txBody>
        </p:sp>
        <p:sp>
          <p:nvSpPr>
            <p:cNvPr id="7193" name="addition:input:192">
              <a:extLst>
                <a:ext uri="{FF2B5EF4-FFF2-40B4-BE49-F238E27FC236}">
                  <ns2:creationId id="{63E631A3-B935-4AAD-9C66-1F544B1FBB19}"/>
                </a:ext>
              </a:extLst>
            </p:cNvPr>
            <p:cNvSpPr>
              <a:spLocks noGrp="1"/>
            </p:cNvSpPr>
            <p:nvPr/>
          </p:nvSpPr>
          <p:spPr>
            <a:xfrm>
              <a:off x="209550" y="5438775"/>
              <a:ext cx="1723278" cy="794796"/>
            </a:xfrm>
            <a:custGeom>
              <a:rect l="l" t="t" r="r" b="b"/>
              <a:pathLst>
                <a:path w="1047" h="424">
                  <a:moveTo>
                    <a:pt x="0" y="0"/>
                  </a:moveTo>
                  <a:moveTo>
                    <a:pt x="1043" y="376"/>
                  </a:moveTo>
                  <a:lnTo>
                    <a:pt x="1046" y="380"/>
                  </a:lnTo>
                  <a:lnTo>
                    <a:pt x="1047" y="384"/>
                  </a:lnTo>
                  <a:lnTo>
                    <a:pt x="1044" y="387"/>
                  </a:lnTo>
                  <a:lnTo>
                    <a:pt x="1042" y="390"/>
                  </a:lnTo>
                  <a:lnTo>
                    <a:pt x="1041" y="393"/>
                  </a:lnTo>
                  <a:lnTo>
                    <a:pt x="1043" y="398"/>
                  </a:lnTo>
                  <a:lnTo>
                    <a:pt x="1044" y="403"/>
                  </a:lnTo>
                  <a:lnTo>
                    <a:pt x="1042" y="407"/>
                  </a:lnTo>
                  <a:lnTo>
                    <a:pt x="1038" y="408"/>
                  </a:lnTo>
                  <a:lnTo>
                    <a:pt x="1032" y="408"/>
                  </a:lnTo>
                  <a:lnTo>
                    <a:pt x="1027" y="407"/>
                  </a:lnTo>
                  <a:lnTo>
                    <a:pt x="1024" y="408"/>
                  </a:lnTo>
                  <a:lnTo>
                    <a:pt x="1021" y="410"/>
                  </a:lnTo>
                  <a:lnTo>
                    <a:pt x="1018" y="411"/>
                  </a:lnTo>
                  <a:lnTo>
                    <a:pt x="1015" y="413"/>
                  </a:lnTo>
                  <a:lnTo>
                    <a:pt x="1011" y="415"/>
                  </a:lnTo>
                  <a:lnTo>
                    <a:pt x="1007" y="419"/>
                  </a:lnTo>
                  <a:lnTo>
                    <a:pt x="1003" y="423"/>
                  </a:lnTo>
                  <a:lnTo>
                    <a:pt x="997" y="424"/>
                  </a:lnTo>
                  <a:lnTo>
                    <a:pt x="993" y="421"/>
                  </a:lnTo>
                  <a:lnTo>
                    <a:pt x="989" y="416"/>
                  </a:lnTo>
                  <a:lnTo>
                    <a:pt x="986" y="412"/>
                  </a:lnTo>
                  <a:lnTo>
                    <a:pt x="982" y="410"/>
                  </a:lnTo>
                  <a:lnTo>
                    <a:pt x="977" y="410"/>
                  </a:lnTo>
                  <a:lnTo>
                    <a:pt x="972" y="409"/>
                  </a:lnTo>
                  <a:lnTo>
                    <a:pt x="969" y="406"/>
                  </a:lnTo>
                  <a:lnTo>
                    <a:pt x="967" y="402"/>
                  </a:lnTo>
                  <a:lnTo>
                    <a:pt x="966" y="398"/>
                  </a:lnTo>
                  <a:lnTo>
                    <a:pt x="963" y="395"/>
                  </a:lnTo>
                  <a:lnTo>
                    <a:pt x="959" y="393"/>
                  </a:lnTo>
                  <a:lnTo>
                    <a:pt x="955" y="390"/>
                  </a:lnTo>
                  <a:lnTo>
                    <a:pt x="953" y="387"/>
                  </a:lnTo>
                  <a:lnTo>
                    <a:pt x="951" y="383"/>
                  </a:lnTo>
                  <a:lnTo>
                    <a:pt x="950" y="380"/>
                  </a:lnTo>
                  <a:lnTo>
                    <a:pt x="948" y="376"/>
                  </a:lnTo>
                  <a:lnTo>
                    <a:pt x="947" y="371"/>
                  </a:lnTo>
                  <a:lnTo>
                    <a:pt x="951" y="368"/>
                  </a:lnTo>
                  <a:lnTo>
                    <a:pt x="958" y="365"/>
                  </a:lnTo>
                  <a:lnTo>
                    <a:pt x="964" y="363"/>
                  </a:lnTo>
                  <a:lnTo>
                    <a:pt x="968" y="361"/>
                  </a:lnTo>
                  <a:lnTo>
                    <a:pt x="968" y="357"/>
                  </a:lnTo>
                  <a:lnTo>
                    <a:pt x="967" y="352"/>
                  </a:lnTo>
                  <a:lnTo>
                    <a:pt x="968" y="347"/>
                  </a:lnTo>
                  <a:lnTo>
                    <a:pt x="971" y="344"/>
                  </a:lnTo>
                  <a:lnTo>
                    <a:pt x="975" y="342"/>
                  </a:lnTo>
                  <a:lnTo>
                    <a:pt x="979" y="340"/>
                  </a:lnTo>
                  <a:lnTo>
                    <a:pt x="982" y="337"/>
                  </a:lnTo>
                  <a:lnTo>
                    <a:pt x="986" y="335"/>
                  </a:lnTo>
                  <a:lnTo>
                    <a:pt x="991" y="334"/>
                  </a:lnTo>
                  <a:lnTo>
                    <a:pt x="995" y="334"/>
                  </a:lnTo>
                  <a:lnTo>
                    <a:pt x="999" y="335"/>
                  </a:lnTo>
                  <a:lnTo>
                    <a:pt x="1003" y="334"/>
                  </a:lnTo>
                  <a:lnTo>
                    <a:pt x="1007" y="333"/>
                  </a:lnTo>
                  <a:lnTo>
                    <a:pt x="1011" y="334"/>
                  </a:lnTo>
                  <a:lnTo>
                    <a:pt x="1014" y="337"/>
                  </a:lnTo>
                  <a:lnTo>
                    <a:pt x="1016" y="341"/>
                  </a:lnTo>
                  <a:lnTo>
                    <a:pt x="1018" y="344"/>
                  </a:lnTo>
                  <a:lnTo>
                    <a:pt x="1022" y="343"/>
                  </a:lnTo>
                  <a:lnTo>
                    <a:pt x="1027" y="340"/>
                  </a:lnTo>
                  <a:lnTo>
                    <a:pt x="1033" y="339"/>
                  </a:lnTo>
                  <a:lnTo>
                    <a:pt x="1037" y="340"/>
                  </a:lnTo>
                  <a:lnTo>
                    <a:pt x="1038" y="345"/>
                  </a:lnTo>
                  <a:lnTo>
                    <a:pt x="1038" y="350"/>
                  </a:lnTo>
                  <a:lnTo>
                    <a:pt x="1039" y="354"/>
                  </a:lnTo>
                  <a:lnTo>
                    <a:pt x="1039" y="358"/>
                  </a:lnTo>
                  <a:lnTo>
                    <a:pt x="1039" y="362"/>
                  </a:lnTo>
                  <a:lnTo>
                    <a:pt x="1038" y="366"/>
                  </a:lnTo>
                  <a:lnTo>
                    <a:pt x="1038" y="369"/>
                  </a:lnTo>
                  <a:lnTo>
                    <a:pt x="1039" y="372"/>
                  </a:lnTo>
                  <a:close/>
                </a:path>
              </a:pathLst>
            </a:custGeom>
            <a:solidFill>
              <a:srgbClr val="DA9FC0">
                <a:alpha val="32000"/>
              </a:srgbClr>
            </a:solidFill>
            <a:ln>
              <a:noFill/>
            </a:ln>
          </p:spPr>
          <p:txBody>
            <a:bodyPr anchor="ctr"/>
            <a:lstStyle/>
            <a:p>
              <a:pPr algn="ctr">
                <a:buNone/>
              </a:pPr>
            </a:p>
          </p:txBody>
        </p:sp>
        <p:sp>
          <p:nvSpPr>
            <p:cNvPr id="7194" name="addition:input:193">
              <a:extLst>
                <a:ext uri="{FF2B5EF4-FFF2-40B4-BE49-F238E27FC236}">
                  <ns2:creationId id="{29AE89FB-CECC-4875-B5F5-EF9C7BE86B3A}"/>
                </a:ext>
              </a:extLst>
            </p:cNvPr>
            <p:cNvSpPr>
              <a:spLocks noGrp="1"/>
            </p:cNvSpPr>
            <p:nvPr/>
          </p:nvSpPr>
          <p:spPr>
            <a:xfrm>
              <a:off x="209550" y="5438775"/>
              <a:ext cx="1915851" cy="794796"/>
            </a:xfrm>
            <a:custGeom>
              <a:rect l="l" t="t" r="r" b="b"/>
              <a:pathLst>
                <a:path w="1164" h="424">
                  <a:moveTo>
                    <a:pt x="0" y="0"/>
                  </a:moveTo>
                  <a:moveTo>
                    <a:pt x="1146" y="369"/>
                  </a:moveTo>
                  <a:lnTo>
                    <a:pt x="1141" y="373"/>
                  </a:lnTo>
                  <a:lnTo>
                    <a:pt x="1141" y="377"/>
                  </a:lnTo>
                  <a:lnTo>
                    <a:pt x="1143" y="382"/>
                  </a:lnTo>
                  <a:lnTo>
                    <a:pt x="1144" y="387"/>
                  </a:lnTo>
                  <a:lnTo>
                    <a:pt x="1140" y="392"/>
                  </a:lnTo>
                  <a:lnTo>
                    <a:pt x="1135" y="395"/>
                  </a:lnTo>
                  <a:lnTo>
                    <a:pt x="1131" y="399"/>
                  </a:lnTo>
                  <a:lnTo>
                    <a:pt x="1129" y="404"/>
                  </a:lnTo>
                  <a:lnTo>
                    <a:pt x="1127" y="409"/>
                  </a:lnTo>
                  <a:lnTo>
                    <a:pt x="1123" y="413"/>
                  </a:lnTo>
                  <a:lnTo>
                    <a:pt x="1117" y="416"/>
                  </a:lnTo>
                  <a:lnTo>
                    <a:pt x="1112" y="418"/>
                  </a:lnTo>
                  <a:lnTo>
                    <a:pt x="1107" y="421"/>
                  </a:lnTo>
                  <a:lnTo>
                    <a:pt x="1102" y="424"/>
                  </a:lnTo>
                  <a:lnTo>
                    <a:pt x="1096" y="424"/>
                  </a:lnTo>
                  <a:lnTo>
                    <a:pt x="1090" y="420"/>
                  </a:lnTo>
                  <a:lnTo>
                    <a:pt x="1084" y="415"/>
                  </a:lnTo>
                  <a:lnTo>
                    <a:pt x="1080" y="411"/>
                  </a:lnTo>
                  <a:lnTo>
                    <a:pt x="1076" y="413"/>
                  </a:lnTo>
                  <a:lnTo>
                    <a:pt x="1070" y="418"/>
                  </a:lnTo>
                  <a:lnTo>
                    <a:pt x="1063" y="423"/>
                  </a:lnTo>
                  <a:lnTo>
                    <a:pt x="1056" y="424"/>
                  </a:lnTo>
                  <a:lnTo>
                    <a:pt x="1051" y="421"/>
                  </a:lnTo>
                  <a:lnTo>
                    <a:pt x="1047" y="416"/>
                  </a:lnTo>
                  <a:lnTo>
                    <a:pt x="1043" y="413"/>
                  </a:lnTo>
                  <a:lnTo>
                    <a:pt x="1039" y="409"/>
                  </a:lnTo>
                  <a:lnTo>
                    <a:pt x="1035" y="405"/>
                  </a:lnTo>
                  <a:lnTo>
                    <a:pt x="1034" y="400"/>
                  </a:lnTo>
                  <a:lnTo>
                    <a:pt x="1033" y="394"/>
                  </a:lnTo>
                  <a:lnTo>
                    <a:pt x="1031" y="390"/>
                  </a:lnTo>
                  <a:lnTo>
                    <a:pt x="1026" y="387"/>
                  </a:lnTo>
                  <a:lnTo>
                    <a:pt x="1020" y="383"/>
                  </a:lnTo>
                  <a:lnTo>
                    <a:pt x="1018" y="378"/>
                  </a:lnTo>
                  <a:lnTo>
                    <a:pt x="1020" y="373"/>
                  </a:lnTo>
                  <a:lnTo>
                    <a:pt x="1022" y="369"/>
                  </a:lnTo>
                  <a:lnTo>
                    <a:pt x="1020" y="364"/>
                  </a:lnTo>
                  <a:lnTo>
                    <a:pt x="1014" y="359"/>
                  </a:lnTo>
                  <a:lnTo>
                    <a:pt x="1007" y="352"/>
                  </a:lnTo>
                  <a:lnTo>
                    <a:pt x="1004" y="346"/>
                  </a:lnTo>
                  <a:lnTo>
                    <a:pt x="1008" y="342"/>
                  </a:lnTo>
                  <a:lnTo>
                    <a:pt x="1016" y="339"/>
                  </a:lnTo>
                  <a:lnTo>
                    <a:pt x="1024" y="338"/>
                  </a:lnTo>
                  <a:lnTo>
                    <a:pt x="1029" y="336"/>
                  </a:lnTo>
                  <a:lnTo>
                    <a:pt x="1034" y="333"/>
                  </a:lnTo>
                  <a:lnTo>
                    <a:pt x="1039" y="331"/>
                  </a:lnTo>
                  <a:lnTo>
                    <a:pt x="1045" y="329"/>
                  </a:lnTo>
                  <a:lnTo>
                    <a:pt x="1049" y="326"/>
                  </a:lnTo>
                  <a:lnTo>
                    <a:pt x="1053" y="321"/>
                  </a:lnTo>
                  <a:lnTo>
                    <a:pt x="1057" y="315"/>
                  </a:lnTo>
                  <a:lnTo>
                    <a:pt x="1063" y="310"/>
                  </a:lnTo>
                  <a:lnTo>
                    <a:pt x="1071" y="310"/>
                  </a:lnTo>
                  <a:lnTo>
                    <a:pt x="1079" y="313"/>
                  </a:lnTo>
                  <a:lnTo>
                    <a:pt x="1086" y="316"/>
                  </a:lnTo>
                  <a:lnTo>
                    <a:pt x="1093" y="316"/>
                  </a:lnTo>
                  <a:lnTo>
                    <a:pt x="1100" y="314"/>
                  </a:lnTo>
                  <a:lnTo>
                    <a:pt x="1108" y="313"/>
                  </a:lnTo>
                  <a:lnTo>
                    <a:pt x="1115" y="316"/>
                  </a:lnTo>
                  <a:lnTo>
                    <a:pt x="1119" y="322"/>
                  </a:lnTo>
                  <a:lnTo>
                    <a:pt x="1121" y="328"/>
                  </a:lnTo>
                  <a:lnTo>
                    <a:pt x="1125" y="332"/>
                  </a:lnTo>
                  <a:lnTo>
                    <a:pt x="1130" y="334"/>
                  </a:lnTo>
                  <a:lnTo>
                    <a:pt x="1136" y="336"/>
                  </a:lnTo>
                  <a:lnTo>
                    <a:pt x="1141" y="338"/>
                  </a:lnTo>
                  <a:lnTo>
                    <a:pt x="1146" y="341"/>
                  </a:lnTo>
                  <a:lnTo>
                    <a:pt x="1152" y="344"/>
                  </a:lnTo>
                  <a:lnTo>
                    <a:pt x="1159" y="347"/>
                  </a:lnTo>
                  <a:lnTo>
                    <a:pt x="1164" y="352"/>
                  </a:lnTo>
                  <a:lnTo>
                    <a:pt x="1163" y="358"/>
                  </a:lnTo>
                  <a:lnTo>
                    <a:pt x="1155" y="364"/>
                  </a:lnTo>
                  <a:close/>
                </a:path>
              </a:pathLst>
            </a:custGeom>
            <a:solidFill>
              <a:srgbClr val="DA9FC0">
                <a:alpha val="32000"/>
              </a:srgbClr>
            </a:solidFill>
            <a:ln>
              <a:noFill/>
            </a:ln>
          </p:spPr>
          <p:txBody>
            <a:bodyPr anchor="ctr"/>
            <a:lstStyle/>
            <a:p>
              <a:pPr algn="ctr">
                <a:buNone/>
              </a:pPr>
            </a:p>
          </p:txBody>
        </p:sp>
        <p:sp>
          <p:nvSpPr>
            <p:cNvPr id="7195" name="addition:input:194">
              <a:extLst>
                <a:ext uri="{FF2B5EF4-FFF2-40B4-BE49-F238E27FC236}">
                  <ns2:creationId id="{1C272050-7AC2-449E-A1CE-62FDDF3F0B1A}"/>
                </a:ext>
              </a:extLst>
            </p:cNvPr>
            <p:cNvSpPr>
              <a:spLocks noGrp="1"/>
            </p:cNvSpPr>
            <p:nvPr/>
          </p:nvSpPr>
          <p:spPr>
            <a:xfrm>
              <a:off x="209550" y="5438775"/>
              <a:ext cx="1961937" cy="864154"/>
            </a:xfrm>
            <a:custGeom>
              <a:rect l="l" t="t" r="r" b="b"/>
              <a:pathLst>
                <a:path w="1192" h="461">
                  <a:moveTo>
                    <a:pt x="0" y="0"/>
                  </a:moveTo>
                  <a:moveTo>
                    <a:pt x="1191" y="359"/>
                  </a:moveTo>
                  <a:lnTo>
                    <a:pt x="1192" y="367"/>
                  </a:lnTo>
                  <a:lnTo>
                    <a:pt x="1187" y="375"/>
                  </a:lnTo>
                  <a:lnTo>
                    <a:pt x="1182" y="382"/>
                  </a:lnTo>
                  <a:lnTo>
                    <a:pt x="1182" y="390"/>
                  </a:lnTo>
                  <a:lnTo>
                    <a:pt x="1186" y="400"/>
                  </a:lnTo>
                  <a:lnTo>
                    <a:pt x="1188" y="410"/>
                  </a:lnTo>
                  <a:lnTo>
                    <a:pt x="1182" y="417"/>
                  </a:lnTo>
                  <a:lnTo>
                    <a:pt x="1169" y="419"/>
                  </a:lnTo>
                  <a:lnTo>
                    <a:pt x="1155" y="418"/>
                  </a:lnTo>
                  <a:lnTo>
                    <a:pt x="1145" y="418"/>
                  </a:lnTo>
                  <a:lnTo>
                    <a:pt x="1138" y="423"/>
                  </a:lnTo>
                  <a:lnTo>
                    <a:pt x="1133" y="429"/>
                  </a:lnTo>
                  <a:lnTo>
                    <a:pt x="1126" y="435"/>
                  </a:lnTo>
                  <a:lnTo>
                    <a:pt x="1117" y="440"/>
                  </a:lnTo>
                  <a:lnTo>
                    <a:pt x="1108" y="446"/>
                  </a:lnTo>
                  <a:lnTo>
                    <a:pt x="1099" y="454"/>
                  </a:lnTo>
                  <a:lnTo>
                    <a:pt x="1087" y="461"/>
                  </a:lnTo>
                  <a:lnTo>
                    <a:pt x="1075" y="461"/>
                  </a:lnTo>
                  <a:lnTo>
                    <a:pt x="1064" y="453"/>
                  </a:lnTo>
                  <a:lnTo>
                    <a:pt x="1055" y="442"/>
                  </a:lnTo>
                  <a:lnTo>
                    <a:pt x="1047" y="434"/>
                  </a:lnTo>
                  <a:lnTo>
                    <a:pt x="1037" y="433"/>
                  </a:lnTo>
                  <a:lnTo>
                    <a:pt x="1025" y="434"/>
                  </a:lnTo>
                  <a:lnTo>
                    <a:pt x="1014" y="434"/>
                  </a:lnTo>
                  <a:lnTo>
                    <a:pt x="1007" y="428"/>
                  </a:lnTo>
                  <a:lnTo>
                    <a:pt x="1003" y="419"/>
                  </a:lnTo>
                  <a:lnTo>
                    <a:pt x="1000" y="412"/>
                  </a:lnTo>
                  <a:lnTo>
                    <a:pt x="992" y="407"/>
                  </a:lnTo>
                  <a:lnTo>
                    <a:pt x="982" y="404"/>
                  </a:lnTo>
                  <a:lnTo>
                    <a:pt x="973" y="399"/>
                  </a:lnTo>
                  <a:lnTo>
                    <a:pt x="968" y="392"/>
                  </a:lnTo>
                  <a:lnTo>
                    <a:pt x="966" y="384"/>
                  </a:lnTo>
                  <a:lnTo>
                    <a:pt x="964" y="376"/>
                  </a:lnTo>
                  <a:lnTo>
                    <a:pt x="962" y="368"/>
                  </a:lnTo>
                  <a:lnTo>
                    <a:pt x="964" y="359"/>
                  </a:lnTo>
                  <a:lnTo>
                    <a:pt x="974" y="351"/>
                  </a:lnTo>
                  <a:lnTo>
                    <a:pt x="989" y="345"/>
                  </a:lnTo>
                  <a:lnTo>
                    <a:pt x="1001" y="340"/>
                  </a:lnTo>
                  <a:lnTo>
                    <a:pt x="1005" y="334"/>
                  </a:lnTo>
                  <a:lnTo>
                    <a:pt x="1000" y="324"/>
                  </a:lnTo>
                  <a:lnTo>
                    <a:pt x="994" y="313"/>
                  </a:lnTo>
                  <a:lnTo>
                    <a:pt x="995" y="303"/>
                  </a:lnTo>
                  <a:lnTo>
                    <a:pt x="1002" y="296"/>
                  </a:lnTo>
                  <a:lnTo>
                    <a:pt x="1012" y="292"/>
                  </a:lnTo>
                  <a:lnTo>
                    <a:pt x="1021" y="288"/>
                  </a:lnTo>
                  <a:lnTo>
                    <a:pt x="1027" y="282"/>
                  </a:lnTo>
                  <a:lnTo>
                    <a:pt x="1035" y="277"/>
                  </a:lnTo>
                  <a:lnTo>
                    <a:pt x="1044" y="275"/>
                  </a:lnTo>
                  <a:lnTo>
                    <a:pt x="1054" y="276"/>
                  </a:lnTo>
                  <a:lnTo>
                    <a:pt x="1062" y="276"/>
                  </a:lnTo>
                  <a:lnTo>
                    <a:pt x="1070" y="274"/>
                  </a:lnTo>
                  <a:lnTo>
                    <a:pt x="1077" y="272"/>
                  </a:lnTo>
                  <a:lnTo>
                    <a:pt x="1085" y="273"/>
                  </a:lnTo>
                  <a:lnTo>
                    <a:pt x="1092" y="278"/>
                  </a:lnTo>
                  <a:lnTo>
                    <a:pt x="1098" y="284"/>
                  </a:lnTo>
                  <a:lnTo>
                    <a:pt x="1104" y="286"/>
                  </a:lnTo>
                  <a:lnTo>
                    <a:pt x="1115" y="281"/>
                  </a:lnTo>
                  <a:lnTo>
                    <a:pt x="1128" y="274"/>
                  </a:lnTo>
                  <a:lnTo>
                    <a:pt x="1141" y="272"/>
                  </a:lnTo>
                  <a:lnTo>
                    <a:pt x="1149" y="278"/>
                  </a:lnTo>
                  <a:lnTo>
                    <a:pt x="1151" y="289"/>
                  </a:lnTo>
                  <a:lnTo>
                    <a:pt x="1152" y="300"/>
                  </a:lnTo>
                  <a:lnTo>
                    <a:pt x="1153" y="309"/>
                  </a:lnTo>
                  <a:lnTo>
                    <a:pt x="1157" y="316"/>
                  </a:lnTo>
                  <a:lnTo>
                    <a:pt x="1161" y="324"/>
                  </a:lnTo>
                  <a:lnTo>
                    <a:pt x="1162" y="331"/>
                  </a:lnTo>
                  <a:lnTo>
                    <a:pt x="1165" y="338"/>
                  </a:lnTo>
                  <a:lnTo>
                    <a:pt x="1172" y="344"/>
                  </a:lnTo>
                  <a:lnTo>
                    <a:pt x="1183" y="351"/>
                  </a:lnTo>
                  <a:close/>
                </a:path>
              </a:pathLst>
            </a:custGeom>
            <a:solidFill>
              <a:srgbClr val="CC79A7">
                <a:alpha val="37000"/>
              </a:srgbClr>
            </a:solidFill>
            <a:ln>
              <a:noFill/>
            </a:ln>
          </p:spPr>
          <p:txBody>
            <a:bodyPr anchor="ctr"/>
            <a:lstStyle/>
            <a:p>
              <a:pPr algn="ctr">
                <a:buNone/>
              </a:pPr>
            </a:p>
          </p:txBody>
        </p:sp>
        <p:sp>
          <p:nvSpPr>
            <p:cNvPr id="7196" name="addition:input:195">
              <a:extLst>
                <a:ext uri="{FF2B5EF4-FFF2-40B4-BE49-F238E27FC236}">
                  <ns2:creationId id="{50C47930-A695-40E6-AEEE-4E5B9C6D2584}"/>
                </a:ext>
              </a:extLst>
            </p:cNvPr>
            <p:cNvSpPr>
              <a:spLocks noGrp="1"/>
            </p:cNvSpPr>
            <p:nvPr/>
          </p:nvSpPr>
          <p:spPr>
            <a:xfrm>
              <a:off x="209550" y="5438775"/>
              <a:ext cx="1792407" cy="704820"/>
            </a:xfrm>
            <a:custGeom>
              <a:rect l="l" t="t" r="r" b="b"/>
              <a:pathLst>
                <a:path w="1089" h="376">
                  <a:moveTo>
                    <a:pt x="0" y="0"/>
                  </a:moveTo>
                  <a:moveTo>
                    <a:pt x="1087" y="338"/>
                  </a:moveTo>
                  <a:lnTo>
                    <a:pt x="1085" y="341"/>
                  </a:lnTo>
                  <a:lnTo>
                    <a:pt x="1083" y="345"/>
                  </a:lnTo>
                  <a:lnTo>
                    <a:pt x="1082" y="348"/>
                  </a:lnTo>
                  <a:lnTo>
                    <a:pt x="1079" y="351"/>
                  </a:lnTo>
                  <a:lnTo>
                    <a:pt x="1074" y="353"/>
                  </a:lnTo>
                  <a:lnTo>
                    <a:pt x="1070" y="355"/>
                  </a:lnTo>
                  <a:lnTo>
                    <a:pt x="1069" y="358"/>
                  </a:lnTo>
                  <a:lnTo>
                    <a:pt x="1070" y="363"/>
                  </a:lnTo>
                  <a:lnTo>
                    <a:pt x="1071" y="369"/>
                  </a:lnTo>
                  <a:lnTo>
                    <a:pt x="1070" y="374"/>
                  </a:lnTo>
                  <a:lnTo>
                    <a:pt x="1066" y="376"/>
                  </a:lnTo>
                  <a:lnTo>
                    <a:pt x="1060" y="375"/>
                  </a:lnTo>
                  <a:lnTo>
                    <a:pt x="1055" y="374"/>
                  </a:lnTo>
                  <a:lnTo>
                    <a:pt x="1052" y="374"/>
                  </a:lnTo>
                  <a:lnTo>
                    <a:pt x="1048" y="375"/>
                  </a:lnTo>
                  <a:lnTo>
                    <a:pt x="1045" y="375"/>
                  </a:lnTo>
                  <a:lnTo>
                    <a:pt x="1042" y="374"/>
                  </a:lnTo>
                  <a:lnTo>
                    <a:pt x="1039" y="373"/>
                  </a:lnTo>
                  <a:lnTo>
                    <a:pt x="1036" y="374"/>
                  </a:lnTo>
                  <a:lnTo>
                    <a:pt x="1033" y="376"/>
                  </a:lnTo>
                  <a:lnTo>
                    <a:pt x="1029" y="376"/>
                  </a:lnTo>
                  <a:lnTo>
                    <a:pt x="1026" y="375"/>
                  </a:lnTo>
                  <a:lnTo>
                    <a:pt x="1024" y="372"/>
                  </a:lnTo>
                  <a:lnTo>
                    <a:pt x="1021" y="369"/>
                  </a:lnTo>
                  <a:lnTo>
                    <a:pt x="1018" y="369"/>
                  </a:lnTo>
                  <a:lnTo>
                    <a:pt x="1012" y="369"/>
                  </a:lnTo>
                  <a:lnTo>
                    <a:pt x="1008" y="368"/>
                  </a:lnTo>
                  <a:lnTo>
                    <a:pt x="1006" y="364"/>
                  </a:lnTo>
                  <a:lnTo>
                    <a:pt x="1008" y="358"/>
                  </a:lnTo>
                  <a:lnTo>
                    <a:pt x="1010" y="353"/>
                  </a:lnTo>
                  <a:lnTo>
                    <a:pt x="1011" y="349"/>
                  </a:lnTo>
                  <a:lnTo>
                    <a:pt x="1009" y="347"/>
                  </a:lnTo>
                  <a:lnTo>
                    <a:pt x="1006" y="344"/>
                  </a:lnTo>
                  <a:lnTo>
                    <a:pt x="1004" y="341"/>
                  </a:lnTo>
                  <a:lnTo>
                    <a:pt x="1002" y="338"/>
                  </a:lnTo>
                  <a:lnTo>
                    <a:pt x="999" y="334"/>
                  </a:lnTo>
                  <a:lnTo>
                    <a:pt x="996" y="330"/>
                  </a:lnTo>
                  <a:lnTo>
                    <a:pt x="994" y="326"/>
                  </a:lnTo>
                  <a:lnTo>
                    <a:pt x="995" y="322"/>
                  </a:lnTo>
                  <a:lnTo>
                    <a:pt x="999" y="320"/>
                  </a:lnTo>
                  <a:lnTo>
                    <a:pt x="1004" y="318"/>
                  </a:lnTo>
                  <a:lnTo>
                    <a:pt x="1007" y="316"/>
                  </a:lnTo>
                  <a:lnTo>
                    <a:pt x="1008" y="313"/>
                  </a:lnTo>
                  <a:lnTo>
                    <a:pt x="1008" y="309"/>
                  </a:lnTo>
                  <a:lnTo>
                    <a:pt x="1011" y="306"/>
                  </a:lnTo>
                  <a:lnTo>
                    <a:pt x="1015" y="305"/>
                  </a:lnTo>
                  <a:lnTo>
                    <a:pt x="1020" y="306"/>
                  </a:lnTo>
                  <a:lnTo>
                    <a:pt x="1024" y="306"/>
                  </a:lnTo>
                  <a:lnTo>
                    <a:pt x="1027" y="304"/>
                  </a:lnTo>
                  <a:lnTo>
                    <a:pt x="1030" y="300"/>
                  </a:lnTo>
                  <a:lnTo>
                    <a:pt x="1034" y="297"/>
                  </a:lnTo>
                  <a:lnTo>
                    <a:pt x="1038" y="295"/>
                  </a:lnTo>
                  <a:lnTo>
                    <a:pt x="1043" y="295"/>
                  </a:lnTo>
                  <a:lnTo>
                    <a:pt x="1048" y="295"/>
                  </a:lnTo>
                  <a:lnTo>
                    <a:pt x="1053" y="295"/>
                  </a:lnTo>
                  <a:lnTo>
                    <a:pt x="1057" y="297"/>
                  </a:lnTo>
                  <a:lnTo>
                    <a:pt x="1060" y="301"/>
                  </a:lnTo>
                  <a:lnTo>
                    <a:pt x="1062" y="307"/>
                  </a:lnTo>
                  <a:lnTo>
                    <a:pt x="1063" y="311"/>
                  </a:lnTo>
                  <a:lnTo>
                    <a:pt x="1067" y="312"/>
                  </a:lnTo>
                  <a:lnTo>
                    <a:pt x="1072" y="311"/>
                  </a:lnTo>
                  <a:lnTo>
                    <a:pt x="1078" y="311"/>
                  </a:lnTo>
                  <a:lnTo>
                    <a:pt x="1082" y="313"/>
                  </a:lnTo>
                  <a:lnTo>
                    <a:pt x="1083" y="317"/>
                  </a:lnTo>
                  <a:lnTo>
                    <a:pt x="1083" y="320"/>
                  </a:lnTo>
                  <a:lnTo>
                    <a:pt x="1085" y="324"/>
                  </a:lnTo>
                  <a:lnTo>
                    <a:pt x="1087" y="327"/>
                  </a:lnTo>
                  <a:lnTo>
                    <a:pt x="1089" y="330"/>
                  </a:lnTo>
                  <a:lnTo>
                    <a:pt x="1089" y="334"/>
                  </a:lnTo>
                  <a:close/>
                </a:path>
              </a:pathLst>
            </a:custGeom>
            <a:solidFill>
              <a:srgbClr val="CC79A7">
                <a:alpha val="36000"/>
              </a:srgbClr>
            </a:solidFill>
            <a:ln>
              <a:noFill/>
            </a:ln>
          </p:spPr>
          <p:txBody>
            <a:bodyPr anchor="ctr"/>
            <a:lstStyle/>
            <a:p>
              <a:pPr algn="ctr">
                <a:buNone/>
              </a:pPr>
            </a:p>
          </p:txBody>
        </p:sp>
        <p:sp>
          <p:nvSpPr>
            <p:cNvPr id="7197" name="addition:input:196">
              <a:extLst>
                <a:ext uri="{FF2B5EF4-FFF2-40B4-BE49-F238E27FC236}">
                  <ns2:creationId id="{F0982490-B78D-4DC9-BEB0-C39D8C0F327D}"/>
                </a:ext>
              </a:extLst>
            </p:cNvPr>
            <p:cNvSpPr>
              <a:spLocks noGrp="1"/>
            </p:cNvSpPr>
            <p:nvPr/>
          </p:nvSpPr>
          <p:spPr>
            <a:xfrm>
              <a:off x="209550" y="5438775"/>
              <a:ext cx="1877995" cy="671078"/>
            </a:xfrm>
            <a:custGeom>
              <a:rect l="l" t="t" r="r" b="b"/>
              <a:pathLst>
                <a:path w="1141" h="358">
                  <a:moveTo>
                    <a:pt x="0" y="0"/>
                  </a:moveTo>
                  <a:moveTo>
                    <a:pt x="1137" y="326"/>
                  </a:moveTo>
                  <a:lnTo>
                    <a:pt x="1139" y="328"/>
                  </a:lnTo>
                  <a:lnTo>
                    <a:pt x="1140" y="331"/>
                  </a:lnTo>
                  <a:lnTo>
                    <a:pt x="1140" y="334"/>
                  </a:lnTo>
                  <a:lnTo>
                    <a:pt x="1141" y="337"/>
                  </a:lnTo>
                  <a:lnTo>
                    <a:pt x="1140" y="340"/>
                  </a:lnTo>
                  <a:lnTo>
                    <a:pt x="1137" y="342"/>
                  </a:lnTo>
                  <a:lnTo>
                    <a:pt x="1132" y="343"/>
                  </a:lnTo>
                  <a:lnTo>
                    <a:pt x="1127" y="343"/>
                  </a:lnTo>
                  <a:lnTo>
                    <a:pt x="1124" y="343"/>
                  </a:lnTo>
                  <a:lnTo>
                    <a:pt x="1123" y="346"/>
                  </a:lnTo>
                  <a:lnTo>
                    <a:pt x="1123" y="349"/>
                  </a:lnTo>
                  <a:lnTo>
                    <a:pt x="1121" y="353"/>
                  </a:lnTo>
                  <a:lnTo>
                    <a:pt x="1118" y="355"/>
                  </a:lnTo>
                  <a:lnTo>
                    <a:pt x="1115" y="355"/>
                  </a:lnTo>
                  <a:lnTo>
                    <a:pt x="1111" y="355"/>
                  </a:lnTo>
                  <a:lnTo>
                    <a:pt x="1108" y="356"/>
                  </a:lnTo>
                  <a:lnTo>
                    <a:pt x="1104" y="357"/>
                  </a:lnTo>
                  <a:lnTo>
                    <a:pt x="1100" y="358"/>
                  </a:lnTo>
                  <a:lnTo>
                    <a:pt x="1097" y="356"/>
                  </a:lnTo>
                  <a:lnTo>
                    <a:pt x="1093" y="355"/>
                  </a:lnTo>
                  <a:lnTo>
                    <a:pt x="1090" y="354"/>
                  </a:lnTo>
                  <a:lnTo>
                    <a:pt x="1087" y="353"/>
                  </a:lnTo>
                  <a:lnTo>
                    <a:pt x="1084" y="352"/>
                  </a:lnTo>
                  <a:lnTo>
                    <a:pt x="1082" y="349"/>
                  </a:lnTo>
                  <a:lnTo>
                    <a:pt x="1082" y="346"/>
                  </a:lnTo>
                  <a:lnTo>
                    <a:pt x="1080" y="344"/>
                  </a:lnTo>
                  <a:lnTo>
                    <a:pt x="1077" y="343"/>
                  </a:lnTo>
                  <a:lnTo>
                    <a:pt x="1072" y="343"/>
                  </a:lnTo>
                  <a:lnTo>
                    <a:pt x="1067" y="343"/>
                  </a:lnTo>
                  <a:lnTo>
                    <a:pt x="1065" y="341"/>
                  </a:lnTo>
                  <a:lnTo>
                    <a:pt x="1065" y="338"/>
                  </a:lnTo>
                  <a:lnTo>
                    <a:pt x="1067" y="334"/>
                  </a:lnTo>
                  <a:lnTo>
                    <a:pt x="1068" y="331"/>
                  </a:lnTo>
                  <a:lnTo>
                    <a:pt x="1069" y="328"/>
                  </a:lnTo>
                  <a:lnTo>
                    <a:pt x="1070" y="326"/>
                  </a:lnTo>
                  <a:lnTo>
                    <a:pt x="1072" y="323"/>
                  </a:lnTo>
                  <a:lnTo>
                    <a:pt x="1074" y="321"/>
                  </a:lnTo>
                  <a:lnTo>
                    <a:pt x="1075" y="319"/>
                  </a:lnTo>
                  <a:lnTo>
                    <a:pt x="1074" y="316"/>
                  </a:lnTo>
                  <a:lnTo>
                    <a:pt x="1074" y="313"/>
                  </a:lnTo>
                  <a:lnTo>
                    <a:pt x="1075" y="310"/>
                  </a:lnTo>
                  <a:lnTo>
                    <a:pt x="1077" y="308"/>
                  </a:lnTo>
                  <a:lnTo>
                    <a:pt x="1081" y="307"/>
                  </a:lnTo>
                  <a:lnTo>
                    <a:pt x="1083" y="305"/>
                  </a:lnTo>
                  <a:lnTo>
                    <a:pt x="1083" y="302"/>
                  </a:lnTo>
                  <a:lnTo>
                    <a:pt x="1084" y="298"/>
                  </a:lnTo>
                  <a:lnTo>
                    <a:pt x="1086" y="295"/>
                  </a:lnTo>
                  <a:lnTo>
                    <a:pt x="1090" y="296"/>
                  </a:lnTo>
                  <a:lnTo>
                    <a:pt x="1093" y="297"/>
                  </a:lnTo>
                  <a:lnTo>
                    <a:pt x="1097" y="299"/>
                  </a:lnTo>
                  <a:lnTo>
                    <a:pt x="1099" y="300"/>
                  </a:lnTo>
                  <a:lnTo>
                    <a:pt x="1101" y="299"/>
                  </a:lnTo>
                  <a:lnTo>
                    <a:pt x="1103" y="299"/>
                  </a:lnTo>
                  <a:lnTo>
                    <a:pt x="1106" y="298"/>
                  </a:lnTo>
                  <a:lnTo>
                    <a:pt x="1108" y="298"/>
                  </a:lnTo>
                  <a:lnTo>
                    <a:pt x="1112" y="297"/>
                  </a:lnTo>
                  <a:lnTo>
                    <a:pt x="1115" y="295"/>
                  </a:lnTo>
                  <a:lnTo>
                    <a:pt x="1119" y="295"/>
                  </a:lnTo>
                  <a:lnTo>
                    <a:pt x="1121" y="298"/>
                  </a:lnTo>
                  <a:lnTo>
                    <a:pt x="1122" y="302"/>
                  </a:lnTo>
                  <a:lnTo>
                    <a:pt x="1122" y="305"/>
                  </a:lnTo>
                  <a:lnTo>
                    <a:pt x="1124" y="307"/>
                  </a:lnTo>
                  <a:lnTo>
                    <a:pt x="1127" y="309"/>
                  </a:lnTo>
                  <a:lnTo>
                    <a:pt x="1131" y="310"/>
                  </a:lnTo>
                  <a:lnTo>
                    <a:pt x="1132" y="313"/>
                  </a:lnTo>
                  <a:lnTo>
                    <a:pt x="1132" y="316"/>
                  </a:lnTo>
                  <a:lnTo>
                    <a:pt x="1131" y="319"/>
                  </a:lnTo>
                  <a:lnTo>
                    <a:pt x="1132" y="321"/>
                  </a:lnTo>
                  <a:lnTo>
                    <a:pt x="1135" y="323"/>
                  </a:lnTo>
                  <a:close/>
                </a:path>
              </a:pathLst>
            </a:custGeom>
            <a:solidFill>
              <a:srgbClr val="CC79A7">
                <a:alpha val="36000"/>
              </a:srgbClr>
            </a:solidFill>
            <a:ln>
              <a:noFill/>
            </a:ln>
          </p:spPr>
          <p:txBody>
            <a:bodyPr anchor="ctr"/>
            <a:lstStyle/>
            <a:p>
              <a:pPr algn="ctr">
                <a:buNone/>
              </a:pPr>
            </a:p>
          </p:txBody>
        </p:sp>
        <p:sp>
          <p:nvSpPr>
            <p:cNvPr id="7198" name="addition:input:197">
              <a:extLst>
                <a:ext uri="{FF2B5EF4-FFF2-40B4-BE49-F238E27FC236}">
                  <ns2:creationId id="{3DBC3571-8224-4CD5-8981-08C9E0199298}"/>
                </a:ext>
              </a:extLst>
            </p:cNvPr>
            <p:cNvSpPr>
              <a:spLocks noGrp="1"/>
            </p:cNvSpPr>
            <p:nvPr/>
          </p:nvSpPr>
          <p:spPr>
            <a:xfrm>
              <a:off x="209550" y="5438775"/>
              <a:ext cx="1940540" cy="792922"/>
            </a:xfrm>
            <a:custGeom>
              <a:rect l="l" t="t" r="r" b="b"/>
              <a:pathLst>
                <a:path w="1179" h="423">
                  <a:moveTo>
                    <a:pt x="0" y="0"/>
                  </a:moveTo>
                  <a:moveTo>
                    <a:pt x="1172" y="378"/>
                  </a:moveTo>
                  <a:lnTo>
                    <a:pt x="1172" y="381"/>
                  </a:lnTo>
                  <a:lnTo>
                    <a:pt x="1174" y="385"/>
                  </a:lnTo>
                  <a:lnTo>
                    <a:pt x="1177" y="389"/>
                  </a:lnTo>
                  <a:lnTo>
                    <a:pt x="1179" y="394"/>
                  </a:lnTo>
                  <a:lnTo>
                    <a:pt x="1178" y="397"/>
                  </a:lnTo>
                  <a:lnTo>
                    <a:pt x="1175" y="400"/>
                  </a:lnTo>
                  <a:lnTo>
                    <a:pt x="1171" y="402"/>
                  </a:lnTo>
                  <a:lnTo>
                    <a:pt x="1167" y="404"/>
                  </a:lnTo>
                  <a:lnTo>
                    <a:pt x="1164" y="405"/>
                  </a:lnTo>
                  <a:lnTo>
                    <a:pt x="1159" y="406"/>
                  </a:lnTo>
                  <a:lnTo>
                    <a:pt x="1155" y="406"/>
                  </a:lnTo>
                  <a:lnTo>
                    <a:pt x="1151" y="407"/>
                  </a:lnTo>
                  <a:lnTo>
                    <a:pt x="1149" y="410"/>
                  </a:lnTo>
                  <a:lnTo>
                    <a:pt x="1147" y="416"/>
                  </a:lnTo>
                  <a:lnTo>
                    <a:pt x="1143" y="421"/>
                  </a:lnTo>
                  <a:lnTo>
                    <a:pt x="1138" y="423"/>
                  </a:lnTo>
                  <a:lnTo>
                    <a:pt x="1133" y="421"/>
                  </a:lnTo>
                  <a:lnTo>
                    <a:pt x="1128" y="418"/>
                  </a:lnTo>
                  <a:lnTo>
                    <a:pt x="1123" y="416"/>
                  </a:lnTo>
                  <a:lnTo>
                    <a:pt x="1119" y="416"/>
                  </a:lnTo>
                  <a:lnTo>
                    <a:pt x="1114" y="416"/>
                  </a:lnTo>
                  <a:lnTo>
                    <a:pt x="1109" y="415"/>
                  </a:lnTo>
                  <a:lnTo>
                    <a:pt x="1106" y="412"/>
                  </a:lnTo>
                  <a:lnTo>
                    <a:pt x="1103" y="409"/>
                  </a:lnTo>
                  <a:lnTo>
                    <a:pt x="1100" y="406"/>
                  </a:lnTo>
                  <a:lnTo>
                    <a:pt x="1097" y="405"/>
                  </a:lnTo>
                  <a:lnTo>
                    <a:pt x="1093" y="403"/>
                  </a:lnTo>
                  <a:lnTo>
                    <a:pt x="1091" y="400"/>
                  </a:lnTo>
                  <a:lnTo>
                    <a:pt x="1089" y="397"/>
                  </a:lnTo>
                  <a:lnTo>
                    <a:pt x="1086" y="395"/>
                  </a:lnTo>
                  <a:lnTo>
                    <a:pt x="1081" y="393"/>
                  </a:lnTo>
                  <a:lnTo>
                    <a:pt x="1076" y="390"/>
                  </a:lnTo>
                  <a:lnTo>
                    <a:pt x="1074" y="386"/>
                  </a:lnTo>
                  <a:lnTo>
                    <a:pt x="1077" y="382"/>
                  </a:lnTo>
                  <a:lnTo>
                    <a:pt x="1084" y="378"/>
                  </a:lnTo>
                  <a:lnTo>
                    <a:pt x="1090" y="375"/>
                  </a:lnTo>
                  <a:lnTo>
                    <a:pt x="1092" y="372"/>
                  </a:lnTo>
                  <a:lnTo>
                    <a:pt x="1092" y="369"/>
                  </a:lnTo>
                  <a:lnTo>
                    <a:pt x="1091" y="365"/>
                  </a:lnTo>
                  <a:lnTo>
                    <a:pt x="1092" y="362"/>
                  </a:lnTo>
                  <a:lnTo>
                    <a:pt x="1095" y="358"/>
                  </a:lnTo>
                  <a:lnTo>
                    <a:pt x="1096" y="355"/>
                  </a:lnTo>
                  <a:lnTo>
                    <a:pt x="1097" y="351"/>
                  </a:lnTo>
                  <a:lnTo>
                    <a:pt x="1099" y="347"/>
                  </a:lnTo>
                  <a:lnTo>
                    <a:pt x="1103" y="345"/>
                  </a:lnTo>
                  <a:lnTo>
                    <a:pt x="1107" y="344"/>
                  </a:lnTo>
                  <a:lnTo>
                    <a:pt x="1112" y="344"/>
                  </a:lnTo>
                  <a:lnTo>
                    <a:pt x="1115" y="342"/>
                  </a:lnTo>
                  <a:lnTo>
                    <a:pt x="1118" y="339"/>
                  </a:lnTo>
                  <a:lnTo>
                    <a:pt x="1121" y="337"/>
                  </a:lnTo>
                  <a:lnTo>
                    <a:pt x="1125" y="337"/>
                  </a:lnTo>
                  <a:lnTo>
                    <a:pt x="1129" y="341"/>
                  </a:lnTo>
                  <a:lnTo>
                    <a:pt x="1132" y="345"/>
                  </a:lnTo>
                  <a:lnTo>
                    <a:pt x="1134" y="346"/>
                  </a:lnTo>
                  <a:lnTo>
                    <a:pt x="1138" y="344"/>
                  </a:lnTo>
                  <a:lnTo>
                    <a:pt x="1142" y="341"/>
                  </a:lnTo>
                  <a:lnTo>
                    <a:pt x="1147" y="340"/>
                  </a:lnTo>
                  <a:lnTo>
                    <a:pt x="1151" y="340"/>
                  </a:lnTo>
                  <a:lnTo>
                    <a:pt x="1154" y="342"/>
                  </a:lnTo>
                  <a:lnTo>
                    <a:pt x="1158" y="344"/>
                  </a:lnTo>
                  <a:lnTo>
                    <a:pt x="1161" y="347"/>
                  </a:lnTo>
                  <a:lnTo>
                    <a:pt x="1163" y="350"/>
                  </a:lnTo>
                  <a:lnTo>
                    <a:pt x="1162" y="355"/>
                  </a:lnTo>
                  <a:lnTo>
                    <a:pt x="1161" y="360"/>
                  </a:lnTo>
                  <a:lnTo>
                    <a:pt x="1162" y="363"/>
                  </a:lnTo>
                  <a:lnTo>
                    <a:pt x="1165" y="366"/>
                  </a:lnTo>
                  <a:lnTo>
                    <a:pt x="1170" y="368"/>
                  </a:lnTo>
                  <a:lnTo>
                    <a:pt x="1174" y="371"/>
                  </a:lnTo>
                  <a:lnTo>
                    <a:pt x="1174" y="374"/>
                  </a:lnTo>
                  <a:close/>
                </a:path>
              </a:pathLst>
            </a:custGeom>
            <a:solidFill>
              <a:srgbClr val="CC79A7">
                <a:alpha val="36000"/>
              </a:srgbClr>
            </a:solidFill>
            <a:ln>
              <a:noFill/>
            </a:ln>
          </p:spPr>
          <p:txBody>
            <a:bodyPr anchor="ctr"/>
            <a:lstStyle/>
            <a:p>
              <a:pPr algn="ctr">
                <a:buNone/>
              </a:pPr>
            </a:p>
          </p:txBody>
        </p:sp>
        <p:sp>
          <p:nvSpPr>
            <p:cNvPr id="7199" name="addition:input:198">
              <a:extLst>
                <a:ext uri="{FF2B5EF4-FFF2-40B4-BE49-F238E27FC236}">
                  <ns2:creationId id="{FF720BCD-BBBC-46F4-B0B6-87F7835A8CB2}"/>
                </a:ext>
              </a:extLst>
            </p:cNvPr>
            <p:cNvSpPr>
              <a:spLocks noGrp="1"/>
            </p:cNvSpPr>
            <p:nvPr/>
          </p:nvSpPr>
          <p:spPr>
            <a:xfrm>
              <a:off x="209550" y="5438775"/>
              <a:ext cx="1828617" cy="822914"/>
            </a:xfrm>
            <a:custGeom>
              <a:rect l="l" t="t" r="r" b="b"/>
              <a:pathLst>
                <a:path w="1111" h="439">
                  <a:moveTo>
                    <a:pt x="0" y="0"/>
                  </a:moveTo>
                  <a:moveTo>
                    <a:pt x="1101" y="401"/>
                  </a:moveTo>
                  <a:lnTo>
                    <a:pt x="1107" y="404"/>
                  </a:lnTo>
                  <a:lnTo>
                    <a:pt x="1111" y="408"/>
                  </a:lnTo>
                  <a:lnTo>
                    <a:pt x="1111" y="411"/>
                  </a:lnTo>
                  <a:lnTo>
                    <a:pt x="1108" y="414"/>
                  </a:lnTo>
                  <a:lnTo>
                    <a:pt x="1104" y="415"/>
                  </a:lnTo>
                  <a:lnTo>
                    <a:pt x="1102" y="418"/>
                  </a:lnTo>
                  <a:lnTo>
                    <a:pt x="1100" y="420"/>
                  </a:lnTo>
                  <a:lnTo>
                    <a:pt x="1098" y="422"/>
                  </a:lnTo>
                  <a:lnTo>
                    <a:pt x="1095" y="424"/>
                  </a:lnTo>
                  <a:lnTo>
                    <a:pt x="1092" y="425"/>
                  </a:lnTo>
                  <a:lnTo>
                    <a:pt x="1089" y="426"/>
                  </a:lnTo>
                  <a:lnTo>
                    <a:pt x="1087" y="429"/>
                  </a:lnTo>
                  <a:lnTo>
                    <a:pt x="1084" y="431"/>
                  </a:lnTo>
                  <a:lnTo>
                    <a:pt x="1081" y="432"/>
                  </a:lnTo>
                  <a:lnTo>
                    <a:pt x="1077" y="432"/>
                  </a:lnTo>
                  <a:lnTo>
                    <a:pt x="1073" y="432"/>
                  </a:lnTo>
                  <a:lnTo>
                    <a:pt x="1069" y="434"/>
                  </a:lnTo>
                  <a:lnTo>
                    <a:pt x="1065" y="437"/>
                  </a:lnTo>
                  <a:lnTo>
                    <a:pt x="1060" y="439"/>
                  </a:lnTo>
                  <a:lnTo>
                    <a:pt x="1055" y="439"/>
                  </a:lnTo>
                  <a:lnTo>
                    <a:pt x="1052" y="435"/>
                  </a:lnTo>
                  <a:lnTo>
                    <a:pt x="1049" y="430"/>
                  </a:lnTo>
                  <a:lnTo>
                    <a:pt x="1047" y="426"/>
                  </a:lnTo>
                  <a:lnTo>
                    <a:pt x="1045" y="425"/>
                  </a:lnTo>
                  <a:lnTo>
                    <a:pt x="1041" y="424"/>
                  </a:lnTo>
                  <a:lnTo>
                    <a:pt x="1037" y="423"/>
                  </a:lnTo>
                  <a:lnTo>
                    <a:pt x="1034" y="421"/>
                  </a:lnTo>
                  <a:lnTo>
                    <a:pt x="1031" y="420"/>
                  </a:lnTo>
                  <a:lnTo>
                    <a:pt x="1027" y="418"/>
                  </a:lnTo>
                  <a:lnTo>
                    <a:pt x="1023" y="417"/>
                  </a:lnTo>
                  <a:lnTo>
                    <a:pt x="1021" y="414"/>
                  </a:lnTo>
                  <a:lnTo>
                    <a:pt x="1022" y="410"/>
                  </a:lnTo>
                  <a:lnTo>
                    <a:pt x="1024" y="407"/>
                  </a:lnTo>
                  <a:lnTo>
                    <a:pt x="1026" y="404"/>
                  </a:lnTo>
                  <a:lnTo>
                    <a:pt x="1026" y="401"/>
                  </a:lnTo>
                  <a:lnTo>
                    <a:pt x="1024" y="398"/>
                  </a:lnTo>
                  <a:lnTo>
                    <a:pt x="1024" y="394"/>
                  </a:lnTo>
                  <a:lnTo>
                    <a:pt x="1028" y="392"/>
                  </a:lnTo>
                  <a:lnTo>
                    <a:pt x="1033" y="390"/>
                  </a:lnTo>
                  <a:lnTo>
                    <a:pt x="1037" y="388"/>
                  </a:lnTo>
                  <a:lnTo>
                    <a:pt x="1039" y="386"/>
                  </a:lnTo>
                  <a:lnTo>
                    <a:pt x="1038" y="382"/>
                  </a:lnTo>
                  <a:lnTo>
                    <a:pt x="1038" y="378"/>
                  </a:lnTo>
                  <a:lnTo>
                    <a:pt x="1040" y="375"/>
                  </a:lnTo>
                  <a:lnTo>
                    <a:pt x="1042" y="372"/>
                  </a:lnTo>
                  <a:lnTo>
                    <a:pt x="1045" y="370"/>
                  </a:lnTo>
                  <a:lnTo>
                    <a:pt x="1048" y="368"/>
                  </a:lnTo>
                  <a:lnTo>
                    <a:pt x="1051" y="366"/>
                  </a:lnTo>
                  <a:lnTo>
                    <a:pt x="1055" y="367"/>
                  </a:lnTo>
                  <a:lnTo>
                    <a:pt x="1060" y="370"/>
                  </a:lnTo>
                  <a:lnTo>
                    <a:pt x="1063" y="373"/>
                  </a:lnTo>
                  <a:lnTo>
                    <a:pt x="1066" y="373"/>
                  </a:lnTo>
                  <a:lnTo>
                    <a:pt x="1068" y="370"/>
                  </a:lnTo>
                  <a:lnTo>
                    <a:pt x="1071" y="368"/>
                  </a:lnTo>
                  <a:lnTo>
                    <a:pt x="1075" y="367"/>
                  </a:lnTo>
                  <a:lnTo>
                    <a:pt x="1077" y="368"/>
                  </a:lnTo>
                  <a:lnTo>
                    <a:pt x="1080" y="371"/>
                  </a:lnTo>
                  <a:lnTo>
                    <a:pt x="1082" y="372"/>
                  </a:lnTo>
                  <a:lnTo>
                    <a:pt x="1086" y="372"/>
                  </a:lnTo>
                  <a:lnTo>
                    <a:pt x="1090" y="373"/>
                  </a:lnTo>
                  <a:lnTo>
                    <a:pt x="1093" y="374"/>
                  </a:lnTo>
                  <a:lnTo>
                    <a:pt x="1095" y="377"/>
                  </a:lnTo>
                  <a:lnTo>
                    <a:pt x="1096" y="380"/>
                  </a:lnTo>
                  <a:lnTo>
                    <a:pt x="1097" y="383"/>
                  </a:lnTo>
                  <a:lnTo>
                    <a:pt x="1099" y="386"/>
                  </a:lnTo>
                  <a:lnTo>
                    <a:pt x="1099" y="389"/>
                  </a:lnTo>
                  <a:lnTo>
                    <a:pt x="1098" y="393"/>
                  </a:lnTo>
                  <a:lnTo>
                    <a:pt x="1096" y="396"/>
                  </a:lnTo>
                  <a:lnTo>
                    <a:pt x="1097" y="398"/>
                  </a:lnTo>
                  <a:close/>
                </a:path>
              </a:pathLst>
            </a:custGeom>
            <a:solidFill>
              <a:srgbClr val="CC79A7">
                <a:alpha val="36000"/>
              </a:srgbClr>
            </a:solidFill>
            <a:ln>
              <a:noFill/>
            </a:ln>
          </p:spPr>
          <p:txBody>
            <a:bodyPr anchor="ctr"/>
            <a:lstStyle/>
            <a:p>
              <a:pPr algn="ctr">
                <a:buNone/>
              </a:pPr>
            </a:p>
          </p:txBody>
        </p:sp>
        <p:sp>
          <p:nvSpPr>
            <p:cNvPr id="7200" name="addition:input:199">
              <a:extLst>
                <a:ext uri="{FF2B5EF4-FFF2-40B4-BE49-F238E27FC236}">
                  <ns2:creationId id="{0FA2A077-705C-4247-97B9-63F841A2F0F1}"/>
                </a:ext>
              </a:extLst>
            </p:cNvPr>
            <p:cNvSpPr>
              <a:spLocks noGrp="1"/>
            </p:cNvSpPr>
            <p:nvPr/>
          </p:nvSpPr>
          <p:spPr>
            <a:xfrm>
              <a:off x="209550" y="5438775"/>
              <a:ext cx="1772656" cy="701070"/>
            </a:xfrm>
            <a:custGeom>
              <a:rect l="l" t="t" r="r" b="b"/>
              <a:pathLst>
                <a:path w="1077" h="374">
                  <a:moveTo>
                    <a:pt x="0" y="0"/>
                  </a:moveTo>
                  <a:moveTo>
                    <a:pt x="1074" y="341"/>
                  </a:moveTo>
                  <a:lnTo>
                    <a:pt x="1072" y="344"/>
                  </a:lnTo>
                  <a:lnTo>
                    <a:pt x="1071" y="346"/>
                  </a:lnTo>
                  <a:lnTo>
                    <a:pt x="1072" y="348"/>
                  </a:lnTo>
                  <a:lnTo>
                    <a:pt x="1075" y="352"/>
                  </a:lnTo>
                  <a:lnTo>
                    <a:pt x="1077" y="356"/>
                  </a:lnTo>
                  <a:lnTo>
                    <a:pt x="1077" y="359"/>
                  </a:lnTo>
                  <a:lnTo>
                    <a:pt x="1075" y="361"/>
                  </a:lnTo>
                  <a:lnTo>
                    <a:pt x="1071" y="362"/>
                  </a:lnTo>
                  <a:lnTo>
                    <a:pt x="1068" y="362"/>
                  </a:lnTo>
                  <a:lnTo>
                    <a:pt x="1066" y="363"/>
                  </a:lnTo>
                  <a:lnTo>
                    <a:pt x="1064" y="364"/>
                  </a:lnTo>
                  <a:lnTo>
                    <a:pt x="1061" y="365"/>
                  </a:lnTo>
                  <a:lnTo>
                    <a:pt x="1059" y="365"/>
                  </a:lnTo>
                  <a:lnTo>
                    <a:pt x="1057" y="367"/>
                  </a:lnTo>
                  <a:lnTo>
                    <a:pt x="1055" y="369"/>
                  </a:lnTo>
                  <a:lnTo>
                    <a:pt x="1053" y="372"/>
                  </a:lnTo>
                  <a:lnTo>
                    <a:pt x="1050" y="374"/>
                  </a:lnTo>
                  <a:lnTo>
                    <a:pt x="1047" y="373"/>
                  </a:lnTo>
                  <a:lnTo>
                    <a:pt x="1044" y="371"/>
                  </a:lnTo>
                  <a:lnTo>
                    <a:pt x="1041" y="369"/>
                  </a:lnTo>
                  <a:lnTo>
                    <a:pt x="1037" y="370"/>
                  </a:lnTo>
                  <a:lnTo>
                    <a:pt x="1034" y="371"/>
                  </a:lnTo>
                  <a:lnTo>
                    <a:pt x="1030" y="370"/>
                  </a:lnTo>
                  <a:lnTo>
                    <a:pt x="1028" y="368"/>
                  </a:lnTo>
                  <a:lnTo>
                    <a:pt x="1027" y="364"/>
                  </a:lnTo>
                  <a:lnTo>
                    <a:pt x="1026" y="360"/>
                  </a:lnTo>
                  <a:lnTo>
                    <a:pt x="1024" y="358"/>
                  </a:lnTo>
                  <a:lnTo>
                    <a:pt x="1022" y="357"/>
                  </a:lnTo>
                  <a:lnTo>
                    <a:pt x="1019" y="355"/>
                  </a:lnTo>
                  <a:lnTo>
                    <a:pt x="1017" y="353"/>
                  </a:lnTo>
                  <a:lnTo>
                    <a:pt x="1015" y="351"/>
                  </a:lnTo>
                  <a:lnTo>
                    <a:pt x="1012" y="349"/>
                  </a:lnTo>
                  <a:lnTo>
                    <a:pt x="1009" y="347"/>
                  </a:lnTo>
                  <a:lnTo>
                    <a:pt x="1007" y="344"/>
                  </a:lnTo>
                  <a:lnTo>
                    <a:pt x="1008" y="341"/>
                  </a:lnTo>
                  <a:lnTo>
                    <a:pt x="1012" y="338"/>
                  </a:lnTo>
                  <a:lnTo>
                    <a:pt x="1016" y="336"/>
                  </a:lnTo>
                  <a:lnTo>
                    <a:pt x="1018" y="334"/>
                  </a:lnTo>
                  <a:lnTo>
                    <a:pt x="1018" y="331"/>
                  </a:lnTo>
                  <a:lnTo>
                    <a:pt x="1017" y="328"/>
                  </a:lnTo>
                  <a:lnTo>
                    <a:pt x="1019" y="326"/>
                  </a:lnTo>
                  <a:lnTo>
                    <a:pt x="1021" y="324"/>
                  </a:lnTo>
                  <a:lnTo>
                    <a:pt x="1025" y="323"/>
                  </a:lnTo>
                  <a:lnTo>
                    <a:pt x="1027" y="321"/>
                  </a:lnTo>
                  <a:lnTo>
                    <a:pt x="1028" y="318"/>
                  </a:lnTo>
                  <a:lnTo>
                    <a:pt x="1030" y="315"/>
                  </a:lnTo>
                  <a:lnTo>
                    <a:pt x="1032" y="313"/>
                  </a:lnTo>
                  <a:lnTo>
                    <a:pt x="1035" y="312"/>
                  </a:lnTo>
                  <a:lnTo>
                    <a:pt x="1038" y="311"/>
                  </a:lnTo>
                  <a:lnTo>
                    <a:pt x="1041" y="310"/>
                  </a:lnTo>
                  <a:lnTo>
                    <a:pt x="1044" y="309"/>
                  </a:lnTo>
                  <a:lnTo>
                    <a:pt x="1047" y="309"/>
                  </a:lnTo>
                  <a:lnTo>
                    <a:pt x="1050" y="312"/>
                  </a:lnTo>
                  <a:lnTo>
                    <a:pt x="1051" y="316"/>
                  </a:lnTo>
                  <a:lnTo>
                    <a:pt x="1053" y="318"/>
                  </a:lnTo>
                  <a:lnTo>
                    <a:pt x="1055" y="317"/>
                  </a:lnTo>
                  <a:lnTo>
                    <a:pt x="1059" y="315"/>
                  </a:lnTo>
                  <a:lnTo>
                    <a:pt x="1062" y="313"/>
                  </a:lnTo>
                  <a:lnTo>
                    <a:pt x="1065" y="314"/>
                  </a:lnTo>
                  <a:lnTo>
                    <a:pt x="1067" y="316"/>
                  </a:lnTo>
                  <a:lnTo>
                    <a:pt x="1068" y="319"/>
                  </a:lnTo>
                  <a:lnTo>
                    <a:pt x="1069" y="321"/>
                  </a:lnTo>
                  <a:lnTo>
                    <a:pt x="1071" y="323"/>
                  </a:lnTo>
                  <a:lnTo>
                    <a:pt x="1072" y="325"/>
                  </a:lnTo>
                  <a:lnTo>
                    <a:pt x="1072" y="328"/>
                  </a:lnTo>
                  <a:lnTo>
                    <a:pt x="1072" y="331"/>
                  </a:lnTo>
                  <a:lnTo>
                    <a:pt x="1072" y="334"/>
                  </a:lnTo>
                  <a:lnTo>
                    <a:pt x="1073" y="336"/>
                  </a:lnTo>
                  <a:lnTo>
                    <a:pt x="1075" y="338"/>
                  </a:lnTo>
                  <a:close/>
                </a:path>
              </a:pathLst>
            </a:custGeom>
            <a:solidFill>
              <a:srgbClr val="CC79A7">
                <a:alpha val="32000"/>
              </a:srgbClr>
            </a:solidFill>
            <a:ln>
              <a:noFill/>
            </a:ln>
          </p:spPr>
          <p:txBody>
            <a:bodyPr anchor="ctr"/>
            <a:lstStyle/>
            <a:p>
              <a:pPr algn="ctr">
                <a:buNone/>
              </a:pPr>
            </a:p>
          </p:txBody>
        </p:sp>
        <p:sp>
          <p:nvSpPr>
            <p:cNvPr id="7201" name="addition:input:200">
              <a:extLst>
                <a:ext uri="{FF2B5EF4-FFF2-40B4-BE49-F238E27FC236}">
                  <ns2:creationId id="{B521804C-2EC6-4C62-979F-220EDC1893AD}"/>
                </a:ext>
              </a:extLst>
            </p:cNvPr>
            <p:cNvSpPr>
              <a:spLocks noGrp="1"/>
            </p:cNvSpPr>
            <p:nvPr/>
          </p:nvSpPr>
          <p:spPr>
            <a:xfrm>
              <a:off x="209550" y="5438775"/>
              <a:ext cx="1894454" cy="776051"/>
            </a:xfrm>
            <a:custGeom>
              <a:rect l="l" t="t" r="r" b="b"/>
              <a:pathLst>
                <a:path w="1151" h="414">
                  <a:moveTo>
                    <a:pt x="0" y="0"/>
                  </a:moveTo>
                  <a:moveTo>
                    <a:pt x="1145" y="385"/>
                  </a:moveTo>
                  <a:lnTo>
                    <a:pt x="1146" y="387"/>
                  </a:lnTo>
                  <a:lnTo>
                    <a:pt x="1148" y="390"/>
                  </a:lnTo>
                  <a:lnTo>
                    <a:pt x="1150" y="393"/>
                  </a:lnTo>
                  <a:lnTo>
                    <a:pt x="1151" y="396"/>
                  </a:lnTo>
                  <a:lnTo>
                    <a:pt x="1150" y="398"/>
                  </a:lnTo>
                  <a:lnTo>
                    <a:pt x="1148" y="400"/>
                  </a:lnTo>
                  <a:lnTo>
                    <a:pt x="1145" y="401"/>
                  </a:lnTo>
                  <a:lnTo>
                    <a:pt x="1143" y="403"/>
                  </a:lnTo>
                  <a:lnTo>
                    <a:pt x="1140" y="403"/>
                  </a:lnTo>
                  <a:lnTo>
                    <a:pt x="1137" y="403"/>
                  </a:lnTo>
                  <a:lnTo>
                    <a:pt x="1134" y="403"/>
                  </a:lnTo>
                  <a:lnTo>
                    <a:pt x="1132" y="404"/>
                  </a:lnTo>
                  <a:lnTo>
                    <a:pt x="1130" y="408"/>
                  </a:lnTo>
                  <a:lnTo>
                    <a:pt x="1129" y="411"/>
                  </a:lnTo>
                  <a:lnTo>
                    <a:pt x="1126" y="414"/>
                  </a:lnTo>
                  <a:lnTo>
                    <a:pt x="1123" y="414"/>
                  </a:lnTo>
                  <a:lnTo>
                    <a:pt x="1119" y="413"/>
                  </a:lnTo>
                  <a:lnTo>
                    <a:pt x="1116" y="411"/>
                  </a:lnTo>
                  <a:lnTo>
                    <a:pt x="1113" y="411"/>
                  </a:lnTo>
                  <a:lnTo>
                    <a:pt x="1109" y="411"/>
                  </a:lnTo>
                  <a:lnTo>
                    <a:pt x="1106" y="411"/>
                  </a:lnTo>
                  <a:lnTo>
                    <a:pt x="1103" y="410"/>
                  </a:lnTo>
                  <a:lnTo>
                    <a:pt x="1101" y="407"/>
                  </a:lnTo>
                  <a:lnTo>
                    <a:pt x="1099" y="406"/>
                  </a:lnTo>
                  <a:lnTo>
                    <a:pt x="1096" y="404"/>
                  </a:lnTo>
                  <a:lnTo>
                    <a:pt x="1094" y="403"/>
                  </a:lnTo>
                  <a:lnTo>
                    <a:pt x="1092" y="401"/>
                  </a:lnTo>
                  <a:lnTo>
                    <a:pt x="1091" y="399"/>
                  </a:lnTo>
                  <a:lnTo>
                    <a:pt x="1090" y="398"/>
                  </a:lnTo>
                  <a:lnTo>
                    <a:pt x="1087" y="397"/>
                  </a:lnTo>
                  <a:lnTo>
                    <a:pt x="1082" y="395"/>
                  </a:lnTo>
                  <a:lnTo>
                    <a:pt x="1079" y="393"/>
                  </a:lnTo>
                  <a:lnTo>
                    <a:pt x="1079" y="391"/>
                  </a:lnTo>
                  <a:lnTo>
                    <a:pt x="1082" y="388"/>
                  </a:lnTo>
                  <a:lnTo>
                    <a:pt x="1086" y="385"/>
                  </a:lnTo>
                  <a:lnTo>
                    <a:pt x="1089" y="383"/>
                  </a:lnTo>
                  <a:lnTo>
                    <a:pt x="1090" y="381"/>
                  </a:lnTo>
                  <a:lnTo>
                    <a:pt x="1090" y="379"/>
                  </a:lnTo>
                  <a:lnTo>
                    <a:pt x="1090" y="376"/>
                  </a:lnTo>
                  <a:lnTo>
                    <a:pt x="1092" y="374"/>
                  </a:lnTo>
                  <a:lnTo>
                    <a:pt x="1093" y="372"/>
                  </a:lnTo>
                  <a:lnTo>
                    <a:pt x="1094" y="370"/>
                  </a:lnTo>
                  <a:lnTo>
                    <a:pt x="1094" y="367"/>
                  </a:lnTo>
                  <a:lnTo>
                    <a:pt x="1096" y="365"/>
                  </a:lnTo>
                  <a:lnTo>
                    <a:pt x="1099" y="364"/>
                  </a:lnTo>
                  <a:lnTo>
                    <a:pt x="1102" y="363"/>
                  </a:lnTo>
                  <a:lnTo>
                    <a:pt x="1104" y="362"/>
                  </a:lnTo>
                  <a:lnTo>
                    <a:pt x="1106" y="360"/>
                  </a:lnTo>
                  <a:lnTo>
                    <a:pt x="1108" y="358"/>
                  </a:lnTo>
                  <a:lnTo>
                    <a:pt x="1111" y="357"/>
                  </a:lnTo>
                  <a:lnTo>
                    <a:pt x="1114" y="359"/>
                  </a:lnTo>
                  <a:lnTo>
                    <a:pt x="1116" y="362"/>
                  </a:lnTo>
                  <a:lnTo>
                    <a:pt x="1118" y="364"/>
                  </a:lnTo>
                  <a:lnTo>
                    <a:pt x="1120" y="364"/>
                  </a:lnTo>
                  <a:lnTo>
                    <a:pt x="1123" y="362"/>
                  </a:lnTo>
                  <a:lnTo>
                    <a:pt x="1126" y="360"/>
                  </a:lnTo>
                  <a:lnTo>
                    <a:pt x="1129" y="360"/>
                  </a:lnTo>
                  <a:lnTo>
                    <a:pt x="1131" y="360"/>
                  </a:lnTo>
                  <a:lnTo>
                    <a:pt x="1134" y="361"/>
                  </a:lnTo>
                  <a:lnTo>
                    <a:pt x="1136" y="362"/>
                  </a:lnTo>
                  <a:lnTo>
                    <a:pt x="1139" y="364"/>
                  </a:lnTo>
                  <a:lnTo>
                    <a:pt x="1139" y="367"/>
                  </a:lnTo>
                  <a:lnTo>
                    <a:pt x="1139" y="370"/>
                  </a:lnTo>
                  <a:lnTo>
                    <a:pt x="1138" y="373"/>
                  </a:lnTo>
                  <a:lnTo>
                    <a:pt x="1140" y="375"/>
                  </a:lnTo>
                  <a:lnTo>
                    <a:pt x="1143" y="376"/>
                  </a:lnTo>
                  <a:lnTo>
                    <a:pt x="1146" y="378"/>
                  </a:lnTo>
                  <a:lnTo>
                    <a:pt x="1147" y="380"/>
                  </a:lnTo>
                  <a:lnTo>
                    <a:pt x="1146" y="383"/>
                  </a:lnTo>
                  <a:close/>
                </a:path>
              </a:pathLst>
            </a:custGeom>
            <a:solidFill>
              <a:srgbClr val="CC79A7">
                <a:alpha val="32000"/>
              </a:srgbClr>
            </a:solidFill>
            <a:ln>
              <a:noFill/>
            </a:ln>
          </p:spPr>
          <p:txBody>
            <a:bodyPr anchor="ctr"/>
            <a:lstStyle/>
            <a:p>
              <a:pPr algn="ctr">
                <a:buNone/>
              </a:pPr>
            </a:p>
          </p:txBody>
        </p:sp>
        <p:sp>
          <p:nvSpPr>
            <p:cNvPr id="7202" name="addition:input:201">
              <a:extLst>
                <a:ext uri="{FF2B5EF4-FFF2-40B4-BE49-F238E27FC236}">
                  <ns2:creationId id="{0B9EB9D3-1C36-4193-82F1-ED02AC22F0D7}"/>
                </a:ext>
              </a:extLst>
            </p:cNvPr>
            <p:cNvSpPr>
              <a:spLocks noGrp="1"/>
            </p:cNvSpPr>
            <p:nvPr/>
          </p:nvSpPr>
          <p:spPr>
            <a:xfrm>
              <a:off x="209550" y="5438775"/>
              <a:ext cx="1978396" cy="734812"/>
            </a:xfrm>
            <a:custGeom>
              <a:rect l="l" t="t" r="r" b="b"/>
              <a:pathLst>
                <a:path w="1202" h="392">
                  <a:moveTo>
                    <a:pt x="0" y="0"/>
                  </a:moveTo>
                  <a:moveTo>
                    <a:pt x="1200" y="367"/>
                  </a:moveTo>
                  <a:lnTo>
                    <a:pt x="1200" y="369"/>
                  </a:lnTo>
                  <a:lnTo>
                    <a:pt x="1201" y="371"/>
                  </a:lnTo>
                  <a:lnTo>
                    <a:pt x="1202" y="374"/>
                  </a:lnTo>
                  <a:lnTo>
                    <a:pt x="1201" y="376"/>
                  </a:lnTo>
                  <a:lnTo>
                    <a:pt x="1200" y="377"/>
                  </a:lnTo>
                  <a:lnTo>
                    <a:pt x="1200" y="379"/>
                  </a:lnTo>
                  <a:lnTo>
                    <a:pt x="1200" y="382"/>
                  </a:lnTo>
                  <a:lnTo>
                    <a:pt x="1200" y="384"/>
                  </a:lnTo>
                  <a:lnTo>
                    <a:pt x="1198" y="386"/>
                  </a:lnTo>
                  <a:lnTo>
                    <a:pt x="1195" y="385"/>
                  </a:lnTo>
                  <a:lnTo>
                    <a:pt x="1192" y="384"/>
                  </a:lnTo>
                  <a:lnTo>
                    <a:pt x="1189" y="383"/>
                  </a:lnTo>
                  <a:lnTo>
                    <a:pt x="1188" y="385"/>
                  </a:lnTo>
                  <a:lnTo>
                    <a:pt x="1187" y="387"/>
                  </a:lnTo>
                  <a:lnTo>
                    <a:pt x="1186" y="390"/>
                  </a:lnTo>
                  <a:lnTo>
                    <a:pt x="1183" y="391"/>
                  </a:lnTo>
                  <a:lnTo>
                    <a:pt x="1181" y="392"/>
                  </a:lnTo>
                  <a:lnTo>
                    <a:pt x="1178" y="392"/>
                  </a:lnTo>
                  <a:lnTo>
                    <a:pt x="1176" y="392"/>
                  </a:lnTo>
                  <a:lnTo>
                    <a:pt x="1173" y="392"/>
                  </a:lnTo>
                  <a:lnTo>
                    <a:pt x="1171" y="390"/>
                  </a:lnTo>
                  <a:lnTo>
                    <a:pt x="1169" y="388"/>
                  </a:lnTo>
                  <a:lnTo>
                    <a:pt x="1167" y="386"/>
                  </a:lnTo>
                  <a:lnTo>
                    <a:pt x="1165" y="385"/>
                  </a:lnTo>
                  <a:lnTo>
                    <a:pt x="1163" y="385"/>
                  </a:lnTo>
                  <a:lnTo>
                    <a:pt x="1160" y="384"/>
                  </a:lnTo>
                  <a:lnTo>
                    <a:pt x="1158" y="382"/>
                  </a:lnTo>
                  <a:lnTo>
                    <a:pt x="1158" y="380"/>
                  </a:lnTo>
                  <a:lnTo>
                    <a:pt x="1158" y="378"/>
                  </a:lnTo>
                  <a:lnTo>
                    <a:pt x="1157" y="376"/>
                  </a:lnTo>
                  <a:lnTo>
                    <a:pt x="1154" y="375"/>
                  </a:lnTo>
                  <a:lnTo>
                    <a:pt x="1151" y="374"/>
                  </a:lnTo>
                  <a:lnTo>
                    <a:pt x="1149" y="372"/>
                  </a:lnTo>
                  <a:lnTo>
                    <a:pt x="1149" y="370"/>
                  </a:lnTo>
                  <a:lnTo>
                    <a:pt x="1150" y="367"/>
                  </a:lnTo>
                  <a:lnTo>
                    <a:pt x="1152" y="365"/>
                  </a:lnTo>
                  <a:lnTo>
                    <a:pt x="1153" y="363"/>
                  </a:lnTo>
                  <a:lnTo>
                    <a:pt x="1155" y="361"/>
                  </a:lnTo>
                  <a:lnTo>
                    <a:pt x="1158" y="360"/>
                  </a:lnTo>
                  <a:lnTo>
                    <a:pt x="1160" y="359"/>
                  </a:lnTo>
                  <a:lnTo>
                    <a:pt x="1161" y="357"/>
                  </a:lnTo>
                  <a:lnTo>
                    <a:pt x="1161" y="355"/>
                  </a:lnTo>
                  <a:lnTo>
                    <a:pt x="1160" y="352"/>
                  </a:lnTo>
                  <a:lnTo>
                    <a:pt x="1161" y="349"/>
                  </a:lnTo>
                  <a:lnTo>
                    <a:pt x="1163" y="348"/>
                  </a:lnTo>
                  <a:lnTo>
                    <a:pt x="1166" y="348"/>
                  </a:lnTo>
                  <a:lnTo>
                    <a:pt x="1169" y="347"/>
                  </a:lnTo>
                  <a:lnTo>
                    <a:pt x="1171" y="346"/>
                  </a:lnTo>
                  <a:lnTo>
                    <a:pt x="1172" y="344"/>
                  </a:lnTo>
                  <a:lnTo>
                    <a:pt x="1174" y="343"/>
                  </a:lnTo>
                  <a:lnTo>
                    <a:pt x="1177" y="343"/>
                  </a:lnTo>
                  <a:lnTo>
                    <a:pt x="1179" y="345"/>
                  </a:lnTo>
                  <a:lnTo>
                    <a:pt x="1181" y="346"/>
                  </a:lnTo>
                  <a:lnTo>
                    <a:pt x="1182" y="346"/>
                  </a:lnTo>
                  <a:lnTo>
                    <a:pt x="1184" y="347"/>
                  </a:lnTo>
                  <a:lnTo>
                    <a:pt x="1186" y="347"/>
                  </a:lnTo>
                  <a:lnTo>
                    <a:pt x="1187" y="348"/>
                  </a:lnTo>
                  <a:lnTo>
                    <a:pt x="1189" y="349"/>
                  </a:lnTo>
                  <a:lnTo>
                    <a:pt x="1191" y="348"/>
                  </a:lnTo>
                  <a:lnTo>
                    <a:pt x="1194" y="347"/>
                  </a:lnTo>
                  <a:lnTo>
                    <a:pt x="1197" y="348"/>
                  </a:lnTo>
                  <a:lnTo>
                    <a:pt x="1198" y="350"/>
                  </a:lnTo>
                  <a:lnTo>
                    <a:pt x="1198" y="353"/>
                  </a:lnTo>
                  <a:lnTo>
                    <a:pt x="1196" y="356"/>
                  </a:lnTo>
                  <a:lnTo>
                    <a:pt x="1196" y="358"/>
                  </a:lnTo>
                  <a:lnTo>
                    <a:pt x="1197" y="360"/>
                  </a:lnTo>
                  <a:lnTo>
                    <a:pt x="1198" y="361"/>
                  </a:lnTo>
                  <a:lnTo>
                    <a:pt x="1200" y="363"/>
                  </a:lnTo>
                  <a:lnTo>
                    <a:pt x="1200" y="365"/>
                  </a:lnTo>
                  <a:close/>
                </a:path>
              </a:pathLst>
            </a:custGeom>
            <a:solidFill>
              <a:srgbClr val="DA9FC0">
                <a:alpha val="24000"/>
              </a:srgbClr>
            </a:solidFill>
            <a:ln>
              <a:noFill/>
            </a:ln>
          </p:spPr>
          <p:txBody>
            <a:bodyPr anchor="ctr"/>
            <a:lstStyle/>
            <a:p>
              <a:pPr algn="ctr">
                <a:buNone/>
              </a:pPr>
            </a:p>
          </p:txBody>
        </p:sp>
        <p:sp>
          <p:nvSpPr>
            <p:cNvPr id="7203" name="addition:input:202">
              <a:extLst>
                <a:ext uri="{FF2B5EF4-FFF2-40B4-BE49-F238E27FC236}">
                  <ns2:creationId id="{B88FC245-6B9A-49FD-8258-BD04A4890035}"/>
                </a:ext>
              </a:extLst>
            </p:cNvPr>
            <p:cNvSpPr>
              <a:spLocks noGrp="1"/>
            </p:cNvSpPr>
            <p:nvPr/>
          </p:nvSpPr>
          <p:spPr>
            <a:xfrm>
              <a:off x="209550" y="5438775"/>
              <a:ext cx="1935602" cy="851032"/>
            </a:xfrm>
            <a:custGeom>
              <a:rect l="l" t="t" r="r" b="b"/>
              <a:pathLst>
                <a:path w="1176" h="454">
                  <a:moveTo>
                    <a:pt x="0" y="0"/>
                  </a:moveTo>
                  <a:moveTo>
                    <a:pt x="1174" y="426"/>
                  </a:moveTo>
                  <a:lnTo>
                    <a:pt x="1175" y="428"/>
                  </a:lnTo>
                  <a:lnTo>
                    <a:pt x="1175" y="431"/>
                  </a:lnTo>
                  <a:lnTo>
                    <a:pt x="1176" y="434"/>
                  </a:lnTo>
                  <a:lnTo>
                    <a:pt x="1175" y="436"/>
                  </a:lnTo>
                  <a:lnTo>
                    <a:pt x="1173" y="438"/>
                  </a:lnTo>
                  <a:lnTo>
                    <a:pt x="1170" y="439"/>
                  </a:lnTo>
                  <a:lnTo>
                    <a:pt x="1166" y="439"/>
                  </a:lnTo>
                  <a:lnTo>
                    <a:pt x="1164" y="440"/>
                  </a:lnTo>
                  <a:lnTo>
                    <a:pt x="1163" y="442"/>
                  </a:lnTo>
                  <a:lnTo>
                    <a:pt x="1163" y="445"/>
                  </a:lnTo>
                  <a:lnTo>
                    <a:pt x="1162" y="448"/>
                  </a:lnTo>
                  <a:lnTo>
                    <a:pt x="1160" y="450"/>
                  </a:lnTo>
                  <a:lnTo>
                    <a:pt x="1157" y="450"/>
                  </a:lnTo>
                  <a:lnTo>
                    <a:pt x="1154" y="450"/>
                  </a:lnTo>
                  <a:lnTo>
                    <a:pt x="1151" y="451"/>
                  </a:lnTo>
                  <a:lnTo>
                    <a:pt x="1149" y="453"/>
                  </a:lnTo>
                  <a:lnTo>
                    <a:pt x="1146" y="454"/>
                  </a:lnTo>
                  <a:lnTo>
                    <a:pt x="1143" y="454"/>
                  </a:lnTo>
                  <a:lnTo>
                    <a:pt x="1140" y="453"/>
                  </a:lnTo>
                  <a:lnTo>
                    <a:pt x="1138" y="451"/>
                  </a:lnTo>
                  <a:lnTo>
                    <a:pt x="1135" y="451"/>
                  </a:lnTo>
                  <a:lnTo>
                    <a:pt x="1133" y="449"/>
                  </a:lnTo>
                  <a:lnTo>
                    <a:pt x="1131" y="447"/>
                  </a:lnTo>
                  <a:lnTo>
                    <a:pt x="1131" y="444"/>
                  </a:lnTo>
                  <a:lnTo>
                    <a:pt x="1130" y="443"/>
                  </a:lnTo>
                  <a:lnTo>
                    <a:pt x="1127" y="442"/>
                  </a:lnTo>
                  <a:lnTo>
                    <a:pt x="1123" y="443"/>
                  </a:lnTo>
                  <a:lnTo>
                    <a:pt x="1119" y="443"/>
                  </a:lnTo>
                  <a:lnTo>
                    <a:pt x="1117" y="442"/>
                  </a:lnTo>
                  <a:lnTo>
                    <a:pt x="1117" y="439"/>
                  </a:lnTo>
                  <a:lnTo>
                    <a:pt x="1119" y="436"/>
                  </a:lnTo>
                  <a:lnTo>
                    <a:pt x="1120" y="433"/>
                  </a:lnTo>
                  <a:lnTo>
                    <a:pt x="1120" y="430"/>
                  </a:lnTo>
                  <a:lnTo>
                    <a:pt x="1120" y="428"/>
                  </a:lnTo>
                  <a:lnTo>
                    <a:pt x="1121" y="426"/>
                  </a:lnTo>
                  <a:lnTo>
                    <a:pt x="1122" y="424"/>
                  </a:lnTo>
                  <a:lnTo>
                    <a:pt x="1123" y="422"/>
                  </a:lnTo>
                  <a:lnTo>
                    <a:pt x="1123" y="419"/>
                  </a:lnTo>
                  <a:lnTo>
                    <a:pt x="1123" y="417"/>
                  </a:lnTo>
                  <a:lnTo>
                    <a:pt x="1123" y="415"/>
                  </a:lnTo>
                  <a:lnTo>
                    <a:pt x="1125" y="413"/>
                  </a:lnTo>
                  <a:lnTo>
                    <a:pt x="1127" y="411"/>
                  </a:lnTo>
                  <a:lnTo>
                    <a:pt x="1128" y="410"/>
                  </a:lnTo>
                  <a:lnTo>
                    <a:pt x="1128" y="406"/>
                  </a:lnTo>
                  <a:lnTo>
                    <a:pt x="1128" y="403"/>
                  </a:lnTo>
                  <a:lnTo>
                    <a:pt x="1129" y="401"/>
                  </a:lnTo>
                  <a:lnTo>
                    <a:pt x="1132" y="400"/>
                  </a:lnTo>
                  <a:lnTo>
                    <a:pt x="1136" y="402"/>
                  </a:lnTo>
                  <a:lnTo>
                    <a:pt x="1138" y="404"/>
                  </a:lnTo>
                  <a:lnTo>
                    <a:pt x="1140" y="404"/>
                  </a:lnTo>
                  <a:lnTo>
                    <a:pt x="1142" y="403"/>
                  </a:lnTo>
                  <a:lnTo>
                    <a:pt x="1143" y="402"/>
                  </a:lnTo>
                  <a:lnTo>
                    <a:pt x="1145" y="402"/>
                  </a:lnTo>
                  <a:lnTo>
                    <a:pt x="1147" y="401"/>
                  </a:lnTo>
                  <a:lnTo>
                    <a:pt x="1150" y="400"/>
                  </a:lnTo>
                  <a:lnTo>
                    <a:pt x="1152" y="399"/>
                  </a:lnTo>
                  <a:lnTo>
                    <a:pt x="1155" y="399"/>
                  </a:lnTo>
                  <a:lnTo>
                    <a:pt x="1157" y="401"/>
                  </a:lnTo>
                  <a:lnTo>
                    <a:pt x="1158" y="404"/>
                  </a:lnTo>
                  <a:lnTo>
                    <a:pt x="1159" y="406"/>
                  </a:lnTo>
                  <a:lnTo>
                    <a:pt x="1161" y="408"/>
                  </a:lnTo>
                  <a:lnTo>
                    <a:pt x="1164" y="409"/>
                  </a:lnTo>
                  <a:lnTo>
                    <a:pt x="1166" y="410"/>
                  </a:lnTo>
                  <a:lnTo>
                    <a:pt x="1168" y="412"/>
                  </a:lnTo>
                  <a:lnTo>
                    <a:pt x="1167" y="415"/>
                  </a:lnTo>
                  <a:lnTo>
                    <a:pt x="1167" y="418"/>
                  </a:lnTo>
                  <a:lnTo>
                    <a:pt x="1167" y="420"/>
                  </a:lnTo>
                  <a:lnTo>
                    <a:pt x="1169" y="422"/>
                  </a:lnTo>
                  <a:lnTo>
                    <a:pt x="1172" y="424"/>
                  </a:lnTo>
                  <a:close/>
                </a:path>
              </a:pathLst>
            </a:custGeom>
            <a:solidFill>
              <a:srgbClr val="DA9FC0">
                <a:alpha val="24000"/>
              </a:srgbClr>
            </a:solidFill>
            <a:ln>
              <a:noFill/>
            </a:ln>
          </p:spPr>
          <p:txBody>
            <a:bodyPr anchor="ctr"/>
            <a:lstStyle/>
            <a:p>
              <a:pPr algn="ctr">
                <a:buNone/>
              </a:pPr>
            </a:p>
          </p:txBody>
        </p:sp>
        <p:sp>
          <p:nvSpPr>
            <p:cNvPr id="7204" name="addition:input:203">
              <a:extLst>
                <a:ext uri="{FF2B5EF4-FFF2-40B4-BE49-F238E27FC236}">
                  <ns2:creationId id="{A9DACF3E-71BE-411E-BE27-2227DF8B8D70}"/>
                </a:ext>
              </a:extLst>
            </p:cNvPr>
            <p:cNvSpPr>
              <a:spLocks noGrp="1"/>
            </p:cNvSpPr>
            <p:nvPr/>
          </p:nvSpPr>
          <p:spPr>
            <a:xfrm>
              <a:off x="209550" y="5438775"/>
              <a:ext cx="1812158" cy="881024"/>
            </a:xfrm>
            <a:custGeom>
              <a:rect l="l" t="t" r="r" b="b"/>
              <a:pathLst>
                <a:path w="1101" h="470">
                  <a:moveTo>
                    <a:pt x="0" y="0"/>
                  </a:moveTo>
                  <a:moveTo>
                    <a:pt x="1094" y="442"/>
                  </a:moveTo>
                  <a:lnTo>
                    <a:pt x="1094" y="444"/>
                  </a:lnTo>
                  <a:lnTo>
                    <a:pt x="1094" y="446"/>
                  </a:lnTo>
                  <a:lnTo>
                    <a:pt x="1093" y="448"/>
                  </a:lnTo>
                  <a:lnTo>
                    <a:pt x="1092" y="450"/>
                  </a:lnTo>
                  <a:lnTo>
                    <a:pt x="1091" y="453"/>
                  </a:lnTo>
                  <a:lnTo>
                    <a:pt x="1091" y="455"/>
                  </a:lnTo>
                  <a:lnTo>
                    <a:pt x="1090" y="458"/>
                  </a:lnTo>
                  <a:lnTo>
                    <a:pt x="1089" y="460"/>
                  </a:lnTo>
                  <a:lnTo>
                    <a:pt x="1087" y="461"/>
                  </a:lnTo>
                  <a:lnTo>
                    <a:pt x="1085" y="463"/>
                  </a:lnTo>
                  <a:lnTo>
                    <a:pt x="1084" y="465"/>
                  </a:lnTo>
                  <a:lnTo>
                    <a:pt x="1083" y="468"/>
                  </a:lnTo>
                  <a:lnTo>
                    <a:pt x="1081" y="470"/>
                  </a:lnTo>
                  <a:lnTo>
                    <a:pt x="1078" y="469"/>
                  </a:lnTo>
                  <a:lnTo>
                    <a:pt x="1075" y="466"/>
                  </a:lnTo>
                  <a:lnTo>
                    <a:pt x="1073" y="464"/>
                  </a:lnTo>
                  <a:lnTo>
                    <a:pt x="1071" y="464"/>
                  </a:lnTo>
                  <a:lnTo>
                    <a:pt x="1070" y="465"/>
                  </a:lnTo>
                  <a:lnTo>
                    <a:pt x="1068" y="467"/>
                  </a:lnTo>
                  <a:lnTo>
                    <a:pt x="1065" y="468"/>
                  </a:lnTo>
                  <a:lnTo>
                    <a:pt x="1063" y="468"/>
                  </a:lnTo>
                  <a:lnTo>
                    <a:pt x="1061" y="468"/>
                  </a:lnTo>
                  <a:lnTo>
                    <a:pt x="1058" y="468"/>
                  </a:lnTo>
                  <a:lnTo>
                    <a:pt x="1056" y="467"/>
                  </a:lnTo>
                  <a:lnTo>
                    <a:pt x="1054" y="464"/>
                  </a:lnTo>
                  <a:lnTo>
                    <a:pt x="1054" y="461"/>
                  </a:lnTo>
                  <a:lnTo>
                    <a:pt x="1053" y="458"/>
                  </a:lnTo>
                  <a:lnTo>
                    <a:pt x="1052" y="456"/>
                  </a:lnTo>
                  <a:lnTo>
                    <a:pt x="1050" y="455"/>
                  </a:lnTo>
                  <a:lnTo>
                    <a:pt x="1047" y="453"/>
                  </a:lnTo>
                  <a:lnTo>
                    <a:pt x="1046" y="451"/>
                  </a:lnTo>
                  <a:lnTo>
                    <a:pt x="1046" y="448"/>
                  </a:lnTo>
                  <a:lnTo>
                    <a:pt x="1047" y="446"/>
                  </a:lnTo>
                  <a:lnTo>
                    <a:pt x="1047" y="444"/>
                  </a:lnTo>
                  <a:lnTo>
                    <a:pt x="1045" y="442"/>
                  </a:lnTo>
                  <a:lnTo>
                    <a:pt x="1042" y="439"/>
                  </a:lnTo>
                  <a:lnTo>
                    <a:pt x="1040" y="436"/>
                  </a:lnTo>
                  <a:lnTo>
                    <a:pt x="1040" y="434"/>
                  </a:lnTo>
                  <a:lnTo>
                    <a:pt x="1041" y="431"/>
                  </a:lnTo>
                  <a:lnTo>
                    <a:pt x="1042" y="429"/>
                  </a:lnTo>
                  <a:lnTo>
                    <a:pt x="1044" y="427"/>
                  </a:lnTo>
                  <a:lnTo>
                    <a:pt x="1046" y="426"/>
                  </a:lnTo>
                  <a:lnTo>
                    <a:pt x="1049" y="425"/>
                  </a:lnTo>
                  <a:lnTo>
                    <a:pt x="1052" y="425"/>
                  </a:lnTo>
                  <a:lnTo>
                    <a:pt x="1055" y="424"/>
                  </a:lnTo>
                  <a:lnTo>
                    <a:pt x="1055" y="422"/>
                  </a:lnTo>
                  <a:lnTo>
                    <a:pt x="1056" y="418"/>
                  </a:lnTo>
                  <a:lnTo>
                    <a:pt x="1057" y="415"/>
                  </a:lnTo>
                  <a:lnTo>
                    <a:pt x="1060" y="413"/>
                  </a:lnTo>
                  <a:lnTo>
                    <a:pt x="1063" y="414"/>
                  </a:lnTo>
                  <a:lnTo>
                    <a:pt x="1066" y="415"/>
                  </a:lnTo>
                  <a:lnTo>
                    <a:pt x="1069" y="415"/>
                  </a:lnTo>
                  <a:lnTo>
                    <a:pt x="1072" y="414"/>
                  </a:lnTo>
                  <a:lnTo>
                    <a:pt x="1075" y="413"/>
                  </a:lnTo>
                  <a:lnTo>
                    <a:pt x="1078" y="414"/>
                  </a:lnTo>
                  <a:lnTo>
                    <a:pt x="1080" y="416"/>
                  </a:lnTo>
                  <a:lnTo>
                    <a:pt x="1082" y="418"/>
                  </a:lnTo>
                  <a:lnTo>
                    <a:pt x="1084" y="419"/>
                  </a:lnTo>
                  <a:lnTo>
                    <a:pt x="1086" y="420"/>
                  </a:lnTo>
                  <a:lnTo>
                    <a:pt x="1088" y="422"/>
                  </a:lnTo>
                  <a:lnTo>
                    <a:pt x="1089" y="424"/>
                  </a:lnTo>
                  <a:lnTo>
                    <a:pt x="1090" y="426"/>
                  </a:lnTo>
                  <a:lnTo>
                    <a:pt x="1092" y="427"/>
                  </a:lnTo>
                  <a:lnTo>
                    <a:pt x="1096" y="427"/>
                  </a:lnTo>
                  <a:lnTo>
                    <a:pt x="1100" y="428"/>
                  </a:lnTo>
                  <a:lnTo>
                    <a:pt x="1101" y="430"/>
                  </a:lnTo>
                  <a:lnTo>
                    <a:pt x="1100" y="434"/>
                  </a:lnTo>
                  <a:lnTo>
                    <a:pt x="1097" y="437"/>
                  </a:lnTo>
                  <a:lnTo>
                    <a:pt x="1095" y="439"/>
                  </a:lnTo>
                  <a:close/>
                </a:path>
              </a:pathLst>
            </a:custGeom>
            <a:solidFill>
              <a:srgbClr val="DA9FC0">
                <a:alpha val="24000"/>
              </a:srgbClr>
            </a:solidFill>
            <a:ln>
              <a:noFill/>
            </a:ln>
          </p:spPr>
          <p:txBody>
            <a:bodyPr anchor="ctr"/>
            <a:lstStyle/>
            <a:p>
              <a:pPr algn="ctr">
                <a:buNone/>
              </a:pPr>
            </a:p>
          </p:txBody>
        </p:sp>
        <p:sp>
          <p:nvSpPr>
            <p:cNvPr id="7205" name="addition:input:204">
              <a:extLst>
                <a:ext uri="{FF2B5EF4-FFF2-40B4-BE49-F238E27FC236}">
                  <ns2:creationId id="{A741A9AD-C84D-41BF-95D7-51C4FED57BE8}"/>
                </a:ext>
              </a:extLst>
            </p:cNvPr>
            <p:cNvSpPr>
              <a:spLocks noGrp="1"/>
            </p:cNvSpPr>
            <p:nvPr/>
          </p:nvSpPr>
          <p:spPr>
            <a:xfrm>
              <a:off x="209550" y="5438775"/>
              <a:ext cx="1692006" cy="828538"/>
            </a:xfrm>
            <a:custGeom>
              <a:rect l="l" t="t" r="r" b="b"/>
              <a:pathLst>
                <a:path w="1028" h="442">
                  <a:moveTo>
                    <a:pt x="0" y="0"/>
                  </a:moveTo>
                  <a:moveTo>
                    <a:pt x="1028" y="413"/>
                  </a:moveTo>
                  <a:lnTo>
                    <a:pt x="1028" y="416"/>
                  </a:lnTo>
                  <a:lnTo>
                    <a:pt x="1026" y="418"/>
                  </a:lnTo>
                  <a:lnTo>
                    <a:pt x="1025" y="420"/>
                  </a:lnTo>
                  <a:lnTo>
                    <a:pt x="1025" y="423"/>
                  </a:lnTo>
                  <a:lnTo>
                    <a:pt x="1024" y="425"/>
                  </a:lnTo>
                  <a:lnTo>
                    <a:pt x="1023" y="427"/>
                  </a:lnTo>
                  <a:lnTo>
                    <a:pt x="1020" y="428"/>
                  </a:lnTo>
                  <a:lnTo>
                    <a:pt x="1017" y="429"/>
                  </a:lnTo>
                  <a:lnTo>
                    <a:pt x="1015" y="429"/>
                  </a:lnTo>
                  <a:lnTo>
                    <a:pt x="1014" y="431"/>
                  </a:lnTo>
                  <a:lnTo>
                    <a:pt x="1013" y="435"/>
                  </a:lnTo>
                  <a:lnTo>
                    <a:pt x="1012" y="439"/>
                  </a:lnTo>
                  <a:lnTo>
                    <a:pt x="1011" y="441"/>
                  </a:lnTo>
                  <a:lnTo>
                    <a:pt x="1008" y="442"/>
                  </a:lnTo>
                  <a:lnTo>
                    <a:pt x="1005" y="442"/>
                  </a:lnTo>
                  <a:lnTo>
                    <a:pt x="1003" y="441"/>
                  </a:lnTo>
                  <a:lnTo>
                    <a:pt x="1000" y="441"/>
                  </a:lnTo>
                  <a:lnTo>
                    <a:pt x="998" y="440"/>
                  </a:lnTo>
                  <a:lnTo>
                    <a:pt x="996" y="438"/>
                  </a:lnTo>
                  <a:lnTo>
                    <a:pt x="995" y="436"/>
                  </a:lnTo>
                  <a:lnTo>
                    <a:pt x="993" y="436"/>
                  </a:lnTo>
                  <a:lnTo>
                    <a:pt x="991" y="437"/>
                  </a:lnTo>
                  <a:lnTo>
                    <a:pt x="988" y="437"/>
                  </a:lnTo>
                  <a:lnTo>
                    <a:pt x="986" y="437"/>
                  </a:lnTo>
                  <a:lnTo>
                    <a:pt x="985" y="434"/>
                  </a:lnTo>
                  <a:lnTo>
                    <a:pt x="985" y="432"/>
                  </a:lnTo>
                  <a:lnTo>
                    <a:pt x="984" y="430"/>
                  </a:lnTo>
                  <a:lnTo>
                    <a:pt x="982" y="429"/>
                  </a:lnTo>
                  <a:lnTo>
                    <a:pt x="979" y="429"/>
                  </a:lnTo>
                  <a:lnTo>
                    <a:pt x="978" y="427"/>
                  </a:lnTo>
                  <a:lnTo>
                    <a:pt x="978" y="424"/>
                  </a:lnTo>
                  <a:lnTo>
                    <a:pt x="979" y="420"/>
                  </a:lnTo>
                  <a:lnTo>
                    <a:pt x="981" y="418"/>
                  </a:lnTo>
                  <a:lnTo>
                    <a:pt x="981" y="415"/>
                  </a:lnTo>
                  <a:lnTo>
                    <a:pt x="982" y="413"/>
                  </a:lnTo>
                  <a:lnTo>
                    <a:pt x="982" y="411"/>
                  </a:lnTo>
                  <a:lnTo>
                    <a:pt x="983" y="409"/>
                  </a:lnTo>
                  <a:lnTo>
                    <a:pt x="982" y="407"/>
                  </a:lnTo>
                  <a:lnTo>
                    <a:pt x="981" y="404"/>
                  </a:lnTo>
                  <a:lnTo>
                    <a:pt x="979" y="400"/>
                  </a:lnTo>
                  <a:lnTo>
                    <a:pt x="979" y="397"/>
                  </a:lnTo>
                  <a:lnTo>
                    <a:pt x="980" y="395"/>
                  </a:lnTo>
                  <a:lnTo>
                    <a:pt x="983" y="395"/>
                  </a:lnTo>
                  <a:lnTo>
                    <a:pt x="986" y="394"/>
                  </a:lnTo>
                  <a:lnTo>
                    <a:pt x="987" y="393"/>
                  </a:lnTo>
                  <a:lnTo>
                    <a:pt x="988" y="391"/>
                  </a:lnTo>
                  <a:lnTo>
                    <a:pt x="989" y="389"/>
                  </a:lnTo>
                  <a:lnTo>
                    <a:pt x="991" y="388"/>
                  </a:lnTo>
                  <a:lnTo>
                    <a:pt x="993" y="389"/>
                  </a:lnTo>
                  <a:lnTo>
                    <a:pt x="995" y="389"/>
                  </a:lnTo>
                  <a:lnTo>
                    <a:pt x="996" y="389"/>
                  </a:lnTo>
                  <a:lnTo>
                    <a:pt x="998" y="388"/>
                  </a:lnTo>
                  <a:lnTo>
                    <a:pt x="1000" y="387"/>
                  </a:lnTo>
                  <a:lnTo>
                    <a:pt x="1002" y="387"/>
                  </a:lnTo>
                  <a:lnTo>
                    <a:pt x="1004" y="387"/>
                  </a:lnTo>
                  <a:lnTo>
                    <a:pt x="1007" y="386"/>
                  </a:lnTo>
                  <a:lnTo>
                    <a:pt x="1010" y="385"/>
                  </a:lnTo>
                  <a:lnTo>
                    <a:pt x="1012" y="385"/>
                  </a:lnTo>
                  <a:lnTo>
                    <a:pt x="1014" y="388"/>
                  </a:lnTo>
                  <a:lnTo>
                    <a:pt x="1015" y="392"/>
                  </a:lnTo>
                  <a:lnTo>
                    <a:pt x="1015" y="396"/>
                  </a:lnTo>
                  <a:lnTo>
                    <a:pt x="1015" y="399"/>
                  </a:lnTo>
                  <a:lnTo>
                    <a:pt x="1017" y="400"/>
                  </a:lnTo>
                  <a:lnTo>
                    <a:pt x="1020" y="400"/>
                  </a:lnTo>
                  <a:lnTo>
                    <a:pt x="1023" y="401"/>
                  </a:lnTo>
                  <a:lnTo>
                    <a:pt x="1024" y="404"/>
                  </a:lnTo>
                  <a:lnTo>
                    <a:pt x="1025" y="406"/>
                  </a:lnTo>
                  <a:lnTo>
                    <a:pt x="1026" y="408"/>
                  </a:lnTo>
                  <a:lnTo>
                    <a:pt x="1027" y="411"/>
                  </a:lnTo>
                  <a:close/>
                </a:path>
              </a:pathLst>
            </a:custGeom>
            <a:solidFill>
              <a:srgbClr val="DA9FC0">
                <a:alpha val="24000"/>
              </a:srgbClr>
            </a:solidFill>
            <a:ln>
              <a:noFill/>
            </a:ln>
          </p:spPr>
          <p:txBody>
            <a:bodyPr anchor="ctr"/>
            <a:lstStyle/>
            <a:p>
              <a:pPr algn="ctr">
                <a:buNone/>
              </a:pPr>
            </a:p>
          </p:txBody>
        </p:sp>
        <p:sp>
          <p:nvSpPr>
            <p:cNvPr id="7206" name="addition:input:205">
              <a:extLst>
                <a:ext uri="{FF2B5EF4-FFF2-40B4-BE49-F238E27FC236}">
                  <ns2:creationId id="{AAEF7D9A-51A2-4A73-B4EE-73788E977BC2}"/>
                </a:ext>
              </a:extLst>
            </p:cNvPr>
            <p:cNvSpPr>
              <a:spLocks noGrp="1"/>
            </p:cNvSpPr>
            <p:nvPr/>
          </p:nvSpPr>
          <p:spPr>
            <a:xfrm>
              <a:off x="209550" y="5438775"/>
              <a:ext cx="1659087" cy="706694"/>
            </a:xfrm>
            <a:custGeom>
              <a:rect l="l" t="t" r="r" b="b"/>
              <a:pathLst>
                <a:path w="1008" h="377">
                  <a:moveTo>
                    <a:pt x="0" y="0"/>
                  </a:moveTo>
                  <a:moveTo>
                    <a:pt x="1006" y="351"/>
                  </a:moveTo>
                  <a:lnTo>
                    <a:pt x="1006" y="353"/>
                  </a:lnTo>
                  <a:lnTo>
                    <a:pt x="1005" y="355"/>
                  </a:lnTo>
                  <a:lnTo>
                    <a:pt x="1004" y="357"/>
                  </a:lnTo>
                  <a:lnTo>
                    <a:pt x="1002" y="359"/>
                  </a:lnTo>
                  <a:lnTo>
                    <a:pt x="1001" y="361"/>
                  </a:lnTo>
                  <a:lnTo>
                    <a:pt x="1000" y="363"/>
                  </a:lnTo>
                  <a:lnTo>
                    <a:pt x="999" y="365"/>
                  </a:lnTo>
                  <a:lnTo>
                    <a:pt x="998" y="366"/>
                  </a:lnTo>
                  <a:lnTo>
                    <a:pt x="996" y="367"/>
                  </a:lnTo>
                  <a:lnTo>
                    <a:pt x="995" y="368"/>
                  </a:lnTo>
                  <a:lnTo>
                    <a:pt x="994" y="371"/>
                  </a:lnTo>
                  <a:lnTo>
                    <a:pt x="993" y="375"/>
                  </a:lnTo>
                  <a:lnTo>
                    <a:pt x="992" y="377"/>
                  </a:lnTo>
                  <a:lnTo>
                    <a:pt x="989" y="377"/>
                  </a:lnTo>
                  <a:lnTo>
                    <a:pt x="987" y="375"/>
                  </a:lnTo>
                  <a:lnTo>
                    <a:pt x="985" y="373"/>
                  </a:lnTo>
                  <a:lnTo>
                    <a:pt x="983" y="372"/>
                  </a:lnTo>
                  <a:lnTo>
                    <a:pt x="982" y="372"/>
                  </a:lnTo>
                  <a:lnTo>
                    <a:pt x="980" y="373"/>
                  </a:lnTo>
                  <a:lnTo>
                    <a:pt x="979" y="373"/>
                  </a:lnTo>
                  <a:lnTo>
                    <a:pt x="977" y="372"/>
                  </a:lnTo>
                  <a:lnTo>
                    <a:pt x="976" y="372"/>
                  </a:lnTo>
                  <a:lnTo>
                    <a:pt x="974" y="373"/>
                  </a:lnTo>
                  <a:lnTo>
                    <a:pt x="972" y="373"/>
                  </a:lnTo>
                  <a:lnTo>
                    <a:pt x="970" y="371"/>
                  </a:lnTo>
                  <a:lnTo>
                    <a:pt x="970" y="369"/>
                  </a:lnTo>
                  <a:lnTo>
                    <a:pt x="970" y="366"/>
                  </a:lnTo>
                  <a:lnTo>
                    <a:pt x="969" y="365"/>
                  </a:lnTo>
                  <a:lnTo>
                    <a:pt x="967" y="364"/>
                  </a:lnTo>
                  <a:lnTo>
                    <a:pt x="965" y="362"/>
                  </a:lnTo>
                  <a:lnTo>
                    <a:pt x="965" y="360"/>
                  </a:lnTo>
                  <a:lnTo>
                    <a:pt x="966" y="357"/>
                  </a:lnTo>
                  <a:lnTo>
                    <a:pt x="967" y="355"/>
                  </a:lnTo>
                  <a:lnTo>
                    <a:pt x="968" y="353"/>
                  </a:lnTo>
                  <a:lnTo>
                    <a:pt x="967" y="351"/>
                  </a:lnTo>
                  <a:lnTo>
                    <a:pt x="965" y="349"/>
                  </a:lnTo>
                  <a:lnTo>
                    <a:pt x="964" y="347"/>
                  </a:lnTo>
                  <a:lnTo>
                    <a:pt x="963" y="344"/>
                  </a:lnTo>
                  <a:lnTo>
                    <a:pt x="963" y="342"/>
                  </a:lnTo>
                  <a:lnTo>
                    <a:pt x="963" y="339"/>
                  </a:lnTo>
                  <a:lnTo>
                    <a:pt x="963" y="337"/>
                  </a:lnTo>
                  <a:lnTo>
                    <a:pt x="964" y="335"/>
                  </a:lnTo>
                  <a:lnTo>
                    <a:pt x="967" y="335"/>
                  </a:lnTo>
                  <a:lnTo>
                    <a:pt x="969" y="335"/>
                  </a:lnTo>
                  <a:lnTo>
                    <a:pt x="971" y="335"/>
                  </a:lnTo>
                  <a:lnTo>
                    <a:pt x="972" y="333"/>
                  </a:lnTo>
                  <a:lnTo>
                    <a:pt x="973" y="331"/>
                  </a:lnTo>
                  <a:lnTo>
                    <a:pt x="974" y="328"/>
                  </a:lnTo>
                  <a:lnTo>
                    <a:pt x="976" y="328"/>
                  </a:lnTo>
                  <a:lnTo>
                    <a:pt x="978" y="328"/>
                  </a:lnTo>
                  <a:lnTo>
                    <a:pt x="980" y="329"/>
                  </a:lnTo>
                  <a:lnTo>
                    <a:pt x="981" y="328"/>
                  </a:lnTo>
                  <a:lnTo>
                    <a:pt x="983" y="326"/>
                  </a:lnTo>
                  <a:lnTo>
                    <a:pt x="986" y="325"/>
                  </a:lnTo>
                  <a:lnTo>
                    <a:pt x="988" y="325"/>
                  </a:lnTo>
                  <a:lnTo>
                    <a:pt x="990" y="326"/>
                  </a:lnTo>
                  <a:lnTo>
                    <a:pt x="992" y="328"/>
                  </a:lnTo>
                  <a:lnTo>
                    <a:pt x="994" y="329"/>
                  </a:lnTo>
                  <a:lnTo>
                    <a:pt x="996" y="331"/>
                  </a:lnTo>
                  <a:lnTo>
                    <a:pt x="997" y="333"/>
                  </a:lnTo>
                  <a:lnTo>
                    <a:pt x="997" y="336"/>
                  </a:lnTo>
                  <a:lnTo>
                    <a:pt x="998" y="338"/>
                  </a:lnTo>
                  <a:lnTo>
                    <a:pt x="999" y="339"/>
                  </a:lnTo>
                  <a:lnTo>
                    <a:pt x="1003" y="339"/>
                  </a:lnTo>
                  <a:lnTo>
                    <a:pt x="1006" y="340"/>
                  </a:lnTo>
                  <a:lnTo>
                    <a:pt x="1008" y="341"/>
                  </a:lnTo>
                  <a:lnTo>
                    <a:pt x="1008" y="344"/>
                  </a:lnTo>
                  <a:lnTo>
                    <a:pt x="1007" y="346"/>
                  </a:lnTo>
                  <a:lnTo>
                    <a:pt x="1006" y="349"/>
                  </a:lnTo>
                  <a:close/>
                </a:path>
              </a:pathLst>
            </a:custGeom>
            <a:solidFill>
              <a:srgbClr val="DA9FC0">
                <a:alpha val="24000"/>
              </a:srgbClr>
            </a:solidFill>
            <a:ln>
              <a:noFill/>
            </a:ln>
          </p:spPr>
          <p:txBody>
            <a:bodyPr anchor="ctr"/>
            <a:lstStyle/>
            <a:p>
              <a:pPr algn="ctr">
                <a:buNone/>
              </a:pPr>
            </a:p>
          </p:txBody>
        </p:sp>
        <p:sp>
          <p:nvSpPr>
            <p:cNvPr id="7207" name="addition:input:206">
              <a:extLst>
                <a:ext uri="{FF2B5EF4-FFF2-40B4-BE49-F238E27FC236}">
                  <ns2:creationId id="{D6D02E48-1BDE-40D2-BC13-E5706033A962}"/>
                </a:ext>
              </a:extLst>
            </p:cNvPr>
            <p:cNvSpPr>
              <a:spLocks noGrp="1"/>
            </p:cNvSpPr>
            <p:nvPr/>
          </p:nvSpPr>
          <p:spPr>
            <a:xfrm>
              <a:off x="209550" y="5438775"/>
              <a:ext cx="1721632" cy="597972"/>
            </a:xfrm>
            <a:custGeom>
              <a:rect l="l" t="t" r="r" b="b"/>
              <a:pathLst>
                <a:path w="1046" h="319">
                  <a:moveTo>
                    <a:pt x="0" y="0"/>
                  </a:moveTo>
                  <a:moveTo>
                    <a:pt x="1044" y="295"/>
                  </a:moveTo>
                  <a:lnTo>
                    <a:pt x="1043" y="297"/>
                  </a:lnTo>
                  <a:lnTo>
                    <a:pt x="1041" y="299"/>
                  </a:lnTo>
                  <a:lnTo>
                    <a:pt x="1038" y="300"/>
                  </a:lnTo>
                  <a:lnTo>
                    <a:pt x="1037" y="302"/>
                  </a:lnTo>
                  <a:lnTo>
                    <a:pt x="1038" y="304"/>
                  </a:lnTo>
                  <a:lnTo>
                    <a:pt x="1040" y="307"/>
                  </a:lnTo>
                  <a:lnTo>
                    <a:pt x="1041" y="311"/>
                  </a:lnTo>
                  <a:lnTo>
                    <a:pt x="1040" y="313"/>
                  </a:lnTo>
                  <a:lnTo>
                    <a:pt x="1037" y="314"/>
                  </a:lnTo>
                  <a:lnTo>
                    <a:pt x="1034" y="314"/>
                  </a:lnTo>
                  <a:lnTo>
                    <a:pt x="1031" y="315"/>
                  </a:lnTo>
                  <a:lnTo>
                    <a:pt x="1029" y="315"/>
                  </a:lnTo>
                  <a:lnTo>
                    <a:pt x="1028" y="316"/>
                  </a:lnTo>
                  <a:lnTo>
                    <a:pt x="1025" y="317"/>
                  </a:lnTo>
                  <a:lnTo>
                    <a:pt x="1023" y="316"/>
                  </a:lnTo>
                  <a:lnTo>
                    <a:pt x="1021" y="317"/>
                  </a:lnTo>
                  <a:lnTo>
                    <a:pt x="1019" y="318"/>
                  </a:lnTo>
                  <a:lnTo>
                    <a:pt x="1017" y="319"/>
                  </a:lnTo>
                  <a:lnTo>
                    <a:pt x="1015" y="319"/>
                  </a:lnTo>
                  <a:lnTo>
                    <a:pt x="1013" y="318"/>
                  </a:lnTo>
                  <a:lnTo>
                    <a:pt x="1011" y="317"/>
                  </a:lnTo>
                  <a:lnTo>
                    <a:pt x="1008" y="316"/>
                  </a:lnTo>
                  <a:lnTo>
                    <a:pt x="1005" y="317"/>
                  </a:lnTo>
                  <a:lnTo>
                    <a:pt x="1001" y="318"/>
                  </a:lnTo>
                  <a:lnTo>
                    <a:pt x="998" y="317"/>
                  </a:lnTo>
                  <a:lnTo>
                    <a:pt x="997" y="314"/>
                  </a:lnTo>
                  <a:lnTo>
                    <a:pt x="998" y="310"/>
                  </a:lnTo>
                  <a:lnTo>
                    <a:pt x="998" y="307"/>
                  </a:lnTo>
                  <a:lnTo>
                    <a:pt x="997" y="305"/>
                  </a:lnTo>
                  <a:lnTo>
                    <a:pt x="995" y="304"/>
                  </a:lnTo>
                  <a:lnTo>
                    <a:pt x="993" y="302"/>
                  </a:lnTo>
                  <a:lnTo>
                    <a:pt x="991" y="301"/>
                  </a:lnTo>
                  <a:lnTo>
                    <a:pt x="989" y="299"/>
                  </a:lnTo>
                  <a:lnTo>
                    <a:pt x="987" y="297"/>
                  </a:lnTo>
                  <a:lnTo>
                    <a:pt x="984" y="295"/>
                  </a:lnTo>
                  <a:lnTo>
                    <a:pt x="983" y="292"/>
                  </a:lnTo>
                  <a:lnTo>
                    <a:pt x="984" y="290"/>
                  </a:lnTo>
                  <a:lnTo>
                    <a:pt x="987" y="288"/>
                  </a:lnTo>
                  <a:lnTo>
                    <a:pt x="990" y="286"/>
                  </a:lnTo>
                  <a:lnTo>
                    <a:pt x="990" y="285"/>
                  </a:lnTo>
                  <a:lnTo>
                    <a:pt x="990" y="282"/>
                  </a:lnTo>
                  <a:lnTo>
                    <a:pt x="991" y="280"/>
                  </a:lnTo>
                  <a:lnTo>
                    <a:pt x="993" y="278"/>
                  </a:lnTo>
                  <a:lnTo>
                    <a:pt x="997" y="278"/>
                  </a:lnTo>
                  <a:lnTo>
                    <a:pt x="1000" y="278"/>
                  </a:lnTo>
                  <a:lnTo>
                    <a:pt x="1002" y="277"/>
                  </a:lnTo>
                  <a:lnTo>
                    <a:pt x="1004" y="275"/>
                  </a:lnTo>
                  <a:lnTo>
                    <a:pt x="1005" y="272"/>
                  </a:lnTo>
                  <a:lnTo>
                    <a:pt x="1008" y="270"/>
                  </a:lnTo>
                  <a:lnTo>
                    <a:pt x="1011" y="269"/>
                  </a:lnTo>
                  <a:lnTo>
                    <a:pt x="1014" y="268"/>
                  </a:lnTo>
                  <a:lnTo>
                    <a:pt x="1017" y="267"/>
                  </a:lnTo>
                  <a:lnTo>
                    <a:pt x="1020" y="267"/>
                  </a:lnTo>
                  <a:lnTo>
                    <a:pt x="1023" y="269"/>
                  </a:lnTo>
                  <a:lnTo>
                    <a:pt x="1025" y="272"/>
                  </a:lnTo>
                  <a:lnTo>
                    <a:pt x="1027" y="275"/>
                  </a:lnTo>
                  <a:lnTo>
                    <a:pt x="1029" y="276"/>
                  </a:lnTo>
                  <a:lnTo>
                    <a:pt x="1031" y="276"/>
                  </a:lnTo>
                  <a:lnTo>
                    <a:pt x="1035" y="275"/>
                  </a:lnTo>
                  <a:lnTo>
                    <a:pt x="1038" y="275"/>
                  </a:lnTo>
                  <a:lnTo>
                    <a:pt x="1040" y="276"/>
                  </a:lnTo>
                  <a:lnTo>
                    <a:pt x="1040" y="278"/>
                  </a:lnTo>
                  <a:lnTo>
                    <a:pt x="1041" y="280"/>
                  </a:lnTo>
                  <a:lnTo>
                    <a:pt x="1043" y="282"/>
                  </a:lnTo>
                  <a:lnTo>
                    <a:pt x="1045" y="283"/>
                  </a:lnTo>
                  <a:lnTo>
                    <a:pt x="1046" y="285"/>
                  </a:lnTo>
                  <a:lnTo>
                    <a:pt x="1046" y="288"/>
                  </a:lnTo>
                  <a:lnTo>
                    <a:pt x="1045" y="290"/>
                  </a:lnTo>
                  <a:lnTo>
                    <a:pt x="1045" y="292"/>
                  </a:lnTo>
                  <a:close/>
                </a:path>
              </a:pathLst>
            </a:custGeom>
            <a:solidFill>
              <a:srgbClr val="DA9FC0">
                <a:alpha val="24000"/>
              </a:srgbClr>
            </a:solidFill>
            <a:ln>
              <a:noFill/>
            </a:ln>
          </p:spPr>
          <p:txBody>
            <a:bodyPr anchor="ctr"/>
            <a:lstStyle/>
            <a:p>
              <a:pPr algn="ctr">
                <a:buNone/>
              </a:pPr>
            </a:p>
          </p:txBody>
        </p:sp>
        <p:sp>
          <p:nvSpPr>
            <p:cNvPr id="7208" name="addition:input:207">
              <a:extLst>
                <a:ext uri="{FF2B5EF4-FFF2-40B4-BE49-F238E27FC236}">
                  <ns2:creationId id="{DA696F40-3529-4691-BA03-5A2C27E05875}"/>
                </a:ext>
              </a:extLst>
            </p:cNvPr>
            <p:cNvSpPr>
              <a:spLocks noGrp="1"/>
            </p:cNvSpPr>
            <p:nvPr/>
          </p:nvSpPr>
          <p:spPr>
            <a:xfrm>
              <a:off x="209550" y="5438775"/>
              <a:ext cx="1836847" cy="556732"/>
            </a:xfrm>
            <a:custGeom>
              <a:rect l="l" t="t" r="r" b="b"/>
              <a:pathLst>
                <a:path w="1116" h="297">
                  <a:moveTo>
                    <a:pt x="0" y="0"/>
                  </a:moveTo>
                  <a:moveTo>
                    <a:pt x="1114" y="274"/>
                  </a:moveTo>
                  <a:lnTo>
                    <a:pt x="1112" y="276"/>
                  </a:lnTo>
                  <a:lnTo>
                    <a:pt x="1112" y="278"/>
                  </a:lnTo>
                  <a:lnTo>
                    <a:pt x="1112" y="280"/>
                  </a:lnTo>
                  <a:lnTo>
                    <a:pt x="1112" y="282"/>
                  </a:lnTo>
                  <a:lnTo>
                    <a:pt x="1110" y="284"/>
                  </a:lnTo>
                  <a:lnTo>
                    <a:pt x="1107" y="285"/>
                  </a:lnTo>
                  <a:lnTo>
                    <a:pt x="1105" y="286"/>
                  </a:lnTo>
                  <a:lnTo>
                    <a:pt x="1104" y="287"/>
                  </a:lnTo>
                  <a:lnTo>
                    <a:pt x="1104" y="290"/>
                  </a:lnTo>
                  <a:lnTo>
                    <a:pt x="1104" y="293"/>
                  </a:lnTo>
                  <a:lnTo>
                    <a:pt x="1103" y="296"/>
                  </a:lnTo>
                  <a:lnTo>
                    <a:pt x="1100" y="297"/>
                  </a:lnTo>
                  <a:lnTo>
                    <a:pt x="1098" y="297"/>
                  </a:lnTo>
                  <a:lnTo>
                    <a:pt x="1096" y="297"/>
                  </a:lnTo>
                  <a:lnTo>
                    <a:pt x="1094" y="297"/>
                  </a:lnTo>
                  <a:lnTo>
                    <a:pt x="1092" y="296"/>
                  </a:lnTo>
                  <a:lnTo>
                    <a:pt x="1090" y="295"/>
                  </a:lnTo>
                  <a:lnTo>
                    <a:pt x="1088" y="293"/>
                  </a:lnTo>
                  <a:lnTo>
                    <a:pt x="1087" y="293"/>
                  </a:lnTo>
                  <a:lnTo>
                    <a:pt x="1085" y="295"/>
                  </a:lnTo>
                  <a:lnTo>
                    <a:pt x="1083" y="297"/>
                  </a:lnTo>
                  <a:lnTo>
                    <a:pt x="1081" y="297"/>
                  </a:lnTo>
                  <a:lnTo>
                    <a:pt x="1079" y="296"/>
                  </a:lnTo>
                  <a:lnTo>
                    <a:pt x="1079" y="293"/>
                  </a:lnTo>
                  <a:lnTo>
                    <a:pt x="1078" y="292"/>
                  </a:lnTo>
                  <a:lnTo>
                    <a:pt x="1076" y="291"/>
                  </a:lnTo>
                  <a:lnTo>
                    <a:pt x="1074" y="290"/>
                  </a:lnTo>
                  <a:lnTo>
                    <a:pt x="1072" y="289"/>
                  </a:lnTo>
                  <a:lnTo>
                    <a:pt x="1071" y="287"/>
                  </a:lnTo>
                  <a:lnTo>
                    <a:pt x="1072" y="284"/>
                  </a:lnTo>
                  <a:lnTo>
                    <a:pt x="1072" y="282"/>
                  </a:lnTo>
                  <a:lnTo>
                    <a:pt x="1072" y="280"/>
                  </a:lnTo>
                  <a:lnTo>
                    <a:pt x="1071" y="278"/>
                  </a:lnTo>
                  <a:lnTo>
                    <a:pt x="1071" y="276"/>
                  </a:lnTo>
                  <a:lnTo>
                    <a:pt x="1071" y="274"/>
                  </a:lnTo>
                  <a:lnTo>
                    <a:pt x="1071" y="272"/>
                  </a:lnTo>
                  <a:lnTo>
                    <a:pt x="1069" y="270"/>
                  </a:lnTo>
                  <a:lnTo>
                    <a:pt x="1066" y="267"/>
                  </a:lnTo>
                  <a:lnTo>
                    <a:pt x="1065" y="265"/>
                  </a:lnTo>
                  <a:lnTo>
                    <a:pt x="1066" y="263"/>
                  </a:lnTo>
                  <a:lnTo>
                    <a:pt x="1069" y="262"/>
                  </a:lnTo>
                  <a:lnTo>
                    <a:pt x="1071" y="261"/>
                  </a:lnTo>
                  <a:lnTo>
                    <a:pt x="1073" y="260"/>
                  </a:lnTo>
                  <a:lnTo>
                    <a:pt x="1074" y="259"/>
                  </a:lnTo>
                  <a:lnTo>
                    <a:pt x="1075" y="257"/>
                  </a:lnTo>
                  <a:lnTo>
                    <a:pt x="1076" y="256"/>
                  </a:lnTo>
                  <a:lnTo>
                    <a:pt x="1078" y="255"/>
                  </a:lnTo>
                  <a:lnTo>
                    <a:pt x="1080" y="255"/>
                  </a:lnTo>
                  <a:lnTo>
                    <a:pt x="1082" y="254"/>
                  </a:lnTo>
                  <a:lnTo>
                    <a:pt x="1084" y="252"/>
                  </a:lnTo>
                  <a:lnTo>
                    <a:pt x="1086" y="251"/>
                  </a:lnTo>
                  <a:lnTo>
                    <a:pt x="1088" y="251"/>
                  </a:lnTo>
                  <a:lnTo>
                    <a:pt x="1090" y="251"/>
                  </a:lnTo>
                  <a:lnTo>
                    <a:pt x="1093" y="251"/>
                  </a:lnTo>
                  <a:lnTo>
                    <a:pt x="1095" y="250"/>
                  </a:lnTo>
                  <a:lnTo>
                    <a:pt x="1098" y="249"/>
                  </a:lnTo>
                  <a:lnTo>
                    <a:pt x="1100" y="251"/>
                  </a:lnTo>
                  <a:lnTo>
                    <a:pt x="1102" y="254"/>
                  </a:lnTo>
                  <a:lnTo>
                    <a:pt x="1102" y="257"/>
                  </a:lnTo>
                  <a:lnTo>
                    <a:pt x="1103" y="260"/>
                  </a:lnTo>
                  <a:lnTo>
                    <a:pt x="1104" y="261"/>
                  </a:lnTo>
                  <a:lnTo>
                    <a:pt x="1107" y="261"/>
                  </a:lnTo>
                  <a:lnTo>
                    <a:pt x="1110" y="261"/>
                  </a:lnTo>
                  <a:lnTo>
                    <a:pt x="1112" y="262"/>
                  </a:lnTo>
                  <a:lnTo>
                    <a:pt x="1113" y="264"/>
                  </a:lnTo>
                  <a:lnTo>
                    <a:pt x="1114" y="266"/>
                  </a:lnTo>
                  <a:lnTo>
                    <a:pt x="1116" y="268"/>
                  </a:lnTo>
                  <a:lnTo>
                    <a:pt x="1116" y="270"/>
                  </a:lnTo>
                  <a:lnTo>
                    <a:pt x="1115" y="272"/>
                  </a:lnTo>
                  <a:close/>
                </a:path>
              </a:pathLst>
            </a:custGeom>
            <a:solidFill>
              <a:srgbClr val="DA9FC0">
                <a:alpha val="24000"/>
              </a:srgbClr>
            </a:solidFill>
            <a:ln>
              <a:noFill/>
            </a:ln>
          </p:spPr>
          <p:txBody>
            <a:bodyPr anchor="ctr"/>
            <a:lstStyle/>
            <a:p>
              <a:pPr algn="ctr">
                <a:buNone/>
              </a:pPr>
            </a:p>
          </p:txBody>
        </p:sp>
        <p:sp>
          <p:nvSpPr>
            <p:cNvPr id="7209" name="addition:input:208">
              <a:extLst>
                <a:ext uri="{FF2B5EF4-FFF2-40B4-BE49-F238E27FC236}">
                  <ns2:creationId id="{31626016-33AA-4EF6-84E4-8086F4F6DD64}"/>
                </a:ext>
              </a:extLst>
            </p:cNvPr>
            <p:cNvSpPr>
              <a:spLocks noGrp="1"/>
            </p:cNvSpPr>
            <p:nvPr/>
          </p:nvSpPr>
          <p:spPr>
            <a:xfrm>
              <a:off x="209550" y="5438775"/>
              <a:ext cx="1958645" cy="620466"/>
            </a:xfrm>
            <a:custGeom>
              <a:rect l="l" t="t" r="r" b="b"/>
              <a:pathLst>
                <a:path w="1190" h="331">
                  <a:moveTo>
                    <a:pt x="0" y="0"/>
                  </a:moveTo>
                  <a:moveTo>
                    <a:pt x="1186" y="303"/>
                  </a:moveTo>
                  <a:lnTo>
                    <a:pt x="1185" y="305"/>
                  </a:lnTo>
                  <a:lnTo>
                    <a:pt x="1187" y="307"/>
                  </a:lnTo>
                  <a:lnTo>
                    <a:pt x="1189" y="310"/>
                  </a:lnTo>
                  <a:lnTo>
                    <a:pt x="1190" y="313"/>
                  </a:lnTo>
                  <a:lnTo>
                    <a:pt x="1190" y="315"/>
                  </a:lnTo>
                  <a:lnTo>
                    <a:pt x="1188" y="317"/>
                  </a:lnTo>
                  <a:lnTo>
                    <a:pt x="1185" y="318"/>
                  </a:lnTo>
                  <a:lnTo>
                    <a:pt x="1183" y="319"/>
                  </a:lnTo>
                  <a:lnTo>
                    <a:pt x="1181" y="320"/>
                  </a:lnTo>
                  <a:lnTo>
                    <a:pt x="1179" y="320"/>
                  </a:lnTo>
                  <a:lnTo>
                    <a:pt x="1176" y="321"/>
                  </a:lnTo>
                  <a:lnTo>
                    <a:pt x="1174" y="321"/>
                  </a:lnTo>
                  <a:lnTo>
                    <a:pt x="1173" y="323"/>
                  </a:lnTo>
                  <a:lnTo>
                    <a:pt x="1172" y="327"/>
                  </a:lnTo>
                  <a:lnTo>
                    <a:pt x="1170" y="330"/>
                  </a:lnTo>
                  <a:lnTo>
                    <a:pt x="1167" y="331"/>
                  </a:lnTo>
                  <a:lnTo>
                    <a:pt x="1164" y="330"/>
                  </a:lnTo>
                  <a:lnTo>
                    <a:pt x="1161" y="328"/>
                  </a:lnTo>
                  <a:lnTo>
                    <a:pt x="1159" y="327"/>
                  </a:lnTo>
                  <a:lnTo>
                    <a:pt x="1156" y="327"/>
                  </a:lnTo>
                  <a:lnTo>
                    <a:pt x="1153" y="327"/>
                  </a:lnTo>
                  <a:lnTo>
                    <a:pt x="1151" y="327"/>
                  </a:lnTo>
                  <a:lnTo>
                    <a:pt x="1149" y="325"/>
                  </a:lnTo>
                  <a:lnTo>
                    <a:pt x="1147" y="322"/>
                  </a:lnTo>
                  <a:lnTo>
                    <a:pt x="1146" y="320"/>
                  </a:lnTo>
                  <a:lnTo>
                    <a:pt x="1144" y="319"/>
                  </a:lnTo>
                  <a:lnTo>
                    <a:pt x="1142" y="318"/>
                  </a:lnTo>
                  <a:lnTo>
                    <a:pt x="1140" y="317"/>
                  </a:lnTo>
                  <a:lnTo>
                    <a:pt x="1139" y="315"/>
                  </a:lnTo>
                  <a:lnTo>
                    <a:pt x="1137" y="313"/>
                  </a:lnTo>
                  <a:lnTo>
                    <a:pt x="1135" y="312"/>
                  </a:lnTo>
                  <a:lnTo>
                    <a:pt x="1132" y="310"/>
                  </a:lnTo>
                  <a:lnTo>
                    <a:pt x="1131" y="308"/>
                  </a:lnTo>
                  <a:lnTo>
                    <a:pt x="1133" y="305"/>
                  </a:lnTo>
                  <a:lnTo>
                    <a:pt x="1136" y="303"/>
                  </a:lnTo>
                  <a:lnTo>
                    <a:pt x="1140" y="301"/>
                  </a:lnTo>
                  <a:lnTo>
                    <a:pt x="1141" y="299"/>
                  </a:lnTo>
                  <a:lnTo>
                    <a:pt x="1141" y="297"/>
                  </a:lnTo>
                  <a:lnTo>
                    <a:pt x="1140" y="294"/>
                  </a:lnTo>
                  <a:lnTo>
                    <a:pt x="1141" y="292"/>
                  </a:lnTo>
                  <a:lnTo>
                    <a:pt x="1142" y="290"/>
                  </a:lnTo>
                  <a:lnTo>
                    <a:pt x="1144" y="288"/>
                  </a:lnTo>
                  <a:lnTo>
                    <a:pt x="1145" y="286"/>
                  </a:lnTo>
                  <a:lnTo>
                    <a:pt x="1145" y="284"/>
                  </a:lnTo>
                  <a:lnTo>
                    <a:pt x="1147" y="282"/>
                  </a:lnTo>
                  <a:lnTo>
                    <a:pt x="1149" y="281"/>
                  </a:lnTo>
                  <a:lnTo>
                    <a:pt x="1152" y="281"/>
                  </a:lnTo>
                  <a:lnTo>
                    <a:pt x="1154" y="279"/>
                  </a:lnTo>
                  <a:lnTo>
                    <a:pt x="1155" y="278"/>
                  </a:lnTo>
                  <a:lnTo>
                    <a:pt x="1157" y="277"/>
                  </a:lnTo>
                  <a:lnTo>
                    <a:pt x="1160" y="277"/>
                  </a:lnTo>
                  <a:lnTo>
                    <a:pt x="1162" y="279"/>
                  </a:lnTo>
                  <a:lnTo>
                    <a:pt x="1163" y="282"/>
                  </a:lnTo>
                  <a:lnTo>
                    <a:pt x="1165" y="283"/>
                  </a:lnTo>
                  <a:lnTo>
                    <a:pt x="1167" y="281"/>
                  </a:lnTo>
                  <a:lnTo>
                    <a:pt x="1169" y="279"/>
                  </a:lnTo>
                  <a:lnTo>
                    <a:pt x="1172" y="278"/>
                  </a:lnTo>
                  <a:lnTo>
                    <a:pt x="1174" y="278"/>
                  </a:lnTo>
                  <a:lnTo>
                    <a:pt x="1176" y="280"/>
                  </a:lnTo>
                  <a:lnTo>
                    <a:pt x="1178" y="282"/>
                  </a:lnTo>
                  <a:lnTo>
                    <a:pt x="1179" y="283"/>
                  </a:lnTo>
                  <a:lnTo>
                    <a:pt x="1180" y="285"/>
                  </a:lnTo>
                  <a:lnTo>
                    <a:pt x="1181" y="288"/>
                  </a:lnTo>
                  <a:lnTo>
                    <a:pt x="1180" y="291"/>
                  </a:lnTo>
                  <a:lnTo>
                    <a:pt x="1181" y="293"/>
                  </a:lnTo>
                  <a:lnTo>
                    <a:pt x="1182" y="295"/>
                  </a:lnTo>
                  <a:lnTo>
                    <a:pt x="1185" y="296"/>
                  </a:lnTo>
                  <a:lnTo>
                    <a:pt x="1187" y="298"/>
                  </a:lnTo>
                  <a:lnTo>
                    <a:pt x="1187" y="300"/>
                  </a:lnTo>
                  <a:close/>
                </a:path>
              </a:pathLst>
            </a:custGeom>
            <a:solidFill>
              <a:srgbClr val="DA9FC0">
                <a:alpha val="24000"/>
              </a:srgbClr>
            </a:solidFill>
            <a:ln>
              <a:noFill/>
            </a:ln>
          </p:spPr>
          <p:txBody>
            <a:bodyPr anchor="ctr"/>
            <a:lstStyle/>
            <a:p>
              <a:pPr algn="ctr">
                <a:buNone/>
              </a:pPr>
            </a:p>
          </p:txBody>
        </p:sp>
        <p:sp>
          <p:nvSpPr>
            <p:cNvPr id="7210" name="addition:input:209">
              <a:extLst>
                <a:ext uri="{FF2B5EF4-FFF2-40B4-BE49-F238E27FC236}">
                  <ns2:creationId id="{7D990B74-7302-4061-8EF3-6132BBE8EA6A}"/>
                </a:ext>
              </a:extLst>
            </p:cNvPr>
            <p:cNvSpPr>
              <a:spLocks noGrp="1"/>
            </p:cNvSpPr>
            <p:nvPr/>
          </p:nvSpPr>
          <p:spPr>
            <a:xfrm>
              <a:off x="209550" y="5438775"/>
              <a:ext cx="1594896" cy="1692692"/>
            </a:xfrm>
            <a:custGeom>
              <a:rect l="l" t="t" r="r" b="b"/>
              <a:pathLst>
                <a:path w="969" h="903">
                  <a:moveTo>
                    <a:pt x="0" y="0"/>
                  </a:moveTo>
                  <a:moveTo>
                    <a:pt x="107" y="321"/>
                  </a:moveTo>
                  <a:lnTo>
                    <a:pt x="969" y="321"/>
                  </a:lnTo>
                  <a:lnTo>
                    <a:pt x="969" y="903"/>
                  </a:lnTo>
                  <a:lnTo>
                    <a:pt x="107" y="817"/>
                  </a:lnTo>
                  <a:close/>
                </a:path>
              </a:pathLst>
            </a:custGeom>
            <a:solidFill>
              <a:srgbClr val="EAF7FF">
                <a:alpha val="6000"/>
              </a:srgbClr>
            </a:solidFill>
            <a:ln>
              <a:noFill/>
            </a:ln>
          </p:spPr>
          <p:txBody>
            <a:bodyPr anchor="ctr"/>
            <a:lstStyle/>
            <a:p>
              <a:pPr algn="ctr">
                <a:buNone/>
              </a:pPr>
            </a:p>
          </p:txBody>
        </p:sp>
        <p:sp>
          <p:nvSpPr>
            <p:cNvPr id="7211" name="addition:input:210">
              <a:extLst>
                <a:ext uri="{FF2B5EF4-FFF2-40B4-BE49-F238E27FC236}">
                  <ns2:creationId id="{63D745BD-3E04-4CBB-B14B-890D0615A5FF}"/>
                </a:ext>
              </a:extLst>
            </p:cNvPr>
            <p:cNvSpPr>
              <a:spLocks noGrp="1"/>
            </p:cNvSpPr>
            <p:nvPr/>
          </p:nvSpPr>
          <p:spPr>
            <a:xfrm>
              <a:off x="544001" y="5937022"/>
              <a:ext cx="0" cy="929762"/>
            </a:xfrm>
            <a:prstGeom prst="line">
              <a:avLst/>
            </a:prstGeom>
            <a:ln w="4286">
              <a:solidFill>
                <a:srgbClr val="56A1CC">
                  <a:alpha val="22000"/>
                </a:srgbClr>
              </a:solidFill>
            </a:ln>
          </p:spPr>
        </p:sp>
        <p:sp>
          <p:nvSpPr>
            <p:cNvPr id="7212" name="addition:input:211">
              <a:extLst>
                <a:ext uri="{FF2B5EF4-FFF2-40B4-BE49-F238E27FC236}">
                  <ns2:creationId id="{97B05A4D-B578-4832-BE56-C0E7F7329966}"/>
                </a:ext>
              </a:extLst>
            </p:cNvPr>
            <p:cNvSpPr>
              <a:spLocks noGrp="1"/>
            </p:cNvSpPr>
            <p:nvPr/>
          </p:nvSpPr>
          <p:spPr>
            <a:xfrm>
              <a:off x="1962784" y="5937022"/>
              <a:ext cx="0" cy="1090971"/>
            </a:xfrm>
            <a:prstGeom prst="line">
              <a:avLst/>
            </a:prstGeom>
            <a:ln w="4286">
              <a:solidFill>
                <a:srgbClr val="56A1CC">
                  <a:alpha val="28000"/>
                </a:srgbClr>
              </a:solidFill>
            </a:ln>
          </p:spPr>
        </p:sp>
        <p:sp>
          <p:nvSpPr>
            <p:cNvPr id="7213" name="addition:input:212">
              <a:extLst>
                <a:ext uri="{FF2B5EF4-FFF2-40B4-BE49-F238E27FC236}">
                  <ns2:creationId id="{7D36F065-35A6-4CA8-A378-286EF0304387}"/>
                </a:ext>
              </a:extLst>
            </p:cNvPr>
            <p:cNvSpPr>
              <a:spLocks noGrp="1"/>
            </p:cNvSpPr>
            <p:nvPr/>
          </p:nvSpPr>
          <p:spPr>
            <a:xfrm>
              <a:off x="544001" y="5937022"/>
              <a:ext cx="1418783" cy="0"/>
            </a:xfrm>
            <a:prstGeom prst="line">
              <a:avLst/>
            </a:prstGeom>
            <a:ln w="4286">
              <a:solidFill>
                <a:srgbClr val="56A1CC">
                  <a:alpha val="35000"/>
                </a:srgbClr>
              </a:solidFill>
            </a:ln>
          </p:spPr>
        </p:sp>
        <p:sp>
          <p:nvSpPr>
            <p:cNvPr id="7214" name="addition:input:213">
              <a:extLst>
                <a:ext uri="{FF2B5EF4-FFF2-40B4-BE49-F238E27FC236}">
                  <ns2:creationId id="{84E7ED67-F683-4A54-BF1A-100015168128}"/>
                </a:ext>
              </a:extLst>
            </p:cNvPr>
            <p:cNvSpPr>
              <a:spLocks noGrp="1"/>
            </p:cNvSpPr>
            <p:nvPr/>
          </p:nvSpPr>
          <p:spPr>
            <a:xfrm>
              <a:off x="702338" y="5833549"/>
              <a:ext cx="0" cy="929762"/>
            </a:xfrm>
            <a:prstGeom prst="line">
              <a:avLst/>
            </a:prstGeom>
            <a:ln w="4286">
              <a:solidFill>
                <a:srgbClr val="56A1CC">
                  <a:alpha val="22000"/>
                </a:srgbClr>
              </a:solidFill>
            </a:ln>
          </p:spPr>
        </p:sp>
        <p:sp>
          <p:nvSpPr>
            <p:cNvPr id="7215" name="addition:input:214">
              <a:extLst>
                <a:ext uri="{FF2B5EF4-FFF2-40B4-BE49-F238E27FC236}">
                  <ns2:creationId id="{F8B3DA23-1171-492F-A2B9-89CE91651F62}"/>
                </a:ext>
              </a:extLst>
            </p:cNvPr>
            <p:cNvSpPr>
              <a:spLocks noGrp="1"/>
            </p:cNvSpPr>
            <p:nvPr/>
          </p:nvSpPr>
          <p:spPr>
            <a:xfrm>
              <a:off x="2121121" y="5833549"/>
              <a:ext cx="0" cy="1090971"/>
            </a:xfrm>
            <a:prstGeom prst="line">
              <a:avLst/>
            </a:prstGeom>
            <a:ln w="4286">
              <a:solidFill>
                <a:srgbClr val="56A1CC">
                  <a:alpha val="28000"/>
                </a:srgbClr>
              </a:solidFill>
            </a:ln>
          </p:spPr>
        </p:sp>
        <p:sp>
          <p:nvSpPr>
            <p:cNvPr id="7216" name="addition:input:215">
              <a:extLst>
                <a:ext uri="{FF2B5EF4-FFF2-40B4-BE49-F238E27FC236}">
                  <ns2:creationId id="{01376C69-6B51-4EBD-80B1-501E99972456}"/>
                </a:ext>
              </a:extLst>
            </p:cNvPr>
            <p:cNvSpPr>
              <a:spLocks noGrp="1"/>
            </p:cNvSpPr>
            <p:nvPr/>
          </p:nvSpPr>
          <p:spPr>
            <a:xfrm>
              <a:off x="702338" y="5833549"/>
              <a:ext cx="1418783" cy="0"/>
            </a:xfrm>
            <a:prstGeom prst="line">
              <a:avLst/>
            </a:prstGeom>
            <a:ln w="4286">
              <a:solidFill>
                <a:srgbClr val="56A1CC">
                  <a:alpha val="35000"/>
                </a:srgbClr>
              </a:solidFill>
            </a:ln>
          </p:spPr>
        </p:sp>
        <p:sp>
          <p:nvSpPr>
            <p:cNvPr id="7217" name="addition:input:216">
              <a:extLst>
                <a:ext uri="{FF2B5EF4-FFF2-40B4-BE49-F238E27FC236}">
                  <ns2:creationId id="{DFD2CCCA-BD04-48D7-BCC9-6B59852B4DA8}"/>
                </a:ext>
              </a:extLst>
            </p:cNvPr>
            <p:cNvSpPr>
              <a:spLocks noGrp="1"/>
            </p:cNvSpPr>
            <p:nvPr/>
          </p:nvSpPr>
          <p:spPr>
            <a:xfrm>
              <a:off x="860676" y="5730075"/>
              <a:ext cx="0" cy="929762"/>
            </a:xfrm>
            <a:prstGeom prst="line">
              <a:avLst/>
            </a:prstGeom>
            <a:ln w="4286">
              <a:solidFill>
                <a:srgbClr val="56A1CC">
                  <a:alpha val="22000"/>
                </a:srgbClr>
              </a:solidFill>
            </a:ln>
          </p:spPr>
        </p:sp>
        <p:sp>
          <p:nvSpPr>
            <p:cNvPr id="7218" name="addition:input:217">
              <a:extLst>
                <a:ext uri="{FF2B5EF4-FFF2-40B4-BE49-F238E27FC236}">
                  <ns2:creationId id="{687DBAD2-D793-415B-9962-472130182394}"/>
                </a:ext>
              </a:extLst>
            </p:cNvPr>
            <p:cNvSpPr>
              <a:spLocks noGrp="1"/>
            </p:cNvSpPr>
            <p:nvPr/>
          </p:nvSpPr>
          <p:spPr>
            <a:xfrm>
              <a:off x="2279459" y="5730075"/>
              <a:ext cx="0" cy="1090971"/>
            </a:xfrm>
            <a:prstGeom prst="line">
              <a:avLst/>
            </a:prstGeom>
            <a:ln w="4286">
              <a:solidFill>
                <a:srgbClr val="56A1CC">
                  <a:alpha val="28000"/>
                </a:srgbClr>
              </a:solidFill>
            </a:ln>
          </p:spPr>
        </p:sp>
        <p:sp>
          <p:nvSpPr>
            <p:cNvPr id="7219" name="addition:input:218">
              <a:extLst>
                <a:ext uri="{FF2B5EF4-FFF2-40B4-BE49-F238E27FC236}">
                  <ns2:creationId id="{6335D0A4-D3B5-4DB5-890F-8CE414770B14}"/>
                </a:ext>
              </a:extLst>
            </p:cNvPr>
            <p:cNvSpPr>
              <a:spLocks noGrp="1"/>
            </p:cNvSpPr>
            <p:nvPr/>
          </p:nvSpPr>
          <p:spPr>
            <a:xfrm>
              <a:off x="860676" y="5730075"/>
              <a:ext cx="1418783" cy="0"/>
            </a:xfrm>
            <a:prstGeom prst="line">
              <a:avLst/>
            </a:prstGeom>
            <a:ln w="4286">
              <a:solidFill>
                <a:srgbClr val="56A1CC">
                  <a:alpha val="35000"/>
                </a:srgbClr>
              </a:solidFill>
            </a:ln>
          </p:spPr>
        </p:sp>
        <p:sp>
          <p:nvSpPr>
            <p:cNvPr id="7220" name="addition:input:219">
              <a:extLst>
                <a:ext uri="{FF2B5EF4-FFF2-40B4-BE49-F238E27FC236}">
                  <ns2:creationId id="{7543363B-BC42-4678-9194-E3B5F79CD5C9}"/>
                </a:ext>
              </a:extLst>
            </p:cNvPr>
            <p:cNvSpPr>
              <a:spLocks noGrp="1"/>
            </p:cNvSpPr>
            <p:nvPr/>
          </p:nvSpPr>
          <p:spPr>
            <a:xfrm>
              <a:off x="1019013" y="5626602"/>
              <a:ext cx="0" cy="929762"/>
            </a:xfrm>
            <a:prstGeom prst="line">
              <a:avLst/>
            </a:prstGeom>
            <a:ln w="4286">
              <a:solidFill>
                <a:srgbClr val="56A1CC">
                  <a:alpha val="22000"/>
                </a:srgbClr>
              </a:solidFill>
            </a:ln>
          </p:spPr>
        </p:sp>
        <p:sp>
          <p:nvSpPr>
            <p:cNvPr id="7221" name="addition:input:220">
              <a:extLst>
                <a:ext uri="{FF2B5EF4-FFF2-40B4-BE49-F238E27FC236}">
                  <ns2:creationId id="{0DEDE41B-78C8-4758-9C15-BE90FE74A4E7}"/>
                </a:ext>
              </a:extLst>
            </p:cNvPr>
            <p:cNvSpPr>
              <a:spLocks noGrp="1"/>
            </p:cNvSpPr>
            <p:nvPr/>
          </p:nvSpPr>
          <p:spPr>
            <a:xfrm>
              <a:off x="2437796" y="5626602"/>
              <a:ext cx="0" cy="1090971"/>
            </a:xfrm>
            <a:prstGeom prst="line">
              <a:avLst/>
            </a:prstGeom>
            <a:ln w="4286">
              <a:solidFill>
                <a:srgbClr val="56A1CC">
                  <a:alpha val="28000"/>
                </a:srgbClr>
              </a:solidFill>
            </a:ln>
          </p:spPr>
        </p:sp>
        <p:sp>
          <p:nvSpPr>
            <p:cNvPr id="7222" name="addition:input:221">
              <a:extLst>
                <a:ext uri="{FF2B5EF4-FFF2-40B4-BE49-F238E27FC236}">
                  <ns2:creationId id="{7D698662-D4FF-4C04-9B3D-E6732828CE29}"/>
                </a:ext>
              </a:extLst>
            </p:cNvPr>
            <p:cNvSpPr>
              <a:spLocks noGrp="1"/>
            </p:cNvSpPr>
            <p:nvPr/>
          </p:nvSpPr>
          <p:spPr>
            <a:xfrm>
              <a:off x="1019013" y="5626602"/>
              <a:ext cx="1418783" cy="0"/>
            </a:xfrm>
            <a:prstGeom prst="line">
              <a:avLst/>
            </a:prstGeom>
            <a:ln w="4286">
              <a:solidFill>
                <a:srgbClr val="56A1CC">
                  <a:alpha val="35000"/>
                </a:srgbClr>
              </a:solidFill>
            </a:ln>
          </p:spPr>
        </p:sp>
        <p:sp>
          <p:nvSpPr>
            <p:cNvPr id="7223" name="addition:input:222">
              <a:extLst>
                <a:ext uri="{FF2B5EF4-FFF2-40B4-BE49-F238E27FC236}">
                  <ns2:creationId id="{005D84FE-F2EF-4820-8545-795C900899E4}"/>
                </a:ext>
              </a:extLst>
            </p:cNvPr>
            <p:cNvSpPr>
              <a:spLocks noGrp="1"/>
            </p:cNvSpPr>
            <p:nvPr/>
          </p:nvSpPr>
          <p:spPr>
            <a:xfrm>
              <a:off x="393893" y="6338020"/>
              <a:ext cx="1402324" cy="51587"/>
            </a:xfrm>
            <a:prstGeom prst="line">
              <a:avLst/>
            </a:prstGeom>
            <a:ln w="4286">
              <a:solidFill>
                <a:srgbClr val="56A1CC">
                  <a:alpha val="20000"/>
                </a:srgbClr>
              </a:solidFill>
            </a:ln>
          </p:spPr>
        </p:sp>
        <p:sp>
          <p:nvSpPr>
            <p:cNvPr id="7224" name="addition:input:223">
              <a:extLst>
                <a:ext uri="{FF2B5EF4-FFF2-40B4-BE49-F238E27FC236}">
                  <ns2:creationId id="{98618B43-D03F-4D31-97EF-FDFEEAEDF2FE}"/>
                </a:ext>
              </a:extLst>
            </p:cNvPr>
            <p:cNvSpPr>
              <a:spLocks noGrp="1"/>
            </p:cNvSpPr>
            <p:nvPr/>
          </p:nvSpPr>
          <p:spPr>
            <a:xfrm>
              <a:off x="393893" y="6644841"/>
              <a:ext cx="1402324" cy="104786"/>
            </a:xfrm>
            <a:prstGeom prst="line">
              <a:avLst/>
            </a:prstGeom>
            <a:ln w="4286">
              <a:solidFill>
                <a:srgbClr val="56A1CC">
                  <a:alpha val="20000"/>
                </a:srgbClr>
              </a:solidFill>
            </a:ln>
          </p:spPr>
        </p:sp>
        <p:sp>
          <p:nvSpPr>
            <p:cNvPr id="7225" name="addition:input:224">
              <a:extLst>
                <a:ext uri="{FF2B5EF4-FFF2-40B4-BE49-F238E27FC236}">
                  <ns2:creationId id="{63BC83F3-F8F9-4890-882C-0521B0539EEC}"/>
                </a:ext>
              </a:extLst>
            </p:cNvPr>
            <p:cNvSpPr>
              <a:spLocks noGrp="1"/>
            </p:cNvSpPr>
            <p:nvPr/>
          </p:nvSpPr>
          <p:spPr>
            <a:xfrm>
              <a:off x="385663" y="6040496"/>
              <a:ext cx="1418783" cy="0"/>
            </a:xfrm>
            <a:prstGeom prst="line">
              <a:avLst/>
            </a:prstGeom>
            <a:ln w="5258">
              <a:solidFill>
                <a:srgbClr val="0072B2">
                  <a:alpha val="82000"/>
                </a:srgbClr>
              </a:solidFill>
            </a:ln>
          </p:spPr>
        </p:sp>
        <p:sp>
          <p:nvSpPr>
            <p:cNvPr id="7226" name="addition:input:225">
              <a:extLst>
                <a:ext uri="{FF2B5EF4-FFF2-40B4-BE49-F238E27FC236}">
                  <ns2:creationId id="{245EA085-BE62-4E18-A424-B5A8116198D5}"/>
                </a:ext>
              </a:extLst>
            </p:cNvPr>
            <p:cNvSpPr>
              <a:spLocks noGrp="1"/>
            </p:cNvSpPr>
            <p:nvPr/>
          </p:nvSpPr>
          <p:spPr>
            <a:xfrm>
              <a:off x="1804446" y="6040496"/>
              <a:ext cx="0" cy="1090971"/>
            </a:xfrm>
            <a:prstGeom prst="line">
              <a:avLst/>
            </a:prstGeom>
            <a:ln w="4915">
              <a:solidFill>
                <a:srgbClr val="0072B2">
                  <a:alpha val="82000"/>
                </a:srgbClr>
              </a:solidFill>
            </a:ln>
          </p:spPr>
        </p:sp>
        <p:sp>
          <p:nvSpPr>
            <p:cNvPr id="7227" name="addition:input:226">
              <a:extLst>
                <a:ext uri="{FF2B5EF4-FFF2-40B4-BE49-F238E27FC236}">
                  <ns2:creationId id="{ABD37650-B568-47D8-9A5D-01B2E74D2677}"/>
                </a:ext>
              </a:extLst>
            </p:cNvPr>
            <p:cNvSpPr>
              <a:spLocks noGrp="1"/>
            </p:cNvSpPr>
            <p:nvPr/>
          </p:nvSpPr>
          <p:spPr>
            <a:xfrm flipH="1" flipV="1">
              <a:off x="385663" y="6970258"/>
              <a:ext cx="1418783" cy="161209"/>
            </a:xfrm>
            <a:prstGeom prst="line">
              <a:avLst/>
            </a:prstGeom>
            <a:ln w="5258">
              <a:solidFill>
                <a:srgbClr val="0072B2">
                  <a:alpha val="86000"/>
                </a:srgbClr>
              </a:solidFill>
            </a:ln>
          </p:spPr>
        </p:sp>
        <p:sp>
          <p:nvSpPr>
            <p:cNvPr id="7228" name="addition:input:227">
              <a:extLst>
                <a:ext uri="{FF2B5EF4-FFF2-40B4-BE49-F238E27FC236}">
                  <ns2:creationId id="{53FAFF5A-A3A7-41F4-96DE-4CF3942EB35F}"/>
                </a:ext>
              </a:extLst>
            </p:cNvPr>
            <p:cNvSpPr>
              <a:spLocks noGrp="1"/>
            </p:cNvSpPr>
            <p:nvPr/>
          </p:nvSpPr>
          <p:spPr>
            <a:xfrm flipV="1">
              <a:off x="385663" y="6040496"/>
              <a:ext cx="0" cy="929762"/>
            </a:xfrm>
            <a:prstGeom prst="line">
              <a:avLst/>
            </a:prstGeom>
            <a:ln w="5258">
              <a:solidFill>
                <a:srgbClr val="0072B2">
                  <a:alpha val="82000"/>
                </a:srgbClr>
              </a:solidFill>
            </a:ln>
          </p:spPr>
        </p:sp>
        <p:sp>
          <p:nvSpPr>
            <p:cNvPr id="7229" name="addition:input:228">
              <a:extLst>
                <a:ext uri="{FF2B5EF4-FFF2-40B4-BE49-F238E27FC236}">
                  <ns2:creationId id="{E77D405A-7A70-4FF3-BA3B-8BB6D2D440EB}"/>
                </a:ext>
              </a:extLst>
            </p:cNvPr>
            <p:cNvSpPr>
              <a:spLocks noGrp="1"/>
            </p:cNvSpPr>
            <p:nvPr/>
          </p:nvSpPr>
          <p:spPr>
            <a:xfrm>
              <a:off x="1271168" y="5525003"/>
              <a:ext cx="1328257" cy="0"/>
            </a:xfrm>
            <a:prstGeom prst="line">
              <a:avLst/>
            </a:prstGeom>
            <a:ln w="5486">
              <a:solidFill>
                <a:srgbClr val="0072B2">
                  <a:alpha val="78000"/>
                </a:srgbClr>
              </a:solidFill>
            </a:ln>
          </p:spPr>
        </p:sp>
        <p:sp>
          <p:nvSpPr>
            <p:cNvPr id="7230" name="addition:input:229">
              <a:extLst>
                <a:ext uri="{FF2B5EF4-FFF2-40B4-BE49-F238E27FC236}">
                  <ns2:creationId id="{C9FF91FB-83E0-4E5A-B45F-E4F1790090E7}"/>
                </a:ext>
              </a:extLst>
            </p:cNvPr>
            <p:cNvSpPr>
              <a:spLocks noGrp="1"/>
            </p:cNvSpPr>
            <p:nvPr/>
          </p:nvSpPr>
          <p:spPr>
            <a:xfrm>
              <a:off x="2599426" y="5525003"/>
              <a:ext cx="0" cy="875401"/>
            </a:xfrm>
            <a:prstGeom prst="line">
              <a:avLst/>
            </a:prstGeom>
            <a:ln w="5258">
              <a:solidFill>
                <a:srgbClr val="0072B2">
                  <a:alpha val="78000"/>
                </a:srgbClr>
              </a:solidFill>
            </a:ln>
          </p:spPr>
        </p:sp>
        <p:sp>
          <p:nvSpPr>
            <p:cNvPr id="7231" name="addition:input:230">
              <a:extLst>
                <a:ext uri="{FF2B5EF4-FFF2-40B4-BE49-F238E27FC236}">
                  <ns2:creationId id="{A1287C97-0F3D-45F3-BB57-0C02D6ED5EA9}"/>
                </a:ext>
              </a:extLst>
            </p:cNvPr>
            <p:cNvSpPr>
              <a:spLocks noGrp="1"/>
            </p:cNvSpPr>
            <p:nvPr/>
          </p:nvSpPr>
          <p:spPr>
            <a:xfrm flipV="1">
              <a:off x="385663" y="5525003"/>
              <a:ext cx="885505" cy="515493"/>
            </a:xfrm>
            <a:prstGeom prst="line">
              <a:avLst/>
            </a:prstGeom>
            <a:ln w="5486">
              <a:solidFill>
                <a:srgbClr val="0072B2">
                  <a:alpha val="84000"/>
                </a:srgbClr>
              </a:solidFill>
            </a:ln>
          </p:spPr>
        </p:sp>
        <p:sp>
          <p:nvSpPr>
            <p:cNvPr id="7232" name="addition:input:231">
              <a:extLst>
                <a:ext uri="{FF2B5EF4-FFF2-40B4-BE49-F238E27FC236}">
                  <ns2:creationId id="{A3B0D893-04F1-46F3-AD1C-B2267EF494E3}"/>
                </a:ext>
              </a:extLst>
            </p:cNvPr>
            <p:cNvSpPr>
              <a:spLocks noGrp="1"/>
            </p:cNvSpPr>
            <p:nvPr/>
          </p:nvSpPr>
          <p:spPr>
            <a:xfrm flipV="1">
              <a:off x="1804446" y="5525003"/>
              <a:ext cx="794979" cy="515493"/>
            </a:xfrm>
            <a:prstGeom prst="line">
              <a:avLst/>
            </a:prstGeom>
            <a:ln w="5486">
              <a:solidFill>
                <a:srgbClr val="0072B2">
                  <a:alpha val="84000"/>
                </a:srgbClr>
              </a:solidFill>
            </a:ln>
          </p:spPr>
        </p:sp>
        <p:sp>
          <p:nvSpPr>
            <p:cNvPr id="7233" name="addition:input:232">
              <a:extLst>
                <a:ext uri="{FF2B5EF4-FFF2-40B4-BE49-F238E27FC236}">
                  <ns2:creationId id="{029093A7-1DFB-46B9-A362-87193BC9E3A2}"/>
                </a:ext>
              </a:extLst>
            </p:cNvPr>
            <p:cNvSpPr>
              <a:spLocks noGrp="1"/>
            </p:cNvSpPr>
            <p:nvPr/>
          </p:nvSpPr>
          <p:spPr>
            <a:xfrm flipV="1">
              <a:off x="1804446" y="6400404"/>
              <a:ext cx="794979" cy="731063"/>
            </a:xfrm>
            <a:prstGeom prst="line">
              <a:avLst/>
            </a:prstGeom>
            <a:ln w="5258">
              <a:solidFill>
                <a:srgbClr val="0072B2">
                  <a:alpha val="84000"/>
                </a:srgbClr>
              </a:solidFill>
            </a:ln>
          </p:spPr>
        </p:sp>
        <p:sp>
          <p:nvSpPr>
            <p:cNvPr id="7234" name="addition:input:233">
              <a:extLst>
                <a:ext uri="{FF2B5EF4-FFF2-40B4-BE49-F238E27FC236}">
                  <ns2:creationId id="{558F364A-C956-4DE7-9DF3-BC2FAFA578AE}"/>
                </a:ext>
              </a:extLst>
            </p:cNvPr>
            <p:cNvSpPr>
              <a:spLocks noGrp="1"/>
            </p:cNvSpPr>
            <p:nvPr/>
          </p:nvSpPr>
          <p:spPr>
            <a:xfrm flipV="1">
              <a:off x="385663" y="6452890"/>
              <a:ext cx="885505" cy="517368"/>
            </a:xfrm>
            <a:prstGeom prst="line">
              <a:avLst/>
            </a:prstGeom>
            <a:ln w="4343">
              <a:solidFill>
                <a:srgbClr val="0072B2">
                  <a:alpha val="34000"/>
                </a:srgbClr>
              </a:solidFill>
            </a:ln>
          </p:spPr>
        </p:sp>
        <p:sp>
          <p:nvSpPr>
            <p:cNvPr id="7235" name="addition:input:234">
              <a:extLst>
                <a:ext uri="{FF2B5EF4-FFF2-40B4-BE49-F238E27FC236}">
                  <ns2:creationId id="{E4DE8AB4-ACE9-4D15-9FB8-8F97337C44BE}"/>
                </a:ext>
              </a:extLst>
            </p:cNvPr>
            <p:cNvSpPr>
              <a:spLocks noGrp="1"/>
            </p:cNvSpPr>
            <p:nvPr/>
          </p:nvSpPr>
          <p:spPr>
            <a:xfrm flipV="1">
              <a:off x="1271168" y="6400404"/>
              <a:ext cx="1328257" cy="52487"/>
            </a:xfrm>
            <a:prstGeom prst="line">
              <a:avLst/>
            </a:prstGeom>
            <a:ln w="4286">
              <a:solidFill>
                <a:srgbClr val="0072B2">
                  <a:alpha val="32000"/>
                </a:srgbClr>
              </a:solidFill>
            </a:ln>
          </p:spPr>
        </p:sp>
        <p:sp>
          <p:nvSpPr>
            <p:cNvPr id="7236" name="addition:input:235">
              <a:extLst>
                <a:ext uri="{FF2B5EF4-FFF2-40B4-BE49-F238E27FC236}">
                  <ns2:creationId id="{84693031-D913-46C7-BEEF-CBC153F5753A}"/>
                </a:ext>
              </a:extLst>
            </p:cNvPr>
            <p:cNvSpPr>
              <a:spLocks noGrp="1"/>
            </p:cNvSpPr>
            <p:nvPr/>
          </p:nvSpPr>
          <p:spPr>
            <a:xfrm>
              <a:off x="1271168" y="5525003"/>
              <a:ext cx="0" cy="927887"/>
            </a:xfrm>
            <a:prstGeom prst="line">
              <a:avLst/>
            </a:prstGeom>
            <a:ln w="4286">
              <a:solidFill>
                <a:srgbClr val="0072B2">
                  <a:alpha val="40000"/>
                </a:srgbClr>
              </a:solidFill>
            </a:ln>
          </p:spPr>
        </p:sp>
        <p:sp>
          <p:nvSpPr>
            <p:cNvPr id="7237" name="addition:input:251">
              <a:extLst>
                <a:ext uri="{FF2B5EF4-FFF2-40B4-BE49-F238E27FC236}">
                  <ns2:creationId id="{64693E68-519B-4EE2-9BCB-F714409FBB53}"/>
                </a:ext>
              </a:extLst>
            </p:cNvPr>
            <p:cNvSpPr>
              <a:spLocks noGrp="1"/>
            </p:cNvSpPr>
            <p:nvPr/>
          </p:nvSpPr>
          <p:spPr>
            <a:xfrm flipV="1">
              <a:off x="2299868" y="6351666"/>
              <a:ext cx="411480" cy="442387"/>
            </a:xfrm>
            <a:prstGeom prst="line">
              <a:avLst/>
            </a:prstGeom>
            <a:ln w="9372">
              <a:solidFill>
                <a:srgbClr val="263238">
                  <a:alpha val="100000"/>
                </a:srgbClr>
              </a:solidFill>
            </a:ln>
          </p:spPr>
        </p:sp>
        <p:sp>
          <p:nvSpPr>
            <p:cNvPr id="7238" name="addition:input:252">
              <a:extLst>
                <a:ext uri="{FF2B5EF4-FFF2-40B4-BE49-F238E27FC236}">
                  <ns2:creationId id="{796D48AE-BC08-4169-8EF5-0CC5E8AD0D3D}"/>
                </a:ext>
              </a:extLst>
            </p:cNvPr>
            <p:cNvSpPr>
              <a:spLocks noGrp="1"/>
            </p:cNvSpPr>
            <p:nvPr/>
          </p:nvSpPr>
          <p:spPr>
            <a:xfrm>
              <a:off x="209550" y="5438775"/>
              <a:ext cx="2501798" cy="950382"/>
            </a:xfrm>
            <a:custGeom>
              <a:rect l="l" t="t" r="r" b="b"/>
              <a:pathLst>
                <a:path w="1520" h="507">
                  <a:moveTo>
                    <a:pt x="0" y="0"/>
                  </a:moveTo>
                  <a:moveTo>
                    <a:pt x="1520" y="487"/>
                  </a:moveTo>
                  <a:lnTo>
                    <a:pt x="1511" y="507"/>
                  </a:lnTo>
                  <a:lnTo>
                    <a:pt x="1500" y="494"/>
                  </a:lnTo>
                  <a:close/>
                </a:path>
              </a:pathLst>
            </a:custGeom>
            <a:solidFill>
              <a:srgbClr val="263238">
                <a:alpha val="100000"/>
              </a:srgbClr>
            </a:solidFill>
            <a:ln>
              <a:noFill/>
            </a:ln>
          </p:spPr>
          <p:txBody>
            <a:bodyPr anchor="ctr"/>
            <a:lstStyle/>
            <a:p>
              <a:pPr algn="ctr">
                <a:buNone/>
              </a:pPr>
            </a:p>
          </p:txBody>
        </p:sp>
        <p:sp>
          <p:nvSpPr>
            <p:cNvPr id="7239" name="addition:input:253">
              <a:extLst>
                <a:ext uri="{FF2B5EF4-FFF2-40B4-BE49-F238E27FC236}">
                  <ns2:creationId id="{D39A3613-5775-46AF-978F-3D430C7D9F6F}"/>
                </a:ext>
              </a:extLst>
            </p:cNvPr>
            <p:cNvSpPr>
              <a:spLocks noGrp="1"/>
            </p:cNvSpPr>
            <p:nvPr/>
          </p:nvSpPr>
          <p:spPr>
            <a:xfrm flipH="1">
              <a:off x="2299868" y="6351666"/>
              <a:ext cx="411480" cy="442387"/>
            </a:xfrm>
            <a:prstGeom prst="line">
              <a:avLst/>
            </a:prstGeom>
            <a:ln w="9372">
              <a:solidFill>
                <a:srgbClr val="263238">
                  <a:alpha val="100000"/>
                </a:srgbClr>
              </a:solidFill>
            </a:ln>
          </p:spPr>
        </p:sp>
        <p:sp>
          <p:nvSpPr>
            <p:cNvPr id="7240" name="addition:input:254">
              <a:extLst>
                <a:ext uri="{FF2B5EF4-FFF2-40B4-BE49-F238E27FC236}">
                  <ns2:creationId id="{FB8820D2-43CC-4037-9726-15322D8BF08C}"/>
                </a:ext>
              </a:extLst>
            </p:cNvPr>
            <p:cNvSpPr>
              <a:spLocks noGrp="1"/>
            </p:cNvSpPr>
            <p:nvPr/>
          </p:nvSpPr>
          <p:spPr>
            <a:xfrm>
              <a:off x="209550" y="5438775"/>
              <a:ext cx="2123237" cy="1355278"/>
            </a:xfrm>
            <a:custGeom>
              <a:rect l="l" t="t" r="r" b="b"/>
              <a:pathLst>
                <a:path w="1290" h="723">
                  <a:moveTo>
                    <a:pt x="0" y="0"/>
                  </a:moveTo>
                  <a:moveTo>
                    <a:pt x="1270" y="723"/>
                  </a:moveTo>
                  <a:lnTo>
                    <a:pt x="1279" y="703"/>
                  </a:lnTo>
                  <a:lnTo>
                    <a:pt x="1290" y="716"/>
                  </a:lnTo>
                  <a:close/>
                </a:path>
              </a:pathLst>
            </a:custGeom>
            <a:solidFill>
              <a:srgbClr val="263238">
                <a:alpha val="100000"/>
              </a:srgbClr>
            </a:solidFill>
            <a:ln>
              <a:noFill/>
            </a:ln>
          </p:spPr>
          <p:txBody>
            <a:bodyPr anchor="ctr"/>
            <a:lstStyle/>
            <a:p>
              <a:pPr algn="ctr">
                <a:buNone/>
              </a:pPr>
            </a:p>
          </p:txBody>
        </p:sp>
        <p:sp>
          <p:nvSpPr>
            <p:cNvPr id="7749" name="addition:input:t">
              <a:extLst>
                <a:ext uri="{FF2B5EF4-FFF2-40B4-BE49-F238E27FC236}">
                  <ns2:creationId id="{5B42B236-C663-4AA5-A720-E65DF3F3F729}"/>
                </a:ext>
              </a:extLst>
            </p:cNvPr>
            <p:cNvSpPr>
              <a:spLocks noGrp="1"/>
            </p:cNvSpPr>
            <p:nvPr/>
          </p:nvSpPr>
          <p:spPr>
            <a:xfrm>
              <a:off x="2562225" y="6534150"/>
              <a:ext cx="171450" cy="266700"/>
            </a:xfrm>
            <a:prstGeom prst="rect">
              <a:avLst/>
            </a:prstGeom>
            <a:noFill/>
            <a:ln w="0">
              <a:noFill/>
            </a:ln>
          </p:spPr>
          <p:txBody>
            <a:bodyPr wrap="none" lIns="0" tIns="0" rIns="0" bIns="0" anchor="ctr"/>
            <a:lstStyle>
              <a:defPPr>
                <a:defRPr sz="1725">
                  <a:solidFill>
                    <a:srgbClr val="263238"/>
                  </a:solidFill>
                  <a:latin typeface="Arial"/>
                  <a:ea typeface="Arial"/>
                  <a:cs typeface="Arial"/>
                </a:defRPr>
              </a:defPPr>
              <a:lvl1pPr>
                <a:defRPr sz="1725">
                  <a:solidFill>
                    <a:srgbClr val="263238"/>
                  </a:solidFill>
                  <a:latin typeface="Arial"/>
                  <a:ea typeface="Arial"/>
                  <a:cs typeface="Arial"/>
                </a:defRPr>
              </a:lvl1pPr>
              <a:lvl2pPr>
                <a:defRPr sz="1725">
                  <a:solidFill>
                    <a:srgbClr val="263238"/>
                  </a:solidFill>
                  <a:latin typeface="Arial"/>
                  <a:ea typeface="Arial"/>
                  <a:cs typeface="Arial"/>
                </a:defRPr>
              </a:lvl2pPr>
              <a:lvl3pPr>
                <a:defRPr sz="1725">
                  <a:solidFill>
                    <a:srgbClr val="263238"/>
                  </a:solidFill>
                  <a:latin typeface="Arial"/>
                  <a:ea typeface="Arial"/>
                  <a:cs typeface="Arial"/>
                </a:defRPr>
              </a:lvl3pPr>
              <a:lvl4pPr>
                <a:defRPr sz="1725">
                  <a:solidFill>
                    <a:srgbClr val="263238"/>
                  </a:solidFill>
                  <a:latin typeface="Arial"/>
                  <a:ea typeface="Arial"/>
                  <a:cs typeface="Arial"/>
                </a:defRPr>
              </a:lvl4pPr>
              <a:lvl5pPr>
                <a:defRPr sz="1725">
                  <a:solidFill>
                    <a:srgbClr val="263238"/>
                  </a:solidFill>
                  <a:latin typeface="Arial"/>
                  <a:ea typeface="Arial"/>
                  <a:cs typeface="Arial"/>
                </a:defRPr>
              </a:lvl5pPr>
              <a:lvl6pPr>
                <a:defRPr sz="1725">
                  <a:solidFill>
                    <a:srgbClr val="263238"/>
                  </a:solidFill>
                  <a:latin typeface="Arial"/>
                  <a:ea typeface="Arial"/>
                  <a:cs typeface="Arial"/>
                </a:defRPr>
              </a:lvl6pPr>
              <a:lvl7pPr>
                <a:defRPr sz="1725">
                  <a:solidFill>
                    <a:srgbClr val="263238"/>
                  </a:solidFill>
                  <a:latin typeface="Arial"/>
                  <a:ea typeface="Arial"/>
                  <a:cs typeface="Arial"/>
                </a:defRPr>
              </a:lvl7pPr>
              <a:lvl8pPr>
                <a:defRPr sz="1725">
                  <a:solidFill>
                    <a:srgbClr val="263238"/>
                  </a:solidFill>
                  <a:latin typeface="Arial"/>
                  <a:ea typeface="Arial"/>
                  <a:cs typeface="Arial"/>
                </a:defRPr>
              </a:lvl8pPr>
              <a:lvl9pPr>
                <a:defRPr sz="1725">
                  <a:solidFill>
                    <a:srgbClr val="263238"/>
                  </a:solidFill>
                  <a:latin typeface="Arial"/>
                  <a:ea typeface="Arial"/>
                  <a:cs typeface="Arial"/>
                </a:defRPr>
              </a:lvl9pPr>
            </a:lstStyle>
            <a:p>
              <a:pPr>
                <a:defRPr sz="1725">
                  <a:solidFill>
                    <a:srgbClr val="263238"/>
                  </a:solidFill>
                  <a:latin typeface="Arial"/>
                  <a:ea typeface="Arial"/>
                  <a:cs typeface="Arial"/>
                </a:defRPr>
              </a:pPr>
              <a:r>
                <a:rPr sz="1725">
                  <a:solidFill>
                    <a:srgbClr val="263238"/>
                  </a:solidFill>
                  <a:latin typeface="Arial"/>
                  <a:ea typeface="Arial"/>
                  <a:cs typeface="Arial"/>
                </a:rPr>
                <a:t>t</a:t>
              </a:r>
            </a:p>
          </p:txBody>
        </p:sp>
      </p:grpSp>
      <p:sp>
        <p:nvSpPr>
          <p:cNvPr id="22001" name="input:alternative:or">
            <a:extLst>
              <a:ext uri="{FF2B5EF4-FFF2-40B4-BE49-F238E27FC236}">
                <ns2:creationId id="{BBD08814-B9F0-49B1-92A9-82F72D76300D}"/>
              </a:ext>
            </a:extLst>
          </p:cNvPr>
          <p:cNvSpPr>
            <a:spLocks noGrp="1"/>
          </p:cNvSpPr>
          <p:nvPr/>
        </p:nvSpPr>
        <p:spPr>
          <a:xfrm>
            <a:off x="1143000" y="4448175"/>
            <a:ext cx="819150" cy="342900"/>
          </a:xfrm>
          <a:prstGeom prst="rect">
            <a:avLst/>
          </a:prstGeom>
          <a:noFill/>
          <a:ln w="0">
            <a:noFill/>
          </a:ln>
        </p:spPr>
        <p:txBody>
          <a:bodyPr wrap="none" lIns="0" tIns="0" rIns="0" bIns="0" anchor="ctr"/>
          <a:lstStyle>
            <a:defPPr algn="ctr">
              <a:defRPr sz="1800">
                <a:solidFill>
                  <a:srgbClr val="000000"/>
                </a:solidFill>
                <a:latin typeface="Arial"/>
                <a:ea typeface="Arial"/>
                <a:cs typeface="Arial"/>
              </a:defRPr>
            </a:defPPr>
            <a:lvl1pPr algn="ctr">
              <a:defRPr sz="1800">
                <a:solidFill>
                  <a:srgbClr val="000000"/>
                </a:solidFill>
                <a:latin typeface="Arial"/>
                <a:ea typeface="Arial"/>
                <a:cs typeface="Arial"/>
              </a:defRPr>
            </a:lvl1pPr>
            <a:lvl2pPr algn="ctr">
              <a:defRPr sz="1800">
                <a:solidFill>
                  <a:srgbClr val="000000"/>
                </a:solidFill>
                <a:latin typeface="Arial"/>
                <a:ea typeface="Arial"/>
                <a:cs typeface="Arial"/>
              </a:defRPr>
            </a:lvl2pPr>
            <a:lvl3pPr algn="ctr">
              <a:defRPr sz="1800">
                <a:solidFill>
                  <a:srgbClr val="000000"/>
                </a:solidFill>
                <a:latin typeface="Arial"/>
                <a:ea typeface="Arial"/>
                <a:cs typeface="Arial"/>
              </a:defRPr>
            </a:lvl3pPr>
            <a:lvl4pPr algn="ctr">
              <a:defRPr sz="1800">
                <a:solidFill>
                  <a:srgbClr val="000000"/>
                </a:solidFill>
                <a:latin typeface="Arial"/>
                <a:ea typeface="Arial"/>
                <a:cs typeface="Arial"/>
              </a:defRPr>
            </a:lvl4pPr>
            <a:lvl5pPr algn="ctr">
              <a:defRPr sz="1800">
                <a:solidFill>
                  <a:srgbClr val="000000"/>
                </a:solidFill>
                <a:latin typeface="Arial"/>
                <a:ea typeface="Arial"/>
                <a:cs typeface="Arial"/>
              </a:defRPr>
            </a:lvl5pPr>
            <a:lvl6pPr algn="ctr">
              <a:defRPr sz="1800">
                <a:solidFill>
                  <a:srgbClr val="000000"/>
                </a:solidFill>
                <a:latin typeface="Arial"/>
                <a:ea typeface="Arial"/>
                <a:cs typeface="Arial"/>
              </a:defRPr>
            </a:lvl6pPr>
            <a:lvl7pPr algn="ctr">
              <a:defRPr sz="1800">
                <a:solidFill>
                  <a:srgbClr val="000000"/>
                </a:solidFill>
                <a:latin typeface="Arial"/>
                <a:ea typeface="Arial"/>
                <a:cs typeface="Arial"/>
              </a:defRPr>
            </a:lvl7pPr>
            <a:lvl8pPr algn="ctr">
              <a:defRPr sz="1800">
                <a:solidFill>
                  <a:srgbClr val="000000"/>
                </a:solidFill>
                <a:latin typeface="Arial"/>
                <a:ea typeface="Arial"/>
                <a:cs typeface="Arial"/>
              </a:defRPr>
            </a:lvl8pPr>
            <a:lvl9pPr algn="ctr">
              <a:defRPr sz="1800">
                <a:solidFill>
                  <a:srgbClr val="000000"/>
                </a:solidFill>
                <a:latin typeface="Arial"/>
                <a:ea typeface="Arial"/>
                <a:cs typeface="Arial"/>
              </a:defRPr>
            </a:lvl9pPr>
          </a:lstStyle>
          <a:p>
            <a:pPr algn="ctr">
              <a:defRPr sz="1800">
                <a:solidFill>
                  <a:srgbClr val="000000"/>
                </a:solidFill>
                <a:latin typeface="Arial"/>
                <a:ea typeface="Arial"/>
                <a:cs typeface="Arial"/>
              </a:defRPr>
            </a:pPr>
            <a:r>
              <a:rPr sz="1800">
                <a:solidFill>
                  <a:srgbClr val="000000"/>
                </a:solidFill>
                <a:latin typeface="Arial"/>
                <a:ea typeface="Arial"/>
                <a:cs typeface="Arial"/>
              </a:rPr>
              <a:t>or</a:t>
            </a:r>
          </a:p>
        </p:txBody>
      </p:sp>
    </p:spTree>
    <p:extLst>
      <p:ext uri="{BB962C8B-B14F-4D97-AF65-F5344CB8AC3E}">
        <ns3:creationId val="6348037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2026-10-16T07:52:12.5540000Z</dcterms:created>
  <dcterms:modified xsi:type="dcterms:W3CDTF">2026-10-16T07:52:12.5540000Z</dcterms:modified>
</coreProperties>
</file>