
<file path=[Content_Types].xml><?xml version="1.0" encoding="utf-8"?>
<Types xmlns="http://schemas.openxmlformats.org/package/2006/content-types">
  <Default Extension="xml" ContentType="application/vnd.openxmlformats-package.core-properties+xml"/>
  <Default Extension="png" ContentType="image/pn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d866f054b3254409" /><Relationship Type="http://schemas.openxmlformats.org/officeDocument/2006/relationships/extended-properties" Target="/docProps/app.xml" Id="R3b235735336f4647" /><Relationship Type="http://schemas.openxmlformats.org/officeDocument/2006/relationships/officeDocument" Target="/ppt/presentation.xml" Id="Rdf2892134d47451b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8c3bf4271f734b75"/>
  </p:sldMasterIdLst>
  <p:notesMasterIdLst>
    <p:notesMasterId xmlns:r="http://schemas.openxmlformats.org/officeDocument/2006/relationships" r:id="Rfe84e0f27aaf418a"/>
  </p:notesMasterIdLst>
  <p:sldIdLst>
    <p:sldId xmlns:r="http://schemas.openxmlformats.org/officeDocument/2006/relationships" id="256" r:id="Rc74487e3a2ca4136"/>
  </p:sldIdLst>
  <p:sldSz cx="12192000" cy="6096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f3183fe96e6940e7" /><Relationship Type="http://schemas.openxmlformats.org/officeDocument/2006/relationships/slideMaster" Target="/ppt/slideMasters/slideMaster1.xml" Id="R8c3bf4271f734b75" /><Relationship Type="http://schemas.openxmlformats.org/officeDocument/2006/relationships/notesMaster" Target="/ppt/notesMasters/notesMaster1.xml" Id="Rfe84e0f27aaf418a" /><Relationship Type="http://schemas.openxmlformats.org/officeDocument/2006/relationships/presProps" Target="/ppt/presProps.xml" Id="Ra96e570766734b20" /><Relationship Type="http://schemas.openxmlformats.org/officeDocument/2006/relationships/tableStyles" Target="/ppt/tableStyles.xml" Id="R50d35a720b534a3c" /><Relationship Type="http://schemas.openxmlformats.org/officeDocument/2006/relationships/slide" Target="/ppt/slides/slide1.xml" Id="Rc74487e3a2ca4136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88fb9d0e82bc4d63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6afcc4e146ea4bc9" /><Relationship Type="http://schemas.openxmlformats.org/officeDocument/2006/relationships/notesMaster" Target="/ppt/notesMasters/notesMaster1.xml" Id="Rce2bceaab48045f8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{"sources": {"olr": {"maps": "/Users/lele/Desktop/MergeTreeMaps/RG-MTM/paper/evidence/oldbase20261023/olr_frozen_maps.npz", "maps_sha256": "bcd1171ebb3cc7420ea70b8094fbff0c599abb5330ca1db308506141005e4df2", "landmarks": "/Users/lele/Desktop/MergeTreeMaps/RG-MTM/code/results/public_metrics_20261016/olr_landmarks.npz", "landmarks_sha256": "08c7871c76c4af91240512f47264690c4ec5e6109838947e96eb689d3933a50c", "frames": 60, "display": {"TMTM": {"method": "anchor-aligned piecewise linear display reconstruction", "display_samples_per_frame": 15, "original_frames_exact": true, "original_rows": 2401, "no_scalar_overshoot": true, "aligned_intervals": 45, "interval_count": 59, "fallback_intervals": [[4, 5], [5, 6], [6, 7], [7, 8], [8, 9], [22, 23], [30, 31], [36, 37], [37, 38], [38, 39], [45, 46], [47, 48], [53, 54], [54, 55]], "jump_threshold_L": 0.2, "intervals": [{"frames": [0, 1], "aligned": true, "reason": "aligned", "common_tracks": [2, 0], "knots0": [0.0, 0.4483333333333333, 0.6741666666666667, 1.0], "knots1": [0.0, 0.4791666666666667, 0.7066666666666667, 1.0]}, {"frames": [1, 2], "aligned": true, "reason": "aligned", "common_tracks": [7, 2, 5, 0], "knots0": [0.0, 0.46958333333333335, 0.4791666666666667, 0.5275, 0.7066666666666667, 1.0], "knots1": [0.0, 0.44125, 0.4583333333333333, 0.5383333333333333, 0.72, 1.0]}, {"frames": [2, 3], "aligned": true, "reason": "aligned", "common_tracks": [7, 9, 0], "knots0": [0.0, 0.44125, 0.4633333333333333, 0.72, 1.0], "knots1": [0.0, 0.43291666666666667, 0.47708333333333336, 0.8054166666666667, 1.0]}, {"frames": [3, 4], "aligned": true, "reason": "aligned", "common_tracks": [7, 9, 13], "knots0": [0.0, 0.43291666666666667, 0.47708333333333336, 0.6058333333333333, 1.0], "knots1": [0.0, 0.41625, 0.5016666666666667, 0.5341666666666667, 1.0]}, {"frames": [4, 5], "aligned": false, "reason": "crossing extrema order", "common_tracks": [7, 9, 13, 14], "knots0": [0.0, 0.41625, 0.5016666666666667, 0.5341666666666667, 0.8645833333333334, 1.0], "knots1": [0.0, 0.43125, 0.5154166666666666, 0.2866666666666667, 0.8270833333333333, 1.0]}, {"frames": [5, 6], "aligned": false, "reason": "crossing extrema order", "common_tracks": [7, 18, 9, 14], "knots0": [0.0, 0.43125, 0.44, 0.5154166666666666, 0.8270833333333333, 1.0], "knots1": [0.0, 0.48375, 0.5679166666666666, 0.5033333333333333, 0.2758333333333333, 1.0]}, {"frames": [6, 7], "aligned": false, "reason": "crossing extrema order", "common_tracks": [14, 7, 18, 19], "knots0": [0.0, 0.2758333333333333, 0.48375, 0.5679166666666666, 0.7570833333333333, 1.0], "knots1": [0.0, 0.6975, 0.49291666666666667, 0.55625, 0.2579166666666667, 1.0]}, {"frames": [7, 8], "aligned": false, "reason": "crossing extrema order", "common_tracks": [7, 18, 14], "knots0": [0.0, 0.49291666666666667, 0.55625, 0.6975, 1.0], "knots1": [0.0, 0.49291666666666667, 0.3858333333333333, 0.7091666666666666, 1.0]}, {"frames": [8, 9], "aligned": false, "reason": "crossing extrema order", "common_tracks": [18, 7, 22, 14], "knots0": [0.0, 0.3858333333333333, 0.49291666666666667, 0.5758333333333333, 0.7091666666666666, 1.0], "knots1": [0.0, 0.6383333333333333, 0.5525, 0.4379166666666667, 0.7520833333333333, 1.0]}, {"frames": [9, 10], "aligned": true, "reason": "aligned", "common_tracks": [23, 7], "knots0": [0.0, 0.3770833333333333, 0.5525, 1.0], "knots1": [0.0, 0.355, 0.59125, 1.0]}, {"frames": [10, 11], "aligned": true, "reason": "aligned", "common_tracks": [23, 24, 7], "knots0": [0.0, 0.355, 0.4970833333333333, 0.59125, 1.0], "knots1": [0.0, 0.39, 0.4725, 0.6195833333333334, 1.0]}, {"frames": [11, 12], "aligned": true, "reason": "aligned", "common_tracks": [23, 7], "knots0": [0.0, 0.39, 0.6195833333333334, 1.0], "knots1": [0.0, 0.37333333333333335, 0.64125, 1.0]}, {"frames": [12, 13], "aligned": true, "reason": "aligned", "common_tracks": [23, 7, 28], "knots0": [0.0, 0.37333333333333335, 0.64125, 0.83625, 1.0], "knots1": [0.0, 0.41458333333333336, 0.5233333333333333, 0.75625, 1.0]}, {"frames": [13, 14], "aligned": true, "reason": "aligned", "common_tracks": [23, 30, 7], "knots0": [0.0, 0.41458333333333336, 0.45208333333333334, 0.5233333333333333, 1.0], "knots1": [0.0, 0.4075, 0.5216666666666666, 0.5920833333333333, 1.0]}, {"frames": [14, 15], "aligned": true, "reason": "aligned", "common_tracks": [23, 30], "knots0": [0.0, 0.4075, 0.5216666666666666, 1.0], "knots1": [0.0, 0.3904166666666667, 0.5341666666666667, 1.0]}, {"frames": [15, 16], "aligned": true, "reason": "aligned", "common_tracks": [23, 32], "knots0": [0.0, 0.3904166666666667, 0.41458333333333336, 1.0], "knots1": [0.0, 0.46625, 0.5029166666666667, 1.0]}, {"frames": [16, 17], "aligned": true, "reason": "aligned", "common_tracks": [32], "knots0": [0.0, 0.5029166666666667, 1.0], "knots1": [0.0, 0.4875, 1.0]}, {"frames": [17, 18], "aligned": true, "reason": "aligned", "common_tracks": [32], "knots0": [0.0, 0.4875, 1.0], "knots1": [0.0, 0.47541666666666665, 1.0]}, {"frames": [18, 19], "aligned": true, "reason": "aligned", "common_tracks": [32, 39], "knots0": [0.0, 0.47541666666666665, 0.6908333333333333, 1.0], "knots1": [0.0, 0.49666666666666665, 0.52125, 1.0]}, {"frames": [19, 20], "aligned": true, "reason": "aligned", "common_tracks": [32], "knots0": [0.0, 0.49666666666666665, 1.0], "knots1": [0.0, 0.47041666666666665, 1.0]}, {"frames": [20, 21], "aligned": true, "reason": "aligned", "common_tracks": [32, 47], "knots0": [0.0, 0.47041666666666665, 0.5870833333333333, 1.0], "knots1": [0.0, 0.46958333333333335, 0.6020833333333333, 1.0]}, {"frames": [21, 22], "aligned": true, "reason": "aligned", "common_tracks": [32, 47], "knots0": [0.0, 0.46958333333333335, 0.6020833333333333, 1.0], "knots1": [0.0, 0.46375, 0.5970833333333333, 1.0]}, {"frames": [22, 23], "aligned": false, "reason": "crossing extrema order", "common_tracks": [32, 47, 49], "knots0": [0.0, 0.46375, 0.5970833333333333, 0.7904166666666667, 1.0], "knots1": [0.0, 0.5220833333333333, 0.6229166666666667, 0.29291666666666666, 1.0]}, {"frames": [23, 24], "aligned": true, "reason": "aligned", "common_tracks": [51, 32, 47], "knots0": [0.0, 0.4008333333333333, 0.5220833333333333, 0.6229166666666667, 1.0], "knots1": [0.0, 0.36916666666666664, 0.5625, 0.6058333333333333, 1.0]}, {"frames": [24, 25], "aligned": true, "reason": "aligned", "common_tracks": [51, 32], "knots0": [0.0, 0.36916666666666664, 0.5625, 1.0], "knots1": [0.0, 0.38458333333333333, 0.5625, 1.0]}, {"frames": [25, 26], "aligned": true, "reason": "aligned", "common_tracks": [51, 32], "knots0": [0.0, 0.38458333333333333, 0.5625, 1.0], "knots1": [0.0, 0.41875, 0.5745833333333333, 1.0]}, {"frames": [26, 27], "aligned": true, "reason": "aligned", "common_tracks": [53, 32], "knots0": [0.0, 0.33208333333333334, 0.5745833333333333, 1.0], "knots1": [0.0, 0.43291666666666667, 0.7129166666666666, 1.0]}, {"frames": [27, 28], "aligned": true, "reason": "aligned", "common_tracks": [53, 32], "knots0": [0.0, 0.43291666666666667, 0.7129166666666666, 1.0], "knots1": [0.0, 0.3925, 0.8391666666666666, 1.0]}, {"frames": [28, 29], "aligned": true, "reason": "aligned", "common_tracks": [53, 56, 32], "knots0": [0.0, 0.3925, 0.52375, 0.8391666666666666, 1.0], "knots1": [0.0, 0.45, 0.5725, 0.8475, 1.0]}, {"frames": [29, 30], "aligned": true, "reason": "aligned", "common_tracks": [53], "knots0": [0.0, 0.45, 1.0], "knots1": [0.0, 0.49625, 1.0]}, {"frames": [30, 31], "aligned": false, "reason": "crossing extrema order", "common_tracks": [53, 58], "knots0": [0.0, 0.49625, 0.74125, 1.0], "knots1": [0.0, 0.5033333333333333, 0.22041666666666668, 1.0]}, {"frames": [31, 32], "aligned": true, "reason": "aligned", "common_tracks": [60, 53, 59], "knots0": [0.0, 0.31666666666666665, 0.5033333333333333, 0.6929166666666666, 1.0], "knots1": [0.0, 0.3525, 0.4845833333333333, 0.6666666666666666, 1.0]}, {"frames": [32, 33], "aligned": true, "reason": "aligned", "common_tracks": [60, 53, 59], "knots0": [0.0, 0.3525, 0.4845833333333333, 0.6666666666666666, 1.0], "knots1": [0.0, 0.32958333333333334, 0.43583333333333335, 0.67, 1.0]}, {"frames": [33, 34], "aligned": true, "reason": "aligned", "common_tracks": [60, 53, 59], "knots0": [0.0, 0.32958333333333334, 0.43583333333333335, 0.67, 1.0], "knots1": [0.0, 0.36041666666666666, 0.43916666666666665, 0.6829166666666666, 1.0]}, {"frames": [34, 35], "aligned": true, "reason": "aligned", "common_tracks": [53, 66, 59], "knots0": [0.0, 0.43916666666666665, 0.5283333333333333, 0.6829166666666666, 1.0], "knots1": [0.0, 0.46375, 0.6158333333333333, 0.6666666666666666, 1.0]}, {"frames": [35, 36], "aligned": true, "reason": "aligned", "common_tracks": [67, 53, 59], "knots0": [0.0, 0.38916666666666666, 0.46375, 0.6666666666666666, 1.0], "knots1": [0.0, 0.3570833333333333, 0.42791666666666667, 0.6254166666666666, 1.0]}, {"frames": [36, 37], "aligned": false, "reason": "crossing extrema order", "common_tracks": [53, 59, 68], "knots0": [0.0, 0.42791666666666667, 0.6254166666666666, 0.6679166666666667, 1.0], "knots1": [0.0, 0.43625, 0.605, 0.5508333333333333, 1.0]}, {"frames": [37, 38], "aligned": false, "reason": "crossing extrema order", "common_tracks": [53, 70, 59], "knots0": [0.0, 0.43625, 0.4708333333333333, 0.605, 1.0], "knots1": [0.0, 0.3333333333333333, 0.7791666666666667, 0.5491666666666667, 1.0]}, {"frames": [38, 39], "aligned": false, "reason": "crossing extrema order", "common_tracks": [53, 74, 73, 59], "knots0": [0.0, 0.3333333333333333, 0.5025, 0.5308333333333334, 0.5491666666666667, 1.0], "knots1": [0.0, 0.29875, 0.5029166666666667, 0.57375, 0.5520833333333334, 1.0]}, {"frames": [39, 40], "aligned": true, "reason": "aligned", "common_tracks": [53, 74, 59], "knots0": [0.0, 0.29875, 0.5029166666666667, 0.5520833333333334, 1.0], "knots1": [0.0, 0.3466666666666667, 0.4925, 0.5216666666666666, 1.0]}, {"frames": [40, 41], "aligned": true, "reason": "aligned", "common_tracks": [74, 59], "knots0": [0.0, 0.4925, 0.5216666666666666, 1.0], "knots1": [0.0, 0.45416666666666666, 0.48125, 1.0]}, {"frames": [41, 42], "aligned": true, "reason": "aligned", "common_tracks": [80, 82], "knots0": [0.0, 0.4820833333333333, 0.5720833333333334, 1.0], "knots1": [0.0, 0.44875, 0.5645833333333333, 1.0]}, {"frames": [42, 43], "aligned": true, "reason": "aligned", "common_tracks": [85, 80, 82], "knots0": [0.0, 0.43583333333333335, 0.44875, 0.5645833333333333, 1.0], "knots1": [0.0, 0.435, 0.4608333333333333, 0.5604166666666667, 1.0]}, {"frames": [43, 44], "aligned": true, "reason": "aligned", "common_tracks": [85, 87, 80, 82], "knots0": [0.0, 0.435, 0.4454166666666667, 0.4608333333333333, 0.5604166666666667, 1.0], "knots1": [0.0, 0.43, 0.43875, 0.47041666666666665, 0.6033333333333334, 1.0]}, {"frames": [44, 45], "aligned": true, "reason": "aligned", "common_tracks": [80, 82], "knots0": [0.0, 0.47041666666666665, 0.6033333333333334, 1.0], "knots1": [0.0, 0.4866666666666667, 0.535, 1.0]}, {"frames": [45, 46], "aligned": false, "reason": "crossing extrema order", "common_tracks": [80, 92], "knots0": [0.0, 0.4866666666666667, 0.5, 1.0], "knots1": [0.0, 0.5579166666666666, 0.4845833333333333, 1.0]}, {"frames": [46, 47], "aligned": true, "reason": "aligned", "common_tracks": [92, 80], "knots0": [0.0, 0.4845833333333333, 0.5579166666666666, 1.0], "knots1": [0.0, 0.47625, 0.57, 1.0]}, {"frames": [47, 48], "aligned": false, "reason": "crossing extrema order", "common_tracks": [92, 96, 80, 95], "knots0": [0.0, 0.47625, 0.55625, 0.57, 0.6483333333333333, 1.0], "knots1": [0.0, 0.5025, 0.37833333333333335, 0.54, 0.66875, 1.0]}, {"frames": [48, 49], "aligned": true, "reason": "aligned", "common_tracks": [96, 92, 95], "knots0": [0.0, 0.37833333333333335, 0.5025, 0.66875, 1.0], "knots1": [0.0, 0.4166666666666667, 0.4975, 0.72875, 1.0]}, {"frames": [49, 50], "aligned": true, "reason": "aligned", "common_tracks": [96, 100, 95], "knots0": [0.0, 0.4166666666666667, 0.5475, 0.72875, 1.0], "knots1": [0.0, 0.4554166666666667, 0.53625, 0.75625, 1.0]}, {"frames": [50, 51], "aligned": true, "reason": "aligned", "common_tracks": [96, 100, 95], "knots0": [0.0, 0.4554166666666667, 0.53625, 0.75625, 1.0], "knots1": [0.0, 0.46958333333333335, 0.52875, 0.7079166666666666, 1.0]}, {"frames": [51, 52], "aligned": true, "reason": "aligned", "common_tracks": [96, 102, 95], "knots0": [0.0, 0.46958333333333335, 0.5820833333333333, 0.7079166666666666, 1.0], "knots1": [0.0, 0.475, 0.58, 0.7258333333333333, 1.0]}, {"frames": [52, 53], "aligned": true, "reason": "aligned", "common_tracks": [96], "knots0": [0.0, 0.475, 1.0], "knots1": [0.0, 0.4891666666666667, 1.0]}, {"frames": [53, 54], "aligned": false, "reason": "crossing extrema order", "common_tracks": [96, 105], "knots0": [0.0, 0.4891666666666667, 0.5541666666666667, 1.0], "knots1": [0.0, 0.4320833333333333, 0.3745833333333333, 1.0]}, {"frames": [54, 55], "aligned": false, "reason": "crossing extrema order", "common_tracks": [105, 96, 106], "knots0": [0.0, 0.3745833333333333, 0.4320833333333333, 0.6058333333333333, 1.0], "knots1": [0.0, 0.48333333333333334, 0.4245833333333333, 0.6020833333333333, 1.0]}, {"frames": [55, 56], "aligned": true, "reason": "aligned", "common_tracks": [105, 106], "knots0": [0.0, 0.48333333333333334, 0.6020833333333333, 1.0], "knots1": [0.0, 0.37666666666666665, 0.53125, 1.0]}, {"frames": [56, 57], "aligned": true, "reason": "aligned", "common_tracks": [105, 106], "knots0": [0.0, 0.37666666666666665, 0.53125, 1.0], "knots1": [0.0, 0.4320833333333333, 0.5216666666666666, 1.0]}, {"frames": [57, 58], "aligned": true, "reason": "aligned", "common_tracks": [106], "knots0": [0.0, 0.5216666666666666, 1.0], "knots1": [0.0, 0.46458333333333335, 1.0]}, {"frames": [58, 59], "aligned": true, "reason": "aligned", "common_tracks": [106], "knots0": [0.0, 0.46458333333333335, 1.0], "knots1": [0.0, 0.5008333333333334, 1.0]}], "scope": "Intermediate columns are display reconstruction, not observations or new RG-MTM layout/optimization results. Scientific metrics use original saved frames."}, "ST-MTM": {"method": "anchor-aligned piecewise linear display reconstruction", "display_samples_per_frame": 15, "original_frames_exact": true, "original_rows": 4096, "no_scalar_overshoot": true, "aligned_intervals": 58, "interval_count": 59, "fallback_intervals": [[5, 6]], "jump_threshold_L": 0.2, "intervals": [{"frames": [0, 1], "aligned": true, "reason": "aligned", "common_tracks": [0, 2], "knots0": [0.0, 0.12551892551892552, 0.2754578754578755, 1.0], "knots1": [0.0, 0.09841269841269841, 0.30256410256410254, 1.0]}, {"frames": [1, 2], "aligned": true, "reason": "aligned", "common_tracks": [0, 5, 7, 2], "knots0": [0.0, 0.09841269841269841, 0.17924297924297924, 0.2525030525030525, 0.30256410256410254, 1.0], "knots1": [0.0, 0.08302808302808302, 0.18095238095238095, 0.2571428571428571, 0.3115995115995116, 1.0]}, {"frames": [2, 3], "aligned": true, "reason": "aligned", "common_tracks": [0, 7, 9], "knots0": [0.0, 0.08302808302808302, 0.2571428571428571, 0.33455433455433453, 1.0], "knots1": [0.0, 0.07545787545787545, 0.252991452991453, 0.34627594627594627, 1.0]}, {"frames": [3, 4], "aligned": true, "reason": "aligned", "common_tracks": [7, 9, 13], "knots0": [0.0, 0.252991452991453, 0.34627594627594627, 0.43443223443223444, 1.0], "knots1": [0.0, 0.24444444444444444, 0.35433455433455435, 0.4351648351648352, 1.0]}, {"frames": [4, 5], "aligned": true, "reason": "aligned", "common_tracks": [14, 7, 9, 13], "knots0": [0.0, 0.0905982905982906, 0.24444444444444444, 0.35433455433455435, 0.4351648351648352, 1.0], "knots1": [0.0, 0.08278388278388278, 0.22124542124542124, 0.3413919413919414, 0.47863247863247865, 1.0]}, {"frames": [5, 6], "aligned": false, "reason": "crossing extrema order", "common_tracks": [14, 7, 18, 9], "knots0": [0.0, 0.08278388278388278, 0.22124542124542124, 0.22173382173382172, 0.3413919413919414, 1.0], "knots1": [0.0, 0.08815628815628816, 0.2656898656898657, 0.18656898656898657, 0.32722832722832723, 1.0]}, {"frames": [6, 7], "aligned": true, "reason": "aligned", "common_tracks": [14, 18, 7, 19], "knots0": [0.0, 0.08815628815628816, 0.18656898656898657, 0.2656898656898657, 0.5470085470085471, 1.0], "knots1": [0.0, 0.08107448107448108, 0.17582417582417584, 0.30964590964590966, 0.5206349206349207, 1.0]}, {"frames": [7, 8], "aligned": true, "reason": "aligned", "common_tracks": [14, 18, 7], "knots0": [0.0, 0.08107448107448108, 0.17582417582417584, 0.30964590964590966, 1.0], "knots1": [0.0, 0.08864468864468865, 0.17045177045177046, 0.3076923076923077, 1.0]}, {"frames": [8, 9], "aligned": true, "reason": "aligned", "common_tracks": [14, 18, 7, 22], "knots0": [0.0, 0.08864468864468865, 0.17045177045177046, 0.3076923076923077, 0.42002442002442003, 1.0], "knots1": [0.0, 0.10573870573870574, 0.17997557997557997, 0.2903540903540904, 0.41074481074481073, 1.0]}, {"frames": [9, 10], "aligned": true, "reason": "aligned", "common_tracks": [7, 23], "knots0": [0.0, 0.2903540903540904, 0.5194139194139195, 1.0], "knots1": [0.0, 0.28498168498168497, 0.5247863247863248, 1.0]}, {"frames": [10, 11], "aligned": true, "reason": "aligned", "common_tracks": [7, 24, 23], "knots0": [0.0, 0.28498168498168497, 0.3702075702075702, 0.5247863247863248, 1.0], "knots1": [0.0, 0.26935286935286934, 0.36923076923076925, 0.5411477411477411, 1.0]}, {"frames": [11, 12], "aligned": true, "reason": "aligned", "common_tracks": [7, 23], "knots0": [0.0, 0.26935286935286934, 0.5411477411477411, 1.0], "knots1": [0.0, 0.29816849816849816, 0.5123321123321123, 1.0]}, {"frames": [12, 13], "aligned": true, "reason": "aligned", "common_tracks": [28, 7, 23], "knots0": [0.0, 0.2532356532356532, 0.29816849816849816, 0.5123321123321123, 1.0], "knots1": [0.0, 0.24322344322344322, 0.3465201465201465, 0.473992673992674, 1.0]}, {"frames": [13, 14], "aligned": true, "reason": "aligned", "common_tracks": [7, 30, 23], "knots0": [0.0, 0.3465201465201465, 0.3941391941391941, 0.473992673992674, 1.0], "knots1": [0.0, 0.31135531135531136, 0.3921855921855922, 0.5111111111111111, 1.0]}, {"frames": [14, 15], "aligned": true, "reason": "aligned", "common_tracks": [30, 23], "knots0": [0.0, 0.3921855921855922, 0.5111111111111111, 1.0], "knots1": [0.0, 0.3873015873015873, 0.515995115995116, 1.0]}, {"frames": [15, 16], "aligned": true, "reason": "aligned", "common_tracks": [23, 32], "knots0": [0.0, 0.515995115995116, 0.5816849816849817, 1.0], "knots1": [0.0, 0.5074481074481074, 0.58998778998779, 1.0]}, {"frames": [16, 17], "aligned": true, "reason": "aligned", "common_tracks": [32], "knots0": [0.0, 0.58998778998779, 1.0], "knots1": [0.0, 0.58998778998779, 1.0]}, {"frames": [17, 18], "aligned": true, "reason": "aligned", "common_tracks": [32], "knots0": [0.0, 0.58998778998779, 1.0], "knots1": [0.0, 0.58998778998779, 1.0]}, {"frames": [18, 19], "aligned": true, "reason": "aligned", "common_tracks": [39, 32], "knots0": [0.0, 0.4713064713064713, 0.58998778998779, 1.0], "knots1": [0.0, 0.4852258852258852, 0.576068376068376, 1.0]}, {"frames": [19, 20], "aligned": true, "reason": "aligned", "common_tracks": [32], "knots0": [0.0, 0.576068376068376, 1.0], "knots1": [0.0, 0.576068376068376, 1.0]}, {"frames": [20, 21], "aligned": true, "reason": "aligned", "common_tracks": [47, 32], "knots0": [0.0, 0.4261294261294261, 0.576068376068376, 1.0], "knots1": [0.0, 0.4266178266178266, 0.5755799755799755, 1.0]}, {"frames": [21, 22], "aligned": true, "reason": "aligned", "common_tracks": [47, 32], "knots0": [0.0, 0.4266178266178266, 0.5755799755799755, 1.0], "knots1": [0.0, 0.4192918192918193, 0.582905982905983, 1.0]}, {"frames": [22, 23], "aligned": true, "reason": "aligned", "common_tracks": [47, 32, 49], "knots0": [0.0, 0.4192918192918193, 0.582905982905983, 0.8092796092796093, 1.0], "knots1": [0.0, 0.452014652014652, 0.5699633699633699, 0.7894993894993895, 1.0]}, {"frames": [23, 24], "aligned": true, "reason": "aligned", "common_tracks": [47, 32, 51], "knots0": [0.0, 0.452014652014652, 0.5699633699633699, 0.6945054945054945, 1.0], "knots1": [0.0, 0.45274725274725275, 0.5426129426129426, 0.7208791208791209, 1.0]}, {"frames": [24, 25], "aligned": true, "reason": "aligned", "common_tracks": [32, 51], "knots0": [0.0, 0.5426129426129426, 0.7208791208791209, 1.0], "knots1": [0.0, 0.5306471306471306, 0.7328449328449328, 1.0]}, {"frames": [25, 26], "aligned": true, "reason": "aligned", "common_tracks": [32, 51], "knots0": [0.0, 0.5306471306471306, 0.7328449328449328, 1.0], "knots1": [0.0, 0.5435897435897435, 0.7199023199023199, 1.0]}, {"frames": [26, 27], "aligned": true, "reason": "aligned", "common_tracks": [32, 53], "knots0": [0.0, 0.5435897435897435, 0.8493284493284493, 1.0], "knots1": [0.0, 0.5826617826617827, 0.8102564102564103, 1.0]}, {"frames": [27, 28], "aligned": true, "reason": "aligned", "common_tracks": [32, 53], "knots0": [0.0, 0.5826617826617827, 0.8102564102564103, 1.0], "knots1": [0.0, 0.6297924297924298, 0.7631257631257631, 1.0]}, {"frames": [28, 29], "aligned": true, "reason": "aligned", "common_tracks": [32, 53, 56], "knots0": [0.0, 0.6297924297924298, 0.7631257631257631, 0.927960927960928, 1.0], "knots1": [0.0, 0.6412698412698413, 0.7355311355311356, 0.944078144078144, 1.0]}, {"frames": [29, 30], "aligned": true, "reason": "aligned", "common_tracks": [53], "knots0": [0.0, 0.7355311355311356, 1.0], "knots1": [0.0, 0.7355311355311356, 1.0]}, {"frames": [30, 31], "aligned": true, "reason": "aligned", "common_tracks": [53, 58], "knots0": [0.0, 0.7355311355311356, 0.8400488400488401, 1.0], "knots1": [0.0, 0.7067155067155068, 0.8691086691086691, 1.0]}, {"frames": [31, 32], "aligned": true, "reason": "aligned", "common_tracks": [59, 53, 60], "knots0": [0.0, 0.5054945054945055, 0.7067155067155068, 0.8622710622710623, 1.0], "knots1": [0.0, 0.5006105006105006, 0.7106227106227107, 0.8625152625152626, 1.0]}, {"frames": [32, 33], "aligned": true, "reason": "aligned", "common_tracks": [59, 53, 60], "knots0": [0.0, 0.5006105006105006, 0.7106227106227107, 0.8625152625152626, 1.0], "knots1": [0.0, 0.4666666666666667, 0.737973137973138, 0.8698412698412699, 1.0]}, {"frames": [33, 34], "aligned": true, "reason": "aligned", "common_tracks": [59, 53, 60], "knots0": [0.0, 0.4666666666666667, 0.737973137973138, 0.8698412698412699, 1.0], "knots1": [0.0, 0.4908424908424908, 0.7384615384615385, 0.8451770451770452, 1.0]}, {"frames": [34, 35], "aligned": true, "reason": "aligned", "common_tracks": [59, 66, 53], "knots0": [0.0, 0.4908424908424908, 0.6434676434676435, 0.7384615384615385, 1.0], "knots1": [0.0, 0.5184371184371185, 0.6131868131868132, 0.7411477411477412, 1.0]}, {"frames": [35, 36], "aligned": true, "reason": "aligned", "common_tracks": [59, 67, 53], "knots0": [0.0, 0.5184371184371185, 0.6984126984126984, 0.7411477411477412, 1.0], "knots1": [0.0, 0.5069597069597069, 0.6976800976800976, 0.7531135531135531, 1.0]}, {"frames": [36, 37], "aligned": true, "reason": "aligned", "common_tracks": [68, 59, 53], "knots0": [0.0, 0.4261294261294261, 0.5069597069597069, 0.7531135531135531, 1.0], "knots1": [0.0, 0.3968253968253968, 0.5230769230769231, 0.7665445665445666, 1.0]}, {"frames": [37, 38], "aligned": true, "reason": "aligned", "common_tracks": [59, 53, 70], "knots0": [0.0, 0.5230769230769231, 0.7665445665445666, 0.8224664224664224, 1.0], "knots1": [0.0, 0.5277167277167277, 0.7643467643467643, 0.8197802197802198, 1.0]}, {"frames": [38, 39], "aligned": true, "reason": "aligned", "common_tracks": [73, 59, 74, 53], "knots0": [0.0, 0.45616605616605616, 0.5277167277167277, 0.6185592185592186, 0.7643467643467643, 1.0], "knots1": [0.0, 0.4481074481074481, 0.5264957264957265, 0.6256410256410256, 0.7667887667887668, 1.0]}, {"frames": [39, 40], "aligned": true, "reason": "aligned", "common_tracks": [59, 74, 53], "knots0": [0.0, 0.5264957264957265, 0.6256410256410256, 0.7667887667887668, 1.0], "knots1": [0.0, 0.5284493284493285, 0.6378510378510378, 0.7526251526251526, 1.0]}, {"frames": [40, 41], "aligned": true, "reason": "aligned", "common_tracks": [59, 74], "knots0": [0.0, 0.5284493284493285, 0.6378510378510378, 1.0], "knots1": [0.0, 0.5313797313797314, 0.6346764346764346, 1.0]}, {"frames": [41, 42], "aligned": true, "reason": "aligned", "common_tracks": [80, 82], "knots0": [0.0, 0.5216117216117216, 0.7514041514041514, 1.0], "knots1": [0.0, 0.5550671550671551, 0.717948717948718, 1.0]}, {"frames": [42, 43], "aligned": true, "reason": "aligned", "common_tracks": [85, 80, 82], "knots0": [0.0, 0.4896214896214896, 0.5550671550671551, 0.717948717948718, 1.0], "knots1": [0.0, 0.48547008547008547, 0.5699633699633699, 0.7072039072039072, 1.0]}, {"frames": [43, 44], "aligned": true, "reason": "aligned", "common_tracks": [87, 85, 80, 82], "knots0": [0.0, 0.4295482295482295, 0.48547008547008547, 0.5699633699633699, 0.7072039072039072, 1.0], "knots1": [0.0, 0.4163614163614164, 0.47057387057387057, 0.5577533577533578, 0.7474969474969475, 1.0]}, {"frames": [44, 45], "aligned": true, "reason": "aligned", "common_tracks": [80, 82], "knots0": [0.0, 0.5577533577533578, 0.7474969474969475, 1.0], "knots1": [0.0, 0.5636141636141636, 0.7416361416361417, 1.0]}, {"frames": [45, 46], "aligned": true, "reason": "aligned", "common_tracks": [80, 92], "knots0": [0.0, 0.5636141636141636, 0.6417582417582418, 1.0], "knots1": [0.0, 0.5308913308913309, 0.6744810744810745, 1.0]}, {"frames": [46, 47], "aligned": true, "reason": "aligned", "common_tracks": [80, 92], "knots0": [0.0, 0.5308913308913309, 0.6744810744810745, 1.0], "knots1": [0.0, 0.5128205128205128, 0.6923076923076923, 1.0]}, {"frames": [47, 48], "aligned": true, "reason": "aligned", "common_tracks": [96, 80, 92, 95], "knots0": [0.0, 0.452991452991453, 0.5128205128205128, 0.6923076923076923, 0.7604395604395604, 1.0], "knots1": [0.0, 0.4380952380952381, 0.5452991452991452, 0.6671550671550671, 0.7682539682539683, 1.0]}, {"frames": [48, 49], "aligned": true, "reason": "aligned", "common_tracks": [96, 92, 95], "knots0": [0.0, 0.4380952380952381, 0.6671550671550671, 0.7682539682539683, 1.0], "knots1": [0.0, 0.4256410256410256, 0.6942612942612942, 0.7538461538461538, 1.0]}, {"frames": [49, 50], "aligned": true, "reason": "aligned", "common_tracks": [96, 100, 95], "knots0": [0.0, 0.4256410256410256, 0.5882783882783883, 0.7538461538461538, 1.0], "knots1": [0.0, 0.4293040293040293, 0.5721611721611721, 0.7663003663003664, 1.0]}, {"frames": [50, 51], "aligned": true, "reason": "aligned", "common_tracks": [96, 100, 95], "knots0": [0.0, 0.4293040293040293, 0.5721611721611721, 0.7663003663003664, 1.0], "knots1": [0.0, 0.44932844932844934, 0.5538461538461539, 0.7643467643467643, 1.0]}, {"frames": [51, 52], "aligned": true, "reason": "aligned", "common_tracks": [102, 96, 95], "knots0": [0.0, 0.3499389499389499, 0.44932844932844934, 0.7643467643467643, 1.0], "knots1": [0.0, 0.3448107448107448, 0.45958485958485956, 0.7592185592185592, 1.0]}, {"frames": [52, 53], "aligned": true, "reason": "aligned", "common_tracks": [96], "knots0": [0.0, 0.45958485958485956, 1.0], "knots1": [0.0, 0.45958485958485956, 1.0]}, {"frames": [53, 54], "aligned": true, "reason": "aligned", "common_tracks": [96, 105], "knots0": [0.0, 0.45958485958485956, 0.5851037851037851, 1.0], "knots1": [0.0, 0.4481074481074481, 0.5965811965811966, 1.0]}, {"frames": [54, 55], "aligned": true, "reason": "aligned", "common_tracks": [106, 96, 105], "knots0": [0.0, 0.2437118437118437, 0.4481074481074481, 0.5965811965811966, 1.0], "knots1": [0.0, 0.2564102564102564, 0.4603174603174603, 0.5716727716727716, 1.0]}, {"frames": [55, 56], "aligned": true, "reason": "aligned", "common_tracks": [106, 105], "knots0": [0.0, 0.2564102564102564, 0.5716727716727716, 1.0], "knots1": [0.0, 0.30622710622710625, 0.5221001221001221, 1.0]}, {"frames": [56, 57], "aligned": true, "reason": "aligned", "common_tracks": [106, 105], "knots0": [0.0, 0.30622710622710625, 0.5221001221001221, 1.0], "knots1": [0.0, 0.32673992673992674, 0.5015873015873016, 1.0]}, {"frames": [57, 58], "aligned": true, "reason": "aligned", "common_tracks": [106], "knots0": [0.0, 0.32673992673992674, 1.0], "knots1": [0.0, 0.32673992673992674, 1.0]}, {"frames": [58, 59], "aligned": true, "reason": "aligned", "common_tracks": [106], "knots0": [0.0, 0.32673992673992674, 1.0], "knots1": [0.0, 0.32673992673992674, 1.0]}], "scope": "Intermediate columns are display reconstruction, not observations or new RG-MTM layout/optimization results. Scientific metrics use original saved frames."}, "A": {"method": "anchor-aligned piecewise linear display reconstruction", "display_samples_per_frame": 15, "original_frames_exact": true, "original_rows": 4096, "no_scalar_overshoot": true, "aligned_intervals": 54, "interval_count": 59, "fallback_intervals": [[11, 12], [27, 28], [33, 34], [51, 52], [55, 56]], "jump_threshold_L": 0.2, "intervals": [{"frames": [0, 1], "aligned": true, "reason": "aligned", "common_tracks": [2, 0], "knots0": [0.0, 0.6190476190476191, 0.9062271062271062, 1.0], "knots1": [0.0, 0.4827838827838828, 0.884004884004884, 1.0]}, {"frames": [1, 2], "aligned": true, "reason": "aligned", "common_tracks": [2, 7, 5, 0], "knots0": [0.0, 0.4827838827838828, 0.6068376068376068, 0.7772893772893773, 0.884004884004884, 1.0], "knots1": [0.0, 0.4627594627594628, 0.5902319902319902, 0.7477411477411477, 0.9299145299145299, 1.0]}, {"frames": [2, 3], "aligned": true, "reason": "aligned", "common_tracks": [9, 7, 0], "knots0": [0.0, 0.4166056166056166, 0.5902319902319902, 0.9299145299145299, 1.0], "knots1": [0.0, 0.36117216117216117, 0.5941391941391941, 0.9086691086691087, 1.0]}, {"frames": [3, 4], "aligned": true, "reason": "aligned", "common_tracks": [13, 9, 7], "knots0": [0.0, 0.17826617826617827, 0.36117216117216117, 0.5941391941391941, 1.0], "knots1": [0.0, 0.15018315018315018, 0.34554334554334554, 0.6471306471306472, 1.0]}, {"frames": [4, 5], "aligned": true, "reason": "aligned", "common_tracks": [13, 9, 7, 14], "knots0": [0.0, 0.15018315018315018, 0.34554334554334554, 0.6471306471306472, 0.8351648351648352, 1.0], "knots1": [0.0, 0.12673992673992673, 0.398046398046398, 0.6603174603174603, 0.9465201465201465, 1.0]}, {"frames": [5, 6], "aligned": true, "reason": "aligned", "common_tracks": [9, 7, 18, 14], "knots0": [0.0, 0.398046398046398, 0.6603174603174603, 0.6954822954822955, 0.9465201465201465, 1.0], "knots1": [0.0, 0.5037851037851038, 0.6334554334554334, 0.802930402930403, 0.9687423687423687, 1.0]}, {"frames": [6, 7], "aligned": true, "reason": "aligned", "common_tracks": [19, 7, 18, 14], "knots0": [0.0, 0.021733821733821733, 0.6334554334554334, 0.802930402930403, 0.9687423687423687, 1.0], "knots1": [0.0, 0.04468864468864469, 0.4590964590964591, 0.8236874236874236, 0.9538461538461539, 1.0]}, {"frames": [7, 8], "aligned": true, "reason": "aligned", "common_tracks": [7, 18, 14], "knots0": [0.0, 0.4590964590964591, 0.8236874236874236, 0.9538461538461539, 1.0], "knots1": [0.0, 0.5675213675213675, 0.8459096459096459, 0.9709401709401709, 1.0]}, {"frames": [8, 9], "aligned": true, "reason": "aligned", "common_tracks": [22, 7, 18, 14], "knots0": [0.0, 0.29426129426129427, 0.5675213675213675, 0.8459096459096459, 0.9709401709401709, 1.0], "knots1": [0.0, 0.3362637362637363, 0.6263736263736264, 0.8459096459096459, 0.9733821733821734, 1.0]}, {"frames": [9, 10], "aligned": true, "reason": "aligned", "common_tracks": [23, 7], "knots0": [0.0, 0.0971916971916972, 0.6263736263736264, 1.0], "knots1": [0.0, 0.19706959706959706, 0.6661782661782661, 1.0]}, {"frames": [10, 11], "aligned": true, "reason": "aligned", "common_tracks": [23, 24, 7], "knots0": [0.0, 0.19706959706959706, 0.5208791208791209, 0.6661782661782661, 1.0], "knots1": [0.0, 0.11086691086691086, 0.5213675213675214, 0.7062271062271063, 1.0]}, {"frames": [11, 12], "aligned": false, "reason": "large position jump", "common_tracks": [23, 7], "knots0": [0.0, 0.11086691086691086, 0.7062271062271063, 1.0], "knots1": [0.0, 0.33577533577533575, 0.7023199023199023, 1.0]}, {"frames": [12, 13], "aligned": true, "reason": "aligned", "common_tracks": [23, 7, 28], "knots0": [0.0, 0.33577533577533575, 0.7023199023199023, 0.7492063492063492, 1.0], "knots1": [0.0, 0.3665445665445665, 0.6544566544566545, 0.8105006105006105, 1.0]}, {"frames": [13, 14], "aligned": true, "reason": "aligned", "common_tracks": [23, 30, 7], "knots0": [0.0, 0.3665445665445665, 0.5445665445665445, 0.6544566544566545, 1.0], "knots1": [0.0, 0.252014652014652, 0.5340659340659341, 0.7137973137973138, 1.0]}, {"frames": [14, 15], "aligned": true, "reason": "aligned", "common_tracks": [23, 30], "knots0": [0.0, 0.252014652014652, 0.5340659340659341, 1.0], "knots1": [0.0, 0.31648351648351647, 0.6058608058608058, 1.0]}, {"frames": [15, 16], "aligned": true, "reason": "aligned", "common_tracks": [32, 23], "knots0": [0.0, 0.17264957264957265, 0.31648351648351647, 1.0], "knots1": [0.0, 0.13626373626373625, 0.33015873015873015, 1.0]}, {"frames": [16, 17], "aligned": true, "reason": "aligned", "common_tracks": [32], "knots0": [0.0, 0.13626373626373625, 1.0], "knots1": [0.0, 0.22832722832722832, 1.0]}, {"frames": [17, 18], "aligned": true, "reason": "aligned", "common_tracks": [32], "knots0": [0.0, 0.22832722832722832, 1.0], "knots1": [0.0, 0.3167277167277167, 1.0]}, {"frames": [18, 19], "aligned": true, "reason": "aligned", "common_tracks": [32, 39], "knots0": [0.0, 0.3167277167277167, 0.671062271062271, 1.0], "knots1": [0.0, 0.46202686202686205, 0.6107448107448108, 1.0]}, {"frames": [19, 20], "aligned": true, "reason": "aligned", "common_tracks": [32], "knots0": [0.0, 0.46202686202686205, 1.0], "knots1": [0.0, 0.513064713064713, 1.0]}, {"frames": [20, 21], "aligned": true, "reason": "aligned", "common_tracks": [32, 47], "knots0": [0.0, 0.513064713064713, 0.8627594627594628, 1.0], "knots1": [0.0, 0.46153846153846156, 0.8754578754578755, 1.0]}, {"frames": [21, 22], "aligned": true, "reason": "aligned", "common_tracks": [32, 47], "knots0": [0.0, 0.46153846153846156, 0.8754578754578755, 1.0], "knots1": [0.0, 0.5858363858363859, 0.8913308913308914, 1.0]}, {"frames": [22, 23], "aligned": true, "reason": "aligned", "common_tracks": [49, 32, 47], "knots0": [0.0, 0.05811965811965812, 0.5858363858363859, 0.8913308913308914, 1.0], "knots1": [0.0, 0.11794871794871795, 0.5982905982905983, 0.8102564102564103, 1.0]}, {"frames": [23, 24], "aligned": true, "reason": "aligned", "common_tracks": [51, 32, 47], "knots0": [0.0, 0.31233211233211233, 0.5982905982905983, 0.8102564102564103, 1.0], "knots1": [0.0, 0.19706959706959706, 0.6332112332112332, 0.8175824175824176, 1.0]}, {"frames": [24, 25], "aligned": true, "reason": "aligned", "common_tracks": [51, 32], "knots0": [0.0, 0.19706959706959706, 0.6332112332112332, 1.0], "knots1": [0.0, 0.29084249084249086, 0.7157509157509158, 1.0]}, {"frames": [25, 26], "aligned": true, "reason": "aligned", "common_tracks": [51, 32], "knots0": [0.0, 0.29084249084249086, 0.7157509157509158, 1.0], "knots1": [0.0, 0.4073260073260073, 0.8317460317460318, 1.0]}, {"frames": [26, 27], "aligned": true, "reason": "aligned", "common_tracks": [53, 32], "knots0": [0.0, 0.16043956043956045, 0.8317460317460318, 1.0], "knots1": [0.0, 0.21636141636141637, 0.8097680097680098, 1.0]}, {"frames": [27, 28], "aligned": false, "reason": "large position jump", "common_tracks": [53, 32], "knots0": [0.0, 0.21636141636141637, 0.8097680097680098, 1.0], "knots1": [0.0, 0.6185592185592186, 0.8984126984126984, 1.0]}, {"frames": [28, 29], "aligned": true, "reason": "aligned", "common_tracks": [56, 53, 32], "knots0": [0.0, 0.3001221001221001, 0.6185592185592186, 0.8984126984126984, 1.0], "knots1": [0.0, 0.1794871794871795, 0.6205128205128205, 0.7824175824175824, 1.0]}, {"frames": [29, 30], "aligned": true, "reason": "aligned", "common_tracks": [53], "knots0": [0.0, 0.6205128205128205, 1.0], "knots1": [0.0, 0.43223443223443225, 1.0]}, {"frames": [30, 31], "aligned": true, "reason": "aligned", "common_tracks": [53, 58], "knots0": [0.0, 0.43223443223443225, 0.6808302808302809, 1.0], "knots1": [0.0, 0.4346764346764347, 0.8512820512820513, 1.0]}, {"frames": [31, 32], "aligned": true, "reason": "aligned", "common_tracks": [59, 53, 60], "knots0": [0.0, 0.06568986568986569, 0.4346764346764347, 0.8361416361416362, 1.0], "knots1": [0.0, 0.030525030525030524, 0.5296703296703297, 0.7658119658119659, 1.0]}, {"frames": [32, 33], "aligned": true, "reason": "aligned", "common_tracks": [59, 53, 60], "knots0": [0.0, 0.030525030525030524, 0.5296703296703297, 0.7658119658119659, 1.0], "knots1": [0.0, 0.026373626373626374, 0.6525030525030525, 0.9443223443223443, 1.0]}, {"frames": [33, 34], "aligned": false, "reason": "large position jump", "common_tracks": [59, 53, 60], "knots0": [0.0, 0.026373626373626374, 0.6525030525030525, 0.9443223443223443, 1.0], "knots1": [0.0, 0.3477411477411477, 0.6835164835164835, 0.9318681318681319, 1.0]}, {"frames": [34, 35], "aligned": true, "reason": "aligned", "common_tracks": [59, 66, 53], "knots0": [0.0, 0.3477411477411477, 0.5206349206349207, 0.6835164835164835, 1.0], "knots1": [0.0, 0.3440781440781441, 0.5086691086691086, 0.7496947496947497, 1.0]}, {"frames": [35, 36], "aligned": true, "reason": "aligned", "common_tracks": [59, 67, 53], "knots0": [0.0, 0.3440781440781441, 0.715018315018315, 0.7496947496947497, 1.0], "knots1": [0.0, 0.3120879120879121, 0.6869352869352869, 0.8605616605616606, 1.0]}, {"frames": [36, 37], "aligned": true, "reason": "aligned", "common_tracks": [68, 59, 53], "knots0": [0.0, 0.03125763125763126, 0.3120879120879121, 0.8605616605616606, 1.0], "knots1": [0.0, 0.041758241758241756, 0.3277167277167277, 0.8617826617826618, 1.0]}, {"frames": [37, 38], "aligned": true, "reason": "aligned", "common_tracks": [59, 53, 70], "knots0": [0.0, 0.3277167277167277, 0.8617826617826618, 0.9330891330891331, 1.0], "knots1": [0.0, 0.34945054945054943, 0.8813186813186813, 0.9135531135531135, 1.0]}, {"frames": [38, 39], "aligned": true, "reason": "aligned", "common_tracks": [73, 59, 74, 53], "knots0": [0.0, 0.1894993894993895, 0.34945054945054943, 0.5445665445665445, 0.8813186813186813, 1.0], "knots1": [0.0, 0.21123321123321123, 0.38974358974358975, 0.5948717948717949, 0.8893772893772893, 1.0]}, {"frames": [39, 40], "aligned": true, "reason": "aligned", "common_tracks": [59, 74, 53], "knots0": [0.0, 0.38974358974358975, 0.5948717948717949, 0.8893772893772893, 1.0], "knots1": [0.0, 0.4039072039072039, 0.631013431013431, 0.8713064713064713, 1.0]}, {"frames": [40, 41], "aligned": true, "reason": "aligned", "common_tracks": [59, 74], "knots0": [0.0, 0.4039072039072039, 0.631013431013431, 1.0], "knots1": [0.0, 0.3702075702075702, 0.5904761904761905, 1.0]}, {"frames": [41, 42], "aligned": true, "reason": "aligned", "common_tracks": [80, 82], "knots0": [0.0, 0.35115995115995113, 0.8356532356532357, 1.0], "knots1": [0.0, 0.4056166056166056, 0.6822954822954823, 1.0]}, {"frames": [42, 43], "aligned": true, "reason": "aligned", "common_tracks": [85, 80, 82], "knots0": [0.0, 0.23345543345543346, 0.4056166056166056, 0.6822954822954823, 1.0], "knots1": [0.0, 0.25054945054945055, 0.4295482295482295, 0.726984126984127, 1.0]}, {"frames": [43, 44], "aligned": true, "reason": "aligned", "common_tracks": [87, 85, 80, 82], "knots0": [0.0, 0.1264957264957265, 0.25054945054945055, 0.4295482295482295, 0.726984126984127, 1.0], "knots1": [0.0, 0.11257631257631258, 0.23467643467643468, 0.4158730158730159, 0.8415140415140415, 1.0]}, {"frames": [44, 45], "aligned": true, "reason": "aligned", "common_tracks": [80, 82], "knots0": [0.0, 0.4158730158730159, 0.8415140415140415, 1.0], "knots1": [0.0, 0.43907203907203907, 0.8241758241758241, 1.0]}, {"frames": [45, 46], "aligned": true, "reason": "aligned", "common_tracks": [80, 92], "knots0": [0.0, 0.43907203907203907, 0.6114774114774115, 1.0], "knots1": [0.0, 0.3435897435897436, 0.6881562881562882, 1.0]}, {"frames": [46, 47], "aligned": true, "reason": "aligned", "common_tracks": [80, 92], "knots0": [0.0, 0.3435897435897436, 0.6881562881562882, 1.0], "knots1": [0.0, 0.3540903540903541, 0.7648351648351648, 1.0]}, {"frames": [47, 48], "aligned": true, "reason": "aligned", "common_tracks": [96, 80, 92, 95], "knots0": [0.0, 0.2315018315018315, 0.3540903540903541, 0.7648351648351648, 0.834920634920635, 1.0], "knots1": [0.0, 0.21294261294261294, 0.4336996336996337, 0.673992673992674, 0.8705738705738706, 1.0]}, {"frames": [48, 49], "aligned": true, "reason": "aligned", "common_tracks": [96, 92, 95], "knots0": [0.0, 0.21294261294261294, 0.673992673992674, 0.8705738705738706, 1.0], "knots1": [0.0, 0.2583638583638584, 0.8356532356532357, 0.8913308913308914, 1.0]}, {"frames": [49, 50], "aligned": true, "reason": "aligned", "common_tracks": [96, 100, 95], "knots0": [0.0, 0.2583638583638584, 0.5953601953601954, 0.8913308913308914, 1.0], "knots1": [0.0, 0.2766788766788767, 0.5941391941391941, 0.9306471306471307, 1.0]}, {"frames": [50, 51], "aligned": true, "reason": "aligned", "common_tracks": [96, 100, 95], "knots0": [0.0, 0.2766788766788767, 0.5941391941391941, 0.9306471306471307, 1.0], "knots1": [0.0, 0.30378510378510376, 0.5172161172161173, 0.9509157509157509, 1.0]}, {"frames": [51, 52], "aligned": false, "reason": "large position jump", "common_tracks": [102, 96, 95], "knots0": [0.0, 0.0862026862026862, 0.30378510378510376, 0.9509157509157509, 1.0], "knots1": [0.0, 0.09499389499389499, 0.5538461538461539, 0.9096459096459096, 1.0]}, {"frames": [52, 53], "aligned": true, "reason": "aligned", "common_tracks": [96], "knots0": [0.0, 0.5538461538461539, 1.0], "knots1": [0.0, 0.6478632478632479, 1.0]}, {"frames": [53, 54], "aligned": true, "reason": "aligned", "common_tracks": [96, 105], "knots0": [0.0, 0.6478632478632479, 0.9650793650793651, 1.0], "knots1": [0.0, 0.6339438339438339, 0.936996336996337, 1.0]}, {"frames": [54, 55], "aligned": true, "reason": "aligned", "common_tracks": [106, 96, 105], "knots0": [0.0, 0.1645909645909646, 0.6339438339438339, 0.936996336996337, 1.0], "knots1": [0.0, 0.1921855921855922, 0.6334554334554334, 0.8683760683760684, 1.0]}, {"frames": [55, 56], "aligned": false, "reason": "large position jump", "common_tracks": [106, 105], "knots0": [0.0, 0.1921855921855922, 0.8683760683760684, 1.0], "knots1": [0.0, 0.5882783882783883, 0.9157509157509157, 1.0]}, {"frames": [56, 57], "aligned": true, "reason": "aligned", "common_tracks": [106, 105], "knots0": [0.0, 0.5882783882783883, 0.9157509157509157, 1.0], "knots1": [0.0, 0.6041514041514041, 0.9169719169719169, 1.0]}, {"frames": [57, 58], "aligned": true, "reason": "aligned", "common_tracks": [106], "knots0": [0.0, 0.6041514041514041, 1.0], "knots1": [0.0, 0.7062271062271063, 1.0]}, {"frames": [58, 59], "aligned": true, "reason": "aligned", "common_tracks": [106], "knots0": [0.0, 0.7062271062271063, 1.0], "knots1": [0.0, 0.7199023199023199, 1.0]}], "scope": "Intermediate columns are display reconstruction, not observations or new RG-MTM layout/optimization results. Scientific metrics use original saved frames."}, "R 20%": {"method": "anchor-aligned piecewise linear display reconstruction", "display_samples_per_frame": 15, "original_frames_exact": true, "original_rows": 4096, "no_scalar_overshoot": true, "aligned_intervals": 54, "interval_count": 59, "fallback_intervals": [[11, 12], [27, 28], [33, 34], [51, 52], [55, 56]], "jump_threshold_L": 0.2, "intervals": [{"frames": [0, 1], "aligned": true, "reason": "aligned", "common_tracks": [2, 0], "knots0": [0.0, 0.6190476190476191, 0.9062271062271062, 1.0], "knots1": [0.0, 0.4827838827838828, 0.884004884004884, 1.0]}, {"frames": [1, 2], "aligned": true, "reason": "aligned", "common_tracks": [2, 7, 5, 0], "knots0": [0.0, 0.4827838827838828, 0.6068376068376068, 0.7772893772893773, 0.884004884004884, 1.0], "knots1": [0.0, 0.46202686202686205, 0.5894993894993895, 0.8048840048840049, 0.9282051282051282, 1.0]}, {"frames": [2, 3], "aligned": true, "reason": "aligned", "common_tracks": [9, 7, 0], "knots0": [0.0, 0.41562881562881565, 0.5894993894993895, 0.9282051282051282, 1.0], "knots1": [0.0, 0.35995115995115995, 0.631013431013431, 0.9025641025641026, 1.0]}, {"frames": [3, 4], "aligned": true, "reason": "aligned", "common_tracks": [13, 9, 7], "knots0": [0.0, 0.17704517704517705, 0.35995115995115995, 0.631013431013431, 1.0], "knots1": [0.0, 0.15018315018315018, 0.34554334554334554, 0.6471306471306472, 1.0]}, {"frames": [4, 5], "aligned": true, "reason": "aligned", "common_tracks": [13, 9, 7, 14], "knots0": [0.0, 0.15018315018315018, 0.34554334554334554, 0.6471306471306472, 0.8351648351648352, 1.0], "knots1": [0.0, 0.1264957264957265, 0.398046398046398, 0.6725274725274726, 0.9452991452991453, 1.0]}, {"frames": [5, 6], "aligned": true, "reason": "aligned", "common_tracks": [9, 7, 18, 14], "knots0": [0.0, 0.398046398046398, 0.6725274725274726, 0.7821733821733822, 0.9452991452991453, 1.0], "knots1": [0.0, 0.5037851037851038, 0.6341880341880342, 0.8063492063492064, 0.9687423687423687, 1.0]}, {"frames": [6, 7], "aligned": true, "reason": "aligned", "common_tracks": [19, 7, 18, 14], "knots0": [0.0, 0.02197802197802198, 0.6341880341880342, 0.8063492063492064, 0.9687423687423687, 1.0], "knots1": [0.0, 0.04468864468864469, 0.4590964590964591, 0.8236874236874236, 0.9538461538461539, 1.0]}, {"frames": [7, 8], "aligned": true, "reason": "aligned", "common_tracks": [7, 18, 14], "knots0": [0.0, 0.4590964590964591, 0.8236874236874236, 0.9538461538461539, 1.0], "knots1": [0.0, 0.5675213675213675, 0.8459096459096459, 0.9709401709401709, 1.0]}, {"frames": [8, 9], "aligned": true, "reason": "aligned", "common_tracks": [22, 7, 18, 14], "knots0": [0.0, 0.29426129426129427, 0.5675213675213675, 0.8459096459096459, 0.9709401709401709, 1.0], "knots1": [0.0, 0.3362637362637363, 0.6263736263736264, 0.8459096459096459, 0.9733821733821734, 1.0]}, {"frames": [9, 10], "aligned": true, "reason": "aligned", "common_tracks": [23, 7], "knots0": [0.0, 0.0971916971916972, 0.6263736263736264, 1.0], "knots1": [0.0, 0.19706959706959706, 0.6661782661782661, 1.0]}, {"frames": [10, 11], "aligned": true, "reason": "aligned", "common_tracks": [23, 24, 7], "knots0": [0.0, 0.19706959706959706, 0.5208791208791209, 0.6661782661782661, 1.0], "knots1": [0.0, 0.11086691086691086, 0.5213675213675214, 0.7062271062271063, 1.0]}, {"frames": [11, 12], "aligned": false, "reason": "large position jump", "common_tracks": [23, 7], "knots0": [0.0, 0.11086691086691086, 0.7062271062271063, 1.0], "knots1": [0.0, 0.33577533577533575, 0.7023199023199023, 1.0]}, {"frames": [12, 13], "aligned": true, "reason": "aligned", "common_tracks": [23, 7, 28], "knots0": [0.0, 0.33577533577533575, 0.7023199023199023, 0.7492063492063492, 1.0], "knots1": [0.0, 0.3665445665445665, 0.6544566544566545, 0.8105006105006105, 1.0]}, {"frames": [13, 14], "aligned": true, "reason": "aligned", "common_tracks": [23, 30, 7], "knots0": [0.0, 0.3665445665445665, 0.5445665445665445, 0.6544566544566545, 1.0], "knots1": [0.0, 0.252014652014652, 0.5340659340659341, 0.7137973137973138, 1.0]}, {"frames": [14, 15], "aligned": true, "reason": "aligned", "common_tracks": [23, 30], "knots0": [0.0, 0.252014652014652, 0.5340659340659341, 1.0], "knots1": [0.0, 0.31648351648351647, 0.6058608058608058, 1.0]}, {"frames": [15, 16], "aligned": true, "reason": "aligned", "common_tracks": [32, 23], "knots0": [0.0, 0.17264957264957265, 0.31648351648351647, 1.0], "knots1": [0.0, 0.13626373626373625, 0.33015873015873015, 1.0]}, {"frames": [16, 17], "aligned": true, "reason": "aligned", "common_tracks": [32], "knots0": [0.0, 0.13626373626373625, 1.0], "knots1": [0.0, 0.22832722832722832, 1.0]}, {"frames": [17, 18], "aligned": true, "reason": "aligned", "common_tracks": [32], "knots0": [0.0, 0.22832722832722832, 1.0], "knots1": [0.0, 0.3167277167277167, 1.0]}, {"frames": [18, 19], "aligned": true, "reason": "aligned", "common_tracks": [32, 39], "knots0": [0.0, 0.3167277167277167, 0.671062271062271, 1.0], "knots1": [0.0, 0.46202686202686205, 0.6107448107448108, 1.0]}, {"frames": [19, 20], "aligned": true, "reason": "aligned", "common_tracks": [32], "knots0": [0.0, 0.46202686202686205, 1.0], "knots1": [0.0, 0.513064713064713, 1.0]}, {"frames": [20, 21], "aligned": true, "reason": "aligned", "common_tracks": [32, 47], "knots0": [0.0, 0.513064713064713, 0.8627594627594628, 1.0], "knots1": [0.0, 0.46153846153846156, 0.8754578754578755, 1.0]}, {"frames": [21, 22], "aligned": true, "reason": "aligned", "common_tracks": [32, 47], "knots0": [0.0, 0.46153846153846156, 0.8754578754578755, 1.0], "knots1": [0.0, 0.5858363858363859, 0.8913308913308914, 1.0]}, {"frames": [22, 23], "aligned": true, "reason": "aligned", "common_tracks": [49, 32, 47], "knots0": [0.0, 0.05811965811965812, 0.5858363858363859, 0.8913308913308914, 1.0], "knots1": [0.0, 0.11843711843711843, 0.6041514041514041, 0.8676434676434677, 1.0]}, {"frames": [23, 24], "aligned": true, "reason": "aligned", "common_tracks": [51, 32, 47], "knots0": [0.0, 0.3128205128205128, 0.6041514041514041, 0.8676434676434677, 1.0], "knots1": [0.0, 0.19877899877899877, 0.6446886446886447, 0.8517704517704517, 1.0]}, {"frames": [24, 25], "aligned": true, "reason": "aligned", "common_tracks": [51, 32], "knots0": [0.0, 0.19877899877899877, 0.6446886446886447, 1.0], "knots1": [0.0, 0.2910866910866911, 0.7167277167277167, 1.0]}, {"frames": [25, 26], "aligned": true, "reason": "aligned", "common_tracks": [51, 32], "knots0": [0.0, 0.2910866910866911, 0.7167277167277167, 1.0], "knots1": [0.0, 0.4073260073260073, 0.8317460317460318, 1.0]}, {"frames": [26, 27], "aligned": true, "reason": "aligned", "common_tracks": [53, 32], "knots0": [0.0, 0.16043956043956045, 0.8317460317460318, 1.0], "knots1": [0.0, 0.21636141636141637, 0.8097680097680098, 1.0]}, {"frames": [27, 28], "aligned": false, "reason": "large position jump", "common_tracks": [53, 32], "knots0": [0.0, 0.21636141636141637, 0.8097680097680098, 1.0], "knots1": [0.0, 0.6185592185592186, 0.8984126984126984, 1.0]}, {"frames": [28, 29], "aligned": true, "reason": "aligned", "common_tracks": [56, 53, 32], "knots0": [0.0, 0.3001221001221001, 0.6185592185592186, 0.8984126984126984, 1.0], "knots1": [0.0, 0.1794871794871795, 0.6205128205128205, 0.7824175824175824, 1.0]}, {"frames": [29, 30], "aligned": true, "reason": "aligned", "common_tracks": [53], "knots0": [0.0, 0.6205128205128205, 1.0], "knots1": [0.0, 0.43223443223443225, 1.0]}, {"frames": [30, 31], "aligned": true, "reason": "aligned", "common_tracks": [53, 58], "knots0": [0.0, 0.43223443223443225, 0.6808302808302809, 1.0], "knots1": [0.0, 0.41855921855921857, 0.7372405372405373, 1.0]}, {"frames": [31, 32], "aligned": true, "reason": "aligned", "common_tracks": [59, 53, 60], "knots0": [0.0, 0.06373626373626373, 0.41855921855921857, 0.9504273504273504, 1.0], "knots1": [0.0, 0.030036630036630037, 0.5294261294261294, 0.9218559218559218, 1.0]}, {"frames": [32, 33], "aligned": true, "reason": "aligned", "common_tracks": [59, 53, 60], "knots0": [0.0, 0.030036630036630037, 0.5294261294261294, 0.9218559218559218, 1.0], "knots1": [0.0, 0.026373626373626374, 0.6525030525030525, 0.9445665445665445, 1.0]}, {"frames": [33, 34], "aligned": false, "reason": "large position jump", "common_tracks": [59, 53, 60], "knots0": [0.0, 0.026373626373626374, 0.6525030525030525, 0.9445665445665445, 1.0], "knots1": [0.0, 0.3477411477411477, 0.6835164835164835, 0.9318681318681319, 1.0]}, {"frames": [34, 35], "aligned": true, "reason": "aligned", "common_tracks": [59, 66, 53], "knots0": [0.0, 0.3477411477411477, 0.5206349206349207, 0.6835164835164835, 1.0], "knots1": [0.0, 0.3440781440781441, 0.5086691086691086, 0.7496947496947497, 1.0]}, {"frames": [35, 36], "aligned": true, "reason": "aligned", "common_tracks": [59, 67, 53], "knots0": [0.0, 0.3440781440781441, 0.715018315018315, 0.7496947496947497, 1.0], "knots1": [0.0, 0.3120879120879121, 0.6869352869352869, 0.8605616605616606, 1.0]}, {"frames": [36, 37], "aligned": true, "reason": "aligned", "common_tracks": [68, 59, 53], "knots0": [0.0, 0.03125763125763126, 0.3120879120879121, 0.8605616605616606, 1.0], "knots1": [0.0, 0.041758241758241756, 0.3277167277167277, 0.8617826617826618, 1.0]}, {"frames": [37, 38], "aligned": true, "reason": "aligned", "common_tracks": [59, 53, 70], "knots0": [0.0, 0.3277167277167277, 0.8617826617826618, 0.9330891330891331, 1.0], "knots1": [0.0, 0.34945054945054943, 0.8813186813186813, 0.9135531135531135, 1.0]}, {"frames": [38, 39], "aligned": true, "reason": "aligned", "common_tracks": [73, 59, 74, 53], "knots0": [0.0, 0.1894993894993895, 0.34945054945054943, 0.5445665445665445, 0.8813186813186813, 1.0], "knots1": [0.0, 0.21123321123321123, 0.38974358974358975, 0.5948717948717949, 0.8893772893772893, 1.0]}, {"frames": [39, 40], "aligned": true, "reason": "aligned", "common_tracks": [59, 74, 53], "knots0": [0.0, 0.38974358974358975, 0.5948717948717949, 0.8893772893772893, 1.0], "knots1": [0.0, 0.4039072039072039, 0.631013431013431, 0.8713064713064713, 1.0]}, {"frames": [40, 41], "aligned": true, "reason": "aligned", "common_tracks": [59, 74], "knots0": [0.0, 0.4039072039072039, 0.631013431013431, 1.0], "knots1": [0.0, 0.3702075702075702, 0.5904761904761905, 1.0]}, {"frames": [41, 42], "aligned": true, "reason": "aligned", "common_tracks": [80, 82], "knots0": [0.0, 0.35115995115995113, 0.8356532356532357, 1.0], "knots1": [0.0, 0.4056166056166056, 0.6822954822954823, 1.0]}, {"frames": [42, 43], "aligned": true, "reason": "aligned", "common_tracks": [85, 80, 82], "knots0": [0.0, 0.23345543345543346, 0.4056166056166056, 0.6822954822954823, 1.0], "knots1": [0.0, 0.25054945054945055, 0.4295482295482295, 0.726984126984127, 1.0]}, {"frames": [43, 44], "aligned": true, "reason": "aligned", "common_tracks": [87, 85, 80, 82], "knots0": [0.0, 0.1264957264957265, 0.25054945054945055, 0.4295482295482295, 0.726984126984127, 1.0], "knots1": [0.0, 0.11257631257631258, 0.23467643467643468, 0.4158730158730159, 0.8415140415140415, 1.0]}, {"frames": [44, 45], "aligned": true, "reason": "aligned", "common_tracks": [80, 82], "knots0": [0.0, 0.4158730158730159, 0.8415140415140415, 1.0], "knots1": [0.0, 0.43907203907203907, 0.8241758241758241, 1.0]}, {"frames": [45, 46], "aligned": true, "reason": "aligned", "common_tracks": [80, 92], "knots0": [0.0, 0.43907203907203907, 0.6114774114774115, 1.0], "knots1": [0.0, 0.3435897435897436, 0.6881562881562882, 1.0]}, {"frames": [46, 47], "aligned": true, "reason": "aligned", "common_tracks": [80, 92], "knots0": [0.0, 0.3435897435897436, 0.6881562881562882, 1.0], "knots1": [0.0, 0.3540903540903541, 0.7648351648351648, 1.0]}, {"frames": [47, 48], "aligned": true, "reason": "aligned", "common_tracks": [96, 80, 92, 95], "knots0": [0.0, 0.2315018315018315, 0.3540903540903541, 0.7648351648351648, 0.834920634920635, 1.0], "knots1": [0.0, 0.21294261294261294, 0.4336996336996337, 0.673992673992674, 0.8705738705738706, 1.0]}, {"frames": [48, 49], "aligned": true, "reason": "aligned", "common_tracks": [96, 92, 95], "knots0": [0.0, 0.21294261294261294, 0.673992673992674, 0.8705738705738706, 1.0], "knots1": [0.0, 0.2583638583638584, 0.8356532356532357, 0.8913308913308914, 1.0]}, {"frames": [49, 50], "aligned": true, "reason": "aligned", "common_tracks": [96, 100, 95], "knots0": [0.0, 0.2583638583638584, 0.5953601953601954, 0.8913308913308914, 1.0], "knots1": [0.0, 0.2766788766788767, 0.5941391941391941, 0.9306471306471307, 1.0]}, {"frames": [50, 51], "aligned": true, "reason": "aligned", "common_tracks": [96, 100, 95], "knots0": [0.0, 0.2766788766788767, 0.5941391941391941, 0.9306471306471307, 1.0], "knots1": [0.0, 0.30378510378510376, 0.5172161172161173, 0.9509157509157509, 1.0]}, {"frames": [51, 52], "aligned": false, "reason": "large position jump", "common_tracks": [102, 96, 95], "knots0": [0.0, 0.0862026862026862, 0.30378510378510376, 0.9509157509157509, 1.0], "knots1": [0.0, 0.09499389499389499, 0.5538461538461539, 0.9096459096459096, 1.0]}, {"frames": [52, 53], "aligned": true, "reason": "aligned", "common_tracks": [96], "knots0": [0.0, 0.5538461538461539, 1.0], "knots1": [0.0, 0.6478632478632479, 1.0]}, {"frames": [53, 54], "aligned": true, "reason": "aligned", "common_tracks": [96, 105], "knots0": [0.0, 0.6478632478632479, 0.9650793650793651, 1.0], "knots1": [0.0, 0.6339438339438339, 0.936996336996337, 1.0]}, {"frames": [54, 55], "aligned": true, "reason": "aligned", "common_tracks": [106, 96, 105], "knots0": [0.0, 0.1645909645909646, 0.6339438339438339, 0.936996336996337, 1.0], "knots1": [0.0, 0.1921855921855922, 0.6334554334554334, 0.8683760683760684, 1.0]}, {"frames": [55, 56], "aligned": false, "reason": "large position jump", "common_tracks": [106, 105], "knots0": [0.0, 0.1921855921855922, 0.8683760683760684, 1.0], "knots1": [0.0, 0.5882783882783883, 0.9157509157509157, 1.0]}, {"frames": [56, 57], "aligned": true, "reason": "aligned", "common_tracks": [106, 105], "knots0": [0.0, 0.5882783882783883, 0.9157509157509157, 1.0], "knots1": [0.0, 0.6041514041514041, 0.9169719169719169, 1.0]}, {"frames": [57, 58], "aligned": true, "reason": "aligned", "common_tracks": [106], "knots0": [0.0, 0.6041514041514041, 1.0], "knots1": [0.0, 0.7062271062271063, 1.0]}, {"frames": [58, 59], "aligned": true, "reason": "aligned", "common_tracks": [106], "knots0": [0.0, 0.7062271062271063, 1.0], "knots1": [0.0, 0.7199023199023199, 1.0]}], "scope": "Intermediate columns are display reconstruction, not observations or new RG-MTM layout/optimization results. Scientific metrics use original saved frames."}}, "palette": "existing scalar display palette; no verified release LUT"}, "pm25": {"maps": "/Users/lele/Desktop/MergeTreeMaps/RG-MTM/code/results/pm25_2000/maps.npz", "maps_sha256": "f6b888c288107baf20c2b65b39ff7c8281346de5342ab3245624e632eeca0cb5", "landmarks": "/Users/lele/Desktop/MergeTreeMaps/RG-MTM/code/results/pm25_2000/landmarks.npz", "landmarks_sha256": "d386aabc5cb56206af09bc671750c724fc3ed7cfb01c8cd3a6fd88be93ea0720", "frames": 366, "display": {"TMTM": {"method": "anchor-aligned piecewise linear display reconstruction", "display_samples_per_frame": 3, "original_frames_exact": true, "original_rows": 2401, "no_scalar_overshoot": true, "aligned_intervals": 321, "interval_count": 365, "fallback_intervals": [[10, 11], [30, 31], [33, 34], [34, 35], [41, 42], [50, 51], [59, 60], [66, 67], [71, 72], [79, 80], [80, 81], [86, 87], [93, 94], [94, 95], [96, 97], [100, 101], [101, 102], [104, 105], [119, 120], [125, 126], [126, 127], [130, 131], [131, 132], [139, 140], [140, 141], [145, 146], [146, 147], [185, 186], [188, 189], [193, 194], [209, 210], [223, 224], [239, 240], [241, 242], [278, 279], [308, 309], [317, 318], [318, 319], [327, 328], [341, 342], [346, 347], [350, 351], [354, 355], [356, 357]], "jump_threshold_L": 0.2, "intervals": [{"frames": [0, 1], "aligned": true, "reason": "aligned", "common_tracks": [1, 0], "knots0": [0.0, 0.11375, 0.5020833333333333, 1.0], "knots1": [0.0, 0.17541666666666667, 0.6116666666666667, 1.0]}, {"frames": [1, 2], "aligned": true, "reason": "aligned", "common_tracks": [1, 0], "knots0": [0.0, 0.17541666666666667, 0.6116666666666667, 1.0], "knots1": [0.0, 0.20958333333333334, 0.5120833333333333, 1.0]}, {"frames": [2, 3], "aligned": true, "reason": "aligned", "common_tracks": [1, 0], "knots0": [0.0, 0.20958333333333334, 0.5120833333333333, 1.0], "knots1": [0.0, 0.15916666666666668, 0.5008333333333334, 1.0]}, {"frames": [3, 4], "aligned": true, "reason": "aligned", "common_tracks": [0], "knots0": [0.0, 0.5008333333333334, 1.0], "knots1": [0.0, 0.45875, 1.0]}, {"frames": [4, 5], "aligned": true, "reason": "aligned", "common_tracks": [0, 4], "knots0": [0.0, 0.45875, 0.6975, 1.0], "knots1": [0.0, 0.46208333333333335, 0.5791666666666667, 1.0]}, {"frames": [5, 6], "aligned": true, "reason": "aligned", "common_tracks": [5, 0, 4], "knots0": [0.0, 0.1825, 0.46208333333333335, 0.5791666666666667, 1.0], "knots1": [0.0, 0.20083333333333334, 0.4125, 0.5691666666666667, 1.0]}, {"frames": [6, 7], "aligned": true, "reason": "aligned", "common_tracks": [5, 0, 4], "knots0": [0.0, 0.20083333333333334, 0.4125, 0.5691666666666667, 1.0], "knots1": [0.0, 0.15541666666666668, 0.44958333333333333, 0.5575, 1.0]}, {"frames": [7, 8], "aligned": true, "reason": "aligned", "common_tracks": [5, 0], "knots0": [0.0, 0.15541666666666668, 0.44958333333333333, 1.0], "knots1": [0.0, 0.16208333333333333, 0.5375, 1.0]}, {"frames": [8, 9], "aligned": true, "reason": "aligned", "common_tracks": [0], "knots0": [0.0, 0.5375, 1.0], "knots1": [0.0, 0.49833333333333335, 1.0]}, {"frames": [9, 10], "aligned": true, "reason": "aligned", "common_tracks": [0, 7], "knots0": [0.0, 0.49833333333333335, 0.5945833333333334, 1.0], "knots1": [0.0, 0.43875, 0.6408333333333334, 1.0]}, {"frames": [10, 11], "aligned": false, "reason": "crossing extrema order", "common_tracks": [8, 0], "knots0": [0.0, 0.21, 0.43875, 1.0], "knots1": [0.0, 0.8158333333333333, 0.43291666666666667, 1.0]}, {"frames": [11, 12], "aligned": true, "reason": "aligned", "common_tracks": [0], "knots0": [0.0, 0.43291666666666667, 1.0], "knots1": [0.0, 0.49416666666666664, 1.0]}, {"frames": [12, 13], "aligned": true, "reason": "aligned", "common_tracks": [0], "knots0": [0.0, 0.49416666666666664, 1.0], "knots1": [0.0, 0.5004166666666666, 1.0]}, {"frames": [13, 14], "aligned": true, "reason": "aligned", "common_tracks": [0], "knots0": [0.0, 0.5004166666666666, 1.0], "knots1": [0.0, 0.5, 1.0]}, {"frames": [14, 15], "aligned": true, "reason": "aligned", "common_tracks": [0], "knots0": [0.0, 0.5, 1.0], "knots1": [0.0, 0.46791666666666665, 1.0]}, {"frames": [15, 16], "aligned": true, "reason": "aligned", "common_tracks": [0], "knots0": [0.0, 0.46791666666666665, 1.0], "knots1": [0.0, 0.5491666666666667, 1.0]}, {"frames": [16, 17], "aligned": true, "reason": "aligned", "common_tracks": [13, 0], "knots0": [0.0, 0.19333333333333333, 0.5491666666666667, 1.0], "knots1": [0.0, 0.2529166666666667, 0.49041666666666667, 1.0]}, {"frames": [17, 18], "aligned": true, "reason": "aligned", "common_tracks": [13, 0, 14], "knots0": [0.0, 0.2529166666666667, 0.49041666666666667, 0.5891666666666666, 1.0], "knots1": [0.0, 0.20708333333333334, 0.5658333333333333, 0.6879166666666666, 1.0]}, {"frames": [18, 19], "aligned": true, "reason": "aligned", "common_tracks": [13, 0], "knots0": [0.0, 0.20708333333333334, 0.5658333333333333, 1.0], "knots1": [0.0, 0.3670833333333333, 0.5133333333333333, 1.0]}, {"frames": [19, 20], "aligned": true, "reason": "aligned", "common_tracks": [0], "knots0": [0.0, 0.5133333333333333, 1.0], "knots1": [0.0, 0.5, 1.0]}, {"frames": [20, 21], "aligned": true, "reason": "aligned", "common_tracks": [0], "knots0": [0.0, 0.5, 1.0], "knots1": [0.0, 0.5, 1.0]}, {"frames": [21, 22], "aligned": true, "reason": "aligned", "common_tracks": [0], "knots0": [0.0, 0.5, 1.0], "knots1": [0.0, 0.5, 1.0]}, {"frames": [22, 23], "aligned": true, "reason": "aligned", "common_tracks": [0], "knots0": [0.0, 0.5, 1.0], "knots1": [0.0, 0.4970833333333333, 1.0]}, {"frames": [23, 24], "aligned": true, "reason": "aligned", "common_tracks": [0, 18], "knots0": [0.0, 0.4970833333333333, 0.6370833333333333, 1.0], "knots1": [0.0, 0.44458333333333333, 0.5704166666666667, 1.0]}, {"frames": [24, 25], "aligned": true, "reason": "aligned", "common_tracks": [0, 18], "knots0": [0.0, 0.44458333333333333, 0.5704166666666667, 1.0], "knots1": [0.0, 0.4195833333333333, 0.6041666666666666, 1.0]}, {"frames": [25, 26], "aligned": true, "reason": "aligned", "common_tracks": [21, 18], "knots0": [0.0, 0.3145833333333333, 0.6041666666666666, 1.0], "knots1": [0.0, 0.40291666666666665, 0.5483333333333333, 1.0]}, {"frames": [26, 27], "aligned": true, "reason": "aligned", "common_tracks": [18], "knots0": [0.0, 0.5483333333333333, 1.0], "knots1": [0.0, 0.5, 1.0]}, {"frames": [27, 28], "aligned": true, "reason": "aligned", "common_tracks": [18], "knots0": [0.0, 0.5, 1.0], "knots1": [0.0, 0.5058333333333334, 1.0]}, {"frames": [28, 29], "aligned": true, "reason": "aligned", "common_tracks": [18], "knots0": [0.0, 0.5058333333333334, 1.0], "knots1": [0.0, 0.5133333333333333, 1.0]}, {"frames": [29, 30], "aligned": true, "reason": "aligned", "common_tracks": [18], "knots0": [0.0, 0.5133333333333333, 1.0], "knots1": [0.0, 0.41333333333333333, 1.0]}, {"frames": [30, 31], "aligned": false, "reason": "no common extrema", "common_tracks": [], "knots0": [0.0, 1.0], "knots1": [0.0, 1.0]}, {"frames": [31, 32], "aligned": true, "reason": "aligned", "common_tracks": [31], "knots0": [0.0, 0.5004166666666666, 1.0], "knots1": [0.0, 0.49166666666666664, 1.0]}, {"frames": [32, 33], "aligned": true, "reason": "aligned", "common_tracks": [31, 33], "knots0": [0.0, 0.49166666666666664, 0.6816666666666666, 1.0], "knots1": [0.0, 0.44125, 0.6120833333333333, 1.0]}, {"frames": [33, 34], "aligned": false, "reason": "crossing extrema order", "common_tracks": [34, 31, 33], "knots0": [0.0, 0.30083333333333334, 0.44125, 0.6120833333333333, 1.0], "knots1": [0.0, 0.6583333333333333, 0.47541666666666665, 0.7004166666666667, 1.0]}, {"frames": [34, 35], "aligned": false, "reason": "large position jump", "common_tracks": [34, 33], "knots0": [0.0, 0.6583333333333333, 0.7004166666666667, 1.0], "knots1": [0.0, 0.41833333333333333, 0.5116666666666667, 1.0]}, {"frames": [35, 36], "aligned": true, "reason": "aligned", "common_tracks": [33], "knots0": [0.0, 0.5116666666666667, 1.0], "knots1": [0.0, 0.5, 1.0]}, {"frames": [36, 37], "aligned": true, "reason": "aligned", "common_tracks": [33], "knots0": [0.0, 0.5, 1.0], "knots1": [0.0, 0.5091666666666667, 1.0]}, {"frames": [37, 38], "aligned": true, "reason": "aligned", "common_tracks": [36, 33], "knots0": [0.0, 0.39708333333333334, 0.5091666666666667, 1.0], "knots1": [0.0, 0.39958333333333335, 0.5054166666666666, 1.0]}, {"frames": [38, 39], "aligned": true, "reason": "aligned", "common_tracks": [36, 33], "knots0": [0.0, 0.39958333333333335, 0.5054166666666666, 1.0], "knots1": [0.0, 0.5233333333333333, 0.60875, 1.0]}, {"frames": [39, 40], "aligned": true, "reason": "aligned", "common_tracks": [36, 33], "knots0": [0.0, 0.5233333333333333, 0.60875, 1.0], "knots1": [0.0, 0.47833333333333333, 0.5020833333333333, 1.0]}, {"frames": [40, 41], "aligned": true, "reason": "aligned", "common_tracks": [40, 33], "knots0": [0.0, 0.47708333333333336, 0.5020833333333333, 1.0], "knots1": [0.0, 0.34541666666666665, 0.43375, 1.0]}, {"frames": [41, 42], "aligned": false, "reason": "crossing extrema order", "common_tracks": [40, 33], "knots0": [0.0, 0.34541666666666665, 0.43375, 1.0], "knots1": [0.0, 0.5441666666666667, 0.48791666666666667, 1.0]}, {"frames": [42, 43], "aligned": true, "reason": "aligned", "common_tracks": [33], "knots0": [0.0, 0.48791666666666667, 1.0], "knots1": [0.0, 0.5383333333333333, 1.0]}, {"frames": [43, 44], "aligned": true, "reason": "aligned", "common_tracks": [43, 33], "knots0": [0.0, 0.24375, 0.5383333333333333, 1.0], "knots1": [0.0, 0.3258333333333333, 0.6591666666666667, 1.0]}, {"frames": [44, 45], "aligned": true, "reason": "aligned", "common_tracks": [43, 44, 33], "knots0": [0.0, 0.3258333333333333, 0.43166666666666664, 0.6591666666666667, 1.0], "knots1": [0.0, 0.3566666666666667, 0.4583333333333333, 0.5945833333333334, 1.0]}, {"frames": [45, 46], "aligned": true, "reason": "aligned", "common_tracks": [43, 44, 33], "knots0": [0.0, 0.3566666666666667, 0.4583333333333333, 0.5945833333333334, 1.0], "knots1": [0.0, 0.32208333333333333, 0.47333333333333333, 0.5933333333333334, 1.0]}, {"frames": [46, 47], "aligned": true, "reason": "aligned", "common_tracks": [43, 44], "knots0": [0.0, 0.32208333333333333, 0.47333333333333333, 1.0], "knots1": [0.0, 0.45708333333333334, 0.6370833333333333, 1.0]}, {"frames": [47, 48], "aligned": true, "reason": "aligned", "common_tracks": [43], "knots0": [0.0, 0.45708333333333334, 1.0], "knots1": [0.0, 0.5, 1.0]}, {"frames": [48, 49], "aligned": true, "reason": "aligned", "common_tracks": [43], "knots0": [0.0, 0.5, 1.0], "knots1": [0.0, 0.48791666666666667, 1.0]}, {"frames": [49, 50], "aligned": true, "reason": "aligned", "common_tracks": [43, 45], "knots0": [0.0, 0.48791666666666667, 0.8033333333333333, 1.0], "knots1": [0.0, 0.46375, 0.7225, 1.0]}, {"frames": [50, 51], "aligned": false, "reason": "crossing extrema order", "common_tracks": [43, 45], "knots0": [0.0, 0.46375, 0.7225, 1.0], "knots1": [0.0, 0.5308333333333334, 0.3441666666666667, 1.0]}, {"frames": [51, 52], "aligned": true, "reason": "aligned", "common_tracks": [45, 43], "knots0": [0.0, 0.3441666666666667, 0.5308333333333334, 1.0], "knots1": [0.0, 0.2679166666666667, 0.5779166666666666, 1.0]}, {"frames": [52, 53], "aligned": true, "reason": "aligned", "common_tracks": [43], "knots0": [0.0, 0.5779166666666666, 1.0], "knots1": [0.0, 0.5, 1.0]}, {"frames": [53, 54], "aligned": true, "reason": "aligned", "common_tracks": [43], "knots0": [0.0, 0.5, 1.0], "knots1": [0.0, 0.5, 1.0]}, {"frames": [54, 55], "aligned": true, "reason": "aligned", "common_tracks": [43], "knots0": [0.0, 0.5, 1.0], "knots1": [0.0, 0.44333333333333336, 1.0]}, {"frames": [55, 56], "aligned": true, "reason": "aligned", "common_tracks": [43, 50], "knots0": [0.0, 0.44333333333333336, 0.7933333333333333, 1.0], "knots1": [0.0, 0.4579166666666667, 0.5966666666666667, 1.0]}, {"frames": [56, 57], "aligned": true, "reason": "aligned", "common_tracks": [43, 50], "knots0": [0.0, 0.4579166666666667, 0.5966666666666667, 1.0], "knots1": [0.0, 0.44666666666666666, 0.6841666666666667, 1.0]}, {"frames": [57, 58], "aligned": true, "reason": "aligned", "common_tracks": [50], "knots0": [0.0, 0.6841666666666667, 1.0], "knots1": [0.0, 0.5316666666666666, 1.0]}, {"frames": [58, 59], "aligned": true, "reason": "aligned", "common_tracks": [56, 50], "knots0": [0.0, 0.44958333333333333, 0.5316666666666666, 1.0], "knots1": [0.0, 0.6154166666666666, 0.7225, 1.0]}, {"frames": [59, 60], "aligned": false, "reason": "crossing extrema order", "common_tracks": [59, 56], "knots0": [0.0, 0.42791666666666667, 0.6154166666666666, 1.0], "knots1": [0.0, 0.5470833333333334, 0.18291666666666667, 1.0]}, {"frames": [60, 61], "aligned": true, "reason": "aligned", "common_tracks": [59], "knots0": [0.0, 0.5470833333333334, 1.0], "knots1": [0.0, 0.5, 1.0]}, {"frames": [61, 62], "aligned": true, "reason": "aligned", "common_tracks": [59], "knots0": [0.0, 0.5, 1.0], "knots1": [0.0, 0.5416666666666666, 1.0]}, {"frames": [62, 63], "aligned": true, "reason": "aligned", "common_tracks": [62, 59], "knots0": [0.0, 0.2654166666666667, 0.5416666666666666, 1.0], "knots1": [0.0, 0.18, 0.5008333333333334, 1.0]}, {"frames": [63, 64], "aligned": true, "reason": "aligned", "common_tracks": [59], "knots0": [0.0, 0.5008333333333334, 1.0], "knots1": [0.0, 0.5233333333333333, 1.0]}, {"frames": [64, 65], "aligned": true, "reason": "aligned", "common_tracks": [64, 59], "knots0": [0.0, 0.42125, 0.5233333333333333, 1.0], "knots1": [0.0, 0.475, 0.5291666666666667, 1.0]}, {"frames": [65, 66], "aligned": true, "reason": "aligned", "common_tracks": [64, 59], "knots0": [0.0, 0.475, 0.5291666666666667, 1.0], "knots1": [0.0, 0.4320833333333333, 0.5070833333333333, 1.0]}, {"frames": [66, 67], "aligned": false, "reason": "crossing extrema order", "common_tracks": [66, 59], "knots0": [0.0, 0.40958333333333335, 0.5070833333333333, 1.0], "knots1": [0.0, 0.6075, 0.2825, 1.0]}, {"frames": [67, 68], "aligned": true, "reason": "aligned", "common_tracks": [59, 66], "knots0": [0.0, 0.2825, 0.6075, 1.0], "knots1": [0.0, 0.42125, 0.58, 1.0]}, {"frames": [68, 69], "aligned": true, "reason": "aligned", "common_tracks": [59], "knots0": [0.0, 0.42125, 1.0], "knots1": [0.0, 0.5, 1.0]}, {"frames": [69, 70], "aligned": true, "reason": "aligned", "common_tracks": [59], "knots0": [0.0, 0.5, 1.0], "knots1": [0.0, 0.46958333333333335, 1.0]}, {"frames": [70, 71], "aligned": true, "reason": "aligned", "common_tracks": [59, 71], "knots0": [0.0, 0.46958333333333335, 0.7608333333333334, 1.0], "knots1": [0.0, 0.43875, 0.8166666666666667, 1.0]}, {"frames": [71, 72], "aligned": false, "reason": "crossing extrema order", "common_tracks": [59, 72], "knots0": [0.0, 0.43875, 0.6683333333333333, 1.0], "knots1": [0.0, 0.5529166666666666, 0.14166666666666666, 1.0]}, {"frames": [72, 73], "aligned": true, "reason": "aligned", "common_tracks": [59], "knots0": [0.0, 0.5529166666666666, 1.0], "knots1": [0.0, 0.5, 1.0]}, {"frames": [73, 74], "aligned": true, "reason": "aligned", "common_tracks": [59], "knots0": [0.0, 0.5, 1.0], "knots1": [0.0, 0.4558333333333333, 1.0]}, {"frames": [74, 75], "aligned": true, "reason": "aligned", "common_tracks": [59, 74], "knots0": [0.0, 0.4558333333333333, 0.8533333333333334, 1.0], "knots1": [0.0, 0.45916666666666667, 0.8245833333333333, 1.0]}, {"frames": [75, 76], "aligned": true, "reason": "aligned", "common_tracks": [59, 74], "knots0": [0.0, 0.45916666666666667, 0.8245833333333333, 1.0], "knots1": [0.0, 0.44958333333333333, 0.7466666666666667, 1.0]}, {"frames": [76, 77], "aligned": true, "reason": "aligned", "common_tracks": [59, 74], "knots0": [0.0, 0.44958333333333333, 0.7466666666666667, 1.0], "knots1": [0.0, 0.44458333333333333, 0.76, 1.0]}, {"frames": [77, 78], "aligned": true, "reason": "aligned", "common_tracks": [59, 74], "knots0": [0.0, 0.44458333333333333, 0.76, 1.0], "knots1": [0.0, 0.3720833333333333, 0.79875, 1.0]}, {"frames": [78, 79], "aligned": true, "reason": "aligned", "common_tracks": [59, 74], "knots0": [0.0, 0.3720833333333333, 0.79875, 1.0], "knots1": [0.0, 0.48791666666666667, 0.7720833333333333, 1.0]}, {"frames": [79, 80], "aligned": false, "reason": "large position jump", "common_tracks": [74], "knots0": [0.0, 0.7720833333333333, 1.0], "knots1": [0.0, 0.5004166666666666, 1.0]}, {"frames": [80, 81], "aligned": false, "reason": "large position jump", "common_tracks": [74], "knots0": [0.0, 0.5004166666666666, 1.0], "knots1": [0.0, 0.7825, 1.0]}, {"frames": [81, 82], "aligned": true, "reason": "aligned", "common_tracks": [78], "knots0": [0.0, 0.4558333333333333, 1.0], "knots1": [0.0, 0.5, 1.0]}, {"frames": [82, 83], "aligned": true, "reason": "aligned", "common_tracks": [78], "knots0": [0.0, 0.5, 1.0], "knots1": [0.0, 0.5, 1.0]}, {"frames": [83, 84], "aligned": true, "reason": "aligned", "common_tracks": [78], "knots0": [0.0, 0.5, 1.0], "knots1": [0.0, 0.5, 1.0]}, {"frames": [84, 85], "aligned": true, "reason": "aligned", "common_tracks": [78], "knots0": [0.0, 0.5, 1.0], "knots1": [0.0, 0.4225, 1.0]}, {"frames": [85, 86], "aligned": true, "reason": "aligned", "common_tracks": [78, 79], "knots0": [0.0, 0.4225, 0.7654166666666666, 1.0], "knots1": [0.0, 0.4529166666666667, 0.8233333333333334, 1.0]}, {"frames": [86, 87], "aligned": false, "reason": "large position jump", "common_tracks": [78, 79], "knots0": [0.0, 0.4529166666666667, 0.8233333333333334, 1.0], "knots1": [0.0, 0.29583333333333334, 0.58, 1.0]}, {"frames": [87, 88], "aligned": true, "reason": "aligned", "common_tracks": [79], "knots0": [0.0, 0.58, 1.0], "knots1": [0.0, 0.6104166666666667, 1.0]}, {"frames": [88, 89], "aligned": true, "reason": "aligned", "common_tracks": [82, 79], "knots0": [0.0, 0.42375, 0.6104166666666667, 1.0], "knots1": [0.0, 0.43875, 0.6945833333333333, 1.0]}, {"frames": [89, 90], "aligned": true, "reason": "aligned", "common_tracks": [82, 79], "knots0": [0.0, 0.43875, 0.6945833333333333, 1.0], "knots1": [0.0, 0.4116666666666667, 0.795, 1.0]}, {"frames": [90, 91], "aligned": true, "reason": "aligned", "common_tracks": [82, 79], "knots0": [0.0, 0.4116666666666667, 0.795, 1.0], "knots1": [0.0, 0.4658333333333333, 0.8354166666666667, 1.0]}, {"frames": [91, 92], "aligned": true, "reason": "aligned", "common_tracks": [82], "knots0": [0.0, 0.4658333333333333, 1.0], "knots1": [0.0, 0.5, 1.0]}, {"frames": [92, 93], "aligned": true, "reason": "aligned", "common_tracks": [82], "knots0": [0.0, 0.5, 1.0], "knots1": [0.0, 0.5, 1.0]}, {"frames": [93, 94], "aligned": false, "reason": "large position jump", "common_tracks": [82], "knots0": [0.0, 0.5, 1.0], "knots1": [0.0, 0.7620833333333333, 1.0]}, {"frames": [94, 95], "aligned": false, "reason": "large position jump", "common_tracks": [85, 82], "knots0": [0.0, 0.6804166666666667, 0.7620833333333333, 1.0], "knots1": [0.0, 0.20166666666666666, 0.5166666666666667, 1.0]}, {"frames": [95, 96], "aligned": true, "reason": "aligned", "common_tracks": [82], "knots0": [0.0, 0.5166666666666667, 1.0], "knots1": [0.0, 0.4995833333333333, 1.0]}, {"frames": [96, 97], "aligned": false, "reason": "large position jump", "common_tracks": [82], "knots0": [0.0, 0.4995833333333333, 1.0], "knots1": [0.0, 0.21958333333333332, 1.0]}, {"frames": [97, 98], "aligned": true, "reason": "aligned", "common_tracks": [89], "knots0": [0.0, 0.57375, 1.0], "knots1": [0.0, 0.5, 1.0]}, {"frames": [98, 99], "aligned": true, "reason": "aligned", "common_tracks": [89], "knots0": [0.0, 0.5, 1.0], "knots1": [0.0, 0.4820833333333333, 1.0]}, {"frames": [99, 100], "aligned": true, "reason": "aligned", "common_tracks": [89], "knots0": [0.0, 0.4820833333333333, 1.0], "knots1": [0.0, 0.5, 1.0]}, {"frames": [100, 101], "aligned": false, "reason": "large position jump", "common_tracks": [89], "knots0": [0.0, 0.5, 1.0], "knots1": [0.0, 0.7833333333333333, 1.0]}, {"frames": [101, 102], "aligned": false, "reason": "large position jump", "common_tracks": [89], "knots0": [0.0, 0.7833333333333333, 1.0], "knots1": [0.0, 0.5, 1.0]}, {"frames": [102, 103], "aligned": true, "reason": "aligned", "common_tracks": [89], "knots0": [0.0, 0.5, 1.0], "knots1": [0.0, 0.3933333333333333, 1.0]}, {"frames": [103, 104], "aligned": true, "reason": "aligned", "common_tracks": [89], "knots0": [0.0, 0.3933333333333333, 1.0], "knots1": [0.0, 0.5, 1.0]}, {"frames": [104, 105], "aligned": false, "reason": "large position jump", "common_tracks": [89], "knots0": [0.0, 0.5, 1.0], "knots1": [0.0, 0.2875, 1.0]}, {"frames": [105, 106], "aligned": true, "reason": "aligned", "common_tracks": [89, 97, 96], "knots0": [0.0, 0.2875, 0.5575, 0.68, 1.0], "knots1": [0.0, 0.3641666666666667, 0.5266666666666666, 0.66125, 1.0]}, {"frames": [106, 107], "aligned": true, "reason": "aligned", "common_tracks": [97, 96], "knots0": [0.0, 0.5266666666666666, 0.66125, 1.0], "knots1": [0.0, 0.4633333333333333, 0.64125, 1.0]}, {"frames": [107, 108], "aligned": true, "reason": "aligned", "common_tracks": [97, 96], "knots0": [0.0, 0.4633333333333333, 0.64125, 1.0], "knots1": [0.0, 0.4658333333333333, 0.7945833333333333, 1.0]}, {"frames": [108, 109], "aligned": true, "reason": "aligned", "common_tracks": [97, 96], "knots0": [0.0, 0.4658333333333333, 0.7945833333333333, 1.0], "knots1": [0.0, 0.4625, 0.7491666666666666, 1.0]}, {"frames": [109, 110], "aligned": true, "reason": "aligned", "common_tracks": [97], "knots0": [0.0, 0.4625, 1.0], "knots1": [0.0, 0.4920833333333333, 1.0]}, {"frames": [110, 111], "aligned": true, "reason": "aligned", "common_tracks": [97], "knots0": [0.0, 0.4920833333333333, 1.0], "knots1": [0.0, 0.5, 1.0]}, {"frames": [111, 112], "aligned": true, "reason": "aligned", "common_tracks": [97], "knots0": [0.0, 0.5, 1.0], "knots1": [0.0, 0.5, 1.0]}, {"frames": [112, 113], "aligned": true, "reason": "aligned", "common_tracks": [97], "knots0": [0.0, 0.5, 1.0], "knots1": [0.0, 0.5, 1.0]}, {"frames": [113, 114], "aligned": true, "reason": "aligned", "common_tracks": [97], "knots0": [0.0, 0.5, 1.0], "knots1": [0.0, 0.4575, 1.0]}, {"frames": [114, 115], "aligned": true, "reason": "aligned", "common_tracks": [97], "knots0": [0.0, 0.4575, 1.0], "knots1": [0.0, 0.5029166666666667, 1.0]}, {"frames": [115, 116], "aligned": true, "reason": "aligned", "common_tracks": [97], "knots0": [0.0, 0.5029166666666667, 1.0], "knots1": [0.0, 0.5754166666666667, 1.0]}, {"frames": [116, 117], "aligned": true, "reason": "aligned", "common_tracks": [97, 105], "knots0": [0.0, 0.5754166666666667, 0.7533333333333333, 1.0], "knots1": [0.0, 0.4870833333333333, 0.8108333333333333, 1.0]}, {"frames": [117, 118], "aligned": true, "reason": "aligned", "common_tracks": [97], "knots0": [0.0, 0.4870833333333333, 1.0], "knots1": [0.0, 0.5, 1.0]}, {"frames": [118, 119], "aligned": true, "reason": "aligned", "common_tracks": [97], "knots0": [0.0, 0.5, 1.0], "knots1": [0.0, 0.5004166666666666, 1.0]}, {"frames": [119, 120], "aligned": false, "reason": "no common extrema", "common_tracks": [], "knots0": [0.0, 1.0], "knots1": [0.0, 1.0]}, {"frames": [120, 121], "aligned": true, "reason": "aligned", "common_tracks": [110, 109], "knots0": [0.0, 0.46625, 0.6704166666666667, 1.0], "knots1": [0.0, 0.46041666666666664, 0.7491666666666666, 1.0]}, {"frames": [121, 122], "aligned": true, "reason": "aligned", "common_tracks": [110, 109], "knots0": [0.0, 0.46041666666666664, 0.7491666666666666, 1.0], "knots1": [0.0, 0.4166666666666667, 0.8108333333333333, 1.0]}, {"frames": [122, 123], "aligned": true, "reason": "aligned", "common_tracks": [110], "knots0": [0.0, 0.4166666666666667, 1.0], "knots1": [0.0, 0.56125, 1.0]}, {"frames": [123, 124], "aligned": true, "reason": "aligned", "common_tracks": [110], "knots0": [0.0, 0.56125, 1.0], "knots1": [0.0, 0.44625, 1.0]}, {"frames": [124, 125], "aligned": true, "reason": "aligned", "common_tracks": [110, 112], "knots0": [0.0, 0.44625, 0.7804166666666666, 1.0], "knots1": [0.0, 0.5145833333333333, 0.7608333333333334, 1.0]}, {"frames": [125, 126], "aligned": false, "reason": "crossing extrema order", "common_tracks": [114, 110, 112], "knots0": [0.0, 0.28375, 0.5145833333333333, 0.7608333333333334, 1.0], "knots1": [0.0, 0.6458333333333334, 0.5354166666666667, 0.73375, 1.0]}, {"frames": [126, 127], "aligned": false, "reason": "crossing extrema order", "common_tracks": [110, 112], "knots0": [0.0, 0.5354166666666667, 0.73375, 1.0], "knots1": [0.0, 0.6375, 0.41125, 1.0]}, {"frames": [127, 128], "aligned": true, "reason": "aligned", "common_tracks": [112], "knots0": [0.0, 0.41125, 1.0], "knots1": [0.0, 0.5, 1.0]}, {"frames": [128, 129], "aligned": true, "reason": "aligned", "common_tracks": [112], "knots0": [0.0, 0.5, 1.0], "knots1": [0.0, 0.585, 1.0]}, {"frames": [129, 130], "aligned": true, "reason": "aligned", "common_tracks": [118, 112], "knots0": [0.0, 0.24125, 0.585, 1.0], "knots1": [0.0, 0.43041666666666667, 0.7308333333333333, 1.0]}, {"frames": [130, 131], "aligned": false, "reason": "large position jump", "common_tracks": [112], "knots0": [0.0, 0.7308333333333333, 1.0], "knots1": [0.0, 0.5004166666666666, 1.0]}, {"frames": [131, 132], "aligned": false, "reason": "large position jump", "common_tracks": [112], "knots0": [0.0, 0.5004166666666666, 1.0], "knots1": [0.0, 0.8, 1.0]}, {"frames": [132, 133], "aligned": true, "reason": "aligned", "common_tracks": [122, 112], "knots0": [0.0, 0.4870833333333333, 0.8, 1.0], "knots1": [0.0, 0.4791666666666667, 0.785, 1.0]}, {"frames": [133, 134], "aligned": true, "reason": "aligned", "common_tracks": [122, 112], "knots0": [0.0, 0.4791666666666667, 0.785, 1.0], "knots1": [0.0, 0.44666666666666666, 0.7670833333333333, 1.0]}, {"frames": [134, 135], "aligned": true, "reason": "aligned", "common_tracks": [122, 112], "knots0": [0.0, 0.44666666666666666, 0.7670833333333333, 1.0], "knots1": [0.0, 0.46208333333333335, 0.67375, 1.0]}, {"frames": [135, 136], "aligned": true, "reason": "aligned", "common_tracks": [122], "knots0": [0.0, 0.46208333333333335, 1.0], "knots1": [0.0, 0.5, 1.0]}, {"frames": [136, 137], "aligned": true, "reason": "aligned", "common_tracks": [122], "knots0": [0.0, 0.5, 1.0], "knots1": [0.0, 0.425, 1.0]}, {"frames": [137, 138], "aligned": true, "reason": "aligned", "common_tracks": [122], "knots0": [0.0, 0.425, 1.0], "knots1": [0.0, 0.5629166666666666, 1.0]}, {"frames": [138, 139], "aligned": true, "reason": "aligned", "common_tracks": [128, 122], "knots0": [0.0, 0.17541666666666667, 0.5629166666666666, 1.0], "knots1": [0.0, 0.1925, 0.56125, 1.0]}, {"frames": [139, 140], "aligned": false, "reason": "crossing extrema order", "common_tracks": [128, 122, 129], "knots0": [0.0, 0.1925, 0.56125, 0.6979166666666666, 1.0], "knots1": [0.0, 0.14625, 0.5683333333333334, 0.38958333333333334, 1.0]}, {"frames": [140, 141], "aligned": false, "reason": "crossing extrema order", "common_tracks": [129, 122], "knots0": [0.0, 0.38958333333333334, 0.5683333333333334, 1.0], "knots1": [0.0, 0.8, 0.4354166666666667, 1.0]}, {"frames": [141, 142], "aligned": true, "reason": "aligned", "common_tracks": [122, 129], "knots0": [0.0, 0.4354166666666667, 0.8, 1.0], "knots1": [0.0, 0.42333333333333334, 0.79375, 1.0]}, {"frames": [142, 143], "aligned": true, "reason": "aligned", "common_tracks": [122], "knots0": [0.0, 0.42333333333333334, 1.0], "knots1": [0.0, 0.5, 1.0]}, {"frames": [143, 144], "aligned": true, "reason": "aligned", "common_tracks": [122], "knots0": [0.0, 0.5, 1.0], "knots1": [0.0, 0.5, 1.0]}, {"frames": [144, 145], "aligned": true, "reason": "aligned", "common_tracks": [122], "knots0": [0.0, 0.5, 1.0], "knots1": [0.0, 0.4166666666666667, 1.0]}, {"frames": [145, 146], "aligned": false, "reason": "crossing extrema order", "common_tracks": [122, 130], "knots0": [0.0, 0.4166666666666667, 0.7029166666666666, 1.0], "knots1": [0.0, 0.4979166666666667, 0.39166666666666666, 1.0]}, {"frames": [146, 147], "aligned": false, "reason": "crossing extrema order", "common_tracks": [130, 132], "knots0": [0.0, 0.39166666666666666, 0.5491666666666667, 1.0], "knots1": [0.0, 0.595, 0.46166666666666667, 1.0]}, {"frames": [147, 148], "aligned": true, "reason": "aligned", "common_tracks": [132], "knots0": [0.0, 0.46166666666666667, 1.0], "knots1": [0.0, 0.5541666666666667, 1.0]}, {"frames": [148, 149], "aligned": true, "reason": "aligned", "common_tracks": [132], "knots0": [0.0, 0.5541666666666667, 1.0], "knots1": [0.0, 0.5, 1.0]}, {"frames": [149, 150], "aligned": true, "reason": "aligned", "common_tracks": [132], "knots0": [0.0, 0.5, 1.0], "knots1": [0.0, 0.5, 1.0]}, {"frames": [150, 151], "aligned": true, "reason": "aligned", "common_tracks": [132], "knots0": [0.0, 0.5, 1.0], "knots1": [0.0, 0.425, 1.0]}, {"frames": [151, 152], "aligned": true, "reason": "aligned", "common_tracks": [132], "knots0": [0.0, 0.425, 1.0], "knots1": [0.0, 0.5, 1.0]}, {"frames": [152, 153], "aligned": true, "reason": "aligned", "common_tracks": [132], "knots0": [0.0, 0.5, 1.0], "knots1": [0.0, 0.5029166666666667, 1.0]}, {"frames": [153, 154], "aligned": true, "reason": "aligned", "common_tracks": [132], "knots0": [0.0, 0.5029166666666667, 1.0], "knots1": [0.0, 0.38208333333333333, 1.0]}, {"frames": [154, 155], "aligned": true, "reason": "aligned", "common_tracks": [132], "knots0": [0.0, 0.38208333333333333, 1.0], "knots1": [0.0, 0.5, 1.0]}, {"frames": [155, 156], "aligned": true, "reason": "aligned", "common_tracks": [132], "knots0": [0.0, 0.5, 1.0], "knots1": [0.0, 0.44708333333333333, 1.0]}, {"frames": [156, 157], "aligned": true, "reason": "aligned", "common_tracks": [132, 137], "knots0": [0.0, 0.44708333333333333, 0.77, 1.0], "knots1": [0.0, 0.4425, 0.7854166666666667, 1.0]}, {"frames": [157, 158], "aligned": true, "reason": "aligned", "common_tracks": [132], "knots0": [0.0, 0.4425, 1.0], "knots1": [0.0, 0.5, 1.0]}, {"frames": [158, 159], "aligned": true, "reason": "aligned", "common_tracks": [132], "knots0": [0.0, 0.5, 1.0], "knots1": [0.0, 0.5620833333333334, 1.0]}, {"frames": [159, 160], "aligned": true, "reason": "aligned", "common_tracks": [132], "knots0": [0.0, 0.5620833333333334, 1.0], "knots1": [0.0, 0.5, 1.0]}, {"frames": [160, 161], "aligned": true, "reason": "aligned", "common_tracks": [132], "knots0": [0.0, 0.5, 1.0], "knots1": [0.0, 0.5, 1.0]}, {"frames": [161, 162], "aligned": true, "reason": "aligned", "common_tracks": [132], "knots0": [0.0, 0.5, 1.0], "knots1": [0.0, 0.5, 1.0]}, {"frames": [162, 163], "aligned": true, "reason": "aligned", "common_tracks": [132], "knots0": [0.0, 0.5, 1.0], "knots1": [0.0, 0.5, 1.0]}, {"frames": [163, 164], "aligned": true, "reason": "aligned", "common_tracks": [132], "knots0": [0.0, 0.5, 1.0], "knots1": [0.0, 0.49666666666666665, 1.0]}, {"frames": [164, 165], "aligned": true, "reason": "aligned", "common_tracks": [132, 141], "knots0": [0.0, 0.49666666666666665, 0.6366666666666667, 1.0], "knots1": [0.0, 0.46541666666666665, 0.6120833333333333, 1.0]}, {"frames": [165, 166], "aligned": true, "reason": "aligned", "common_tracks": [132], "knots0": [0.0, 0.46541666666666665, 1.0], "knots1": [0.0, 0.5, 1.0]}, {"frames": [166, 167], "aligned": true, "reason": "aligned", "common_tracks": [132], "knots0": [0.0, 0.5, 1.0], "knots1": [0.0, 0.5, 1.0]}, {"frames": [167, 168], "aligned": true, "reason": "aligned", "common_tracks": [132], "knots0": [0.0, 0.5, 1.0], "knots1": [0.0, 0.5, 1.0]}, {"frames": [168, 169], "aligned": true, "reason": "aligned", "common_tracks": [132], "knots0": [0.0, 0.5, 1.0], "knots1": [0.0, 0.5, 1.0]}, {"frames": [169, 170], "aligned": true, "reason": "aligned", "common_tracks": [132], "knots0": [0.0, 0.5, 1.0], "knots1": [0.0, 0.5, 1.0]}, {"frames": [170, 171], "aligned": true, "reason": "aligned", "common_tracks": [132], "knots0": [0.0, 0.5, 1.0], "knots1": [0.0, 0.43625, 1.0]}, {"frames": [171, 172], "aligned": true, "reason": "aligned", "common_tracks": [132], "knots0": [0.0, 0.43625, 1.0], "knots1": [0.0, 0.5, 1.0]}, {"frames": [172, 173], "aligned": true, "reason": "aligned", "common_tracks": [132], "knots0": [0.0, 0.5, 1.0], "knots1": [0.0, 0.5, 1.0]}, {"frames": [173, 174], "aligned": true, "reason": "aligned", "common_tracks": [132], "knots0": [0.0, 0.5, 1.0], "knots1": [0.0, 0.5, 1.0]}, {"frames": [174, 175], "aligned": true, "reason": "aligned", "common_tracks": [132], "knots0": [0.0, 0.5, 1.0], "knots1": [0.0, 0.5, 1.0]}, {"frames": [175, 176], "aligned": true, "reason": "aligned", "common_tracks": [132], "knots0": [0.0, 0.5, 1.0], "knots1": [0.0, 0.5, 1.0]}, {"frames": [176, 177], "aligned": true, "reason": "aligned", "common_tracks": [132], "knots0": [0.0, 0.5, 1.0], "knots1": [0.0, 0.5, 1.0]}, {"frames": [177, 178], "aligned": true, "reason": "aligned", "common_tracks": [132], "knots0": [0.0, 0.5, 1.0], "knots1": [0.0, 0.41541666666666666, 1.0]}, {"frames": [178, 179], "aligned": true, "reason": "aligned", "common_tracks": [132, 143], "knots0": [0.0, 0.41541666666666666, 0.7779166666666667, 1.0], "knots1": [0.0, 0.3908333333333333, 0.7779166666666667, 1.0]}, {"frames": [179, 180], "aligned": true, "reason": "aligned", "common_tracks": [132, 143], "knots0": [0.0, 0.3908333333333333, 0.7779166666666667, 1.0], "knots1": [0.0, 0.4975, 0.7716666666666666, 1.0]}, {"frames": [180, 181], "aligned": true, "reason": "aligned", "common_tracks": [132, 143], "knots0": [0.0, 0.4975, 0.7716666666666666, 1.0], "knots1": [0.0, 0.40375, 0.7854166666666667, 1.0]}, {"frames": [181, 182], "aligned": true, "reason": "aligned", "common_tracks": [132], "knots0": [0.0, 0.40375, 1.0], "knots1": [0.0, 0.5, 1.0]}, {"frames": [182, 183], "aligned": true, "reason": "aligned", "common_tracks": [132], "knots0": [0.0, 0.5, 1.0], "knots1": [0.0, 0.5, 1.0]}, {"frames": [183, 184], "aligned": true, "reason": "aligned", "common_tracks": [132], "knots0": [0.0, 0.5, 1.0], "knots1": [0.0, 0.5479166666666667, 1.0]}, {"frames": [184, 185], "aligned": true, "reason": "aligned", "common_tracks": [145, 132], "knots0": [0.0, 0.3625, 0.5479166666666667, 1.0], "knots1": [0.0, 0.20541666666666666, 0.5454166666666667, 1.0]}, {"frames": [185, 186], "aligned": false, "reason": "crossing extrema order", "common_tracks": [146, 132, 147], "knots0": [0.0, 0.3925, 0.5454166666666667, 0.6845833333333333, 1.0], "knots1": [0.0, 0.7695833333333333, 0.5475, 0.35083333333333333, 1.0]}, {"frames": [186, 187], "aligned": true, "reason": "aligned", "common_tracks": [147, 132, 146], "knots0": [0.0, 0.35083333333333333, 0.5475, 0.7695833333333333, 1.0], "knots1": [0.0, 0.3466666666666667, 0.60875, 0.7, 1.0]}, {"frames": [187, 188], "aligned": true, "reason": "aligned", "common_tracks": [147, 149, 146], "knots0": [0.0, 0.3466666666666667, 0.42083333333333334, 0.7, 1.0], "knots1": [0.0, 0.35791666666666666, 0.4354166666666667, 0.7729166666666667, 1.0]}, {"frames": [188, 189], "aligned": false, "reason": "large position jump", "common_tracks": [146], "knots0": [0.0, 0.7729166666666667, 1.0], "knots1": [0.0, 0.5, 1.0]}, {"frames": [189, 190], "aligned": true, "reason": "aligned", "common_tracks": [146], "knots0": [0.0, 0.5, 1.0], "knots1": [0.0, 0.5, 1.0]}, {"frames": [190, 191], "aligned": true, "reason": "aligned", "common_tracks": [146], "knots0": [0.0, 0.5, 1.0], "knots1": [0.0, 0.5, 1.0]}, {"frames": [191, 192], "aligned": true, "reason": "aligned", "common_tracks": [146], "knots0": [0.0, 0.5, 1.0], "knots1": [0.0, 0.5, 1.0]}, {"frames": [192, 193], "aligned": true, "reason": "aligned", "common_tracks": [146], "knots0": [0.0, 0.5, 1.0], "knots1": [0.0, 0.5141666666666667, 1.0]}, {"frames": [193, 194], "aligned": false, "reason": "crossing extrema order", "common_tracks": [151, 146], "knots0": [0.0, 0.2225, 0.5141666666666667, 1.0], "knots1": [0.0, 0.5383333333333333, 0.4041666666666667, 1.0]}, {"frames": [194, 195], "aligned": true, "reason": "aligned", "common_tracks": [146, 152], "knots0": [0.0, 0.4041666666666667, 0.7779166666666667, 1.0], "knots1": [0.0, 0.41333333333333333, 0.7775, 1.0]}, {"frames": [195, 196], "aligned": true, "reason": "aligned", "common_tracks": [146, 153, 152], "knots0": [0.0, 0.41333333333333333, 0.6266666666666667, 0.7775, 1.0], "knots1": [0.0, 0.40625, 0.6041666666666666, 0.77125, 1.0]}, {"frames": [196, 197], "aligned": true, "reason": "aligned", "common_tracks": [146, 153, 152], "knots0": [0.0, 0.40625, 0.6041666666666666, 0.77125, 1.0], "knots1": [0.0, 0.40791666666666665, 0.5145833333333333, 0.7858333333333334, 1.0]}, {"frames": [197, 198], "aligned": true, "reason": "aligned", "common_tracks": [146, 152], "knots0": [0.0, 0.40791666666666665, 0.7858333333333334, 1.0], "knots1": [0.0, 0.39625, 0.8529166666666667, 1.0]}, {"frames": [198, 199], "aligned": true, "reason": "aligned", "common_tracks": [146, 152], "knots0": [0.0, 0.39625, 0.8529166666666667, 1.0], "knots1": [0.0, 0.46541666666666665, 0.77625, 1.0]}, {"frames": [199, 200], "aligned": true, "reason": "aligned", "common_tracks": [146], "knots0": [0.0, 0.46541666666666665, 1.0], "knots1": [0.0, 0.49, 1.0]}, {"frames": [200, 201], "aligned": true, "reason": "aligned", "common_tracks": [146], "knots0": [0.0, 0.49, 1.0], "knots1": [0.0, 0.5, 1.0]}, {"frames": [201, 202], "aligned": true, "reason": "aligned", "common_tracks": [146], "knots0": [0.0, 0.5, 1.0], "knots1": [0.0, 0.5, 1.0]}, {"frames": [202, 203], "aligned": true, "reason": "aligned", "common_tracks": [146], "knots0": [0.0, 0.5, 1.0], "knots1": [0.0, 0.5, 1.0]}, {"frames": [203, 204], "aligned": true, "reason": "aligned", "common_tracks": [146], "knots0": [0.0, 0.5, 1.0], "knots1": [0.0, 0.49041666666666667, 1.0]}, {"frames": [204, 205], "aligned": true, "reason": "aligned", "common_tracks": [146, 156], "knots0": [0.0, 0.49041666666666667, 0.67, 1.0], "knots1": [0.0, 0.50125, 0.69125, 1.0]}, {"frames": [205, 206], "aligned": true, "reason": "aligned", "common_tracks": [157, 156], "knots0": [0.0, 0.44375, 0.69125, 1.0], "knots1": [0.0, 0.4529166666666667, 0.73875, 1.0]}, {"frames": [206, 207], "aligned": true, "reason": "aligned", "common_tracks": [157, 156], "knots0": [0.0, 0.4529166666666667, 0.73875, 1.0], "knots1": [0.0, 0.46166666666666667, 0.70875, 1.0]}, {"frames": [207, 208], "aligned": true, "reason": "aligned", "common_tracks": [157], "knots0": [0.0, 0.46166666666666667, 1.0], "knots1": [0.0, 0.5, 1.0]}, {"frames": [208, 209], "aligned": true, "reason": "aligned", "common_tracks": [157], "knots0": [0.0, 0.5, 1.0], "knots1": [0.0, 0.5270833333333333, 1.0]}, {"frames": [209, 210], "aligned": false, "reason": "large position jump", "common_tracks": [158], "knots0": [0.0, 0.21416666666666667, 1.0], "knots1": [0.0, 0.5004166666666666, 1.0]}, {"frames": [210, 211], "aligned": true, "reason": "aligned", "common_tracks": [158], "knots0": [0.0, 0.5004166666666666, 1.0], "knots1": [0.0, 0.5, 1.0]}, {"frames": [211, 212], "aligned": true, "reason": "aligned", "common_tracks": [158], "knots0": [0.0, 0.5, 1.0], "knots1": [0.0, 0.4325, 1.0]}, {"frames": [212, 213], "aligned": true, "reason": "aligned", "common_tracks": [158], "knots0": [0.0, 0.4325, 1.0], "knots1": [0.0, 0.57, 1.0]}, {"frames": [213, 214], "aligned": true, "reason": "aligned", "common_tracks": [158], "knots0": [0.0, 0.57, 1.0], "knots1": [0.0, 0.5, 1.0]}, {"frames": [214, 215], "aligned": true, "reason": "aligned", "common_tracks": [158], "knots0": [0.0, 0.5, 1.0], "knots1": [0.0, 0.5, 1.0]}, {"frames": [215, 216], "aligned": true, "reason": "aligned", "common_tracks": [158], "knots0": [0.0, 0.5, 1.0], "knots1": [0.0, 0.5, 1.0]}, {"frames": [216, 217], "aligned": true, "reason": "aligned", "common_tracks": [158], "knots0": [0.0, 0.5, 1.0], "knots1": [0.0, 0.5, 1.0]}, {"frames": [217, 218], "aligned": true, "reason": "aligned", "common_tracks": [158], "knots0": [0.0, 0.5, 1.0], "knots1": [0.0, 0.5, 1.0]}, {"frames": [218, 219], "aligned": true, "reason": "aligned", "common_tracks": [158], "knots0": [0.0, 0.5, 1.0], "knots1": [0.0, 0.565, 1.0]}, {"frames": [219, 220], "aligned": true, "reason": "aligned", "common_tracks": [158], "knots0": [0.0, 0.565, 1.0], "knots1": [0.0, 0.5, 1.0]}, {"frames": [220, 221], "aligned": true, "reason": "aligned", "common_tracks": [158], "knots0": [0.0, 0.5, 1.0], "knots1": [0.0, 0.5, 1.0]}, {"frames": [221, 222], "aligned": true, "reason": "aligned", "common_tracks": [158], "knots0": [0.0, 0.5, 1.0], "knots1": [0.0, 0.4083333333333333, 1.0]}, {"frames": [222, 223], "aligned": true, "reason": "aligned", "common_tracks": [158, 163], "knots0": [0.0, 0.4083333333333333, 0.685, 1.0], "knots1": [0.0, 0.40625, 0.7929166666666667, 1.0]}, {"frames": [223, 224], "aligned": false, "reason": "crossing extrema order", "common_tracks": [158, 164, 163], "knots0": [0.0, 0.40625, 0.5391666666666667, 0.7929166666666667, 1.0], "knots1": [0.0, 0.44208333333333333, 0.2475, 0.7791666666666667, 1.0]}, {"frames": [224, 225], "aligned": true, "reason": "aligned", "common_tracks": [158, 163], "knots0": [0.0, 0.44208333333333333, 0.7791666666666667, 1.0], "knots1": [0.0, 0.35, 0.8083333333333333, 1.0]}, {"frames": [225, 226], "aligned": true, "reason": "aligned", "common_tracks": [158, 163], "knots0": [0.0, 0.35, 0.8083333333333333, 1.0], "knots1": [0.0, 0.45416666666666666, 0.715, 1.0]}, {"frames": [226, 227], "aligned": true, "reason": "aligned", "common_tracks": [158], "knots0": [0.0, 0.45416666666666666, 1.0], "knots1": [0.0, 0.5, 1.0]}, {"frames": [227, 228], "aligned": true, "reason": "aligned", "common_tracks": [158], "knots0": [0.0, 0.5, 1.0], "knots1": [0.0, 0.42333333333333334, 1.0]}, {"frames": [228, 229], "aligned": true, "reason": "aligned", "common_tracks": [158, 167], "knots0": [0.0, 0.42333333333333334, 0.7991666666666667, 1.0], "knots1": [0.0, 0.4479166666666667, 0.8229166666666666, 1.0]}, {"frames": [229, 230], "aligned": true, "reason": "aligned", "common_tracks": [158], "knots0": [0.0, 0.4479166666666667, 1.0], "knots1": [0.0, 0.5, 1.0]}, {"frames": [230, 231], "aligned": true, "reason": "aligned", "common_tracks": [158], "knots0": [0.0, 0.5, 1.0], "knots1": [0.0, 0.5, 1.0]}, {"frames": [231, 232], "aligned": true, "reason": "aligned", "common_tracks": [158], "knots0": [0.0, 0.5, 1.0], "knots1": [0.0, 0.4325, 1.0]}, {"frames": [232, 233], "aligned": true, "reason": "aligned", "common_tracks": [158, 168], "knots0": [0.0, 0.4325, 0.80125, 1.0], "knots1": [0.0, 0.5395833333333333, 0.6983333333333334, 1.0]}, {"frames": [233, 234], "aligned": true, "reason": "aligned", "common_tracks": [158, 168], "knots0": [0.0, 0.5395833333333333, 0.6983333333333334, 1.0], "knots1": [0.0, 0.47041666666666665, 0.64, 1.0]}, {"frames": [234, 235], "aligned": true, "reason": "aligned", "common_tracks": [158], "knots0": [0.0, 0.47041666666666665, 1.0], "knots1": [0.0, 0.5, 1.0]}, {"frames": [235, 236], "aligned": true, "reason": "aligned", "common_tracks": [158], "knots0": [0.0, 0.5, 1.0], "knots1": [0.0, 0.66, 1.0]}, {"frames": [236, 237], "aligned": true, "reason": "aligned", "common_tracks": [172, 158], "knots0": [0.0, 0.4875, 0.66, 1.0], "knots1": [0.0, 0.53125, 0.7691666666666667, 1.0]}, {"frames": [237, 238], "aligned": true, "reason": "aligned", "common_tracks": [175, 174], "knots0": [0.0, 0.3375, 0.6329166666666667, 1.0], "knots1": [0.0, 0.37958333333333333, 0.54125, 1.0]}, {"frames": [238, 239], "aligned": true, "reason": "aligned", "common_tracks": [175, 174], "knots0": [0.0, 0.37958333333333333, 0.54125, 1.0], "knots1": [0.0, 0.21125, 0.4554166666666667, 1.0]}, {"frames": [239, 240], "aligned": false, "reason": "crossing extrema order", "common_tracks": [174, 176], "knots0": [0.0, 0.4554166666666667, 0.83125, 1.0], "knots1": [0.0, 0.51125, 0.2525, 1.0]}, {"frames": [240, 241], "aligned": true, "reason": "aligned", "common_tracks": [176, 174], "knots0": [0.0, 0.2525, 0.51125, 1.0], "knots1": [0.0, 0.24708333333333332, 0.5179166666666667, 1.0]}, {"frames": [241, 242], "aligned": false, "reason": "crossing extrema order", "common_tracks": [176, 174], "knots0": [0.0, 0.24708333333333332, 0.5179166666666667, 1.0], "knots1": [0.0, 0.71625, 0.4820833333333333, 1.0]}, {"frames": [242, 243], "aligned": true, "reason": "aligned", "common_tracks": [174, 178], "knots0": [0.0, 0.4820833333333333, 0.615, 1.0], "knots1": [0.0, 0.40625, 0.6404166666666666, 1.0]}, {"frames": [243, 244], "aligned": true, "reason": "aligned", "common_tracks": [174, 178], "knots0": [0.0, 0.40625, 0.6404166666666666, 1.0], "knots1": [0.0, 0.41833333333333333, 0.7183333333333334, 1.0]}, {"frames": [244, 245], "aligned": true, "reason": "aligned", "common_tracks": [174, 178], "knots0": [0.0, 0.41833333333333333, 0.7183333333333334, 1.0], "knots1": [0.0, 0.42583333333333334, 0.6825, 1.0]}, {"frames": [245, 246], "aligned": true, "reason": "aligned", "common_tracks": [178], "knots0": [0.0, 0.6825, 1.0], "knots1": [0.0, 0.5079166666666667, 1.0]}, {"frames": [246, 247], "aligned": true, "reason": "aligned", "common_tracks": [180, 178], "knots0": [0.0, 0.40625, 0.5079166666666667, 1.0], "knots1": [0.0, 0.43666666666666665, 0.56875, 1.0]}, {"frames": [247, 248], "aligned": true, "reason": "aligned", "common_tracks": [180, 178], "knots0": [0.0, 0.43666666666666665, 0.56875, 1.0], "knots1": [0.0, 0.40708333333333335, 0.6333333333333333, 1.0]}, {"frames": [248, 249], "aligned": true, "reason": "aligned", "common_tracks": [180, 178], "knots0": [0.0, 0.40708333333333335, 0.6333333333333333, 1.0], "knots1": [0.0, 0.4225, 0.6666666666666666, 1.0]}, {"frames": [249, 250], "aligned": true, "reason": "aligned", "common_tracks": [180, 178], "knots0": [0.0, 0.4225, 0.6666666666666666, 1.0], "knots1": [0.0, 0.49916666666666665, 0.62875, 1.0]}, {"frames": [250, 251], "aligned": true, "reason": "aligned", "common_tracks": [180, 178], "knots0": [0.0, 0.49916666666666665, 0.62875, 1.0], "knots1": [0.0, 0.42083333333333334, 0.7883333333333333, 1.0]}, {"frames": [251, 252], "aligned": true, "reason": "aligned", "common_tracks": [180, 178], "knots0": [0.0, 0.42083333333333334, 0.7883333333333333, 1.0], "knots1": [0.0, 0.4975, 0.805, 1.0]}, {"frames": [252, 253], "aligned": true, "reason": "aligned", "common_tracks": [180], "knots0": [0.0, 0.4975, 1.0], "knots1": [0.0, 0.5, 1.0]}, {"frames": [253, 254], "aligned": true, "reason": "aligned", "common_tracks": [180], "knots0": [0.0, 0.5, 1.0], "knots1": [0.0, 0.5, 1.0]}, {"frames": [254, 255], "aligned": true, "reason": "aligned", "common_tracks": [180], "knots0": [0.0, 0.5, 1.0], "knots1": [0.0, 0.5466666666666666, 1.0]}, {"frames": [255, 256], "aligned": true, "reason": "aligned", "common_tracks": [184, 180], "knots0": [0.0, 0.21041666666666667, 0.5466666666666666, 1.0], "knots1": [0.0, 0.27416666666666667, 0.5279166666666667, 1.0]}, {"frames": [256, 257], "aligned": true, "reason": "aligned", "common_tracks": [180], "knots0": [0.0, 0.5279166666666667, 1.0], "knots1": [0.0, 0.5, 1.0]}, {"frames": [257, 258], "aligned": true, "reason": "aligned", "common_tracks": [180], "knots0": [0.0, 0.5, 1.0], "knots1": [0.0, 0.59875, 1.0]}, {"frames": [258, 259], "aligned": true, "reason": "aligned", "common_tracks": [180], "knots0": [0.0, 0.59875, 1.0], "knots1": [0.0, 0.5, 1.0]}, {"frames": [259, 260], "aligned": true, "reason": "aligned", "common_tracks": [180], "knots0": [0.0, 0.5, 1.0], "knots1": [0.0, 0.5, 1.0]}, {"frames": [260, 261], "aligned": true, "reason": "aligned", "common_tracks": [180], "knots0": [0.0, 0.5, 1.0], "knots1": [0.0, 0.5441666666666667, 1.0]}, {"frames": [261, 262], "aligned": true, "reason": "aligned", "common_tracks": [180], "knots0": [0.0, 0.5441666666666667, 1.0], "knots1": [0.0, 0.5, 1.0]}, {"frames": [262, 263], "aligned": true, "reason": "aligned", "common_tracks": [180], "knots0": [0.0, 0.5, 1.0], "knots1": [0.0, 0.5, 1.0]}, {"frames": [263, 264], "aligned": true, "reason": "aligned", "common_tracks": [180], "knots0": [0.0, 0.5, 1.0], "knots1": [0.0, 0.5, 1.0]}, {"frames": [264, 265], "aligned": true, "reason": "aligned", "common_tracks": [180], "knots0": [0.0, 0.5, 1.0], "knots1": [0.0, 0.4375, 1.0]}, {"frames": [265, 266], "aligned": true, "reason": "aligned", "common_tracks": [180], "knots0": [0.0, 0.4375, 1.0], "knots1": [0.0, 0.5, 1.0]}, {"frames": [266, 267], "aligned": true, "reason": "aligned", "common_tracks": [180], "knots0": [0.0, 0.5, 1.0], "knots1": [0.0, 0.69375, 1.0]}, {"frames": [267, 268], "aligned": true, "reason": "aligned", "common_tracks": [190, 180], "knots0": [0.0, 0.4454166666666667, 0.69375, 1.0], "knots1": [0.0, 0.46708333333333335, 0.6429166666666667, 1.0]}, {"frames": [268, 269], "aligned": true, "reason": "aligned", "common_tracks": [190], "knots0": [0.0, 0.46708333333333335, 1.0], "knots1": [0.0, 0.5, 1.0]}, {"frames": [269, 270], "aligned": true, "reason": "aligned", "common_tracks": [190], "knots0": [0.0, 0.5, 1.0], "knots1": [0.0, 0.4075, 1.0]}, {"frames": [270, 271], "aligned": true, "reason": "aligned", "common_tracks": [190, 193], "knots0": [0.0, 0.4075, 0.7741666666666667, 1.0], "knots1": [0.0, 0.4220833333333333, 0.7841666666666667, 1.0]}, {"frames": [271, 272], "aligned": true, "reason": "aligned", "common_tracks": [190, 193], "knots0": [0.0, 0.4220833333333333, 0.7841666666666667, 1.0], "knots1": [0.0, 0.43416666666666665, 0.7479166666666667, 1.0]}, {"frames": [272, 273], "aligned": true, "reason": "aligned", "common_tracks": [190, 193], "knots0": [0.0, 0.43416666666666665, 0.7479166666666667, 1.0], "knots1": [0.0, 0.41333333333333333, 0.785, 1.0]}, {"frames": [273, 274], "aligned": true, "reason": "aligned", "common_tracks": [190, 193], "knots0": [0.0, 0.41333333333333333, 0.785, 1.0], "knots1": [0.0, 0.4270833333333333, 0.7770833333333333, 1.0]}, {"frames": [274, 275], "aligned": true, "reason": "aligned", "common_tracks": [190], "knots0": [0.0, 0.4270833333333333, 1.0], "knots1": [0.0, 0.5, 1.0]}, {"frames": [275, 276], "aligned": true, "reason": "aligned", "common_tracks": [190], "knots0": [0.0, 0.5, 1.0], "knots1": [0.0, 0.4404166666666667, 1.0]}, {"frames": [276, 277], "aligned": true, "reason": "aligned", "common_tracks": [190, 195], "knots0": [0.0, 0.4404166666666667, 0.6945833333333333, 1.0], "knots1": [0.0, 0.43416666666666665, 0.6633333333333333, 1.0]}, {"frames": [277, 278], "aligned": true, "reason": "aligned", "common_tracks": [195], "knots0": [0.0, 0.6633333333333333, 1.0], "knots1": [0.0, 0.5004166666666666, 1.0]}, {"frames": [278, 279], "aligned": false, "reason": "no common extrema", "common_tracks": [], "knots0": [0.0, 1.0], "knots1": [0.0, 1.0]}, {"frames": [279, 280], "aligned": true, "reason": "aligned", "common_tracks": [198, 199], "knots0": [0.0, 0.4775, 0.7379166666666667, 1.0], "knots1": [0.0, 0.4241666666666667, 0.7579166666666667, 1.0]}, {"frames": [280, 281], "aligned": true, "reason": "aligned", "common_tracks": [198], "knots0": [0.0, 0.4241666666666667, 1.0], "knots1": [0.0, 0.5, 1.0]}, {"frames": [281, 282], "aligned": true, "reason": "aligned", "common_tracks": [198], "knots0": [0.0, 0.5, 1.0], "knots1": [0.0, 0.5, 1.0]}, {"frames": [282, 283], "aligned": true, "reason": "aligned", "common_tracks": [198], "knots0": [0.0, 0.5, 1.0], "knots1": [0.0, 0.4475, 1.0]}, {"frames": [283, 284], "aligned": true, "reason": "aligned", "common_tracks": [198], "knots0": [0.0, 0.4475, 1.0], "knots1": [0.0, 0.5, 1.0]}, {"frames": [284, 285], "aligned": true, "reason": "aligned", "common_tracks": [198], "knots0": [0.0, 0.5, 1.0], "knots1": [0.0, 0.5, 1.0]}, {"frames": [285, 286], "aligned": true, "reason": "aligned", "common_tracks": [198], "knots0": [0.0, 0.5, 1.0], "knots1": [0.0, 0.5, 1.0]}, {"frames": [286, 287], "aligned": true, "reason": "aligned", "common_tracks": [198], "knots0": [0.0, 0.5, 1.0], "knots1": [0.0, 0.5, 1.0]}, {"frames": [287, 288], "aligned": true, "reason": "aligned", "common_tracks": [198], "knots0": [0.0, 0.5, 1.0], "knots1": [0.0, 0.5, 1.0]}, {"frames": [288, 289], "aligned": true, "reason": "aligned", "common_tracks": [198], "knots0": [0.0, 0.5, 1.0], "knots1": [0.0, 0.5, 1.0]}, {"frames": [289, 290], "aligned": true, "reason": "aligned", "common_tracks": [198], "knots0": [0.0, 0.5, 1.0], "knots1": [0.0, 0.5, 1.0]}, {"frames": [290, 291], "aligned": true, "reason": "aligned", "common_tracks": [198], "knots0": [0.0, 0.5, 1.0], "knots1": [0.0, 0.4116666666666667, 1.0]}, {"frames": [291, 292], "aligned": true, "reason": "aligned", "common_tracks": [198, 202], "knots0": [0.0, 0.4116666666666667, 0.8166666666666667, 1.0], "knots1": [0.0, 0.4454166666666667, 0.7583333333333333, 1.0]}, {"frames": [292, 293], "aligned": true, "reason": "aligned", "common_tracks": [198, 202], "knots0": [0.0, 0.4454166666666667, 0.7583333333333333, 1.0], "knots1": [0.0, 0.46208333333333335, 0.7816666666666666, 1.0]}, {"frames": [293, 294], "aligned": true, "reason": "aligned", "common_tracks": [198], "knots0": [0.0, 0.46208333333333335, 1.0], "knots1": [0.0, 0.5, 1.0]}, {"frames": [294, 295], "aligned": true, "reason": "aligned", "common_tracks": [198], "knots0": [0.0, 0.5, 1.0], "knots1": [0.0, 0.38666666666666666, 1.0]}, {"frames": [295, 296], "aligned": true, "reason": "aligned", "common_tracks": [198, 204], "knots0": [0.0, 0.38666666666666666, 0.7891666666666667, 1.0], "knots1": [0.0, 0.41375, 0.73875, 1.0]}, {"frames": [296, 297], "aligned": true, "reason": "aligned", "common_tracks": [198, 204], "knots0": [0.0, 0.41375, 0.73875, 1.0], "knots1": [0.0, 0.39791666666666664, 0.7458333333333333, 1.0]}, {"frames": [297, 298], "aligned": true, "reason": "aligned", "common_tracks": [198, 204], "knots0": [0.0, 0.39791666666666664, 0.7458333333333333, 1.0], "knots1": [0.0, 0.4825, 0.7475, 1.0]}, {"frames": [298, 299], "aligned": true, "reason": "aligned", "common_tracks": [198], "knots0": [0.0, 0.4825, 1.0], "knots1": [0.0, 0.5, 1.0]}, {"frames": [299, 300], "aligned": true, "reason": "aligned", "common_tracks": [198], "knots0": [0.0, 0.5, 1.0], "knots1": [0.0, 0.5, 1.0]}, {"frames": [300, 301], "aligned": true, "reason": "aligned", "common_tracks": [198], "knots0": [0.0, 0.5, 1.0], "knots1": [0.0, 0.5, 1.0]}, {"frames": [301, 302], "aligned": true, "reason": "aligned", "common_tracks": [198], "knots0": [0.0, 0.5, 1.0], "knots1": [0.0, 0.43916666666666665, 1.0]}, {"frames": [302, 303], "aligned": true, "reason": "aligned", "common_tracks": [198, 206], "knots0": [0.0, 0.43916666666666665, 0.5929166666666666, 1.0], "knots1": [0.0, 0.41041666666666665, 0.6008333333333333, 1.0]}, {"frames": [303, 304], "aligned": true, "reason": "aligned", "common_tracks": [198, 206], "knots0": [0.0, 0.41041666666666665, 0.6008333333333333, 1.0], "knots1": [0.0, 0.4, 0.6004166666666667, 1.0]}, {"frames": [304, 305], "aligned": true, "reason": "aligned", "common_tracks": [198, 206], "knots0": [0.0, 0.4, 0.6004166666666667, 1.0], "knots1": [0.0, 0.42, 0.7504166666666666, 1.0]}, {"frames": [305, 306], "aligned": true, "reason": "aligned", "common_tracks": [198, 206], "knots0": [0.0, 0.42, 0.7504166666666666, 1.0], "knots1": [0.0, 0.4275, 0.7725, 1.0]}, {"frames": [306, 307], "aligned": true, "reason": "aligned", "common_tracks": [198, 206], "knots0": [0.0, 0.4275, 0.7725, 1.0], "knots1": [0.0, 0.4479166666666667, 0.6520833333333333, 1.0]}, {"frames": [307, 308], "aligned": true, "reason": "aligned", "common_tracks": [198, 206], "knots0": [0.0, 0.4479166666666667, 0.6520833333333333, 1.0], "knots1": [0.0, 0.43041666666666667, 0.66125, 1.0]}, {"frames": [308, 309], "aligned": false, "reason": "crossing extrema order", "common_tracks": [210, 198, 209, 206], "knots0": [0.0, 0.21916666666666668, 0.43041666666666667, 0.5354166666666667, 0.66125, 1.0], "knots1": [0.0, 0.14458333333333334, 0.47, 0.3325, 0.6816666666666666, 1.0]}, {"frames": [309, 310], "aligned": true, "reason": "aligned", "common_tracks": [210, 198, 206], "knots0": [0.0, 0.14458333333333334, 0.47, 0.6816666666666666, 1.0], "knots1": [0.0, 0.14125, 0.4558333333333333, 0.6745833333333333, 1.0]}, {"frames": [310, 311], "aligned": true, "reason": "aligned", "common_tracks": [210, 198, 206], "knots0": [0.0, 0.14125, 0.4558333333333333, 0.6745833333333333, 1.0], "knots1": [0.0, 0.19833333333333333, 0.4741666666666667, 0.6529166666666667, 1.0]}, {"frames": [311, 312], "aligned": true, "reason": "aligned", "common_tracks": [210, 198, 206], "knots0": [0.0, 0.19833333333333333, 0.4741666666666667, 0.6529166666666667, 1.0], "knots1": [0.0, 0.2525, 0.4683333333333333, 0.6029166666666667, 1.0]}, {"frames": [312, 313], "aligned": true, "reason": "aligned", "common_tracks": [198, 206], "knots0": [0.0, 0.4683333333333333, 0.6029166666666667, 1.0], "knots1": [0.0, 0.4379166666666667, 0.6791666666666667, 1.0]}, {"frames": [313, 314], "aligned": true, "reason": "aligned", "common_tracks": [198], "knots0": [0.0, 0.4379166666666667, 1.0], "knots1": [0.0, 0.5, 1.0]}, {"frames": [314, 315], "aligned": true, "reason": "aligned", "common_tracks": [198], "knots0": [0.0, 0.5, 1.0], "knots1": [0.0, 0.5066666666666667, 1.0]}, {"frames": [315, 316], "aligned": true, "reason": "aligned", "common_tracks": [216, 198, 214], "knots0": [0.0, 0.39625, 0.5066666666666667, 0.75875, 1.0], "knots1": [0.0, 0.2866666666666667, 0.49041666666666667, 0.81125, 1.0]}, {"frames": [316, 317], "aligned": true, "reason": "aligned", "common_tracks": [216, 198, 214], "knots0": [0.0, 0.2866666666666667, 0.49041666666666667, 0.81125, 1.0], "knots1": [0.0, 0.2975, 0.5341666666666667, 0.84375, 1.0]}, {"frames": [317, 318], "aligned": false, "reason": "no common extrema", "common_tracks": [], "knots0": [0.0, 1.0], "knots1": [0.0, 1.0]}, {"frames": [318, 319], "aligned": false, "reason": "no common extrema", "common_tracks": [], "knots0": [0.0, 1.0], "knots1": [0.0, 1.0]}, {"frames": [319, 320], "aligned": true, "reason": "aligned", "common_tracks": [221, 220], "knots0": [0.0, 0.45458333333333334, 0.7158333333333333, 1.0], "knots1": [0.0, 0.4295833333333333, 0.76125, 1.0]}, {"frames": [320, 321], "aligned": true, "reason": "aligned", "common_tracks": [221, 220], "knots0": [0.0, 0.4295833333333333, 0.76125, 1.0], "knots1": [0.0, 0.4066666666666667, 0.8120833333333334, 1.0]}, {"frames": [321, 322], "aligned": true, "reason": "aligned", "common_tracks": [221], "knots0": [0.0, 0.4066666666666667, 1.0], "knots1": [0.0, 0.5, 1.0]}, {"frames": [322, 323], "aligned": true, "reason": "aligned", "common_tracks": [221], "knots0": [0.0, 0.5, 1.0], "knots1": [0.0, 0.5, 1.0]}, {"frames": [323, 324], "aligned": true, "reason": "aligned", "common_tracks": [221], "knots0": [0.0, 0.5, 1.0], "knots1": [0.0, 0.36625, 1.0]}, {"frames": [324, 325], "aligned": true, "reason": "aligned", "common_tracks": [221, 222], "knots0": [0.0, 0.36625, 0.7195833333333334, 1.0], "knots1": [0.0, 0.43291666666666667, 0.7066666666666667, 1.0]}, {"frames": [325, 326], "aligned": true, "reason": "aligned", "common_tracks": [221, 222], "knots0": [0.0, 0.43291666666666667, 0.7066666666666667, 1.0], "knots1": [0.0, 0.43375, 0.7004166666666667, 1.0]}, {"frames": [326, 327], "aligned": true, "reason": "aligned", "common_tracks": [224, 222], "knots0": [0.0, 0.43291666666666667, 0.7004166666666667, 1.0], "knots1": [0.0, 0.58375, 0.78375, 1.0]}, {"frames": [327, 328], "aligned": false, "reason": "crossing extrema order", "common_tracks": [225, 224, 222], "knots0": [0.0, 0.39, 0.58375, 0.78375, 1.0], "knots1": [0.0, 0.4795833333333333, 0.20083333333333334, 0.70625, 1.0]}, {"frames": [328, 329], "aligned": true, "reason": "aligned", "common_tracks": [225, 222], "knots0": [0.0, 0.4795833333333333, 0.70625, 1.0], "knots1": [0.0, 0.4533333333333333, 0.64375, 1.0]}, {"frames": [329, 330], "aligned": true, "reason": "aligned", "common_tracks": [225, 222], "knots0": [0.0, 0.4533333333333333, 0.64375, 1.0], "knots1": [0.0, 0.5191666666666667, 0.7125, 1.0]}, {"frames": [330, 331], "aligned": true, "reason": "aligned", "common_tracks": [225, 222], "knots0": [0.0, 0.5191666666666667, 0.7125, 1.0], "knots1": [0.0, 0.425, 0.7541666666666667, 1.0]}, {"frames": [331, 332], "aligned": true, "reason": "aligned", "common_tracks": [225, 222], "knots0": [0.0, 0.425, 0.7541666666666667, 1.0], "knots1": [0.0, 0.4220833333333333, 0.7820833333333334, 1.0]}, {"frames": [332, 333], "aligned": true, "reason": "aligned", "common_tracks": [225, 222], "knots0": [0.0, 0.4220833333333333, 0.7820833333333334, 1.0], "knots1": [0.0, 0.4395833333333333, 0.7729166666666667, 1.0]}, {"frames": [333, 334], "aligned": true, "reason": "aligned", "common_tracks": [225, 222], "knots0": [0.0, 0.4395833333333333, 0.7729166666666667, 1.0], "knots1": [0.0, 0.4583333333333333, 0.7975, 1.0]}, {"frames": [334, 335], "aligned": true, "reason": "aligned", "common_tracks": [225], "knots0": [0.0, 0.4583333333333333, 1.0], "knots1": [0.0, 0.5, 1.0]}, {"frames": [335, 336], "aligned": true, "reason": "aligned", "common_tracks": [225], "knots0": [0.0, 0.5, 1.0], "knots1": [0.0, 0.45666666666666667, 1.0]}, {"frames": [336, 337], "aligned": true, "reason": "aligned", "common_tracks": [225, 228], "knots0": [0.0, 0.45666666666666667, 0.78125, 1.0], "knots1": [0.0, 0.43833333333333335, 0.8145833333333333, 1.0]}, {"frames": [337, 338], "aligned": true, "reason": "aligned", "common_tracks": [225, 228], "knots0": [0.0, 0.43833333333333335, 0.8145833333333333, 1.0], "knots1": [0.0, 0.5041666666666667, 0.72875, 1.0]}, {"frames": [338, 339], "aligned": true, "reason": "aligned", "common_tracks": [225, 228], "knots0": [0.0, 0.5041666666666667, 0.72875, 1.0], "knots1": [0.0, 0.41208333333333336, 0.7466666666666667, 1.0]}, {"frames": [339, 340], "aligned": true, "reason": "aligned", "common_tracks": [225, 228], "knots0": [0.0, 0.41208333333333336, 0.7466666666666667, 1.0], "knots1": [0.0, 0.42375, 0.8041666666666667, 1.0]}, {"frames": [340, 341], "aligned": true, "reason": "aligned", "common_tracks": [225, 228], "knots0": [0.0, 0.42375, 0.8041666666666667, 1.0], "knots1": [0.0, 0.3491666666666667, 0.76375, 1.0]}, {"frames": [341, 342], "aligned": false, "reason": "crossing extrema order", "common_tracks": [225, 231, 228], "knots0": [0.0, 0.3491666666666667, 0.6129166666666667, 0.76375, 1.0], "knots1": [0.0, 0.42833333333333334, 0.8116666666666666, 0.6908333333333333, 1.0]}, {"frames": [342, 343], "aligned": true, "reason": "aligned", "common_tracks": [225], "knots0": [0.0, 0.42833333333333334, 1.0], "knots1": [0.0, 0.45208333333333334, 1.0]}, {"frames": [343, 344], "aligned": true, "reason": "aligned", "common_tracks": [225, 232], "knots0": [0.0, 0.45208333333333334, 0.8320833333333333, 1.0], "knots1": [0.0, 0.49583333333333335, 0.7575, 1.0]}, {"frames": [344, 345], "aligned": true, "reason": "aligned", "common_tracks": [234, 225], "knots0": [0.0, 0.205, 0.49583333333333335, 1.0], "knots1": [0.0, 0.15833333333333333, 0.59875, 1.0]}, {"frames": [345, 346], "aligned": true, "reason": "aligned", "common_tracks": [234, 225], "knots0": [0.0, 0.15833333333333333, 0.59875, 1.0], "knots1": [0.0, 0.2504166666666667, 0.52375, 1.0]}, {"frames": [346, 347], "aligned": false, "reason": "crossing extrema order", "common_tracks": [234, 225], "knots0": [0.0, 0.2504166666666667, 0.52375, 1.0], "knots1": [0.0, 0.65125, 0.315, 1.0]}, {"frames": [347, 348], "aligned": true, "reason": "aligned", "common_tracks": [225, 234], "knots0": [0.0, 0.315, 0.65125, 1.0], "knots1": [0.0, 0.23916666666666667, 0.5458333333333333, 1.0]}, {"frames": [348, 349], "aligned": true, "reason": "aligned", "common_tracks": [225, 234], "knots0": [0.0, 0.23916666666666667, 0.5458333333333333, 1.0], "knots1": [0.0, 0.20166666666666666, 0.5316666666666666, 1.0]}, {"frames": [349, 350], "aligned": true, "reason": "aligned", "common_tracks": [225, 234], "knots0": [0.0, 0.20166666666666666, 0.5316666666666666, 1.0], "knots1": [0.0, 0.28375, 0.49583333333333335, 1.0]}, {"frames": [350, 351], "aligned": false, "reason": "crossing extrema order", "common_tracks": [225, 234, 239], "knots0": [0.0, 0.28375, 0.49583333333333335, 0.6529166666666667, 1.0], "knots1": [0.0, 0.6529166666666667, 0.4533333333333333, 0.7020833333333333, 1.0]}, {"frames": [351, 352], "aligned": true, "reason": "aligned", "common_tracks": [234], "knots0": [0.0, 0.4533333333333333, 1.0], "knots1": [0.0, 0.5, 1.0]}, {"frames": [352, 353], "aligned": true, "reason": "aligned", "common_tracks": [234], "knots0": [0.0, 0.5, 1.0], "knots1": [0.0, 0.5, 1.0]}, {"frames": [353, 354], "aligned": true, "reason": "aligned", "common_tracks": [234], "knots0": [0.0, 0.5, 1.0], "knots1": [0.0, 0.32666666666666666, 1.0]}, {"frames": [354, 355], "aligned": false, "reason": "crossing extrema order", "common_tracks": [234, 241, 240], "knots0": [0.0, 0.32666666666666666, 0.55375, 0.7145833333333333, 1.0], "knots1": [0.0, 0.34791666666666665, 0.83125, 0.6095833333333334, 1.0]}, {"frames": [355, 356], "aligned": true, "reason": "aligned", "common_tracks": [234, 241], "knots0": [0.0, 0.34791666666666665, 0.83125, 1.0], "knots1": [0.0, 0.49875, 0.8204166666666667, 1.0]}, {"frames": [356, 357], "aligned": false, "reason": "crossing extrema order", "common_tracks": [234, 241], "knots0": [0.0, 0.49875, 0.8204166666666667, 1.0], "knots1": [0.0, 0.50375, 0.205, 1.0]}, {"frames": [357, 358], "aligned": true, "reason": "aligned", "common_tracks": [234], "knots0": [0.0, 0.50375, 1.0], "knots1": [0.0, 0.51, 1.0]}, {"frames": [358, 359], "aligned": true, "reason": "aligned", "common_tracks": [234], "knots0": [0.0, 0.51, 1.0], "knots1": [0.0, 0.5, 1.0]}, {"frames": [359, 360], "aligned": true, "reason": "aligned", "common_tracks": [234], "knots0": [0.0, 0.5, 1.0], "knots1": [0.0, 0.4275, 1.0]}, {"frames": [360, 361], "aligned": true, "reason": "aligned", "common_tracks": [234, 248], "knots0": [0.0, 0.4275, 0.6616666666666666, 1.0], "knots1": [0.0, 0.4241666666666667, 0.6345833333333334, 1.0]}, {"frames": [361, 362], "aligned": true, "reason": "aligned", "common_tracks": [234, 248], "knots0": [0.0, 0.4241666666666667, 0.6345833333333334, 1.0], "knots1": [0.0, 0.37916666666666665, 0.5879166666666666, 1.0]}, {"frames": [362, 363], "aligned": true, "reason": "aligned", "common_tracks": [234, 248], "knots0": [0.0, 0.37916666666666665, 0.5879166666666666, 1.0], "knots1": [0.0, 0.485, 0.6658333333333334, 1.0]}, {"frames": [363, 364], "aligned": true, "reason": "aligned", "common_tracks": [252, 234, 248], "knots0": [0.0, 0.13875, 0.485, 0.6658333333333334, 1.0], "knots1": [0.0, 0.145, 0.5608333333333333, 0.6641666666666667, 1.0]}, {"frames": [364, 365], "aligned": true, "reason": "aligned", "common_tracks": [252, 234, 248], "knots0": [0.0, 0.145, 0.5608333333333333, 0.6641666666666667, 1.0], "knots1": [0.0, 0.09416666666666666, 0.40208333333333335, 0.7208333333333333, 1.0]}], "scope": "Intermediate columns are display reconstruction, not observations or new RG-MTM layout/optimization results. Scientific metrics use original saved frames."}, "ST-MTM": {"method": "anchor-aligned piecewise linear display reconstruction", "display_samples_per_frame": 3, "original_frames_exact": true, "original_rows": 4096, "no_scalar_overshoot": true, "aligned_intervals": 353, "interval_count": 365, "fallback_intervals": [[30, 31], [33, 34], [105, 106], [119, 120], [186, 187], [278, 279], [309, 310], [310, 311], [311, 312], [317, 318], [318, 319], [350, 351]], "jump_threshold_L": 0.2, "intervals": [{"frames": [0, 1], "aligned": true, "reason": "aligned", "common_tracks": [1, 0], "knots0": [0.0, 0.4402930402930403, 0.5987789987789988, 1.0], "knots1": [0.0, 0.39365079365079364, 0.6454212454212455, 1.0]}, {"frames": [1, 2], "aligned": true, "reason": "aligned", "common_tracks": [1, 0], "knots0": [0.0, 0.39365079365079364, 0.6454212454212455, 1.0], "knots1": [0.0, 0.4336996336996337, 0.6053724053724053, 1.0]}, {"frames": [2, 3], "aligned": true, "reason": "aligned", "common_tracks": [1, 0], "knots0": [0.0, 0.4336996336996337, 0.6053724053724053, 1.0], "knots1": [0.0, 0.44468864468864466, 0.5943833943833944, 1.0]}, {"frames": [3, 4], "aligned": true, "reason": "aligned", "common_tracks": [0], "knots0": [0.0, 0.5943833943833944, 1.0], "knots1": [0.0, 0.5943833943833944, 1.0]}, {"frames": [4, 5], "aligned": true, "reason": "aligned", "common_tracks": [0, 4], "knots0": [0.0, 0.5943833943833944, 0.7274725274725274, 1.0], "knots1": [0.0, 0.6144078144078144, 0.7076923076923077, 1.0]}, {"frames": [5, 6], "aligned": true, "reason": "aligned", "common_tracks": [0, 4, 5], "knots0": [0.0, 0.6144078144078144, 0.7076923076923077, 0.8891330891330891, 1.0], "knots1": [0.0, 0.611965811965812, 0.7316239316239316, 0.8671550671550672, 1.0]}, {"frames": [6, 7], "aligned": true, "reason": "aligned", "common_tracks": [0, 4, 5], "knots0": [0.0, 0.611965811965812, 0.7316239316239316, 0.8671550671550672, 1.0], "knots1": [0.0, 0.6158730158730159, 0.7296703296703296, 0.8654456654456655, 1.0]}, {"frames": [7, 8], "aligned": true, "reason": "aligned", "common_tracks": [0, 5], "knots0": [0.0, 0.6158730158730159, 0.8654456654456655, 1.0], "knots1": [0.0, 0.6434676434676435, 0.8378510378510379, 1.0]}, {"frames": [8, 9], "aligned": true, "reason": "aligned", "common_tracks": [0], "knots0": [0.0, 0.6434676434676435, 1.0], "knots1": [0.0, 0.6434676434676435, 1.0]}, {"frames": [9, 10], "aligned": true, "reason": "aligned", "common_tracks": [0, 7], "knots0": [0.0, 0.6434676434676435, 0.7528693528693529, 1.0], "knots1": [0.0, 0.6444444444444445, 0.7516483516483516, 1.0]}, {"frames": [10, 11], "aligned": true, "reason": "aligned", "common_tracks": [8, 0], "knots0": [0.0, 0.5396825396825397, 0.6444444444444445, 1.0], "knots1": [0.0, 0.5162393162393163, 0.6681318681318681, 1.0]}, {"frames": [11, 12], "aligned": true, "reason": "aligned", "common_tracks": [0], "knots0": [0.0, 0.6681318681318681, 1.0], "knots1": [0.0, 0.6681318681318681, 1.0]}, {"frames": [12, 13], "aligned": true, "reason": "aligned", "common_tracks": [0], "knots0": [0.0, 0.6681318681318681, 1.0], "knots1": [0.0, 0.6681318681318681, 1.0]}, {"frames": [13, 14], "aligned": true, "reason": "aligned", "common_tracks": [0], "knots0": [0.0, 0.6681318681318681, 1.0], "knots1": [0.0, 0.6681318681318681, 1.0]}, {"frames": [14, 15], "aligned": true, "reason": "aligned", "common_tracks": [0], "knots0": [0.0, 0.6681318681318681, 1.0], "knots1": [0.0, 0.6681318681318681, 1.0]}, {"frames": [15, 16], "aligned": true, "reason": "aligned", "common_tracks": [0], "knots0": [0.0, 0.6681318681318681, 1.0], "knots1": [0.0, 0.6681318681318681, 1.0]}, {"frames": [16, 17], "aligned": true, "reason": "aligned", "common_tracks": [13, 0], "knots0": [0.0, 0.48864468864468863, 0.6681318681318681, 1.0], "knots1": [0.0, 0.4581196581196581, 0.6986568986568986, 1.0]}, {"frames": [17, 18], "aligned": true, "reason": "aligned", "common_tracks": [13, 0, 14], "knots0": [0.0, 0.4581196581196581, 0.6986568986568986, 0.809035409035409, 1.0], "knots1": [0.0, 0.5081807081807082, 0.6722832722832723, 0.7853479853479853, 1.0]}, {"frames": [18, 19], "aligned": true, "reason": "aligned", "common_tracks": [13, 0], "knots0": [0.0, 0.5081807081807082, 0.6722832722832723, 1.0], "knots1": [0.0, 0.48766788766788766, 0.6927960927960928, 1.0]}, {"frames": [19, 20], "aligned": true, "reason": "aligned", "common_tracks": [0], "knots0": [0.0, 0.6927960927960928, 1.0], "knots1": [0.0, 0.6927960927960928, 1.0]}, {"frames": [20, 21], "aligned": true, "reason": "aligned", "common_tracks": [0], "knots0": [0.0, 0.6927960927960928, 1.0], "knots1": [0.0, 0.6927960927960928, 1.0]}, {"frames": [21, 22], "aligned": true, "reason": "aligned", "common_tracks": [0], "knots0": [0.0, 0.6927960927960928, 1.0], "knots1": [0.0, 0.6927960927960928, 1.0]}, {"frames": [22, 23], "aligned": true, "reason": "aligned", "common_tracks": [0], "knots0": [0.0, 0.6927960927960928, 1.0], "knots1": [0.0, 0.6927960927960928, 1.0]}, {"frames": [23, 24], "aligned": true, "reason": "aligned", "common_tracks": [0, 18], "knots0": [0.0, 0.6927960927960928, 0.7684981684981685, 1.0], "knots1": [0.0, 0.6612942612942613, 0.8002442002442003, 1.0]}, {"frames": [24, 25], "aligned": true, "reason": "aligned", "common_tracks": [0, 18], "knots0": [0.0, 0.6612942612942613, 0.8002442002442003, 1.0], "knots1": [0.0, 0.6627594627594627, 0.7985347985347986, 1.0]}, {"frames": [25, 26], "aligned": true, "reason": "aligned", "common_tracks": [18, 21], "knots0": [0.0, 0.7985347985347986, 0.9213675213675213, 1.0], "knots1": [0.0, 0.7829059829059829, 0.9372405372405372, 1.0]}, {"frames": [26, 27], "aligned": true, "reason": "aligned", "common_tracks": [18], "knots0": [0.0, 0.7829059829059829, 1.0], "knots1": [0.0, 0.7829059829059829, 1.0]}, {"frames": [27, 28], "aligned": true, "reason": "aligned", "common_tracks": [18], "knots0": [0.0, 0.7829059829059829, 1.0], "knots1": [0.0, 0.7829059829059829, 1.0]}, {"frames": [28, 29], "aligned": true, "reason": "aligned", "common_tracks": [18], "knots0": [0.0, 0.7829059829059829, 1.0], "knots1": [0.0, 0.7829059829059829, 1.0]}, {"frames": [29, 30], "aligned": true, "reason": "aligned", "common_tracks": [18], "knots0": [0.0, 0.7829059829059829, 1.0], "knots1": [0.0, 0.7829059829059829, 1.0]}, {"frames": [30, 31], "aligned": false, "reason": "no common extrema", "common_tracks": [], "knots0": [0.0, 1.0], "knots1": [0.0, 1.0]}, {"frames": [31, 32], "aligned": true, "reason": "aligned", "common_tracks": [31], "knots0": [0.0, 0.6398046398046398, 1.0], "knots1": [0.0, 0.6398046398046398, 1.0]}, {"frames": [32, 33], "aligned": true, "reason": "aligned", "common_tracks": [31, 33], "knots0": [0.0, 0.6398046398046398, 0.7516483516483516, 1.0], "knots1": [0.0, 0.6332112332112332, 0.7582417582417582, 1.0]}, {"frames": [33, 34], "aligned": false, "reason": "crossing extrema order", "common_tracks": [31, 33, 34], "knots0": [0.0, 0.6332112332112332, 0.7582417582417582, 0.8456654456654457, 1.0], "knots1": [0.0, 0.6481074481074481, 0.8358974358974359, 0.7528693528693529, 1.0]}, {"frames": [34, 35], "aligned": true, "reason": "aligned", "common_tracks": [34, 33], "knots0": [0.0, 0.7528693528693529, 0.8358974358974359, 1.0], "knots1": [0.0, 0.7308913308913308, 0.8578754578754578, 1.0]}, {"frames": [35, 36], "aligned": true, "reason": "aligned", "common_tracks": [33], "knots0": [0.0, 0.8578754578754578, 1.0], "knots1": [0.0, 0.8578754578754578, 1.0]}, {"frames": [36, 37], "aligned": true, "reason": "aligned", "common_tracks": [33], "knots0": [0.0, 0.8578754578754578, 1.0], "knots1": [0.0, 0.8578754578754578, 1.0]}, {"frames": [37, 38], "aligned": true, "reason": "aligned", "common_tracks": [36, 33], "knots0": [0.0, 0.7238095238095238, 0.8578754578754578, 1.0], "knots1": [0.0, 0.7306471306471306, 0.851037851037851, 1.0]}, {"frames": [38, 39], "aligned": true, "reason": "aligned", "common_tracks": [36, 33], "knots0": [0.0, 0.7306471306471306, 0.851037851037851, 1.0], "knots1": [0.0, 0.7384615384615385, 0.8432234432234432, 1.0]}, {"frames": [39, 40], "aligned": true, "reason": "aligned", "common_tracks": [36, 33], "knots0": [0.0, 0.7384615384615385, 0.8432234432234432, 1.0], "knots1": [0.0, 0.7482295482295482, 0.8334554334554335, 1.0]}, {"frames": [40, 41], "aligned": true, "reason": "aligned", "common_tracks": [40, 33], "knots0": [0.0, 0.736996336996337, 0.8334554334554335, 1.0], "knots1": [0.0, 0.7321123321123321, 0.8383394383394384, 1.0]}, {"frames": [41, 42], "aligned": true, "reason": "aligned", "common_tracks": [40, 33], "knots0": [0.0, 0.7321123321123321, 0.8383394383394384, 1.0], "knots1": [0.0, 0.7301587301587301, 0.8402930402930403, 1.0]}, {"frames": [42, 43], "aligned": true, "reason": "aligned", "common_tracks": [33], "knots0": [0.0, 0.8402930402930403, 1.0], "knots1": [0.0, 0.8402930402930403, 1.0]}, {"frames": [43, 44], "aligned": true, "reason": "aligned", "common_tracks": [43, 33], "knots0": [0.0, 0.6652014652014652, 0.8402930402930403, 1.0], "knots1": [0.0, 0.6385836385836385, 0.8666666666666667, 1.0]}, {"frames": [44, 45], "aligned": true, "reason": "aligned", "common_tracks": [43, 44, 33], "knots0": [0.0, 0.6385836385836385, 0.7404151404151404, 0.8666666666666667, 1.0], "knots1": [0.0, 0.6234432234432234, 0.7467643467643468, 0.8754578754578755, 1.0]}, {"frames": [45, 46], "aligned": true, "reason": "aligned", "common_tracks": [43, 44, 33], "knots0": [0.0, 0.6234432234432234, 0.7467643467643468, 0.8754578754578755, 1.0], "knots1": [0.0, 0.63003663003663, 0.7501831501831502, 0.8654456654456655, 1.0]}, {"frames": [46, 47], "aligned": true, "reason": "aligned", "common_tracks": [43, 44], "knots0": [0.0, 0.63003663003663, 0.7501831501831502, 1.0], "knots1": [0.0, 0.6188034188034188, 0.7614163614163614, 1.0]}, {"frames": [47, 48], "aligned": true, "reason": "aligned", "common_tracks": [43], "knots0": [0.0, 0.6188034188034188, 1.0], "knots1": [0.0, 0.6188034188034188, 1.0]}, {"frames": [48, 49], "aligned": true, "reason": "aligned", "common_tracks": [43], "knots0": [0.0, 0.6188034188034188, 1.0], "knots1": [0.0, 0.6188034188034188, 1.0]}, {"frames": [49, 50], "aligned": true, "reason": "aligned", "common_tracks": [43, 45], "knots0": [0.0, 0.6188034188034188, 0.788034188034188, 1.0], "knots1": [0.0, 0.5728937728937729, 0.8336996336996337, 1.0]}, {"frames": [50, 51], "aligned": true, "reason": "aligned", "common_tracks": [43, 45], "knots0": [0.0, 0.5728937728937729, 0.8336996336996337, 1.0], "knots1": [0.0, 0.6163614163614164, 0.7904761904761904, 1.0]}, {"frames": [51, 52], "aligned": true, "reason": "aligned", "common_tracks": [43, 45], "knots0": [0.0, 0.6163614163614164, 0.7904761904761904, 1.0], "knots1": [0.0, 0.6212454212454213, 0.7855921855921856, 1.0]}, {"frames": [52, 53], "aligned": true, "reason": "aligned", "common_tracks": [43], "knots0": [0.0, 0.6212454212454213, 1.0], "knots1": [0.0, 0.6212454212454213, 1.0]}, {"frames": [53, 54], "aligned": true, "reason": "aligned", "common_tracks": [43], "knots0": [0.0, 0.6212454212454213, 1.0], "knots1": [0.0, 0.6212454212454213, 1.0]}, {"frames": [54, 55], "aligned": true, "reason": "aligned", "common_tracks": [43], "knots0": [0.0, 0.6212454212454213, 1.0], "knots1": [0.0, 0.6212454212454213, 1.0]}, {"frames": [55, 56], "aligned": true, "reason": "aligned", "common_tracks": [43, 50], "knots0": [0.0, 0.6212454212454213, 0.7684981684981685, 1.0], "knots1": [0.0, 0.6168498168498169, 0.7728937728937729, 1.0]}, {"frames": [56, 57], "aligned": true, "reason": "aligned", "common_tracks": [43, 50], "knots0": [0.0, 0.6168498168498169, 0.7728937728937729, 1.0], "knots1": [0.0, 0.5538461538461539, 0.8358974358974359, 1.0]}, {"frames": [57, 58], "aligned": true, "reason": "aligned", "common_tracks": [50], "knots0": [0.0, 0.8358974358974359, 1.0], "knots1": [0.0, 0.8358974358974359, 1.0]}, {"frames": [58, 59], "aligned": true, "reason": "aligned", "common_tracks": [56, 50], "knots0": [0.0, 0.7062271062271063, 0.8358974358974359, 1.0], "knots1": [0.0, 0.726984126984127, 0.8151404151404151, 1.0]}, {"frames": [59, 60], "aligned": true, "reason": "aligned", "common_tracks": [59, 56], "knots0": [0.0, 0.612942612942613, 0.726984126984127, 1.0], "knots1": [0.0, 0.5538461538461539, 0.7863247863247863, 1.0]}, {"frames": [60, 61], "aligned": true, "reason": "aligned", "common_tracks": [59], "knots0": [0.0, 0.5538461538461539, 1.0], "knots1": [0.0, 0.5538461538461539, 1.0]}, {"frames": [61, 62], "aligned": true, "reason": "aligned", "common_tracks": [59], "knots0": [0.0, 0.5538461538461539, 1.0], "knots1": [0.0, 0.5538461538461539, 1.0]}, {"frames": [62, 63], "aligned": true, "reason": "aligned", "common_tracks": [62, 59], "knots0": [0.0, 0.3851037851037851, 0.5538461538461539, 1.0], "knots1": [0.0, 0.37777777777777777, 0.5611721611721612, 1.0]}, {"frames": [63, 64], "aligned": true, "reason": "aligned", "common_tracks": [59], "knots0": [0.0, 0.5611721611721612, 1.0], "knots1": [0.0, 0.5611721611721612, 1.0]}, {"frames": [64, 65], "aligned": true, "reason": "aligned", "common_tracks": [64, 59], "knots0": [0.0, 0.4368742368742369, 0.5611721611721612, 1.0], "knots1": [0.0, 0.4393162393162393, 0.558974358974359, 1.0]}, {"frames": [65, 66], "aligned": true, "reason": "aligned", "common_tracks": [64, 59], "knots0": [0.0, 0.4393162393162393, 0.558974358974359, 1.0], "knots1": [0.0, 0.45958485958485956, 0.5384615384615384, 1.0]}, {"frames": [66, 67], "aligned": true, "reason": "aligned", "common_tracks": [66, 59], "knots0": [0.0, 0.4095238095238095, 0.5384615384615384, 1.0], "knots1": [0.0, 0.3938949938949939, 0.5540903540903541, 1.0]}, {"frames": [67, 68], "aligned": true, "reason": "aligned", "common_tracks": [66, 59], "knots0": [0.0, 0.3938949938949939, 0.5540903540903541, 1.0], "knots1": [0.0, 0.39829059829059826, 0.54993894993895, 1.0]}, {"frames": [68, 69], "aligned": true, "reason": "aligned", "common_tracks": [59], "knots0": [0.0, 0.54993894993895, 1.0], "knots1": [0.0, 0.54993894993895, 1.0]}, {"frames": [69, 70], "aligned": true, "reason": "aligned", "common_tracks": [59], "knots0": [0.0, 0.54993894993895, 1.0], "knots1": [0.0, 0.54993894993895, 1.0]}, {"frames": [70, 71], "aligned": true, "reason": "aligned", "common_tracks": [59, 71], "knots0": [0.0, 0.54993894993895, 0.6969474969474969, 1.0], "knots1": [0.0, 0.5079365079365079, 0.738949938949939, 1.0]}, {"frames": [71, 72], "aligned": true, "reason": "aligned", "common_tracks": [59, 72], "knots0": [0.0, 0.5079365079365079, 0.6263736263736264, 1.0], "knots1": [0.0, 0.49572649572649574, 0.6388278388278388, 1.0]}, {"frames": [72, 73], "aligned": true, "reason": "aligned", "common_tracks": [59], "knots0": [0.0, 0.49572649572649574, 1.0], "knots1": [0.0, 0.49572649572649574, 1.0]}, {"frames": [73, 74], "aligned": true, "reason": "aligned", "common_tracks": [59], "knots0": [0.0, 0.49572649572649574, 1.0], "knots1": [0.0, 0.49572649572649574, 1.0]}, {"frames": [74, 75], "aligned": true, "reason": "aligned", "common_tracks": [59, 74], "knots0": [0.0, 0.49572649572649574, 0.639072039072039, 1.0], "knots1": [0.0, 0.49401709401709404, 0.6405372405372405, 1.0]}, {"frames": [75, 76], "aligned": true, "reason": "aligned", "common_tracks": [59, 74], "knots0": [0.0, 0.49401709401709404, 0.6405372405372405, 1.0], "knots1": [0.0, 0.49230769230769234, 0.6424908424908425, 1.0]}, {"frames": [76, 77], "aligned": true, "reason": "aligned", "common_tracks": [59, 74], "knots0": [0.0, 0.49230769230769234, 0.6424908424908425, 1.0], "knots1": [0.0, 0.48717948717948717, 0.6473748473748474, 1.0]}, {"frames": [77, 78], "aligned": true, "reason": "aligned", "common_tracks": [59, 74], "knots0": [0.0, 0.48717948717948717, 0.6473748473748474, 1.0], "knots1": [0.0, 0.4512820512820513, 0.6835164835164835, 1.0]}, {"frames": [78, 79], "aligned": true, "reason": "aligned", "common_tracks": [59, 74], "knots0": [0.0, 0.4512820512820513, 0.6835164835164835, 1.0], "knots1": [0.0, 0.44884004884004886, 0.6857142857142857, 1.0]}, {"frames": [79, 80], "aligned": true, "reason": "aligned", "common_tracks": [74], "knots0": [0.0, 0.6857142857142857, 1.0], "knots1": [0.0, 0.6857142857142857, 1.0]}, {"frames": [80, 81], "aligned": true, "reason": "aligned", "common_tracks": [74], "knots0": [0.0, 0.6857142857142857, 1.0], "knots1": [0.0, 0.6857142857142857, 1.0]}, {"frames": [81, 82], "aligned": true, "reason": "aligned", "common_tracks": [78], "knots0": [0.0, 0.5252747252747253, 1.0], "knots1": [0.0, 0.5252747252747253, 1.0]}, {"frames": [82, 83], "aligned": true, "reason": "aligned", "common_tracks": [78], "knots0": [0.0, 0.5252747252747253, 1.0], "knots1": [0.0, 0.5252747252747253, 1.0]}, {"frames": [83, 84], "aligned": true, "reason": "aligned", "common_tracks": [78], "knots0": [0.0, 0.5252747252747253, 1.0], "knots1": [0.0, 0.5252747252747253, 1.0]}, {"frames": [84, 85], "aligned": true, "reason": "aligned", "common_tracks": [78], "knots0": [0.0, 0.5252747252747253, 1.0], "knots1": [0.0, 0.5252747252747253, 1.0]}, {"frames": [85, 86], "aligned": true, "reason": "aligned", "common_tracks": [78, 79], "knots0": [0.0, 0.5252747252747253, 0.6566544566544567, 1.0], "knots1": [0.0, 0.4800976800976801, 0.7018315018315018, 1.0]}, {"frames": [86, 87], "aligned": true, "reason": "aligned", "common_tracks": [78, 79], "knots0": [0.0, 0.4800976800976801, 0.7018315018315018, 1.0], "knots1": [0.0, 0.5018315018315018, 0.6803418803418804, 1.0]}, {"frames": [87, 88], "aligned": true, "reason": "aligned", "common_tracks": [79], "knots0": [0.0, 0.6803418803418804, 1.0], "knots1": [0.0, 0.6803418803418804, 1.0]}, {"frames": [88, 89], "aligned": true, "reason": "aligned", "common_tracks": [82, 79], "knots0": [0.0, 0.46544566544566546, 0.6803418803418804, 1.0], "knots1": [0.0, 0.452014652014652, 0.6935286935286935, 1.0]}, {"frames": [89, 90], "aligned": true, "reason": "aligned", "common_tracks": [82, 79], "knots0": [0.0, 0.452014652014652, 0.6935286935286935, 1.0], "knots1": [0.0, 0.4971916971916972, 0.6485958485958486, 1.0]}, {"frames": [90, 91], "aligned": true, "reason": "aligned", "common_tracks": [82, 79], "knots0": [0.0, 0.4971916971916972, 0.6485958485958486, 1.0], "knots1": [0.0, 0.4879120879120879, 0.6578754578754579, 1.0]}, {"frames": [91, 92], "aligned": true, "reason": "aligned", "common_tracks": [82], "knots0": [0.0, 0.4879120879120879, 1.0], "knots1": [0.0, 0.4879120879120879, 1.0]}, {"frames": [92, 93], "aligned": true, "reason": "aligned", "common_tracks": [82], "knots0": [0.0, 0.4879120879120879, 1.0], "knots1": [0.0, 0.4879120879120879, 1.0]}, {"frames": [93, 94], "aligned": true, "reason": "aligned", "common_tracks": [82], "knots0": [0.0, 0.4879120879120879, 1.0], "knots1": [0.0, 0.4879120879120879, 1.0]}, {"frames": [94, 95], "aligned": true, "reason": "aligned", "common_tracks": [82, 85], "knots0": [0.0, 0.4879120879120879, 0.6048840048840048, 1.0], "knots1": [0.0, 0.484004884004884, 0.6087912087912087, 1.0]}, {"frames": [95, 96], "aligned": true, "reason": "aligned", "common_tracks": [82], "knots0": [0.0, 0.484004884004884, 1.0], "knots1": [0.0, 0.484004884004884, 1.0]}, {"frames": [96, 97], "aligned": true, "reason": "aligned", "common_tracks": [82], "knots0": [0.0, 0.484004884004884, 1.0], "knots1": [0.0, 0.484004884004884, 1.0]}, {"frames": [97, 98], "aligned": true, "reason": "aligned", "common_tracks": [89], "knots0": [0.0, 0.673992673992674, 1.0], "knots1": [0.0, 0.673992673992674, 1.0]}, {"frames": [98, 99], "aligned": true, "reason": "aligned", "common_tracks": [89], "knots0": [0.0, 0.673992673992674, 1.0], "knots1": [0.0, 0.673992673992674, 1.0]}, {"frames": [99, 100], "aligned": true, "reason": "aligned", "common_tracks": [89], "knots0": [0.0, 0.673992673992674, 1.0], "knots1": [0.0, 0.673992673992674, 1.0]}, {"frames": [100, 101], "aligned": true, "reason": "aligned", "common_tracks": [89], "knots0": [0.0, 0.673992673992674, 1.0], "knots1": [0.0, 0.673992673992674, 1.0]}, {"frames": [101, 102], "aligned": true, "reason": "aligned", "common_tracks": [89], "knots0": [0.0, 0.673992673992674, 1.0], "knots1": [0.0, 0.673992673992674, 1.0]}, {"frames": [102, 103], "aligned": true, "reason": "aligned", "common_tracks": [89], "knots0": [0.0, 0.673992673992674, 1.0], "knots1": [0.0, 0.673992673992674, 1.0]}, {"frames": [103, 104], "aligned": true, "reason": "aligned", "common_tracks": [89], "knots0": [0.0, 0.673992673992674, 1.0], "knots1": [0.0, 0.673992673992674, 1.0]}, {"frames": [104, 105], "aligned": true, "reason": "aligned", "common_tracks": [89], "knots0": [0.0, 0.673992673992674, 1.0], "knots1": [0.0, 0.673992673992674, 1.0]}, {"frames": [105, 106], "aligned": false, "reason": "crossing extrema order", "common_tracks": [97, 96, 89], "knots0": [0.0, 0.4083028083028083, 0.5172161172161173, 0.673992673992674, 1.0], "knots1": [0.0, 0.4984126984126984, 0.4456654456654457, 0.6554334554334554, 1.0]}, {"frames": [106, 107], "aligned": true, "reason": "aligned", "common_tracks": [96, 97], "knots0": [0.0, 0.4456654456654457, 0.4984126984126984, 1.0], "knots1": [0.0, 0.4043956043956044, 0.5396825396825397, 1.0]}, {"frames": [107, 108], "aligned": true, "reason": "aligned", "common_tracks": [96, 97], "knots0": [0.0, 0.4043956043956044, 0.5396825396825397, 1.0], "knots1": [0.0, 0.4014652014652015, 0.5426129426129426, 1.0]}, {"frames": [108, 109], "aligned": true, "reason": "aligned", "common_tracks": [96, 97], "knots0": [0.0, 0.4014652014652015, 0.5426129426129426, 1.0], "knots1": [0.0, 0.3907203907203907, 0.5536019536019536, 1.0]}, {"frames": [109, 110], "aligned": true, "reason": "aligned", "common_tracks": [97], "knots0": [0.0, 0.5536019536019536, 1.0], "knots1": [0.0, 0.5536019536019536, 1.0]}, {"frames": [110, 111], "aligned": true, "reason": "aligned", "common_tracks": [97], "knots0": [0.0, 0.5536019536019536, 1.0], "knots1": [0.0, 0.5536019536019536, 1.0]}, {"frames": [111, 112], "aligned": true, "reason": "aligned", "common_tracks": [97], "knots0": [0.0, 0.5536019536019536, 1.0], "knots1": [0.0, 0.5536019536019536, 1.0]}, {"frames": [112, 113], "aligned": true, "reason": "aligned", "common_tracks": [97], "knots0": [0.0, 0.5536019536019536, 1.0], "knots1": [0.0, 0.5536019536019536, 1.0]}, {"frames": [113, 114], "aligned": true, "reason": "aligned", "common_tracks": [97], "knots0": [0.0, 0.5536019536019536, 1.0], "knots1": [0.0, 0.5536019536019536, 1.0]}, {"frames": [114, 115], "aligned": true, "reason": "aligned", "common_tracks": [97], "knots0": [0.0, 0.5536019536019536, 1.0], "knots1": [0.0, 0.5536019536019536, 1.0]}, {"frames": [115, 116], "aligned": true, "reason": "aligned", "common_tracks": [97], "knots0": [0.0, 0.5536019536019536, 1.0], "knots1": [0.0, 0.5536019536019536, 1.0]}, {"frames": [116, 117], "aligned": true, "reason": "aligned", "common_tracks": [105, 97], "knots0": [0.0, 0.5277167277167277, 0.5536019536019536, 1.0], "knots1": [0.0, 0.4805860805860806, 0.600976800976801, 1.0]}, {"frames": [117, 118], "aligned": true, "reason": "aligned", "common_tracks": [97], "knots0": [0.0, 0.600976800976801, 1.0], "knots1": [0.0, 0.600976800976801, 1.0]}, {"frames": [118, 119], "aligned": true, "reason": "aligned", "common_tracks": [97], "knots0": [0.0, 0.600976800976801, 1.0], "knots1": [0.0, 0.600976800976801, 1.0]}, {"frames": [119, 120], "aligned": false, "reason": "no common extrema", "common_tracks": [], "knots0": [0.0, 1.0], "knots1": [0.0, 1.0]}, {"frames": [120, 121], "aligned": true, "reason": "aligned", "common_tracks": [110, 109], "knots0": [0.0, 0.5538461538461539, 0.7174603174603175, 1.0], "knots1": [0.0, 0.5650793650793651, 0.7062271062271063, 1.0]}, {"frames": [121, 122], "aligned": true, "reason": "aligned", "common_tracks": [110, 109], "knots0": [0.0, 0.5650793650793651, 0.7062271062271063, 1.0], "knots1": [0.0, 0.5704517704517704, 0.7008547008547008, 1.0]}, {"frames": [122, 123], "aligned": true, "reason": "aligned", "common_tracks": [110], "knots0": [0.0, 0.5704517704517704, 1.0], "knots1": [0.0, 0.5704517704517704, 1.0]}, {"frames": [123, 124], "aligned": true, "reason": "aligned", "common_tracks": [110], "knots0": [0.0, 0.5704517704517704, 1.0], "knots1": [0.0, 0.5704517704517704, 1.0]}, {"frames": [124, 125], "aligned": true, "reason": "aligned", "common_tracks": [110, 112], "knots0": [0.0, 0.5704517704517704, 0.7042735042735043, 1.0], "knots1": [0.0, 0.568009768009768, 0.7067155067155068, 1.0]}, {"frames": [125, 126], "aligned": true, "reason": "aligned", "common_tracks": [114, 110, 112], "knots0": [0.0, 0.46495726495726497, 0.568009768009768, 0.7067155067155068, 1.0], "knots1": [0.0, 0.40683760683760684, 0.6481074481074481, 0.6847374847374847, 1.0]}, {"frames": [126, 127], "aligned": true, "reason": "aligned", "common_tracks": [110, 112], "knots0": [0.0, 0.6481074481074481, 0.6847374847374847, 1.0], "knots1": [0.0, 0.5902319902319902, 0.7428571428571429, 1.0]}, {"frames": [127, 128], "aligned": true, "reason": "aligned", "common_tracks": [112], "knots0": [0.0, 0.7428571428571429, 1.0], "knots1": [0.0, 0.7428571428571429, 1.0]}, {"frames": [128, 129], "aligned": true, "reason": "aligned", "common_tracks": [112], "knots0": [0.0, 0.7428571428571429, 1.0], "knots1": [0.0, 0.7428571428571429, 1.0]}, {"frames": [129, 130], "aligned": true, "reason": "aligned", "common_tracks": [112, 118], "knots0": [0.0, 0.7428571428571429, 0.9570207570207571, 1.0], "knots1": [0.0, 0.7521367521367521, 0.9477411477411477, 1.0]}, {"frames": [130, 131], "aligned": true, "reason": "aligned", "common_tracks": [112], "knots0": [0.0, 0.7521367521367521, 1.0], "knots1": [0.0, 0.7521367521367521, 1.0]}, {"frames": [131, 132], "aligned": true, "reason": "aligned", "common_tracks": [112], "knots0": [0.0, 0.7521367521367521, 1.0], "knots1": [0.0, 0.7521367521367521, 1.0]}, {"frames": [132, 133], "aligned": true, "reason": "aligned", "common_tracks": [122, 112], "knots0": [0.0, 0.6925518925518925, 0.7521367521367521, 1.0], "knots1": [0.0, 0.6586080586080586, 0.7858363858363858, 1.0]}, {"frames": [133, 134], "aligned": true, "reason": "aligned", "common_tracks": [122, 112], "knots0": [0.0, 0.6586080586080586, 0.7858363858363858, 1.0], "knots1": [0.0, 0.6463980463980464, 0.7982905982905983, 1.0]}, {"frames": [134, 135], "aligned": true, "reason": "aligned", "common_tracks": [122, 112], "knots0": [0.0, 0.6463980463980464, 0.7982905982905983, 1.0], "knots1": [0.0, 0.6590964590964591, 0.7853479853479853, 1.0]}, {"frames": [135, 136], "aligned": true, "reason": "aligned", "common_tracks": [122], "knots0": [0.0, 0.6590964590964591, 1.0], "knots1": [0.0, 0.6590964590964591, 1.0]}, {"frames": [136, 137], "aligned": true, "reason": "aligned", "common_tracks": [122], "knots0": [0.0, 0.6590964590964591, 1.0], "knots1": [0.0, 0.6590964590964591, 1.0]}, {"frames": [137, 138], "aligned": true, "reason": "aligned", "common_tracks": [122], "knots0": [0.0, 0.6590964590964591, 1.0], "knots1": [0.0, 0.6590964590964591, 1.0]}, {"frames": [138, 139], "aligned": true, "reason": "aligned", "common_tracks": [128, 122], "knots0": [0.0, 0.47863247863247865, 0.6590964590964591, 1.0], "knots1": [0.0, 0.4473748473748474, 0.6905982905982906, 1.0]}, {"frames": [139, 140], "aligned": true, "reason": "aligned", "common_tracks": [128, 129, 122], "knots0": [0.0, 0.4473748473748474, 0.5897435897435898, 0.6905982905982906, 1.0], "knots1": [0.0, 0.4341880341880342, 0.5870573870573871, 0.7064713064713065, 1.0]}, {"frames": [140, 141], "aligned": true, "reason": "aligned", "common_tracks": [129, 122], "knots0": [0.0, 0.5870573870573871, 0.7064713064713065, 1.0], "knots1": [0.0, 0.577045177045177, 0.7162393162393162, 1.0]}, {"frames": [141, 142], "aligned": true, "reason": "aligned", "common_tracks": [129, 122], "knots0": [0.0, 0.577045177045177, 0.7162393162393162, 1.0], "knots1": [0.0, 0.577045177045177, 0.7162393162393162, 1.0]}, {"frames": [142, 143], "aligned": true, "reason": "aligned", "common_tracks": [122], "knots0": [0.0, 0.7162393162393162, 1.0], "knots1": [0.0, 0.7162393162393162, 1.0]}, {"frames": [143, 144], "aligned": true, "reason": "aligned", "common_tracks": [122], "knots0": [0.0, 0.7162393162393162, 1.0], "knots1": [0.0, 0.7162393162393162, 1.0]}, {"frames": [144, 145], "aligned": true, "reason": "aligned", "common_tracks": [122], "knots0": [0.0, 0.7162393162393162, 1.0], "knots1": [0.0, 0.7162393162393162, 1.0]}, {"frames": [145, 146], "aligned": true, "reason": "aligned", "common_tracks": [130, 122], "knots0": [0.0, 0.5714285714285714, 0.7162393162393162, 1.0], "knots1": [0.0, 0.5851037851037851, 0.7023199023199023, 1.0]}, {"frames": [146, 147], "aligned": true, "reason": "aligned", "common_tracks": [130, 132], "knots0": [0.0, 0.5851037851037851, 0.7775335775335775, 1.0], "knots1": [0.0, 0.6034188034188034, 0.7592185592185592, 1.0]}, {"frames": [147, 148], "aligned": true, "reason": "aligned", "common_tracks": [132], "knots0": [0.0, 0.7592185592185592, 1.0], "knots1": [0.0, 0.7592185592185592, 1.0]}, {"frames": [148, 149], "aligned": true, "reason": "aligned", "common_tracks": [132], "knots0": [0.0, 0.7592185592185592, 1.0], "knots1": [0.0, 0.7592185592185592, 1.0]}, {"frames": [149, 150], "aligned": true, "reason": "aligned", "common_tracks": [132], "knots0": [0.0, 0.7592185592185592, 1.0], "knots1": [0.0, 0.7592185592185592, 1.0]}, {"frames": [150, 151], "aligned": true, "reason": "aligned", "common_tracks": [132], "knots0": [0.0, 0.7592185592185592, 1.0], "knots1": [0.0, 0.7592185592185592, 1.0]}, {"frames": [151, 152], "aligned": true, "reason": "aligned", "common_tracks": [132], "knots0": [0.0, 0.7592185592185592, 1.0], "knots1": [0.0, 0.7592185592185592, 1.0]}, {"frames": [152, 153], "aligned": true, "reason": "aligned", "common_tracks": [132], "knots0": [0.0, 0.7592185592185592, 1.0], "knots1": [0.0, 0.7592185592185592, 1.0]}, {"frames": [153, 154], "aligned": true, "reason": "aligned", "common_tracks": [132], "knots0": [0.0, 0.7592185592185592, 1.0], "knots1": [0.0, 0.7592185592185592, 1.0]}, {"frames": [154, 155], "aligned": true, "reason": "aligned", "common_tracks": [132], "knots0": [0.0, 0.7592185592185592, 1.0], "knots1": [0.0, 0.7592185592185592, 1.0]}, {"frames": [155, 156], "aligned": true, "reason": "aligned", "common_tracks": [132], "knots0": [0.0, 0.7592185592185592, 1.0], "knots1": [0.0, 0.7592185592185592, 1.0]}, {"frames": [156, 157], "aligned": true, "reason": "aligned", "common_tracks": [132, 137], "knots0": [0.0, 0.7592185592185592, 0.9347985347985348, 1.0], "knots1": [0.0, 0.7645909645909645, 0.9294261294261295, 1.0]}, {"frames": [157, 158], "aligned": true, "reason": "aligned", "common_tracks": [132], "knots0": [0.0, 0.7645909645909645, 1.0], "knots1": [0.0, 0.7645909645909645, 1.0]}, {"frames": [158, 159], "aligned": true, "reason": "aligned", "common_tracks": [132], "knots0": [0.0, 0.7645909645909645, 1.0], "knots1": [0.0, 0.7645909645909645, 1.0]}, {"frames": [159, 160], "aligned": true, "reason": "aligned", "common_tracks": [132], "knots0": [0.0, 0.7645909645909645, 1.0], "knots1": [0.0, 0.7645909645909645, 1.0]}, {"frames": [160, 161], "aligned": true, "reason": "aligned", "common_tracks": [132], "knots0": [0.0, 0.7645909645909645, 1.0], "knots1": [0.0, 0.7645909645909645, 1.0]}, {"frames": [161, 162], "aligned": true, "reason": "aligned", "common_tracks": [132], "knots0": [0.0, 0.7645909645909645, 1.0], "knots1": [0.0, 0.7645909645909645, 1.0]}, {"frames": [162, 163], "aligned": true, "reason": "aligned", "common_tracks": [132], "knots0": [0.0, 0.7645909645909645, 1.0], "knots1": [0.0, 0.7645909645909645, 1.0]}, {"frames": [163, 164], "aligned": true, "reason": "aligned", "common_tracks": [132], "knots0": [0.0, 0.7645909645909645, 1.0], "knots1": [0.0, 0.7645909645909645, 1.0]}, {"frames": [164, 165], "aligned": true, "reason": "aligned", "common_tracks": [132, 141], "knots0": [0.0, 0.7645909645909645, 0.8920634920634921, 1.0], "knots1": [0.0, 0.7540903540903541, 0.9023199023199023, 1.0]}, {"frames": [165, 166], "aligned": true, "reason": "aligned", "common_tracks": [132], "knots0": [0.0, 0.7540903540903541, 1.0], "knots1": [0.0, 0.7540903540903541, 1.0]}, {"frames": [166, 167], "aligned": true, "reason": "aligned", "common_tracks": [132], "knots0": [0.0, 0.7540903540903541, 1.0], "knots1": [0.0, 0.7540903540903541, 1.0]}, {"frames": [167, 168], "aligned": true, "reason": "aligned", "common_tracks": [132], "knots0": [0.0, 0.7540903540903541, 1.0], "knots1": [0.0, 0.7540903540903541, 1.0]}, {"frames": [168, 169], "aligned": true, "reason": "aligned", "common_tracks": [132], "knots0": [0.0, 0.7540903540903541, 1.0], "knots1": [0.0, 0.7540903540903541, 1.0]}, {"frames": [169, 170], "aligned": true, "reason": "aligned", "common_tracks": [132], "knots0": [0.0, 0.7540903540903541, 1.0], "knots1": [0.0, 0.7540903540903541, 1.0]}, {"frames": [170, 171], "aligned": true, "reason": "aligned", "common_tracks": [132], "knots0": [0.0, 0.7540903540903541, 1.0], "knots1": [0.0, 0.7540903540903541, 1.0]}, {"frames": [171, 172], "aligned": true, "reason": "aligned", "common_tracks": [132], "knots0": [0.0, 0.7540903540903541, 1.0], "knots1": [0.0, 0.7540903540903541, 1.0]}, {"frames": [172, 173], "aligned": true, "reason": "aligned", "common_tracks": [132], "knots0": [0.0, 0.7540903540903541, 1.0], "knots1": [0.0, 0.7540903540903541, 1.0]}, {"frames": [173, 174], "aligned": true, "reason": "aligned", "common_tracks": [132], "knots0": [0.0, 0.7540903540903541, 1.0], "knots1": [0.0, 0.7540903540903541, 1.0]}, {"frames": [174, 175], "aligned": true, "reason": "aligned", "common_tracks": [132], "knots0": [0.0, 0.7540903540903541, 1.0], "knots1": [0.0, 0.7540903540903541, 1.0]}, {"frames": [175, 176], "aligned": true, "reason": "aligned", "common_tracks": [132], "knots0": [0.0, 0.7540903540903541, 1.0], "knots1": [0.0, 0.7540903540903541, 1.0]}, {"frames": [176, 177], "aligned": true, "reason": "aligned", "common_tracks": [132], "knots0": [0.0, 0.7540903540903541, 1.0], "knots1": [0.0, 0.7540903540903541, 1.0]}, {"frames": [177, 178], "aligned": true, "reason": "aligned", "common_tracks": [132], "knots0": [0.0, 0.7540903540903541, 1.0], "knots1": [0.0, 0.7540903540903541, 1.0]}, {"frames": [178, 179], "aligned": true, "reason": "aligned", "common_tracks": [132, 143], "knots0": [0.0, 0.7540903540903541, 0.9137973137973138, 1.0], "knots1": [0.0, 0.7577533577533577, 0.9101343101343101, 1.0]}, {"frames": [179, 180], "aligned": true, "reason": "aligned", "common_tracks": [132, 143], "knots0": [0.0, 0.7577533577533577, 0.9101343101343101, 1.0], "knots1": [0.0, 0.7755799755799756, 0.8925518925518926, 1.0]}, {"frames": [180, 181], "aligned": true, "reason": "aligned", "common_tracks": [132, 143], "knots0": [0.0, 0.7755799755799756, 0.8925518925518926, 1.0], "knots1": [0.0, 0.7609279609279609, 0.9072039072039072, 1.0]}, {"frames": [181, 182], "aligned": true, "reason": "aligned", "common_tracks": [132], "knots0": [0.0, 0.7609279609279609, 1.0], "knots1": [0.0, 0.7609279609279609, 1.0]}, {"frames": [182, 183], "aligned": true, "reason": "aligned", "common_tracks": [132], "knots0": [0.0, 0.7609279609279609, 1.0], "knots1": [0.0, 0.7609279609279609, 1.0]}, {"frames": [183, 184], "aligned": true, "reason": "aligned", "common_tracks": [132], "knots0": [0.0, 0.7609279609279609, 1.0], "knots1": [0.0, 0.7609279609279609, 1.0]}, {"frames": [184, 185], "aligned": true, "reason": "aligned", "common_tracks": [145, 132], "knots0": [0.0, 0.5472527472527473, 0.7609279609279609, 1.0], "knots1": [0.0, 0.5296703296703297, 0.7785103785103785, 1.0]}, {"frames": [185, 186], "aligned": true, "reason": "aligned", "common_tracks": [147, 132, 146], "knots0": [0.0, 0.6678876678876678, 0.7785103785103785, 0.8236874236874236, 1.0], "knots1": [0.0, 0.6317460317460317, 0.7702075702075702, 0.8683760683760684, 1.0]}, {"frames": [186, 187], "aligned": false, "reason": "crossing extrema order", "common_tracks": [147, 132, 146], "knots0": [0.0, 0.6317460317460317, 0.7702075702075702, 0.8683760683760684, 1.0], "knots1": [0.0, 0.6214896214896215, 0.8544566544566544, 0.7943833943833943, 1.0]}, {"frames": [187, 188], "aligned": true, "reason": "aligned", "common_tracks": [149, 147, 146], "knots0": [0.0, 0.568009768009768, 0.6214896214896215, 0.7943833943833943, 1.0], "knots1": [0.0, 0.544078144078144, 0.638095238095238, 0.8017094017094017, 1.0]}, {"frames": [188, 189], "aligned": true, "reason": "aligned", "common_tracks": [146], "knots0": [0.0, 0.8017094017094017, 1.0], "knots1": [0.0, 0.8017094017094017, 1.0]}, {"frames": [189, 190], "aligned": true, "reason": "aligned", "common_tracks": [146], "knots0": [0.0, 0.8017094017094017, 1.0], "knots1": [0.0, 0.8017094017094017, 1.0]}, {"frames": [190, 191], "aligned": true, "reason": "aligned", "common_tracks": [146], "knots0": [0.0, 0.8017094017094017, 1.0], "knots1": [0.0, 0.8017094017094017, 1.0]}, {"frames": [191, 192], "aligned": true, "reason": "aligned", "common_tracks": [146], "knots0": [0.0, 0.8017094017094017, 1.0], "knots1": [0.0, 0.8017094017094017, 1.0]}, {"frames": [192, 193], "aligned": true, "reason": "aligned", "common_tracks": [146], "knots0": [0.0, 0.8017094017094017, 1.0], "knots1": [0.0, 0.8017094017094017, 1.0]}, {"frames": [193, 194], "aligned": true, "reason": "aligned", "common_tracks": [151, 146], "knots0": [0.0, 0.5125763125763125, 0.8017094017094017, 1.0], "knots1": [0.0, 0.5824175824175825, 0.7318681318681318, 1.0]}, {"frames": [194, 195], "aligned": true, "reason": "aligned", "common_tracks": [152, 146], "knots0": [0.0, 0.4608058608058608, 0.7318681318681318, 1.0], "knots1": [0.0, 0.5326007326007326, 0.6600732600732601, 1.0]}, {"frames": [195, 196], "aligned": true, "reason": "aligned", "common_tracks": [152, 146, 153], "knots0": [0.0, 0.5326007326007326, 0.6600732600732601, 0.7946275946275946, 1.0], "knots1": [0.0, 0.5418803418803418, 0.6507936507936508, 0.7948717948717948, 1.0]}, {"frames": [196, 197], "aligned": true, "reason": "aligned", "common_tracks": [152, 146, 153], "knots0": [0.0, 0.5418803418803418, 0.6507936507936508, 0.7948717948717948, 1.0], "knots1": [0.0, 0.48864468864468863, 0.6908424908424908, 0.8080586080586081, 1.0]}, {"frames": [197, 198], "aligned": true, "reason": "aligned", "common_tracks": [152, 146], "knots0": [0.0, 0.48864468864468863, 0.6908424908424908, 1.0], "knots1": [0.0, 0.5098901098901099, 0.6693528693528693, 1.0]}, {"frames": [198, 199], "aligned": true, "reason": "aligned", "common_tracks": [152, 146], "knots0": [0.0, 0.5098901098901099, 0.6693528693528693, 1.0], "knots1": [0.0, 0.5115995115995116, 0.6676434676434676, 1.0]}, {"frames": [199, 200], "aligned": true, "reason": "aligned", "common_tracks": [146], "knots0": [0.0, 0.6676434676434676, 1.0], "knots1": [0.0, 0.6676434676434676, 1.0]}, {"frames": [200, 201], "aligned": true, "reason": "aligned", "common_tracks": [146], "knots0": [0.0, 0.6676434676434676, 1.0], "knots1": [0.0, 0.6676434676434676, 1.0]}, {"frames": [201, 202], "aligned": true, "reason": "aligned", "common_tracks": [146], "knots0": [0.0, 0.6676434676434676, 1.0], "knots1": [0.0, 0.6676434676434676, 1.0]}, {"frames": [202, 203], "aligned": true, "reason": "aligned", "common_tracks": [146], "knots0": [0.0, 0.6676434676434676, 1.0], "knots1": [0.0, 0.6676434676434676, 1.0]}, {"frames": [203, 204], "aligned": true, "reason": "aligned", "common_tracks": [146], "knots0": [0.0, 0.6676434676434676, 1.0], "knots1": [0.0, 0.6676434676434676, 1.0]}, {"frames": [204, 205], "aligned": true, "reason": "aligned", "common_tracks": [146, 156], "knots0": [0.0, 0.6676434676434676, 0.8197802197802198, 1.0], "knots1": [0.0, 0.6249084249084249, 0.8625152625152626, 1.0]}, {"frames": [205, 206], "aligned": true, "reason": "aligned", "common_tracks": [157, 156], "knots0": [0.0, 0.7181929181929182, 0.8625152625152626, 1.0], "knots1": [0.0, 0.7054945054945055, 0.8752136752136752, 1.0]}, {"frames": [206, 207], "aligned": true, "reason": "aligned", "common_tracks": [157, 156], "knots0": [0.0, 0.7054945054945055, 0.8752136752136752, 1.0], "knots1": [0.0, 0.6993894993894993, 0.8813186813186813, 1.0]}, {"frames": [207, 208], "aligned": true, "reason": "aligned", "common_tracks": [157], "knots0": [0.0, 0.6993894993894993, 1.0], "knots1": [0.0, 0.6993894993894993, 1.0]}, {"frames": [208, 209], "aligned": true, "reason": "aligned", "common_tracks": [157], "knots0": [0.0, 0.6993894993894993, 1.0], "knots1": [0.0, 0.6993894993894993, 1.0]}, {"frames": [209, 210], "aligned": true, "reason": "aligned", "common_tracks": [158], "knots0": [0.0, 0.5316239316239316, 1.0], "knots1": [0.0, 0.5316239316239316, 1.0]}, {"frames": [210, 211], "aligned": true, "reason": "aligned", "common_tracks": [158], "knots0": [0.0, 0.5316239316239316, 1.0], "knots1": [0.0, 0.5316239316239316, 1.0]}, {"frames": [211, 212], "aligned": true, "reason": "aligned", "common_tracks": [158], "knots0": [0.0, 0.5316239316239316, 1.0], "knots1": [0.0, 0.5316239316239316, 1.0]}, {"frames": [212, 213], "aligned": true, "reason": "aligned", "common_tracks": [158], "knots0": [0.0, 0.5316239316239316, 1.0], "knots1": [0.0, 0.5316239316239316, 1.0]}, {"frames": [213, 214], "aligned": true, "reason": "aligned", "common_tracks": [158], "knots0": [0.0, 0.5316239316239316, 1.0], "knots1": [0.0, 0.5316239316239316, 1.0]}, {"frames": [214, 215], "aligned": true, "reason": "aligned", "common_tracks": [158], "knots0": [0.0, 0.5316239316239316, 1.0], "knots1": [0.0, 0.5316239316239316, 1.0]}, {"frames": [215, 216], "aligned": true, "reason": "aligned", "common_tracks": [158], "knots0": [0.0, 0.5316239316239316, 1.0], "knots1": [0.0, 0.5316239316239316, 1.0]}, {"frames": [216, 217], "aligned": true, "reason": "aligned", "common_tracks": [158], "knots0": [0.0, 0.5316239316239316, 1.0], "knots1": [0.0, 0.5316239316239316, 1.0]}, {"frames": [217, 218], "aligned": true, "reason": "aligned", "common_tracks": [158], "knots0": [0.0, 0.5316239316239316, 1.0], "knots1": [0.0, 0.5316239316239316, 1.0]}, {"frames": [218, 219], "aligned": true, "reason": "aligned", "common_tracks": [158], "knots0": [0.0, 0.5316239316239316, 1.0], "knots1": [0.0, 0.5316239316239316, 1.0]}, {"frames": [219, 220], "aligned": true, "reason": "aligned", "common_tracks": [158], "knots0": [0.0, 0.5316239316239316, 1.0], "knots1": [0.0, 0.5316239316239316, 1.0]}, {"frames": [220, 221], "aligned": true, "reason": "aligned", "common_tracks": [158], "knots0": [0.0, 0.5316239316239316, 1.0], "knots1": [0.0, 0.5316239316239316, 1.0]}, {"frames": [221, 222], "aligned": true, "reason": "aligned", "common_tracks": [158], "knots0": [0.0, 0.5316239316239316, 1.0], "knots1": [0.0, 0.5316239316239316, 1.0]}, {"frames": [222, 223], "aligned": true, "reason": "aligned", "common_tracks": [158, 163], "knots0": [0.0, 0.5316239316239316, 0.707936507936508, 1.0], "knots1": [0.0, 0.5221001221001221, 0.7174603174603175, 1.0]}, {"frames": [223, 224], "aligned": true, "reason": "aligned", "common_tracks": [158, 164, 163], "knots0": [0.0, 0.5221001221001221, 0.6547008547008547, 0.7174603174603175, 1.0], "knots1": [0.0, 0.5047619047619047, 0.6498168498168498, 0.7396825396825397, 1.0]}, {"frames": [224, 225], "aligned": true, "reason": "aligned", "common_tracks": [158, 163], "knots0": [0.0, 0.5047619047619047, 0.7396825396825397, 1.0], "knots1": [0.0, 0.5533577533577534, 0.6910866910866911, 1.0]}, {"frames": [225, 226], "aligned": true, "reason": "aligned", "common_tracks": [158, 163], "knots0": [0.0, 0.5533577533577534, 0.6910866910866911, 1.0], "knots1": [0.0, 0.5426129426129426, 0.7018315018315018, 1.0]}, {"frames": [226, 227], "aligned": true, "reason": "aligned", "common_tracks": [158], "knots0": [0.0, 0.5426129426129426, 1.0], "knots1": [0.0, 0.5426129426129426, 1.0]}, {"frames": [227, 228], "aligned": true, "reason": "aligned", "common_tracks": [158], "knots0": [0.0, 0.5426129426129426, 1.0], "knots1": [0.0, 0.5426129426129426, 1.0]}, {"frames": [228, 229], "aligned": true, "reason": "aligned", "common_tracks": [158, 167], "knots0": [0.0, 0.5426129426129426, 0.7025641025641025, 1.0], "knots1": [0.0, 0.548962148962149, 0.6962148962148962, 1.0]}, {"frames": [229, 230], "aligned": true, "reason": "aligned", "common_tracks": [158], "knots0": [0.0, 0.548962148962149, 1.0], "knots1": [0.0, 0.548962148962149, 1.0]}, {"frames": [230, 231], "aligned": true, "reason": "aligned", "common_tracks": [158], "knots0": [0.0, 0.548962148962149, 1.0], "knots1": [0.0, 0.548962148962149, 1.0]}, {"frames": [231, 232], "aligned": true, "reason": "aligned", "common_tracks": [158], "knots0": [0.0, 0.548962148962149, 1.0], "knots1": [0.0, 0.548962148962149, 1.0]}, {"frames": [232, 233], "aligned": true, "reason": "aligned", "common_tracks": [158, 168], "knots0": [0.0, 0.548962148962149, 0.705006105006105, 1.0], "knots1": [0.0, 0.5738705738705738, 0.6803418803418804, 1.0]}, {"frames": [233, 234], "aligned": true, "reason": "aligned", "common_tracks": [158, 168], "knots0": [0.0, 0.5738705738705738, 0.6803418803418804, 1.0], "knots1": [0.0, 0.5562881562881563, 0.6976800976800976, 1.0]}, {"frames": [234, 235], "aligned": true, "reason": "aligned", "common_tracks": [158], "knots0": [0.0, 0.5562881562881563, 1.0], "knots1": [0.0, 0.5562881562881563, 1.0]}, {"frames": [235, 236], "aligned": true, "reason": "aligned", "common_tracks": [158], "knots0": [0.0, 0.5562881562881563, 1.0], "knots1": [0.0, 0.5562881562881563, 1.0]}, {"frames": [236, 237], "aligned": true, "reason": "aligned", "common_tracks": [172, 158], "knots0": [0.0, 0.41245421245421243, 0.5562881562881563, 1.0], "knots1": [0.0, 0.4368742368742369, 0.5318681318681319, 1.0]}, {"frames": [237, 238], "aligned": true, "reason": "aligned", "common_tracks": [175, 174], "knots0": [0.0, 0.210989010989011, 0.3018315018315018, 1.0], "knots1": [0.0, 0.17484737484737484, 0.33772893772893775, 1.0]}, {"frames": [238, 239], "aligned": true, "reason": "aligned", "common_tracks": [175, 174], "knots0": [0.0, 0.17484737484737484, 0.33772893772893775, 1.0], "knots1": [0.0, 0.1838827838827839, 0.3286935286935287, 1.0]}, {"frames": [239, 240], "aligned": true, "reason": "aligned", "common_tracks": [174, 176], "knots0": [0.0, 0.3286935286935287, 0.4368742368742369, 1.0], "knots1": [0.0, 0.31404151404151404, 0.4517704517704518, 1.0]}, {"frames": [240, 241], "aligned": true, "reason": "aligned", "common_tracks": [174, 176], "knots0": [0.0, 0.31404151404151404, 0.4517704517704518, 1.0], "knots1": [0.0, 0.2774114774114774, 0.48815628815628814, 1.0]}, {"frames": [241, 242], "aligned": true, "reason": "aligned", "common_tracks": [174, 176], "knots0": [0.0, 0.2774114774114774, 0.48815628815628814, 1.0], "knots1": [0.0, 0.26837606837606837, 0.4971916971916972, 1.0]}, {"frames": [242, 243], "aligned": true, "reason": "aligned", "common_tracks": [174, 178], "knots0": [0.0, 0.26837606837606837, 0.41245421245421243, 1.0], "knots1": [0.0, 0.2525030525030525, 0.4283272283272283, 1.0]}, {"frames": [243, 244], "aligned": true, "reason": "aligned", "common_tracks": [174, 178], "knots0": [0.0, 0.2525030525030525, 0.4283272283272283, 1.0], "knots1": [0.0, 0.252014652014652, 0.4288156288156288, 1.0]}, {"frames": [244, 245], "aligned": true, "reason": "aligned", "common_tracks": [174, 178], "knots0": [0.0, 0.252014652014652, 0.4288156288156288, 1.0], "knots1": [0.0, 0.25445665445665444, 0.4266178266178266, 1.0]}, {"frames": [245, 246], "aligned": true, "reason": "aligned", "common_tracks": [178], "knots0": [0.0, 0.4266178266178266, 1.0], "knots1": [0.0, 0.4266178266178266, 1.0]}, {"frames": [246, 247], "aligned": true, "reason": "aligned", "common_tracks": [180, 178], "knots0": [0.0, 0.2698412698412698, 0.4266178266178266, 1.0], "knots1": [0.0, 0.26324786324786326, 0.432967032967033, 1.0]}, {"frames": [247, 248], "aligned": true, "reason": "aligned", "common_tracks": [180, 178], "knots0": [0.0, 0.26324786324786326, 0.432967032967033, 1.0], "knots1": [0.0, 0.27228327228327226, 0.4239316239316239, 1.0]}, {"frames": [248, 249], "aligned": true, "reason": "aligned", "common_tracks": [180, 178], "knots0": [0.0, 0.27228327228327226, 0.4239316239316239, 1.0], "knots1": [0.0, 0.2634920634920635, 0.43272283272283274, 1.0]}, {"frames": [249, 250], "aligned": true, "reason": "aligned", "common_tracks": [180, 178], "knots0": [0.0, 0.2634920634920635, 0.43272283272283274, 1.0], "knots1": [0.0, 0.2698412698412698, 0.4266178266178266, 1.0]}, {"frames": [250, 251], "aligned": true, "reason": "aligned", "common_tracks": [180, 178], "knots0": [0.0, 0.2698412698412698, 0.4266178266178266, 1.0], "knots1": [0.0, 0.23516483516483516, 0.4612942612942613, 1.0]}, {"frames": [251, 252], "aligned": true, "reason": "aligned", "common_tracks": [180, 178], "knots0": [0.0, 0.23516483516483516, 0.4612942612942613, 1.0], "knots1": [0.0, 0.26837606837606837, 0.4278388278388278, 1.0]}, {"frames": [252, 253], "aligned": true, "reason": "aligned", "common_tracks": [180], "knots0": [0.0, 0.26837606837606837, 1.0], "knots1": [0.0, 0.26837606837606837, 1.0]}, {"frames": [253, 254], "aligned": true, "reason": "aligned", "common_tracks": [180], "knots0": [0.0, 0.26837606837606837, 1.0], "knots1": [0.0, 0.26837606837606837, 1.0]}, {"frames": [254, 255], "aligned": true, "reason": "aligned", "common_tracks": [180], "knots0": [0.0, 0.26837606837606837, 1.0], "knots1": [0.0, 0.26837606837606837, 1.0]}, {"frames": [255, 256], "aligned": true, "reason": "aligned", "common_tracks": [180, 184], "knots0": [0.0, 0.26837606837606837, 0.5128205128205128, 1.0], "knots1": [0.0, 0.2862026862026862, 0.494993894993895, 1.0]}, {"frames": [256, 257], "aligned": true, "reason": "aligned", "common_tracks": [180], "knots0": [0.0, 0.2862026862026862, 1.0], "knots1": [0.0, 0.2862026862026862, 1.0]}, {"frames": [257, 258], "aligned": true, "reason": "aligned", "common_tracks": [180], "knots0": [0.0, 0.2862026862026862, 1.0], "knots1": [0.0, 0.2862026862026862, 1.0]}, {"frames": [258, 259], "aligned": true, "reason": "aligned", "common_tracks": [180], "knots0": [0.0, 0.2862026862026862, 1.0], "knots1": [0.0, 0.2862026862026862, 1.0]}, {"frames": [259, 260], "aligned": true, "reason": "aligned", "common_tracks": [180], "knots0": [0.0, 0.2862026862026862, 1.0], "knots1": [0.0, 0.2862026862026862, 1.0]}, {"frames": [260, 261], "aligned": true, "reason": "aligned", "common_tracks": [180], "knots0": [0.0, 0.2862026862026862, 1.0], "knots1": [0.0, 0.2862026862026862, 1.0]}, {"frames": [261, 262], "aligned": true, "reason": "aligned", "common_tracks": [180], "knots0": [0.0, 0.2862026862026862, 1.0], "knots1": [0.0, 0.2862026862026862, 1.0]}, {"frames": [262, 263], "aligned": true, "reason": "aligned", "common_tracks": [180], "knots0": [0.0, 0.2862026862026862, 1.0], "knots1": [0.0, 0.2862026862026862, 1.0]}, {"frames": [263, 264], "aligned": true, "reason": "aligned", "common_tracks": [180], "knots0": [0.0, 0.2862026862026862, 1.0], "knots1": [0.0, 0.2862026862026862, 1.0]}, {"frames": [264, 265], "aligned": true, "reason": "aligned", "common_tracks": [180], "knots0": [0.0, 0.2862026862026862, 1.0], "knots1": [0.0, 0.2862026862026862, 1.0]}, {"frames": [265, 266], "aligned": true, "reason": "aligned", "common_tracks": [180], "knots0": [0.0, 0.2862026862026862, 1.0], "knots1": [0.0, 0.2862026862026862, 1.0]}, {"frames": [266, 267], "aligned": true, "reason": "aligned", "common_tracks": [180], "knots0": [0.0, 0.2862026862026862, 1.0], "knots1": [0.0, 0.2862026862026862, 1.0]}, {"frames": [267, 268], "aligned": true, "reason": "aligned", "common_tracks": [190, 180], "knots0": [0.0, 0.04322344322344322, 0.2862026862026862, 1.0], "knots1": [0.0, 0.11404151404151404, 0.21562881562881564, 1.0]}, {"frames": [268, 269], "aligned": true, "reason": "aligned", "common_tracks": [190], "knots0": [0.0, 0.11404151404151404, 1.0], "knots1": [0.0, 0.11404151404151404, 1.0]}, {"frames": [269, 270], "aligned": true, "reason": "aligned", "common_tracks": [190], "knots0": [0.0, 0.11404151404151404, 1.0], "knots1": [0.0, 0.11404151404151404, 1.0]}, {"frames": [270, 271], "aligned": true, "reason": "aligned", "common_tracks": [190, 193], "knots0": [0.0, 0.11404151404151404, 0.2590964590964591, 1.0], "knots1": [0.0, 0.11208791208791209, 0.2608058608058608, 1.0]}, {"frames": [271, 272], "aligned": true, "reason": "aligned", "common_tracks": [190, 193], "knots0": [0.0, 0.11208791208791209, 0.2608058608058608, 1.0], "knots1": [0.0, 0.11306471306471307, 0.2600732600732601, 1.0]}, {"frames": [272, 273], "aligned": true, "reason": "aligned", "common_tracks": [190, 193], "knots0": [0.0, 0.11306471306471307, 0.2600732600732601, 1.0], "knots1": [0.0, 0.11501831501831501, 0.25811965811965815, 1.0]}, {"frames": [273, 274], "aligned": true, "reason": "aligned", "common_tracks": [190, 193], "knots0": [0.0, 0.11501831501831501, 0.25811965811965815, 1.0], "knots1": [0.0, 0.11037851037851037, 0.26275946275946277, 1.0]}, {"frames": [274, 275], "aligned": true, "reason": "aligned", "common_tracks": [190], "knots0": [0.0, 0.11037851037851037, 1.0], "knots1": [0.0, 0.11037851037851037, 1.0]}, {"frames": [275, 276], "aligned": true, "reason": "aligned", "common_tracks": [190], "knots0": [0.0, 0.11037851037851037, 1.0], "knots1": [0.0, 0.11037851037851037, 1.0]}, {"frames": [276, 277], "aligned": true, "reason": "aligned", "common_tracks": [190, 195], "knots0": [0.0, 0.11037851037851037, 0.28547008547008546, 1.0], "knots1": [0.0, 0.1072039072039072, 0.2886446886446886, 1.0]}, {"frames": [277, 278], "aligned": true, "reason": "aligned", "common_tracks": [195], "knots0": [0.0, 0.2886446886446886, 1.0], "knots1": [0.0, 0.2886446886446886, 1.0]}, {"frames": [278, 279], "aligned": false, "reason": "no common extrema", "common_tracks": [], "knots0": [0.0, 1.0], "knots1": [0.0, 1.0]}, {"frames": [279, 280], "aligned": true, "reason": "aligned", "common_tracks": [198, 199], "knots0": [0.0, 0.536019536019536, 0.6652014652014652, 1.0], "knots1": [0.0, 0.5330891330891331, 0.6681318681318681, 1.0]}, {"frames": [280, 281], "aligned": true, "reason": "aligned", "common_tracks": [198], "knots0": [0.0, 0.5330891330891331, 1.0], "knots1": [0.0, 0.5330891330891331, 1.0]}, {"frames": [281, 282], "aligned": true, "reason": "aligned", "common_tracks": [198], "knots0": [0.0, 0.5330891330891331, 1.0], "knots1": [0.0, 0.5330891330891331, 1.0]}, {"frames": [282, 283], "aligned": true, "reason": "aligned", "common_tracks": [198], "knots0": [0.0, 0.5330891330891331, 1.0], "knots1": [0.0, 0.5330891330891331, 1.0]}, {"frames": [283, 284], "aligned": true, "reason": "aligned", "common_tracks": [198], "knots0": [0.0, 0.5330891330891331, 1.0], "knots1": [0.0, 0.5330891330891331, 1.0]}, {"frames": [284, 285], "aligned": true, "reason": "aligned", "common_tracks": [198], "knots0": [0.0, 0.5330891330891331, 1.0], "knots1": [0.0, 0.5330891330891331, 1.0]}, {"frames": [285, 286], "aligned": true, "reason": "aligned", "common_tracks": [198], "knots0": [0.0, 0.5330891330891331, 1.0], "knots1": [0.0, 0.5330891330891331, 1.0]}, {"frames": [286, 287], "aligned": true, "reason": "aligned", "common_tracks": [198], "knots0": [0.0, 0.5330891330891331, 1.0], "knots1": [0.0, 0.5330891330891331, 1.0]}, {"frames": [287, 288], "aligned": true, "reason": "aligned", "common_tracks": [198], "knots0": [0.0, 0.5330891330891331, 1.0], "knots1": [0.0, 0.5330891330891331, 1.0]}, {"frames": [288, 289], "aligned": true, "reason": "aligned", "common_tracks": [198], "knots0": [0.0, 0.5330891330891331, 1.0], "knots1": [0.0, 0.5330891330891331, 1.0]}, {"frames": [289, 290], "aligned": true, "reason": "aligned", "common_tracks": [198], "knots0": [0.0, 0.5330891330891331, 1.0], "knots1": [0.0, 0.5330891330891331, 1.0]}, {"frames": [290, 291], "aligned": true, "reason": "aligned", "common_tracks": [198], "knots0": [0.0, 0.5330891330891331, 1.0], "knots1": [0.0, 0.5330891330891331, 1.0]}, {"frames": [291, 292], "aligned": true, "reason": "aligned", "common_tracks": [202, 198], "knots0": [0.0, 0.3509157509157509, 0.5330891330891331, 1.0], "knots1": [0.0, 0.36385836385836384, 0.5201465201465202, 1.0]}, {"frames": [292, 293], "aligned": true, "reason": "aligned", "common_tracks": [202, 198], "knots0": [0.0, 0.36385836385836384, 0.5201465201465202, 1.0], "knots1": [0.0, 0.3677655677655678, 0.5162393162393163, 1.0]}, {"frames": [293, 294], "aligned": true, "reason": "aligned", "common_tracks": [198], "knots0": [0.0, 0.5162393162393163, 1.0], "knots1": [0.0, 0.5162393162393163, 1.0]}, {"frames": [294, 295], "aligned": true, "reason": "aligned", "common_tracks": [198], "knots0": [0.0, 0.5162393162393163, 1.0], "knots1": [0.0, 0.5162393162393163, 1.0]}, {"frames": [295, 296], "aligned": true, "reason": "aligned", "common_tracks": [198, 204], "knots0": [0.0, 0.5162393162393163, 0.6644688644688644, 1.0], "knots1": [0.0, 0.5152625152625152, 0.6654456654456654, 1.0]}, {"frames": [296, 297], "aligned": true, "reason": "aligned", "common_tracks": [198, 204], "knots0": [0.0, 0.5152625152625152, 0.6654456654456654, 1.0], "knots1": [0.0, 0.5108669108669108, 0.6698412698412698, 1.0]}, {"frames": [297, 298], "aligned": true, "reason": "aligned", "common_tracks": [198, 204], "knots0": [0.0, 0.5108669108669108, 0.6698412698412698, 1.0], "knots1": [0.0, 0.5181929181929182, 0.6625152625152625, 1.0]}, {"frames": [298, 299], "aligned": true, "reason": "aligned", "common_tracks": [198], "knots0": [0.0, 0.5181929181929182, 1.0], "knots1": [0.0, 0.5181929181929182, 1.0]}, {"frames": [299, 300], "aligned": true, "reason": "aligned", "common_tracks": [198], "knots0": [0.0, 0.5181929181929182, 1.0], "knots1": [0.0, 0.5181929181929182, 1.0]}, {"frames": [300, 301], "aligned": true, "reason": "aligned", "common_tracks": [198], "knots0": [0.0, 0.5181929181929182, 1.0], "knots1": [0.0, 0.5181929181929182, 1.0]}, {"frames": [301, 302], "aligned": true, "reason": "aligned", "common_tracks": [198], "knots0": [0.0, 0.5181929181929182, 1.0], "knots1": [0.0, 0.5181929181929182, 1.0]}, {"frames": [302, 303], "aligned": true, "reason": "aligned", "common_tracks": [198, 206], "knots0": [0.0, 0.5181929181929182, 0.6747252747252748, 1.0], "knots1": [0.0, 0.49645909645909647, 0.6967032967032967, 1.0]}, {"frames": [303, 304], "aligned": true, "reason": "aligned", "common_tracks": [198, 206], "knots0": [0.0, 0.49645909645909647, 0.6967032967032967, 1.0], "knots1": [0.0, 0.5111111111111111, 0.6818070818070818, 1.0]}, {"frames": [304, 305], "aligned": true, "reason": "aligned", "common_tracks": [198, 206], "knots0": [0.0, 0.5111111111111111, 0.6818070818070818, 1.0], "knots1": [0.0, 0.516971916971917, 0.675946275946276, 1.0]}, {"frames": [305, 306], "aligned": true, "reason": "aligned", "common_tracks": [198, 206], "knots0": [0.0, 0.516971916971917, 0.675946275946276, 1.0], "knots1": [0.0, 0.5164835164835165, 0.6766788766788767, 1.0]}, {"frames": [306, 307], "aligned": true, "reason": "aligned", "common_tracks": [198, 206], "knots0": [0.0, 0.5164835164835165, 0.6766788766788767, 1.0], "knots1": [0.0, 0.4778998778998779, 0.715018315018315, 1.0]}, {"frames": [307, 308], "aligned": true, "reason": "aligned", "common_tracks": [198, 206], "knots0": [0.0, 0.4778998778998779, 0.715018315018315, 1.0], "knots1": [0.0, 0.5477411477411478, 0.6454212454212455, 1.0]}, {"frames": [308, 309], "aligned": true, "reason": "aligned", "common_tracks": [210, 209, 198, 206], "knots0": [0.0, 0.35702075702075703, 0.4678876678876679, 0.5477411477411478, 0.6454212454212455, 1.0], "knots1": [0.0, 0.34725274725274724, 0.4610500610500611, 0.5557997557997558, 0.653968253968254, 1.0]}, {"frames": [309, 310], "aligned": false, "reason": "crossing extrema order", "common_tracks": [210, 198, 206], "knots0": [0.0, 0.34725274725274724, 0.5557997557997558, 0.653968253968254, 1.0], "knots1": [0.0, 0.37045177045177047, 0.6349206349206349, 0.5516483516483517, 1.0]}, {"frames": [310, 311], "aligned": false, "reason": "crossing extrema order", "common_tracks": [210, 206, 198], "knots0": [0.0, 0.37045177045177047, 0.5516483516483517, 0.6349206349206349, 1.0], "knots1": [0.0, 0.3528693528693529, 0.6307692307692307, 0.5733821733821733, 1.0]}, {"frames": [311, 312], "aligned": false, "reason": "crossing extrema order", "common_tracks": [210, 198, 206], "knots0": [0.0, 0.3528693528693529, 0.5733821733821733, 0.6307692307692307, 1.0], "knots1": [0.0, 0.36336996336996336, 0.6590964590964591, 0.5345543345543345, 1.0]}, {"frames": [312, 313], "aligned": true, "reason": "aligned", "common_tracks": [206, 198], "knots0": [0.0, 0.5345543345543345, 0.6590964590964591, 1.0], "knots1": [0.0, 0.5201465201465202, 0.6732600732600733, 1.0]}, {"frames": [313, 314], "aligned": true, "reason": "aligned", "common_tracks": [198], "knots0": [0.0, 0.6732600732600733, 1.0], "knots1": [0.0, 0.6732600732600733, 1.0]}, {"frames": [314, 315], "aligned": true, "reason": "aligned", "common_tracks": [198], "knots0": [0.0, 0.6732600732600733, 1.0], "knots1": [0.0, 0.6732600732600733, 1.0]}, {"frames": [315, 316], "aligned": true, "reason": "aligned", "common_tracks": [216, 198, 214], "knots0": [0.0, 0.5032967032967033, 0.6732600732600733, 0.7416361416361417, 1.0], "knots1": [0.0, 0.5125763125763125, 0.644932844932845, 0.7604395604395604, 1.0]}, {"frames": [316, 317], "aligned": true, "reason": "aligned", "common_tracks": [216, 198, 214], "knots0": [0.0, 0.5125763125763125, 0.644932844932845, 0.7604395604395604, 1.0], "knots1": [0.0, 0.5037851037851038, 0.6393162393162393, 0.7750915750915751, 1.0]}, {"frames": [317, 318], "aligned": false, "reason": "no common extrema", "common_tracks": [], "knots0": [0.0, 1.0], "knots1": [0.0, 1.0]}, {"frames": [318, 319], "aligned": false, "reason": "no common extrema", "common_tracks": [], "knots0": [0.0, 1.0], "knots1": [0.0, 1.0]}, {"frames": [319, 320], "aligned": true, "reason": "aligned", "common_tracks": [221, 220], "knots0": [0.0, 0.5540903540903541, 0.716971916971917, 1.0], "knots1": [0.0, 0.5531135531135531, 0.7181929181929182, 1.0]}, {"frames": [320, 321], "aligned": true, "reason": "aligned", "common_tracks": [221, 220], "knots0": [0.0, 0.5531135531135531, 0.7181929181929182, 1.0], "knots1": [0.0, 0.5606837606837607, 0.7106227106227107, 1.0]}, {"frames": [321, 322], "aligned": true, "reason": "aligned", "common_tracks": [221], "knots0": [0.0, 0.5606837606837607, 1.0], "knots1": [0.0, 0.5606837606837607, 1.0]}, {"frames": [322, 323], "aligned": true, "reason": "aligned", "common_tracks": [221], "knots0": [0.0, 0.5606837606837607, 1.0], "knots1": [0.0, 0.5606837606837607, 1.0]}, {"frames": [323, 324], "aligned": true, "reason": "aligned", "common_tracks": [221], "knots0": [0.0, 0.5606837606837607, 1.0], "knots1": [0.0, 0.5606837606837607, 1.0]}, {"frames": [324, 325], "aligned": true, "reason": "aligned", "common_tracks": [221, 222], "knots0": [0.0, 0.5606837606837607, 0.8234432234432234, 1.0], "knots1": [0.0, 0.5973137973137973, 0.7868131868131868, 1.0]}, {"frames": [325, 326], "aligned": true, "reason": "aligned", "common_tracks": [221, 222], "knots0": [0.0, 0.5973137973137973, 0.7868131868131868, 1.0], "knots1": [0.0, 0.6085470085470085, 0.7755799755799756, 1.0]}, {"frames": [326, 327], "aligned": true, "reason": "aligned", "common_tracks": [224, 222], "knots0": [0.0, 0.6024420024420024, 0.7755799755799756, 1.0], "knots1": [0.0, 0.5768009768009768, 0.8014652014652015, 1.0]}, {"frames": [327, 328], "aligned": true, "reason": "aligned", "common_tracks": [224, 225, 222], "knots0": [0.0, 0.5768009768009768, 0.6954822954822955, 0.8014652014652015, 1.0], "knots1": [0.0, 0.5694749694749695, 0.7006105006105006, 0.8034188034188035, 1.0]}, {"frames": [328, 329], "aligned": true, "reason": "aligned", "common_tracks": [225, 222], "knots0": [0.0, 0.7006105006105006, 0.8034188034188035, 1.0], "knots1": [0.0, 0.6813186813186813, 0.8227106227106227, 1.0]}, {"frames": [329, 330], "aligned": true, "reason": "aligned", "common_tracks": [225, 222], "knots0": [0.0, 0.6813186813186813, 0.8227106227106227, 1.0], "knots1": [0.0, 0.7006105006105006, 0.8034188034188035, 1.0]}, {"frames": [330, 331], "aligned": true, "reason": "aligned", "common_tracks": [225, 222], "knots0": [0.0, 0.7006105006105006, 0.8034188034188035, 1.0], "knots1": [0.0, 0.6844932844932845, 0.8195360195360195, 1.0]}, {"frames": [331, 332], "aligned": true, "reason": "aligned", "common_tracks": [225, 222], "knots0": [0.0, 0.6844932844932845, 0.8195360195360195, 1.0], "knots1": [0.0, 0.6761904761904762, 0.8275946275946275, 1.0]}, {"frames": [332, 333], "aligned": true, "reason": "aligned", "common_tracks": [225, 222], "knots0": [0.0, 0.6761904761904762, 0.8275946275946275, 1.0], "knots1": [0.0, 0.673992673992674, 0.8300366300366301, 1.0]}, {"frames": [333, 334], "aligned": true, "reason": "aligned", "common_tracks": [225, 222], "knots0": [0.0, 0.673992673992674, 0.8300366300366301, 1.0], "knots1": [0.0, 0.6764346764346765, 0.8275946275946275, 1.0]}, {"frames": [334, 335], "aligned": true, "reason": "aligned", "common_tracks": [225], "knots0": [0.0, 0.6764346764346765, 1.0], "knots1": [0.0, 0.6764346764346765, 1.0]}, {"frames": [335, 336], "aligned": true, "reason": "aligned", "common_tracks": [225], "knots0": [0.0, 0.6764346764346765, 1.0], "knots1": [0.0, 0.6764346764346765, 1.0]}, {"frames": [336, 337], "aligned": true, "reason": "aligned", "common_tracks": [225, 228], "knots0": [0.0, 0.6764346764346765, 0.8129426129426129, 1.0], "knots1": [0.0, 0.6747252747252748, 0.8146520146520146, 1.0]}, {"frames": [337, 338], "aligned": true, "reason": "aligned", "common_tracks": [225, 228], "knots0": [0.0, 0.6747252747252748, 0.8146520146520146, 1.0], "knots1": [0.0, 0.6195360195360196, 0.8698412698412699, 1.0]}, {"frames": [338, 339], "aligned": true, "reason": "aligned", "common_tracks": [225, 228], "knots0": [0.0, 0.6195360195360196, 0.8698412698412699, 1.0], "knots1": [0.0, 0.663003663003663, 0.8266178266178266, 1.0]}, {"frames": [339, 340], "aligned": true, "reason": "aligned", "common_tracks": [225, 228], "knots0": [0.0, 0.663003663003663, 0.8266178266178266, 1.0], "knots1": [0.0, 0.6681318681318681, 0.8212454212454212, 1.0]}, {"frames": [340, 341], "aligned": true, "reason": "aligned", "common_tracks": [225, 228], "knots0": [0.0, 0.6681318681318681, 0.8212454212454212, 1.0], "knots1": [0.0, 0.683028083028083, 0.8065934065934066, 1.0]}, {"frames": [341, 342], "aligned": true, "reason": "aligned", "common_tracks": [225, 228, 231], "knots0": [0.0, 0.683028083028083, 0.8065934065934066, 0.9264957264957265, 1.0], "knots1": [0.0, 0.6915750915750916, 0.8048840048840049, 0.9194139194139194, 1.0]}, {"frames": [342, 343], "aligned": true, "reason": "aligned", "common_tracks": [225], "knots0": [0.0, 0.6915750915750916, 1.0], "knots1": [0.0, 0.6915750915750916, 1.0]}, {"frames": [343, 344], "aligned": true, "reason": "aligned", "common_tracks": [232, 225], "knots0": [0.0, 0.5091575091575091, 0.6915750915750916, 1.0], "knots1": [0.0, 0.5299145299145299, 0.671062271062271, 1.0]}, {"frames": [344, 345], "aligned": true, "reason": "aligned", "common_tracks": [234, 225], "knots0": [0.0, 0.43394383394383396, 0.671062271062271, 1.0], "knots1": [0.0, 0.4713064713064713, 0.6336996336996337, 1.0]}, {"frames": [345, 346], "aligned": true, "reason": "aligned", "common_tracks": [234, 225], "knots0": [0.0, 0.4713064713064713, 0.6336996336996337, 1.0], "knots1": [0.0, 0.4844932844932845, 0.6205128205128205, 1.0]}, {"frames": [346, 347], "aligned": true, "reason": "aligned", "common_tracks": [234, 225], "knots0": [0.0, 0.4844932844932845, 0.6205128205128205, 1.0], "knots1": [0.0, 0.5357753357753358, 0.5692307692307692, 1.0]}, {"frames": [347, 348], "aligned": true, "reason": "aligned", "common_tracks": [234, 225], "knots0": [0.0, 0.5357753357753358, 0.5692307692307692, 1.0], "knots1": [0.0, 0.47814407814407817, 0.6268620268620269, 1.0]}, {"frames": [348, 349], "aligned": true, "reason": "aligned", "common_tracks": [234, 225], "knots0": [0.0, 0.47814407814407817, 0.6268620268620269, 1.0], "knots1": [0.0, 0.4683760683760684, 0.6366300366300366, 1.0]}, {"frames": [349, 350], "aligned": true, "reason": "aligned", "common_tracks": [234, 225], "knots0": [0.0, 0.4683760683760684, 0.6366300366300366, 1.0], "knots1": [0.0, 0.441025641025641, 0.663980463980464, 1.0]}, {"frames": [350, 351], "aligned": false, "reason": "crossing extrema order", "common_tracks": [234, 239, 225], "knots0": [0.0, 0.441025641025641, 0.5587301587301587, 0.663980463980464, 1.0], "knots1": [0.0, 0.4473748473748474, 0.6437118437118438, 0.5726495726495726, 1.0]}, {"frames": [351, 352], "aligned": true, "reason": "aligned", "common_tracks": [234], "knots0": [0.0, 0.4473748473748474, 1.0], "knots1": [0.0, 0.4473748473748474, 1.0]}, {"frames": [352, 353], "aligned": true, "reason": "aligned", "common_tracks": [234], "knots0": [0.0, 0.4473748473748474, 1.0], "knots1": [0.0, 0.4473748473748474, 1.0]}, {"frames": [353, 354], "aligned": true, "reason": "aligned", "common_tracks": [234], "knots0": [0.0, 0.4473748473748474, 1.0], "knots1": [0.0, 0.4473748473748474, 1.0]}, {"frames": [354, 355], "aligned": true, "reason": "aligned", "common_tracks": [241, 240, 234], "knots0": [0.0, 0.2056166056166056, 0.326007326007326, 0.4473748473748474, 1.0], "knots1": [0.0, 0.20634920634920634, 0.32405372405372407, 0.4485958485958486, 1.0]}, {"frames": [355, 356], "aligned": true, "reason": "aligned", "common_tracks": [241, 234], "knots0": [0.0, 0.20634920634920634, 0.4485958485958486, 1.0], "knots1": [0.0, 0.25177045177045176, 0.40341880341880343, 1.0]}, {"frames": [356, 357], "aligned": true, "reason": "aligned", "common_tracks": [241, 234], "knots0": [0.0, 0.25177045177045176, 0.40341880341880343, 1.0], "knots1": [0.0, 0.25811965811965815, 0.3968253968253968, 1.0]}, {"frames": [357, 358], "aligned": true, "reason": "aligned", "common_tracks": [234], "knots0": [0.0, 0.3968253968253968, 1.0], "knots1": [0.0, 0.3968253968253968, 1.0]}, {"frames": [358, 359], "aligned": true, "reason": "aligned", "common_tracks": [234], "knots0": [0.0, 0.3968253968253968, 1.0], "knots1": [0.0, 0.3968253968253968, 1.0]}, {"frames": [359, 360], "aligned": true, "reason": "aligned", "common_tracks": [234], "knots0": [0.0, 0.3968253968253968, 1.0], "knots1": [0.0, 0.3968253968253968, 1.0]}, {"frames": [360, 361], "aligned": true, "reason": "aligned", "common_tracks": [234, 248], "knots0": [0.0, 0.3968253968253968, 0.5594627594627595, 1.0], "knots1": [0.0, 0.4283272283272283, 0.5282051282051282, 1.0]}, {"frames": [361, 362], "aligned": true, "reason": "aligned", "common_tracks": [234, 248], "knots0": [0.0, 0.4283272283272283, 0.5282051282051282, 1.0], "knots1": [0.0, 0.3968253968253968, 0.5594627594627595, 1.0]}, {"frames": [362, 363], "aligned": true, "reason": "aligned", "common_tracks": [234, 248], "knots0": [0.0, 0.3968253968253968, 0.5594627594627595, 1.0], "knots1": [0.0, 0.3978021978021978, 0.5584859584859585, 1.0]}, {"frames": [363, 364], "aligned": true, "reason": "aligned", "common_tracks": [234, 248, 252], "knots0": [0.0, 0.3978021978021978, 0.5584859584859585, 0.6925518925518925, 1.0], "knots1": [0.0, 0.4139194139194139, 0.5394383394383394, 0.6954822954822955, 1.0]}, {"frames": [364, 365], "aligned": true, "reason": "aligned", "common_tracks": [234, 248, 252], "knots0": [0.0, 0.4139194139194139, 0.5394383394383394, 0.6954822954822955, 1.0], "knots1": [0.0, 0.4283272283272283, 0.5472527472527473, 0.6732600732600733, 1.0]}], "scope": "Intermediate columns are display reconstruction, not observations or new RG-MTM layout/optimization results. Scientific metrics use original saved frames."}, "A": {"method": "anchor-aligned piecewise linear display reconstruction", "display_samples_per_frame": 3, "original_frames_exact": true, "original_rows": 4096, "no_scalar_overshoot": true, "aligned_intervals": 214, "interval_count": 365, "fallback_intervals": [[0, 1], [23, 24], [30, 31], [47, 48], [48, 49], [49, 50], [54, 55], [57, 58], [58, 59], [59, 60], [60, 61], [63, 64], [67, 68], [69, 70], [71, 72], [73, 74], [76, 77], [77, 78], [78, 79], [82, 83], [84, 85], [89, 90], [90, 91], [92, 93], [94, 95], [98, 99], [100, 101], [102, 103], [103, 104], [104, 105], [105, 106], [112, 113], [113, 114], [116, 117], [117, 118], [118, 119], [119, 120], [121, 122], [122, 123], [123, 124], [124, 125], [126, 127], [127, 128], [132, 133], [134, 135], [135, 136], [137, 138], [138, 139], [141, 142], [142, 143], [144, 145], [145, 146], [146, 147], [147, 148], [150, 151], [151, 152], [153, 154], [154, 155], [155, 156], [157, 158], [163, 164], [165, 166], [170, 171], [171, 172], [177, 178], [179, 180], [180, 181], [181, 182], [183, 184], [186, 187], [191, 192], [192, 193], [193, 194], [194, 195], [195, 196], [197, 198], [199, 200], [207, 208], [210, 211], [211, 212], [212, 213], [223, 224], [224, 225], [227, 228], [229, 230], [232, 233], [236, 237], [239, 240], [240, 241], [243, 244], [244, 245], [247, 248], [250, 251], [251, 252], [253, 254], [254, 255], [257, 258], [258, 259], [260, 261], [261, 262], [262, 263], [263, 264], [264, 265], [267, 268], [270, 271], [272, 273], [273, 274], [274, 275], [278, 279], [279, 280], [282, 283], [290, 291], [291, 292], [293, 294], [294, 295], [295, 296], [296, 297], [297, 298], [301, 302], [305, 306], [306, 307], [307, 308], [308, 309], [309, 310], [310, 311], [311, 312], [312, 313], [314, 315], [316, 317], [317, 318], [318, 319], [321, 322], [323, 324], [327, 328], [330, 331], [334, 335], [335, 336], [337, 338], [338, 339], [340, 341], [342, 343], [344, 345], [350, 351], [353, 354], [354, 355], [355, 356], [359, 360], [361, 362], [362, 363], [363, 364], [364, 365]], "jump_threshold_L": 0.2, "intervals": [{"frames": [0, 1], "aligned": false, "reason": "large position jump", "common_tracks": [0, 1], "knots0": [0.0, 0.4117216117216117, 0.810989010989011, 1.0], "knots1": [0.0, 0.16263736263736264, 0.8405372405372405, 1.0]}, {"frames": [1, 2], "aligned": true, "reason": "aligned", "common_tracks": [0, 1], "knots0": [0.0, 0.16263736263736264, 0.8405372405372405, 1.0], "knots1": [0.0, 0.3274725274725275, 0.7533577533577533, 1.0]}, {"frames": [2, 3], "aligned": true, "reason": "aligned", "common_tracks": [0, 1], "knots0": [0.0, 0.3274725274725275, 0.7533577533577533, 1.0], "knots1": [0.0, 0.38754578754578756, 0.7533577533577533, 1.0]}, {"frames": [3, 4], "aligned": true, "reason": "aligned", "common_tracks": [0], "knots0": [0.0, 0.38754578754578756, 1.0], "knots1": [0.0, 0.3553113553113553, 1.0]}, {"frames": [4, 5], "aligned": true, "reason": "aligned", "common_tracks": [0, 4], "knots0": [0.0, 0.3553113553113553, 0.43565323565323566, 1.0], "knots1": [0.0, 0.28962148962148965, 0.36923076923076925, 1.0]}, {"frames": [5, 6], "aligned": true, "reason": "aligned", "common_tracks": [0, 4, 5], "knots0": [0.0, 0.28962148962148965, 0.36923076923076925, 0.8578754578754578, 1.0], "knots1": [0.0, 0.3221001221001221, 0.47326007326007324, 0.8493284493284493, 1.0]}, {"frames": [6, 7], "aligned": true, "reason": "aligned", "common_tracks": [0, 4, 5], "knots0": [0.0, 0.3221001221001221, 0.47326007326007324, 0.8493284493284493, 1.0], "knots1": [0.0, 0.19926739926739928, 0.3606837606837607, 0.7794871794871795, 1.0]}, {"frames": [7, 8], "aligned": true, "reason": "aligned", "common_tracks": [0, 5], "knots0": [0.0, 0.19926739926739928, 0.7794871794871795, 1.0], "knots1": [0.0, 0.39536019536019534, 0.9123321123321123, 1.0]}, {"frames": [8, 9], "aligned": true, "reason": "aligned", "common_tracks": [0], "knots0": [0.0, 0.39536019536019534, 1.0], "knots1": [0.0, 0.5941391941391941, 1.0]}, {"frames": [9, 10], "aligned": true, "reason": "aligned", "common_tracks": [7, 0], "knots0": [0.0, 0.4683760683760684, 0.5941391941391941, 1.0], "knots1": [0.0, 0.40341880341880343, 0.5855921855921856, 1.0]}, {"frames": [10, 11], "aligned": true, "reason": "aligned", "common_tracks": [0, 8], "knots0": [0.0, 0.5855921855921856, 0.8332112332112332, 1.0], "knots1": [0.0, 0.41098901098901097, 0.8498168498168498, 1.0]}, {"frames": [11, 12], "aligned": true, "reason": "aligned", "common_tracks": [0], "knots0": [0.0, 0.41098901098901097, 1.0], "knots1": [0.0, 0.5816849816849817, 1.0]}, {"frames": [12, 13], "aligned": true, "reason": "aligned", "common_tracks": [0], "knots0": [0.0, 0.5816849816849817, 1.0], "knots1": [0.0, 0.3946275946275946, 1.0]}, {"frames": [13, 14], "aligned": true, "reason": "aligned", "common_tracks": [0], "knots0": [0.0, 0.3946275946275946, 1.0], "knots1": [0.0, 0.34627594627594627, 1.0]}, {"frames": [14, 15], "aligned": true, "reason": "aligned", "common_tracks": [0], "knots0": [0.0, 0.34627594627594627, 1.0], "knots1": [0.0, 0.5079365079365079, 1.0]}, {"frames": [15, 16], "aligned": true, "reason": "aligned", "common_tracks": [0], "knots0": [0.0, 0.5079365079365079, 1.0], "knots1": [0.0, 0.38803418803418804, 1.0]}, {"frames": [16, 17], "aligned": true, "reason": "aligned", "common_tracks": [0, 13], "knots0": [0.0, 0.38803418803418804, 0.8168498168498168, 1.0], "knots1": [0.0, 0.36971916971916974, 0.9582417582417583, 1.0]}, {"frames": [17, 18], "aligned": true, "reason": "aligned", "common_tracks": [14, 0, 13], "knots0": [0.0, 0.12063492063492064, 0.36971916971916974, 0.9582417582417583, 1.0], "knots1": [0.0, 0.1746031746031746, 0.3868131868131868, 0.8373626373626374, 1.0]}, {"frames": [18, 19], "aligned": true, "reason": "aligned", "common_tracks": [0, 13], "knots0": [0.0, 0.3868131868131868, 0.8373626373626374, 1.0], "knots1": [0.0, 0.3807081807081807, 0.9216117216117216, 1.0]}, {"frames": [19, 20], "aligned": true, "reason": "aligned", "common_tracks": [0], "knots0": [0.0, 0.3807081807081807, 1.0], "knots1": [0.0, 0.37948717948717947, 1.0]}, {"frames": [20, 21], "aligned": true, "reason": "aligned", "common_tracks": [0], "knots0": [0.0, 0.37948717948717947, 1.0], "knots1": [0.0, 0.3894993894993895, 1.0]}, {"frames": [21, 22], "aligned": true, "reason": "aligned", "common_tracks": [0], "knots0": [0.0, 0.3894993894993895, 1.0], "knots1": [0.0, 0.37704517704517704, 1.0]}, {"frames": [22, 23], "aligned": true, "reason": "aligned", "common_tracks": [0], "knots0": [0.0, 0.37704517704517704, 1.0], "knots1": [0.0, 0.5438339438339438, 1.0]}, {"frames": [23, 24], "aligned": false, "reason": "crossing extrema order", "common_tracks": [18, 0], "knots0": [0.0, 0.398046398046398, 0.5438339438339438, 1.0], "knots1": [0.0, 0.4603174603174603, 0.40805860805860805, 1.0]}, {"frames": [24, 25], "aligned": true, "reason": "aligned", "common_tracks": [0, 18], "knots0": [0.0, 0.40805860805860805, 0.4603174603174603, 1.0], "knots1": [0.0, 0.23101343101343103, 0.4363858363858364, 1.0]}, {"frames": [25, 26], "aligned": true, "reason": "aligned", "common_tracks": [18, 21], "knots0": [0.0, 0.4363858363858364, 0.8173382173382173, 1.0], "knots1": [0.0, 0.4656898656898657, 0.8703296703296703, 1.0]}, {"frames": [26, 27], "aligned": true, "reason": "aligned", "common_tracks": [18], "knots0": [0.0, 0.4656898656898657, 1.0], "knots1": [0.0, 0.5015873015873016, 1.0]}, {"frames": [27, 28], "aligned": true, "reason": "aligned", "common_tracks": [18], "knots0": [0.0, 0.5015873015873016, 1.0], "knots1": [0.0, 0.3733821733821734, 1.0]}, {"frames": [28, 29], "aligned": true, "reason": "aligned", "common_tracks": [18], "knots0": [0.0, 0.3733821733821734, 1.0], "knots1": [0.0, 0.4463980463980464, 1.0]}, {"frames": [29, 30], "aligned": true, "reason": "aligned", "common_tracks": [18], "knots0": [0.0, 0.4463980463980464, 1.0], "knots1": [0.0, 0.3252747252747253, 1.0]}, {"frames": [30, 31], "aligned": false, "reason": "no common extrema", "common_tracks": [], "knots0": [0.0, 1.0], "knots1": [0.0, 1.0]}, {"frames": [31, 32], "aligned": true, "reason": "aligned", "common_tracks": [31], "knots0": [0.0, 0.7628815628815628, 1.0], "knots1": [0.0, 0.5694749694749695, 1.0]}, {"frames": [32, 33], "aligned": true, "reason": "aligned", "common_tracks": [33, 31], "knots0": [0.0, 0.3518925518925519, 0.5694749694749695, 1.0], "knots1": [0.0, 0.36166056166056165, 0.5472527472527473, 1.0]}, {"frames": [33, 34], "aligned": true, "reason": "aligned", "common_tracks": [33, 31, 34], "knots0": [0.0, 0.36166056166056165, 0.5472527472527473, 0.7421245421245422, 1.0], "knots1": [0.0, 0.35653235653235654, 0.46642246642246643, 0.7365079365079366, 1.0]}, {"frames": [34, 35], "aligned": true, "reason": "aligned", "common_tracks": [33, 34], "knots0": [0.0, 0.35653235653235654, 0.7365079365079366, 1.0], "knots1": [0.0, 0.4456654456654457, 0.7296703296703296, 1.0]}, {"frames": [35, 36], "aligned": true, "reason": "aligned", "common_tracks": [33], "knots0": [0.0, 0.4456654456654457, 1.0], "knots1": [0.0, 0.43174603174603177, 1.0]}, {"frames": [36, 37], "aligned": true, "reason": "aligned", "common_tracks": [33], "knots0": [0.0, 0.43174603174603177, 1.0], "knots1": [0.0, 0.40683760683760684, 1.0]}, {"frames": [37, 38], "aligned": true, "reason": "aligned", "common_tracks": [33, 36], "knots0": [0.0, 0.40683760683760684, 0.7492063492063492, 1.0], "knots1": [0.0, 0.43956043956043955, 0.7474969474969475, 1.0]}, {"frames": [38, 39], "aligned": true, "reason": "aligned", "common_tracks": [33, 36], "knots0": [0.0, 0.43956043956043955, 0.7474969474969475, 1.0], "knots1": [0.0, 0.39096459096459096, 0.6378510378510378, 1.0]}, {"frames": [39, 40], "aligned": true, "reason": "aligned", "common_tracks": [33, 36], "knots0": [0.0, 0.39096459096459096, 0.6378510378510378, 1.0], "knots1": [0.0, 0.46984126984126984, 0.6581196581196581, 1.0]}, {"frames": [40, 41], "aligned": true, "reason": "aligned", "common_tracks": [33, 40], "knots0": [0.0, 0.46984126984126984, 0.6835164835164835, 1.0], "knots1": [0.0, 0.38290598290598293, 0.7294261294261294, 1.0]}, {"frames": [41, 42], "aligned": true, "reason": "aligned", "common_tracks": [33, 40], "knots0": [0.0, 0.38290598290598293, 0.7294261294261294, 1.0], "knots1": [0.0, 0.39755799755799753, 0.6598290598290598, 1.0]}, {"frames": [42, 43], "aligned": true, "reason": "aligned", "common_tracks": [33], "knots0": [0.0, 0.39755799755799753, 1.0], "knots1": [0.0, 0.35604395604395606, 1.0]}, {"frames": [43, 44], "aligned": true, "reason": "aligned", "common_tracks": [33, 43], "knots0": [0.0, 0.35604395604395606, 0.7924297924297924, 1.0], "knots1": [0.0, 0.25567765567765566, 0.736996336996337, 1.0]}, {"frames": [44, 45], "aligned": true, "reason": "aligned", "common_tracks": [33, 44, 43], "knots0": [0.0, 0.25567765567765566, 0.39536019536019534, 0.736996336996337, 1.0], "knots1": [0.0, 0.12503052503052503, 0.3907203907203907, 0.7409035409035409, 1.0]}, {"frames": [45, 46], "aligned": true, "reason": "aligned", "common_tracks": [33, 44, 43], "knots0": [0.0, 0.12503052503052503, 0.3907203907203907, 0.7409035409035409, 1.0], "knots1": [0.0, 0.17851037851037851, 0.3653235653235653, 0.7338217338217338, 1.0]}, {"frames": [46, 47], "aligned": true, "reason": "aligned", "common_tracks": [44, 43], "knots0": [0.0, 0.3653235653235653, 0.7338217338217338, 1.0], "knots1": [0.0, 0.4112332112332112, 0.7499389499389499, 1.0]}, {"frames": [47, 48], "aligned": false, "reason": "large position jump", "common_tracks": [43], "knots0": [0.0, 0.7499389499389499, 1.0], "knots1": [0.0, 0.4713064713064713, 1.0]}, {"frames": [48, 49], "aligned": false, "reason": "large position jump", "common_tracks": [43], "knots0": [0.0, 0.4713064713064713, 1.0], "knots1": [0.0, 0.8468864468864469, 1.0]}, {"frames": [49, 50], "aligned": false, "reason": "large position jump", "common_tracks": [45, 43], "knots0": [0.0, 0.4627594627594628, 0.8468864468864469, 1.0], "knots1": [0.0, 0.3738705738705739, 0.43394383394383396, 1.0]}, {"frames": [50, 51], "aligned": true, "reason": "aligned", "common_tracks": [45, 43], "knots0": [0.0, 0.3738705738705739, 0.43394383394383396, 1.0], "knots1": [0.0, 0.48986568986568985, 0.6105006105006106, 1.0]}, {"frames": [51, 52], "aligned": true, "reason": "aligned", "common_tracks": [45, 43], "knots0": [0.0, 0.48986568986568985, 0.6105006105006106, 1.0], "knots1": [0.0, 0.42808302808302806, 0.6244200244200244, 1.0]}, {"frames": [52, 53], "aligned": true, "reason": "aligned", "common_tracks": [43], "knots0": [0.0, 0.6244200244200244, 1.0], "knots1": [0.0, 0.44126984126984126, 1.0]}, {"frames": [53, 54], "aligned": true, "reason": "aligned", "common_tracks": [43], "knots0": [0.0, 0.44126984126984126, 1.0], "knots1": [0.0, 0.45274725274725275, 1.0]}, {"frames": [54, 55], "aligned": false, "reason": "large position jump", "common_tracks": [43], "knots0": [0.0, 0.45274725274725275, 1.0], "knots1": [0.0, 0.7924297924297924, 1.0]}, {"frames": [55, 56], "aligned": true, "reason": "aligned", "common_tracks": [50, 43], "knots0": [0.0, 0.33284493284493283, 0.7924297924297924, 1.0], "knots1": [0.0, 0.39755799755799753, 0.7858363858363858, 1.0]}, {"frames": [56, 57], "aligned": true, "reason": "aligned", "common_tracks": [50, 43], "knots0": [0.0, 0.39755799755799753, 0.7858363858363858, 1.0], "knots1": [0.0, 0.23809523809523808, 0.9247863247863248, 1.0]}, {"frames": [57, 58], "aligned": false, "reason": "large position jump", "common_tracks": [50], "knots0": [0.0, 0.23809523809523808, 1.0], "knots1": [0.0, 0.48131868131868133, 1.0]}, {"frames": [58, 59], "aligned": false, "reason": "crossing extrema order", "common_tracks": [50, 56], "knots0": [0.0, 0.48131868131868133, 0.8017094017094017, 1.0], "knots1": [0.0, 0.6402930402930402, 0.6170940170940171, 1.0]}, {"frames": [59, 60], "aligned": false, "reason": "large position jump", "common_tracks": [59, 56], "knots0": [0.0, 0.1794871794871795, 0.6170940170940171, 1.0], "knots1": [0.0, 0.14652014652014653, 0.8341880341880342, 1.0]}, {"frames": [60, 61], "aligned": false, "reason": "large position jump", "common_tracks": [59], "knots0": [0.0, 0.14652014652014653, 1.0], "knots1": [0.0, 0.3951159951159951, 1.0]}, {"frames": [61, 62], "aligned": true, "reason": "aligned", "common_tracks": [59], "knots0": [0.0, 0.3951159951159951, 1.0], "knots1": [0.0, 0.4424908424908425, 1.0]}, {"frames": [62, 63], "aligned": true, "reason": "aligned", "common_tracks": [59, 62], "knots0": [0.0, 0.4424908424908425, 0.8805860805860806, 1.0], "knots1": [0.0, 0.4087912087912088, 0.8539682539682539, 1.0]}, {"frames": [63, 64], "aligned": false, "reason": "large position jump", "common_tracks": [59], "knots0": [0.0, 0.4087912087912088, 1.0], "knots1": [0.0, 0.17142857142857143, 1.0]}, {"frames": [64, 65], "aligned": true, "reason": "aligned", "common_tracks": [59, 64], "knots0": [0.0, 0.17142857142857143, 0.41611721611721614, 1.0], "knots1": [0.0, 0.10183150183150183, 0.38461538461538464, 1.0]}, {"frames": [65, 66], "aligned": true, "reason": "aligned", "common_tracks": [59, 64], "knots0": [0.0, 0.10183150183150183, 0.38461538461538464, 1.0], "knots1": [0.0, 0.14627594627594628, 0.33284493284493283, 1.0]}, {"frames": [66, 67], "aligned": true, "reason": "aligned", "common_tracks": [59, 66], "knots0": [0.0, 0.14627594627594628, 0.4593406593406593, 1.0], "knots1": [0.0, 0.15384615384615385, 0.4039072039072039, 1.0]}, {"frames": [67, 68], "aligned": false, "reason": "large position jump", "common_tracks": [59, 66], "knots0": [0.0, 0.15384615384615385, 0.4039072039072039, 1.0], "knots1": [0.0, 0.4673992673992674, 0.9330891330891331, 1.0]}, {"frames": [68, 69], "aligned": true, "reason": "aligned", "common_tracks": [59], "knots0": [0.0, 0.4673992673992674, 1.0], "knots1": [0.0, 0.42857142857142855, 1.0]}, {"frames": [69, 70], "aligned": false, "reason": "large position jump", "common_tracks": [59], "knots0": [0.0, 0.42857142857142855, 1.0], "knots1": [0.0, 0.800976800976801, 1.0]}, {"frames": [70, 71], "aligned": true, "reason": "aligned", "common_tracks": [71, 59], "knots0": [0.0, 0.39853479853479856, 0.800976800976801, 1.0], "knots1": [0.0, 0.26886446886446885, 0.7794871794871795, 1.0]}, {"frames": [71, 72], "aligned": false, "reason": "large position jump", "common_tracks": [72, 59], "knots0": [0.0, 0.2884004884004884, 0.7794871794871795, 1.0], "knots1": [0.0, 0.09304029304029304, 0.4376068376068376, 1.0]}, {"frames": [72, 73], "aligned": true, "reason": "aligned", "common_tracks": [59], "knots0": [0.0, 0.4376068376068376, 1.0], "knots1": [0.0, 0.4117216117216117, 1.0]}, {"frames": [73, 74], "aligned": false, "reason": "large position jump", "common_tracks": [59], "knots0": [0.0, 0.4117216117216117, 1.0], "knots1": [0.0, 0.7763125763125763, 1.0]}, {"frames": [74, 75], "aligned": true, "reason": "aligned", "common_tracks": [74, 59], "knots0": [0.0, 0.3492063492063492, 0.7763125763125763, 1.0], "knots1": [0.0, 0.3706959706959707, 0.7763125763125763, 1.0]}, {"frames": [75, 76], "aligned": true, "reason": "aligned", "common_tracks": [74, 59], "knots0": [0.0, 0.3706959706959707, 0.7763125763125763, 1.0], "knots1": [0.0, 0.3536019536019536, 0.7885225885225885, 1.0]}, {"frames": [76, 77], "aligned": false, "reason": "large position jump", "common_tracks": [74, 59], "knots0": [0.0, 0.3536019536019536, 0.7885225885225885, 1.0], "knots1": [0.0, 0.34163614163614164, 0.5504273504273505, 1.0]}, {"frames": [77, 78], "aligned": false, "reason": "crossing extrema order", "common_tracks": [74, 59], "knots0": [0.0, 0.34163614163614164, 0.5504273504273505, 1.0], "knots1": [0.0, 0.47326007326007324, 0.4139194139194139, 1.0]}, {"frames": [78, 79], "aligned": false, "reason": "crossing extrema order", "common_tracks": [59, 74], "knots0": [0.0, 0.4139194139194139, 0.47326007326007324, 1.0], "knots1": [0.0, 0.821001221001221, 0.39487179487179486, 1.0]}, {"frames": [79, 80], "aligned": true, "reason": "aligned", "common_tracks": [74], "knots0": [0.0, 0.39487179487179486, 1.0], "knots1": [0.0, 0.3623931623931624, 1.0]}, {"frames": [80, 81], "aligned": true, "reason": "aligned", "common_tracks": [74], "knots0": [0.0, 0.3623931623931624, 1.0], "knots1": [0.0, 0.41904761904761906, 1.0]}, {"frames": [81, 82], "aligned": true, "reason": "aligned", "common_tracks": [78], "knots0": [0.0, 0.8310134310134311, 1.0], "knots1": [0.0, 0.7750915750915751, 1.0]}, {"frames": [82, 83], "aligned": false, "reason": "large position jump", "common_tracks": [78], "knots0": [0.0, 0.7750915750915751, 1.0], "knots1": [0.0, 0.33357753357753356, 1.0]}, {"frames": [83, 84], "aligned": true, "reason": "aligned", "common_tracks": [78], "knots0": [0.0, 0.33357753357753356, 1.0], "knots1": [0.0, 0.3452991452991453, 1.0]}, {"frames": [84, 85], "aligned": false, "reason": "large position jump", "common_tracks": [78], "knots0": [0.0, 0.3452991452991453, 1.0], "knots1": [0.0, 0.7963369963369963, 1.0]}, {"frames": [85, 86], "aligned": true, "reason": "aligned", "common_tracks": [79, 78], "knots0": [0.0, 0.4363858363858364, 0.7963369963369963, 1.0], "knots1": [0.0, 0.3252747252747253, 0.7286935286935287, 1.0]}, {"frames": [86, 87], "aligned": true, "reason": "aligned", "common_tracks": [79, 78], "knots0": [0.0, 0.3252747252747253, 0.7286935286935287, 1.0], "knots1": [0.0, 0.37216117216117217, 0.7772893772893773, 1.0]}, {"frames": [87, 88], "aligned": true, "reason": "aligned", "common_tracks": [79], "knots0": [0.0, 0.37216117216117217, 1.0], "knots1": [0.0, 0.4332112332112332, 1.0]}, {"frames": [88, 89], "aligned": true, "reason": "aligned", "common_tracks": [82, 79], "knots0": [0.0, 0.3724053724053724, 0.4332112332112332, 1.0], "knots1": [0.0, 0.4627594627594628, 0.516971916971917, 1.0]}, {"frames": [89, 90], "aligned": false, "reason": "crossing extrema order", "common_tracks": [82, 79], "knots0": [0.0, 0.4627594627594628, 0.516971916971917, 1.0], "knots1": [0.0, 0.44761904761904764, 0.39194139194139194, 1.0]}, {"frames": [90, 91], "aligned": false, "reason": "large position jump", "common_tracks": [79, 82], "knots0": [0.0, 0.39194139194139194, 0.44761904761904764, 1.0], "knots1": [0.0, 0.36996336996337, 0.8315018315018315, 1.0]}, {"frames": [91, 92], "aligned": true, "reason": "aligned", "common_tracks": [82], "knots0": [0.0, 0.8315018315018315, 1.0], "knots1": [0.0, 0.8141636141636142, 1.0]}, {"frames": [92, 93], "aligned": false, "reason": "large position jump", "common_tracks": [82], "knots0": [0.0, 0.8141636141636142, 1.0], "knots1": [0.0, 0.17582417582417584, 1.0]}, {"frames": [93, 94], "aligned": true, "reason": "aligned", "common_tracks": [82], "knots0": [0.0, 0.17582417582417584, 1.0], "knots1": [0.0, 0.09255189255189256, 1.0]}, {"frames": [94, 95], "aligned": false, "reason": "crossing extrema order", "common_tracks": [82, 85], "knots0": [0.0, 0.09255189255189256, 0.47448107448107446, 1.0], "knots1": [0.0, 0.7916971916971917, 0.41611721611721614, 1.0]}, {"frames": [95, 96], "aligned": true, "reason": "aligned", "common_tracks": [82], "knots0": [0.0, 0.7916971916971917, 1.0], "knots1": [0.0, 0.833943833943834, 1.0]}, {"frames": [96, 97], "aligned": true, "reason": "aligned", "common_tracks": [82], "knots0": [0.0, 0.833943833943834, 1.0], "knots1": [0.0, 0.9006105006105006, 1.0]}, {"frames": [97, 98], "aligned": true, "reason": "aligned", "common_tracks": [89], "knots0": [0.0, 0.3938949938949939, 1.0], "knots1": [0.0, 0.3833943833943834, 1.0]}, {"frames": [98, 99], "aligned": false, "reason": "large position jump", "common_tracks": [89], "knots0": [0.0, 0.3833943833943834, 1.0], "knots1": [0.0, 0.8173382173382173, 1.0]}, {"frames": [99, 100], "aligned": true, "reason": "aligned", "common_tracks": [89], "knots0": [0.0, 0.8173382173382173, 1.0], "knots1": [0.0, 0.8612942612942613, 1.0]}, {"frames": [100, 101], "aligned": false, "reason": "large position jump", "common_tracks": [89], "knots0": [0.0, 0.8612942612942613, 1.0], "knots1": [0.0, 0.336996336996337, 1.0]}, {"frames": [101, 102], "aligned": true, "reason": "aligned", "common_tracks": [89], "knots0": [0.0, 0.336996336996337, 1.0], "knots1": [0.0, 0.34896214896214894, 1.0]}, {"frames": [102, 103], "aligned": false, "reason": "large position jump", "common_tracks": [89], "knots0": [0.0, 0.34896214896214894, 1.0], "knots1": [0.0, 0.6884004884004884, 1.0]}, {"frames": [103, 104], "aligned": false, "reason": "large position jump", "common_tracks": [89], "knots0": [0.0, 0.6884004884004884, 1.0], "knots1": [0.0, 0.4456654456654457, 1.0]}, {"frames": [104, 105], "aligned": false, "reason": "large position jump", "common_tracks": [89], "knots0": [0.0, 0.4456654456654457, 1.0], "knots1": [0.0, 0.7738705738705739, 1.0]}, {"frames": [105, 106], "aligned": false, "reason": "crossing extrema order", "common_tracks": [96, 97, 89], "knots0": [0.0, 0.3916971916971917, 0.7140415140415141, 0.7738705738705739, 1.0], "knots1": [0.0, 0.5372405372405372, 0.8559218559218559, 0.5101343101343101, 1.0]}, {"frames": [106, 107], "aligned": true, "reason": "aligned", "common_tracks": [96, 97], "knots0": [0.0, 0.5372405372405372, 0.8559218559218559, 1.0], "knots1": [0.0, 0.42857142857142855, 0.9238095238095239, 1.0]}, {"frames": [107, 108], "aligned": true, "reason": "aligned", "common_tracks": [96, 97], "knots0": [0.0, 0.42857142857142855, 0.9238095238095239, 1.0], "knots1": [0.0, 0.4056166056166056, 0.811965811965812, 1.0]}, {"frames": [108, 109], "aligned": true, "reason": "aligned", "common_tracks": [96, 97], "knots0": [0.0, 0.4056166056166056, 0.811965811965812, 1.0], "knots1": [0.0, 0.37875457875457874, 0.7262515262515262, 1.0]}, {"frames": [109, 110], "aligned": true, "reason": "aligned", "common_tracks": [97], "knots0": [0.0, 0.7262515262515262, 1.0], "knots1": [0.0, 0.6764346764346765, 1.0]}, {"frames": [110, 111], "aligned": true, "reason": "aligned", "common_tracks": [97], "knots0": [0.0, 0.6764346764346765, 1.0], "knots1": [0.0, 0.7980463980463981, 1.0]}, {"frames": [111, 112], "aligned": true, "reason": "aligned", "common_tracks": [97], "knots0": [0.0, 0.7980463980463981, 1.0], "knots1": [0.0, 0.7904761904761904, 1.0]}, {"frames": [112, 113], "aligned": false, "reason": "large position jump", "common_tracks": [97], "knots0": [0.0, 0.7904761904761904, 1.0], "knots1": [0.0, 0.346031746031746, 1.0]}, {"frames": [113, 114], "aligned": false, "reason": "large position jump", "common_tracks": [97], "knots0": [0.0, 0.346031746031746, 1.0], "knots1": [0.0, 0.7338217338217338, 1.0]}, {"frames": [114, 115], "aligned": true, "reason": "aligned", "common_tracks": [97], "knots0": [0.0, 0.7338217338217338, 1.0], "knots1": [0.0, 0.8, 1.0]}, {"frames": [115, 116], "aligned": true, "reason": "aligned", "common_tracks": [97], "knots0": [0.0, 0.8, 1.0], "knots1": [0.0, 0.6498168498168498, 1.0]}, {"frames": [116, 117], "aligned": false, "reason": "crossing extrema order", "common_tracks": [97, 105], "knots0": [0.0, 0.6498168498168498, 0.6735042735042736, 1.0], "knots1": [0.0, 0.8620268620268621, 0.42857142857142855, 1.0]}, {"frames": [117, 118], "aligned": false, "reason": "large position jump", "common_tracks": [97], "knots0": [0.0, 0.8620268620268621, 1.0], "knots1": [0.0, 0.3553113553113553, 1.0]}, {"frames": [118, 119], "aligned": false, "reason": "large position jump", "common_tracks": [97], "knots0": [0.0, 0.3553113553113553, 1.0], "knots1": [0.0, 0.7335775335775335, 1.0]}, {"frames": [119, 120], "aligned": false, "reason": "no common extrema", "common_tracks": [], "knots0": [0.0, 1.0], "knots1": [0.0, 1.0]}, {"frames": [120, 121], "aligned": true, "reason": "aligned", "common_tracks": [110, 109], "knots0": [0.0, 0.18632478632478633, 0.42466422466422465, 1.0], "knots1": [0.0, 0.15311355311355312, 0.3992673992673993, 1.0]}, {"frames": [121, 122], "aligned": false, "reason": "crossing extrema order", "common_tracks": [110, 109], "knots0": [0.0, 0.15311355311355312, 0.3992673992673993, 1.0], "knots1": [0.0, 0.8862026862026862, 0.4485958485958486, 1.0]}, {"frames": [122, 123], "aligned": false, "reason": "large position jump", "common_tracks": [110], "knots0": [0.0, 0.8862026862026862, 1.0], "knots1": [0.0, 0.4315018315018315, 1.0]}, {"frames": [123, 124], "aligned": false, "reason": "large position jump", "common_tracks": [110], "knots0": [0.0, 0.4315018315018315, 1.0], "knots1": [0.0, 0.7572649572649572, 1.0]}, {"frames": [124, 125], "aligned": false, "reason": "large position jump", "common_tracks": [112, 110], "knots0": [0.0, 0.4231990231990232, 0.7572649572649572, 1.0], "knots1": [0.0, 0.2385836385836386, 0.2937728937728938, 1.0]}, {"frames": [125, 126], "aligned": true, "reason": "aligned", "common_tracks": [112, 110, 114], "knots0": [0.0, 0.2385836385836386, 0.2937728937728938, 0.8051282051282052, 1.0], "knots1": [0.0, 0.2622710622710623, 0.2996336996336996, 0.8893772893772893, 1.0]}, {"frames": [126, 127], "aligned": false, "reason": "crossing extrema order", "common_tracks": [112, 110], "knots0": [0.0, 0.2622710622710623, 0.2996336996336996, 1.0], "knots1": [0.0, 0.7032967032967034, 0.18583638583638584, 1.0]}, {"frames": [127, 128], "aligned": false, "reason": "large position jump", "common_tracks": [112], "knots0": [0.0, 0.7032967032967034, 1.0], "knots1": [0.0, 0.45567765567765567, 1.0]}, {"frames": [128, 129], "aligned": true, "reason": "aligned", "common_tracks": [112], "knots0": [0.0, 0.45567765567765567, 1.0], "knots1": [0.0, 0.4398046398046398, 1.0]}, {"frames": [129, 130], "aligned": true, "reason": "aligned", "common_tracks": [112, 118], "knots0": [0.0, 0.4398046398046398, 0.8547008547008547, 1.0], "knots1": [0.0, 0.38632478632478634, 0.8485958485958486, 1.0]}, {"frames": [130, 131], "aligned": true, "reason": "aligned", "common_tracks": [112], "knots0": [0.0, 0.38632478632478634, 1.0], "knots1": [0.0, 0.35702075702075703, 1.0]}, {"frames": [131, 132], "aligned": true, "reason": "aligned", "common_tracks": [112], "knots0": [0.0, 0.35702075702075703, 1.0], "knots1": [0.0, 0.3333333333333333, 1.0]}, {"frames": [132, 133], "aligned": false, "reason": "large position jump", "common_tracks": [112, 122], "knots0": [0.0, 0.3333333333333333, 0.3963369963369963, 1.0], "knots1": [0.0, 0.4432234432234432, 0.8688644688644689, 1.0]}, {"frames": [133, 134], "aligned": true, "reason": "aligned", "common_tracks": [112, 122], "knots0": [0.0, 0.4432234432234432, 0.8688644688644689, 1.0], "knots1": [0.0, 0.4456654456654457, 0.8463980463980464, 1.0]}, {"frames": [134, 135], "aligned": false, "reason": "crossing extrema order", "common_tracks": [112, 122], "knots0": [0.0, 0.4456654456654457, 0.8463980463980464, 1.0], "knots1": [0.0, 0.4236874236874237, 0.10012210012210013, 1.0]}, {"frames": [135, 136], "aligned": false, "reason": "large position jump", "common_tracks": [122], "knots0": [0.0, 0.10012210012210013, 1.0], "knots1": [0.0, 0.864957264957265, 1.0]}, {"frames": [136, 137], "aligned": true, "reason": "aligned", "common_tracks": [122], "knots0": [0.0, 0.864957264957265, 1.0], "knots1": [0.0, 0.7294261294261294, 1.0]}, {"frames": [137, 138], "aligned": false, "reason": "large position jump", "common_tracks": [122], "knots0": [0.0, 0.7294261294261294, 1.0], "knots1": [0.0, 0.40366300366300367, 1.0]}, {"frames": [138, 139], "aligned": false, "reason": "large position jump", "common_tracks": [122, 128], "knots0": [0.0, 0.40366300366300367, 0.8434676434676435, 1.0], "knots1": [0.0, 0.2021978021978022, 0.8483516483516483, 1.0]}, {"frames": [139, 140], "aligned": true, "reason": "aligned", "common_tracks": [122, 129, 128], "knots0": [0.0, 0.2021978021978022, 0.4564102564102564, 0.8483516483516483, 1.0], "knots1": [0.0, 0.2231990231990232, 0.4989010989010989, 0.905006105006105, 1.0]}, {"frames": [140, 141], "aligned": true, "reason": "aligned", "common_tracks": [122, 129], "knots0": [0.0, 0.2231990231990232, 0.4989010989010989, 1.0], "knots1": [0.0, 0.21953601953601953, 0.48717948717948717, 1.0]}, {"frames": [141, 142], "aligned": false, "reason": "crossing extrema order", "common_tracks": [122, 129], "knots0": [0.0, 0.21953601953601953, 0.48717948717948717, 1.0], "knots1": [0.0, 0.9184371184371184, 0.4810744810744811, 1.0]}, {"frames": [142, 143], "aligned": false, "reason": "large position jump", "common_tracks": [122], "knots0": [0.0, 0.9184371184371184, 1.0], "knots1": [0.0, 0.4236874236874237, 1.0]}, {"frames": [143, 144], "aligned": true, "reason": "aligned", "common_tracks": [122], "knots0": [0.0, 0.4236874236874237, 1.0], "knots1": [0.0, 0.44932844932844934, 1.0]}, {"frames": [144, 145], "aligned": false, "reason": "large position jump", "common_tracks": [122], "knots0": [0.0, 0.44932844932844934, 1.0], "knots1": [0.0, 0.8774114774114774, 1.0]}, {"frames": [145, 146], "aligned": false, "reason": "large position jump", "common_tracks": [130, 122], "knots0": [0.0, 0.43663003663003663, 0.8774114774114774, 1.0], "knots1": [0.0, 0.3960927960927961, 0.6341880341880342, 1.0]}, {"frames": [146, 147], "aligned": false, "reason": "crossing extrema order", "common_tracks": [130, 132], "knots0": [0.0, 0.3960927960927961, 0.4288156288156288, 1.0], "knots1": [0.0, 0.44078144078144077, 0.1575091575091575, 1.0]}, {"frames": [147, 148], "aligned": false, "reason": "large position jump", "common_tracks": [132], "knots0": [0.0, 0.1575091575091575, 1.0], "knots1": [0.0, 0.44468864468864466, 1.0]}, {"frames": [148, 149], "aligned": true, "reason": "aligned", "common_tracks": [132], "knots0": [0.0, 0.44468864468864466, 1.0], "knots1": [0.0, 0.4456654456654457, 1.0]}, {"frames": [149, 150], "aligned": true, "reason": "aligned", "common_tracks": [132], "knots0": [0.0, 0.4456654456654457, 1.0], "knots1": [0.0, 0.45738705738705737, 1.0]}, {"frames": [150, 151], "aligned": false, "reason": "large position jump", "common_tracks": [132], "knots0": [0.0, 0.45738705738705737, 1.0], "knots1": [0.0, 0.8967032967032967, 1.0]}, {"frames": [151, 152], "aligned": false, "reason": "large position jump", "common_tracks": [132], "knots0": [0.0, 0.8967032967032967, 1.0], "knots1": [0.0, 0.41147741147741146, 1.0]}, {"frames": [152, 153], "aligned": true, "reason": "aligned", "common_tracks": [132], "knots0": [0.0, 0.41147741147741146, 1.0], "knots1": [0.0, 0.44542124542124545, 1.0]}, {"frames": [153, 154], "aligned": false, "reason": "large position jump", "common_tracks": [132], "knots0": [0.0, 0.44542124542124545, 1.0], "knots1": [0.0, 0.8444444444444444, 1.0]}, {"frames": [154, 155], "aligned": false, "reason": "large position jump", "common_tracks": [132], "knots0": [0.0, 0.8444444444444444, 1.0], "knots1": [0.0, 0.3907203907203907, 1.0]}, {"frames": [155, 156], "aligned": false, "reason": "large position jump", "common_tracks": [132], "knots0": [0.0, 0.3907203907203907, 1.0], "knots1": [0.0, 0.8002442002442003, 1.0]}, {"frames": [156, 157], "aligned": true, "reason": "aligned", "common_tracks": [137, 132], "knots0": [0.0, 0.38583638583638585, 0.8002442002442003, 1.0], "knots1": [0.0, 0.39951159951159954, 0.7548229548229548, 1.0]}, {"frames": [157, 158], "aligned": false, "reason": "large position jump", "common_tracks": [132], "knots0": [0.0, 0.7548229548229548, 1.0], "knots1": [0.0, 0.4380952380952381, 1.0]}, {"frames": [158, 159], "aligned": true, "reason": "aligned", "common_tracks": [132], "knots0": [0.0, 0.4380952380952381, 1.0], "knots1": [0.0, 0.41514041514041516, 1.0]}, {"frames": [159, 160], "aligned": true, "reason": "aligned", "common_tracks": [132], "knots0": [0.0, 0.41514041514041516, 1.0], "knots1": [0.0, 0.4537240537240537, 1.0]}, {"frames": [160, 161], "aligned": true, "reason": "aligned", "common_tracks": [132], "knots0": [0.0, 0.4537240537240537, 1.0], "knots1": [0.0, 0.4656898656898657, 1.0]}, {"frames": [161, 162], "aligned": true, "reason": "aligned", "common_tracks": [132], "knots0": [0.0, 0.4656898656898657, 1.0], "knots1": [0.0, 0.4148962148962149, 1.0]}, {"frames": [162, 163], "aligned": true, "reason": "aligned", "common_tracks": [132], "knots0": [0.0, 0.4148962148962149, 1.0], "knots1": [0.0, 0.5714285714285714, 1.0]}, {"frames": [163, 164], "aligned": false, "reason": "large position jump", "common_tracks": [132], "knots0": [0.0, 0.5714285714285714, 1.0], "knots1": [0.0, 0.15384615384615385, 1.0]}, {"frames": [164, 165], "aligned": true, "reason": "aligned", "common_tracks": [132, 141], "knots0": [0.0, 0.15384615384615385, 0.3567765567765568, 1.0], "knots1": [0.0, 0.10500610500610501, 0.3860805860805861, 1.0]}, {"frames": [165, 166], "aligned": false, "reason": "large position jump", "common_tracks": [132], "knots0": [0.0, 0.10500610500610501, 1.0], "knots1": [0.0, 0.4354090354090354, 1.0]}, {"frames": [166, 167], "aligned": true, "reason": "aligned", "common_tracks": [132], "knots0": [0.0, 0.4354090354090354, 1.0], "knots1": [0.0, 0.4363858363858364, 1.0]}, {"frames": [167, 168], "aligned": true, "reason": "aligned", "common_tracks": [132], "knots0": [0.0, 0.4363858363858364, 1.0], "knots1": [0.0, 0.4163614163614164, 1.0]}, {"frames": [168, 169], "aligned": true, "reason": "aligned", "common_tracks": [132], "knots0": [0.0, 0.4163614163614164, 1.0], "knots1": [0.0, 0.4449328449328449, 1.0]}, {"frames": [169, 170], "aligned": true, "reason": "aligned", "common_tracks": [132], "knots0": [0.0, 0.4449328449328449, 1.0], "knots1": [0.0, 0.48205128205128206, 1.0]}, {"frames": [170, 171], "aligned": false, "reason": "large position jump", "common_tracks": [132], "knots0": [0.0, 0.48205128205128206, 1.0], "knots1": [0.0, 0.9113553113553113, 1.0]}, {"frames": [171, 172], "aligned": false, "reason": "large position jump", "common_tracks": [132], "knots0": [0.0, 0.9113553113553113, 1.0], "knots1": [0.0, 0.39365079365079364, 1.0]}, {"frames": [172, 173], "aligned": true, "reason": "aligned", "common_tracks": [132], "knots0": [0.0, 0.39365079365079364, 1.0], "knots1": [0.0, 0.4278388278388278, 1.0]}, {"frames": [173, 174], "aligned": true, "reason": "aligned", "common_tracks": [132], "knots0": [0.0, 0.4278388278388278, 1.0], "knots1": [0.0, 0.4324786324786325, 1.0]}, {"frames": [174, 175], "aligned": true, "reason": "aligned", "common_tracks": [132], "knots0": [0.0, 0.4324786324786325, 1.0], "knots1": [0.0, 0.44884004884004886, 1.0]}, {"frames": [175, 176], "aligned": true, "reason": "aligned", "common_tracks": [132], "knots0": [0.0, 0.44884004884004886, 1.0], "knots1": [0.0, 0.4617826617826618, 1.0]}, {"frames": [176, 177], "aligned": true, "reason": "aligned", "common_tracks": [132], "knots0": [0.0, 0.4617826617826618, 1.0], "knots1": [0.0, 0.4449328449328449, 1.0]}, {"frames": [177, 178], "aligned": false, "reason": "large position jump", "common_tracks": [132], "knots0": [0.0, 0.4449328449328449, 1.0], "knots1": [0.0, 0.8835164835164835, 1.0]}, {"frames": [178, 179], "aligned": true, "reason": "aligned", "common_tracks": [143, 132], "knots0": [0.0, 0.39536019536019534, 0.8835164835164835, 1.0], "knots1": [0.0, 0.3746031746031746, 0.8183150183150183, 1.0]}, {"frames": [179, 180], "aligned": false, "reason": "large position jump", "common_tracks": [143, 132], "knots0": [0.0, 0.3746031746031746, 0.8183150183150183, 1.0], "knots1": [0.0, 0.2761904761904762, 0.32967032967032966, 1.0]}, {"frames": [180, 181], "aligned": false, "reason": "crossing extrema order", "common_tracks": [143, 132], "knots0": [0.0, 0.2761904761904762, 0.32967032967032966, 1.0], "knots1": [0.0, 0.4534798534798535, 0.08400488400488401, 1.0]}, {"frames": [181, 182], "aligned": false, "reason": "large position jump", "common_tracks": [132], "knots0": [0.0, 0.08400488400488401, 1.0], "knots1": [0.0, 0.47985347985347987, 1.0]}, {"frames": [182, 183], "aligned": true, "reason": "aligned", "common_tracks": [132], "knots0": [0.0, 0.47985347985347987, 1.0], "knots1": [0.0, 0.37484737484737485, 1.0]}, {"frames": [183, 184], "aligned": false, "reason": "large position jump", "common_tracks": [132], "knots0": [0.0, 0.37484737484737485, 1.0], "knots1": [0.0, 0.12551892551892552, 1.0]}, {"frames": [184, 185], "aligned": true, "reason": "aligned", "common_tracks": [132, 145], "knots0": [0.0, 0.12551892551892552, 0.852991452991453, 1.0], "knots1": [0.0, 0.13846153846153847, 0.8881562881562881, 1.0]}, {"frames": [185, 186], "aligned": true, "reason": "aligned", "common_tracks": [132, 147, 146], "knots0": [0.0, 0.13846153846153847, 0.4603174603174603, 0.4937728937728938, 1.0], "knots1": [0.0, 0.11013431013431013, 0.49621489621489623, 0.5536019536019536, 1.0]}, {"frames": [186, 187], "aligned": false, "reason": "crossing extrema order", "common_tracks": [132, 147, 146], "knots0": [0.0, 0.11013431013431013, 0.49621489621489623, 0.5536019536019536, 1.0], "knots1": [0.0, 0.10744810744810745, 0.8490842490842491, 0.3567765567765568, 1.0]}, {"frames": [187, 188], "aligned": true, "reason": "aligned", "common_tracks": [146, 149, 147], "knots0": [0.0, 0.3567765567765568, 0.6715506715506715, 0.8490842490842491, 1.0], "knots1": [0.0, 0.35775335775335776, 0.6808302808302809, 0.7238095238095238, 1.0]}, {"frames": [188, 189], "aligned": true, "reason": "aligned", "common_tracks": [146], "knots0": [0.0, 0.35775335775335776, 1.0], "knots1": [0.0, 0.4818070818070818, 1.0]}, {"frames": [189, 190], "aligned": true, "reason": "aligned", "common_tracks": [146], "knots0": [0.0, 0.4818070818070818, 1.0], "knots1": [0.0, 0.4617826617826618, 1.0]}, {"frames": [190, 191], "aligned": true, "reason": "aligned", "common_tracks": [146], "knots0": [0.0, 0.4617826617826618, 1.0], "knots1": [0.0, 0.3584859584859585, 1.0]}, {"frames": [191, 192], "aligned": false, "reason": "large position jump", "common_tracks": [146], "knots0": [0.0, 0.3584859584859585, 1.0], "knots1": [0.0, 0.874969474969475, 1.0]}, {"frames": [192, 193], "aligned": false, "reason": "large position jump", "common_tracks": [146], "knots0": [0.0, 0.874969474969475, 1.0], "knots1": [0.0, 0.28083028083028083, 1.0]}, {"frames": [193, 194], "aligned": false, "reason": "large position jump", "common_tracks": [146, 151], "knots0": [0.0, 0.28083028083028083, 0.9372405372405372, 1.0], "knots1": [0.0, 0.6376068376068376, 0.9042735042735043, 1.0]}, {"frames": [194, 195], "aligned": false, "reason": "crossing extrema order", "common_tracks": [152, 146], "knots0": [0.0, 0.39951159951159954, 0.6376068376068376, 1.0], "knots1": [0.0, 0.5728937728937729, 0.4942612942612943, 1.0]}, {"frames": [195, 196], "aligned": false, "reason": "crossing extrema order", "common_tracks": [153, 146, 152], "knots0": [0.0, 0.07081807081807082, 0.4942612942612943, 0.5728937728937729, 1.0], "knots1": [0.0, 0.28205128205128205, 0.8490842490842491, 0.25445665445665444, 1.0]}, {"frames": [196, 197], "aligned": true, "reason": "aligned", "common_tracks": [152, 153, 146], "knots0": [0.0, 0.25445665445665444, 0.28205128205128205, 0.8490842490842491, 1.0], "knots1": [0.0, 0.2644688644688645, 0.29743589743589743, 0.6554334554334554, 1.0]}, {"frames": [197, 198], "aligned": false, "reason": "crossing extrema order", "common_tracks": [152, 146], "knots0": [0.0, 0.2644688644688645, 0.6554334554334554, 1.0], "knots1": [0.0, 0.45836385836385835, 0.1452991452991453, 1.0]}, {"frames": [198, 199], "aligned": true, "reason": "aligned", "common_tracks": [146, 152], "knots0": [0.0, 0.1452991452991453, 0.45836385836385835, 1.0], "knots1": [0.0, 0.14358974358974358, 0.4747252747252747, 1.0]}, {"frames": [199, 200], "aligned": false, "reason": "large position jump", "common_tracks": [146], "knots0": [0.0, 0.14358974358974358, 1.0], "knots1": [0.0, 0.4293040293040293, 1.0]}, {"frames": [200, 201], "aligned": true, "reason": "aligned", "common_tracks": [146], "knots0": [0.0, 0.4293040293040293, 1.0], "knots1": [0.0, 0.4427350427350427, 1.0]}, {"frames": [201, 202], "aligned": true, "reason": "aligned", "common_tracks": [146], "knots0": [0.0, 0.4427350427350427, 1.0], "knots1": [0.0, 0.4703296703296703, 1.0]}, {"frames": [202, 203], "aligned": true, "reason": "aligned", "common_tracks": [146], "knots0": [0.0, 0.4703296703296703, 1.0], "knots1": [0.0, 0.49108669108669106, 1.0]}, {"frames": [203, 204], "aligned": true, "reason": "aligned", "common_tracks": [146], "knots0": [0.0, 0.49108669108669106, 1.0], "knots1": [0.0, 0.6148962148962149, 1.0]}, {"frames": [204, 205], "aligned": true, "reason": "aligned", "common_tracks": [156, 146], "knots0": [0.0, 0.47814407814407817, 0.6148962148962149, 1.0], "knots1": [0.0, 0.4363858363858364, 0.47106227106227105, 1.0]}, {"frames": [205, 206], "aligned": true, "reason": "aligned", "common_tracks": [156, 157], "knots0": [0.0, 0.4363858363858364, 0.8192918192918193, 1.0], "knots1": [0.0, 0.47057387057387057, 0.629059829059829, 1.0]}, {"frames": [206, 207], "aligned": true, "reason": "aligned", "common_tracks": [156, 157], "knots0": [0.0, 0.47057387057387057, 0.629059829059829, 1.0], "knots1": [0.0, 0.4249084249084249, 0.6498168498168498, 1.0]}, {"frames": [207, 208], "aligned": false, "reason": "large position jump", "common_tracks": [157], "knots0": [0.0, 0.6498168498168498, 1.0], "knots1": [0.0, 0.4380952380952381, 1.0]}, {"frames": [208, 209], "aligned": true, "reason": "aligned", "common_tracks": [157], "knots0": [0.0, 0.4380952380952381, 1.0], "knots1": [0.0, 0.39951159951159954, 1.0]}, {"frames": [209, 210], "aligned": true, "reason": "aligned", "common_tracks": [158], "knots0": [0.0, 0.7245421245421245, 1.0], "knots1": [0.0, 0.7746031746031746, 1.0]}, {"frames": [210, 211], "aligned": false, "reason": "large position jump", "common_tracks": [158], "knots0": [0.0, 0.7746031746031746, 1.0], "knots1": [0.0, 0.42124542124542125, 1.0]}, {"frames": [211, 212], "aligned": false, "reason": "large position jump", "common_tracks": [158], "knots0": [0.0, 0.42124542124542125, 1.0], "knots1": [0.0, 0.9091575091575091, 1.0]}, {"frames": [212, 213], "aligned": false, "reason": "large position jump", "common_tracks": [158], "knots0": [0.0, 0.9091575091575091, 1.0], "knots1": [0.0, 0.4231990231990232, 1.0]}, {"frames": [213, 214], "aligned": true, "reason": "aligned", "common_tracks": [158], "knots0": [0.0, 0.4231990231990232, 1.0], "knots1": [0.0, 0.4083028083028083, 1.0]}, {"frames": [214, 215], "aligned": true, "reason": "aligned", "common_tracks": [158], "knots0": [0.0, 0.4083028083028083, 1.0], "knots1": [0.0, 0.3894993894993895, 1.0]}, {"frames": [215, 216], "aligned": true, "reason": "aligned", "common_tracks": [158], "knots0": [0.0, 0.3894993894993895, 1.0], "knots1": [0.0, 0.41953601953601954, 1.0]}, {"frames": [216, 217], "aligned": true, "reason": "aligned", "common_tracks": [158], "knots0": [0.0, 0.41953601953601954, 1.0], "knots1": [0.0, 0.38705738705738707, 1.0]}, {"frames": [217, 218], "aligned": true, "reason": "aligned", "common_tracks": [158], "knots0": [0.0, 0.38705738705738707, 1.0], "knots1": [0.0, 0.4039072039072039, 1.0]}, {"frames": [218, 219], "aligned": true, "reason": "aligned", "common_tracks": [158], "knots0": [0.0, 0.4039072039072039, 1.0], "knots1": [0.0, 0.378998778998779, 1.0]}, {"frames": [219, 220], "aligned": true, "reason": "aligned", "common_tracks": [158], "knots0": [0.0, 0.378998778998779, 1.0], "knots1": [0.0, 0.3912087912087912, 1.0]}, {"frames": [220, 221], "aligned": true, "reason": "aligned", "common_tracks": [158], "knots0": [0.0, 0.3912087912087912, 1.0], "knots1": [0.0, 0.36556776556776555, 1.0]}, {"frames": [221, 222], "aligned": true, "reason": "aligned", "common_tracks": [158], "knots0": [0.0, 0.36556776556776555, 1.0], "knots1": [0.0, 0.4717948717948718, 1.0]}, {"frames": [222, 223], "aligned": true, "reason": "aligned", "common_tracks": [163, 158], "knots0": [0.0, 0.38168498168498166, 0.4717948717948718, 1.0], "knots1": [0.0, 0.21416361416361415, 0.5855921855921856, 1.0]}, {"frames": [223, 224], "aligned": false, "reason": "crossing extrema order", "common_tracks": [163, 164, 158], "knots0": [0.0, 0.21416361416361415, 0.23321123321123322, 0.5855921855921856, 1.0], "knots1": [0.0, 0.47912087912087914, 0.08913308913308914, 0.41196581196581195, 1.0]}, {"frames": [224, 225], "aligned": false, "reason": "crossing extrema order", "common_tracks": [158, 163], "knots0": [0.0, 0.41196581196581195, 0.47912087912087914, 1.0], "knots1": [0.0, 0.4554334554334554, 0.37264957264957266, 1.0]}, {"frames": [225, 226], "aligned": true, "reason": "aligned", "common_tracks": [163, 158], "knots0": [0.0, 0.37264957264957266, 0.4554334554334554, 1.0], "knots1": [0.0, 0.3440781440781441, 0.43003663003663006, 1.0]}, {"frames": [226, 227], "aligned": true, "reason": "aligned", "common_tracks": [158], "knots0": [0.0, 0.43003663003663006, 1.0], "knots1": [0.0, 0.4266178266178266, 1.0]}, {"frames": [227, 228], "aligned": false, "reason": "large position jump", "common_tracks": [158], "knots0": [0.0, 0.4266178266178266, 1.0], "knots1": [0.0, 0.9169719169719169, 1.0]}, {"frames": [228, 229], "aligned": true, "reason": "aligned", "common_tracks": [167, 158], "knots0": [0.0, 0.4297924297924298, 0.9169719169719169, 1.0], "knots1": [0.0, 0.39706959706959705, 0.9111111111111111, 1.0]}, {"frames": [229, 230], "aligned": false, "reason": "large position jump", "common_tracks": [158], "knots0": [0.0, 0.9111111111111111, 1.0], "knots1": [0.0, 0.3172161172161172, 1.0]}, {"frames": [230, 231], "aligned": true, "reason": "aligned", "common_tracks": [158], "knots0": [0.0, 0.3172161172161172, 1.0], "knots1": [0.0, 0.37435897435897436, 1.0]}, {"frames": [231, 232], "aligned": true, "reason": "aligned", "common_tracks": [158], "knots0": [0.0, 0.37435897435897436, 1.0], "knots1": [0.0, 0.4627594627594628, 1.0]}, {"frames": [232, 233], "aligned": false, "reason": "crossing extrema order", "common_tracks": [168, 158], "knots0": [0.0, 0.3499389499389499, 0.4627594627594628, 1.0], "knots1": [0.0, 0.4937728937728938, 0.10842490842490843, 1.0]}, {"frames": [233, 234], "aligned": true, "reason": "aligned", "common_tracks": [158, 168], "knots0": [0.0, 0.10842490842490843, 0.4937728937728938, 1.0], "knots1": [0.0, 0.16532356532356532, 0.3860805860805861, 1.0]}, {"frames": [234, 235], "aligned": true, "reason": "aligned", "common_tracks": [158], "knots0": [0.0, 0.16532356532356532, 1.0], "knots1": [0.0, 0.28327228327228327, 1.0]}, {"frames": [235, 236], "aligned": true, "reason": "aligned", "common_tracks": [158], "knots0": [0.0, 0.28327228327228327, 1.0], "knots1": [0.0, 0.36214896214896214, 1.0]}, {"frames": [236, 237], "aligned": false, "reason": "crossing extrema order", "common_tracks": [172, 158], "knots0": [0.0, 0.17924297924297924, 0.36214896214896214, 1.0], "knots1": [0.0, 0.27008547008547007, 0.2547008547008547, 1.0]}, {"frames": [237, 238], "aligned": true, "reason": "aligned", "common_tracks": [174, 175], "knots0": [0.0, 0.6034188034188034, 0.8993894993894994, 1.0], "knots1": [0.0, 0.5897435897435898, 0.8703296703296703, 1.0]}, {"frames": [238, 239], "aligned": true, "reason": "aligned", "common_tracks": [174, 175], "knots0": [0.0, 0.5897435897435898, 0.8703296703296703, 1.0], "knots1": [0.0, 0.48595848595848595, 0.9042735042735043, 1.0]}, {"frames": [239, 240], "aligned": false, "reason": "crossing extrema order", "common_tracks": [176, 174], "knots0": [0.0, 0.3929181929181929, 0.48595848595848595, 1.0], "knots1": [0.0, 0.4031746031746032, 0.315018315018315, 1.0]}, {"frames": [240, 241], "aligned": false, "reason": "crossing extrema order", "common_tracks": [174, 176], "knots0": [0.0, 0.315018315018315, 0.4031746031746032, 1.0], "knots1": [0.0, 0.4832722832722833, 0.36556776556776555, 1.0]}, {"frames": [241, 242], "aligned": true, "reason": "aligned", "common_tracks": [176, 174], "knots0": [0.0, 0.36556776556776555, 0.4832722832722833, 1.0], "knots1": [0.0, 0.24346764346764346, 0.6043956043956044, 1.0]}, {"frames": [242, 243], "aligned": true, "reason": "aligned", "common_tracks": [178, 174], "knots0": [0.0, 0.252014652014652, 0.6043956043956044, 1.0], "knots1": [0.0, 0.39096459096459096, 0.4993894993894994, 1.0]}, {"frames": [243, 244], "aligned": false, "reason": "large position jump", "common_tracks": [178, 174], "knots0": [0.0, 0.39096459096459096, 0.4993894993894994, 1.0], "knots1": [0.0, 0.43101343101343104, 0.8896214896214896, 1.0]}, {"frames": [244, 245], "aligned": false, "reason": "large position jump", "common_tracks": [178, 174], "knots0": [0.0, 0.43101343101343104, 0.8896214896214896, 1.0], "knots1": [0.0, 0.43272283272283274, 0.6358974358974359, 1.0]}, {"frames": [245, 246], "aligned": true, "reason": "aligned", "common_tracks": [178], "knots0": [0.0, 0.43272283272283274, 1.0], "knots1": [0.0, 0.4083028083028083, 1.0]}, {"frames": [246, 247], "aligned": true, "reason": "aligned", "common_tracks": [180, 178], "knots0": [0.0, 0.18632478632478633, 0.4083028083028083, 1.0], "knots1": [0.0, 0.12136752136752137, 0.36605616605616603, 1.0]}, {"frames": [247, 248], "aligned": false, "reason": "large position jump", "common_tracks": [180, 178], "knots0": [0.0, 0.12136752136752137, 0.36605616605616603, 1.0], "knots1": [0.0, 0.35995115995115995, 0.4402930402930403, 1.0]}, {"frames": [248, 249], "aligned": true, "reason": "aligned", "common_tracks": [180, 178], "knots0": [0.0, 0.35995115995115995, 0.4402930402930403, 1.0], "knots1": [0.0, 0.1907203907203907, 0.42466422466422465, 1.0]}, {"frames": [249, 250], "aligned": true, "reason": "aligned", "common_tracks": [180, 178], "knots0": [0.0, 0.1907203907203907, 0.42466422466422465, 1.0], "knots1": [0.0, 0.12967032967032968, 0.42002442002442003, 1.0]}, {"frames": [250, 251], "aligned": false, "reason": "large position jump", "common_tracks": [180, 178], "knots0": [0.0, 0.12967032967032968, 0.42002442002442003, 1.0], "knots1": [0.0, 0.398046398046398, 0.4507936507936508, 1.0]}, {"frames": [251, 252], "aligned": false, "reason": "large position jump", "common_tracks": [180, 178], "knots0": [0.0, 0.398046398046398, 0.4507936507936508, 1.0], "knots1": [0.0, 0.1452991452991453, 0.4324786324786325, 1.0]}, {"frames": [252, 253], "aligned": true, "reason": "aligned", "common_tracks": [180], "knots0": [0.0, 0.1452991452991453, 1.0], "knots1": [0.0, 0.14334554334554334, 1.0]}, {"frames": [253, 254], "aligned": false, "reason": "large position jump", "common_tracks": [180], "knots0": [0.0, 0.14334554334554334, 1.0], "knots1": [0.0, 0.42417582417582417, 1.0]}, {"frames": [254, 255], "aligned": false, "reason": "large position jump", "common_tracks": [180], "knots0": [0.0, 0.42417582417582417, 1.0], "knots1": [0.0, 0.18974358974358974, 1.0]}, {"frames": [255, 256], "aligned": true, "reason": "aligned", "common_tracks": [180, 184], "knots0": [0.0, 0.18974358974358974, 0.9421245421245421, 1.0], "knots1": [0.0, 0.38290598290598293, 0.8705738705738706, 1.0]}, {"frames": [256, 257], "aligned": true, "reason": "aligned", "common_tracks": [180], "knots0": [0.0, 0.38290598290598293, 1.0], "knots1": [0.0, 0.3904761904761905, 1.0]}, {"frames": [257, 258], "aligned": false, "reason": "large position jump", "common_tracks": [180], "knots0": [0.0, 0.3904761904761905, 1.0], "knots1": [0.0, 0.11013431013431013, 1.0]}, {"frames": [258, 259], "aligned": false, "reason": "large position jump", "common_tracks": [180], "knots0": [0.0, 0.11013431013431013, 1.0], "knots1": [0.0, 0.43736263736263736, 1.0]}, {"frames": [259, 260], "aligned": true, "reason": "aligned", "common_tracks": [180], "knots0": [0.0, 0.43736263736263736, 1.0], "knots1": [0.0, 0.4202686202686203, 1.0]}, {"frames": [260, 261], "aligned": false, "reason": "large position jump", "common_tracks": [180], "knots0": [0.0, 0.4202686202686203, 1.0], "knots1": [0.0, 0.16532356532356532, 1.0]}, {"frames": [261, 262], "aligned": false, "reason": "large position jump", "common_tracks": [180], "knots0": [0.0, 0.16532356532356532, 1.0], "knots1": [0.0, 0.47326007326007324, 1.0]}, {"frames": [262, 263], "aligned": false, "reason": "large position jump", "common_tracks": [180], "knots0": [0.0, 0.47326007326007324, 1.0], "knots1": [0.0, 0.15042735042735042, 1.0]}, {"frames": [263, 264], "aligned": false, "reason": "large position jump", "common_tracks": [180], "knots0": [0.0, 0.15042735042735042, 1.0], "knots1": [0.0, 0.4249084249084249, 1.0]}, {"frames": [264, 265], "aligned": false, "reason": "large position jump", "common_tracks": [180], "knots0": [0.0, 0.4249084249084249, 1.0], "knots1": [0.0, 0.17777777777777778, 1.0]}, {"frames": [265, 266], "aligned": true, "reason": "aligned", "common_tracks": [180], "knots0": [0.0, 0.17777777777777778, 1.0], "knots1": [0.0, 0.36923076923076925, 1.0]}, {"frames": [266, 267], "aligned": true, "reason": "aligned", "common_tracks": [180], "knots0": [0.0, 0.36923076923076925, 1.0], "knots1": [0.0, 0.4427350427350427, 1.0]}, {"frames": [267, 268], "aligned": false, "reason": "crossing extrema order", "common_tracks": [180, 190], "knots0": [0.0, 0.4427350427350427, 0.6808302808302809, 1.0], "knots1": [0.0, 0.4695970695970696, 0.4021978021978022, 1.0]}, {"frames": [268, 269], "aligned": true, "reason": "aligned", "common_tracks": [190], "knots0": [0.0, 0.4021978021978022, 1.0], "knots1": [0.0, 0.4122100122100122, 1.0]}, {"frames": [269, 270], "aligned": true, "reason": "aligned", "common_tracks": [190], "knots0": [0.0, 0.4122100122100122, 1.0], "knots1": [0.0, 0.3768009768009768, 1.0]}, {"frames": [270, 271], "aligned": false, "reason": "crossing extrema order", "common_tracks": [190, 193], "knots0": [0.0, 0.3768009768009768, 0.4891330891330891, 1.0], "knots1": [0.0, 0.47545787545787543, 0.3487179487179487, 1.0]}, {"frames": [271, 272], "aligned": true, "reason": "aligned", "common_tracks": [193, 190], "knots0": [0.0, 0.3487179487179487, 0.47545787545787543, 1.0], "knots1": [0.0, 0.3609279609279609, 0.5587301587301587, 1.0]}, {"frames": [272, 273], "aligned": false, "reason": "crossing extrema order", "common_tracks": [193, 190], "knots0": [0.0, 0.3609279609279609, 0.5587301587301587, 1.0], "knots1": [0.0, 0.4617826617826618, 0.3299145299145299, 1.0]}, {"frames": [273, 274], "aligned": false, "reason": "crossing extrema order", "common_tracks": [190, 193], "knots0": [0.0, 0.3299145299145299, 0.4617826617826618, 1.0], "knots1": [0.0, 0.9037851037851038, 0.4332112332112332, 1.0]}, {"frames": [274, 275], "aligned": false, "reason": "large position jump", "common_tracks": [190], "knots0": [0.0, 0.9037851037851038, 1.0], "knots1": [0.0, 0.43174603174603177, 1.0]}, {"frames": [275, 276], "aligned": true, "reason": "aligned", "common_tracks": [190], "knots0": [0.0, 0.43174603174603177, 1.0], "knots1": [0.0, 0.36385836385836384, 1.0]}, {"frames": [276, 277], "aligned": true, "reason": "aligned", "common_tracks": [190, 195], "knots0": [0.0, 0.36385836385836384, 0.4481074481074481, 1.0], "knots1": [0.0, 0.17777777777777778, 0.41611721611721614, 1.0]}, {"frames": [277, 278], "aligned": true, "reason": "aligned", "common_tracks": [195], "knots0": [0.0, 0.41611721611721614, 1.0], "knots1": [0.0, 0.38705738705738707, 1.0]}, {"frames": [278, 279], "aligned": false, "reason": "no common extrema", "common_tracks": [], "knots0": [0.0, 1.0], "knots1": [0.0, 1.0]}, {"frames": [279, 280], "aligned": false, "reason": "crossing extrema order", "common_tracks": [198, 199], "knots0": [0.0, 0.1907203907203907, 0.41001221001221, 1.0], "knots1": [0.0, 0.4717948717948718, 0.3824175824175824, 1.0]}, {"frames": [280, 281], "aligned": true, "reason": "aligned", "common_tracks": [198], "knots0": [0.0, 0.4717948717948718, 1.0], "knots1": [0.0, 0.4087912087912088, 1.0]}, {"frames": [281, 282], "aligned": true, "reason": "aligned", "common_tracks": [198], "knots0": [0.0, 0.4087912087912088, 1.0], "knots1": [0.0, 0.38705738705738707, 1.0]}, {"frames": [282, 283], "aligned": false, "reason": "large position jump", "common_tracks": [198], "knots0": [0.0, 0.38705738705738707, 1.0], "knots1": [0.0, 0.18632478632478633, 1.0]}, {"frames": [283, 284], "aligned": true, "reason": "aligned", "common_tracks": [198], "knots0": [0.0, 0.18632478632478633, 1.0], "knots1": [0.0, 0.315018315018315, 1.0]}, {"frames": [284, 285], "aligned": true, "reason": "aligned", "common_tracks": [198], "knots0": [0.0, 0.315018315018315, 1.0], "knots1": [0.0, 0.4039072039072039, 1.0]}, {"frames": [285, 286], "aligned": true, "reason": "aligned", "common_tracks": [198], "knots0": [0.0, 0.4039072039072039, 1.0], "knots1": [0.0, 0.38705738705738707, 1.0]}, {"frames": [286, 287], "aligned": true, "reason": "aligned", "common_tracks": [198], "knots0": [0.0, 0.38705738705738707, 1.0], "knots1": [0.0, 0.4070818070818071, 1.0]}, {"frames": [287, 288], "aligned": true, "reason": "aligned", "common_tracks": [198], "knots0": [0.0, 0.4070818070818071, 1.0], "knots1": [0.0, 0.3992673992673993, 1.0]}, {"frames": [288, 289], "aligned": true, "reason": "aligned", "common_tracks": [198], "knots0": [0.0, 0.3992673992673993, 1.0], "knots1": [0.0, 0.41562881562881565, 1.0]}, {"frames": [289, 290], "aligned": true, "reason": "aligned", "common_tracks": [198], "knots0": [0.0, 0.41562881562881565, 1.0], "knots1": [0.0, 0.4117216117216117, 1.0]}, {"frames": [290, 291], "aligned": false, "reason": "large position jump", "common_tracks": [198], "knots0": [0.0, 0.4117216117216117, 1.0], "knots1": [0.0, 0.2056166056166056, 1.0]}, {"frames": [291, 292], "aligned": false, "reason": "crossing extrema order", "common_tracks": [198, 202], "knots0": [0.0, 0.2056166056166056, 0.5328449328449328, 1.0], "knots1": [0.0, 0.7941391941391941, 0.4070818070818071, 1.0]}, {"frames": [292, 293], "aligned": true, "reason": "aligned", "common_tracks": [202, 198], "knots0": [0.0, 0.4070818070818071, 0.7941391941391941, 1.0], "knots1": [0.0, 0.4405372405372405, 0.7333333333333333, 1.0]}, {"frames": [293, 294], "aligned": false, "reason": "large position jump", "common_tracks": [198], "knots0": [0.0, 0.7333333333333333, 1.0], "knots1": [0.0, 0.4166056166056166, 1.0]}, {"frames": [294, 295], "aligned": false, "reason": "large position jump", "common_tracks": [198], "knots0": [0.0, 0.4166056166056166, 1.0], "knots1": [0.0, 0.9115995115995116, 1.0]}, {"frames": [295, 296], "aligned": false, "reason": "large position jump", "common_tracks": [204, 198], "knots0": [0.0, 0.4078144078144078, 0.9115995115995116, 1.0], "knots1": [0.0, 0.39096459096459096, 0.5987789987789988, 1.0]}, {"frames": [296, 297], "aligned": false, "reason": "crossing extrema order", "common_tracks": [204, 198], "knots0": [0.0, 0.39096459096459096, 0.5987789987789988, 1.0], "knots1": [0.0, 0.421978021978022, 0.06153846153846154, 1.0]}, {"frames": [297, 298], "aligned": false, "reason": "crossing extrema order", "common_tracks": [198, 204], "knots0": [0.0, 0.06153846153846154, 0.421978021978022, 1.0], "knots1": [0.0, 0.5457875457875457, 0.38632478632478634, 1.0]}, {"frames": [298, 299], "aligned": true, "reason": "aligned", "common_tracks": [198], "knots0": [0.0, 0.5457875457875457, 1.0], "knots1": [0.0, 0.41733821733821735, 1.0]}, {"frames": [299, 300], "aligned": true, "reason": "aligned", "common_tracks": [198], "knots0": [0.0, 0.41733821733821735, 1.0], "knots1": [0.0, 0.4288156288156288, 1.0]}, {"frames": [300, 301], "aligned": true, "reason": "aligned", "common_tracks": [198], "knots0": [0.0, 0.4288156288156288, 1.0], "knots1": [0.0, 0.38632478632478634, 1.0]}, {"frames": [301, 302], "aligned": false, "reason": "large position jump", "common_tracks": [198], "knots0": [0.0, 0.38632478632478634, 1.0], "knots1": [0.0, 0.8783882783882784, 1.0]}, {"frames": [302, 303], "aligned": true, "reason": "aligned", "common_tracks": [206, 198], "knots0": [0.0, 0.44932844932844934, 0.8783882783882784, 1.0], "knots1": [0.0, 0.45738705738705737, 0.9142857142857143, 1.0]}, {"frames": [303, 304], "aligned": true, "reason": "aligned", "common_tracks": [206, 198], "knots0": [0.0, 0.45738705738705737, 0.9142857142857143, 1.0], "knots1": [0.0, 0.4153846153846154, 0.9076923076923077, 1.0]}, {"frames": [304, 305], "aligned": true, "reason": "aligned", "common_tracks": [206, 198], "knots0": [0.0, 0.4153846153846154, 0.9076923076923077, 1.0], "knots1": [0.0, 0.4485958485958486, 0.8874236874236874, 1.0]}, {"frames": [305, 306], "aligned": false, "reason": "large position jump", "common_tracks": [206, 198], "knots0": [0.0, 0.4485958485958486, 0.8874236874236874, 1.0], "knots1": [0.0, 0.3831501831501832, 0.5816849816849817, 1.0]}, {"frames": [306, 307], "aligned": false, "reason": "crossing extrema order", "common_tracks": [206, 198], "knots0": [0.0, 0.3831501831501832, 0.5816849816849817, 1.0], "knots1": [0.0, 0.5194139194139195, 0.4776556776556777, 1.0]}, {"frames": [307, 308], "aligned": false, "reason": "large position jump", "common_tracks": [198, 206], "knots0": [0.0, 0.4776556776556777, 0.5194139194139195, 1.0], "knots1": [0.0, 0.1514041514041514, 0.4945054945054945, 1.0]}, {"frames": [308, 309], "aligned": false, "reason": "crossing extrema order", "common_tracks": [198, 209, 206, 210], "knots0": [0.0, 0.1514041514041514, 0.4673992673992674, 0.4945054945054945, 0.8647130647130647, 1.0], "knots1": [0.0, 0.31575091575091574, 0.6100122100122101, 0.26886446886446885, 0.8881562881562881, 1.0]}, {"frames": [309, 310], "aligned": false, "reason": "crossing extrema order", "common_tracks": [206, 198, 210], "knots0": [0.0, 0.26886446886446885, 0.31575091575091574, 0.8881562881562881, 1.0], "knots1": [0.0, 0.3746031746031746, 0.18144078144078143, 0.8881562881562881, 1.0]}, {"frames": [310, 311], "aligned": false, "reason": "crossing extrema order", "common_tracks": [198, 206, 210], "knots0": [0.0, 0.18144078144078143, 0.3746031746031746, 0.8881562881562881, 1.0], "knots1": [0.0, 0.3235653235653236, 0.27765567765567767, 0.906959706959707, 1.0]}, {"frames": [311, 312], "aligned": false, "reason": "crossing extrema order", "common_tracks": [206, 198, 210], "knots0": [0.0, 0.27765567765567767, 0.3235653235653236, 0.906959706959707, 1.0], "knots1": [0.0, 0.4332112332112332, 0.23174603174603176, 0.8625152625152626, 1.0]}, {"frames": [312, 313], "aligned": false, "reason": "crossing extrema order", "common_tracks": [198, 206], "knots0": [0.0, 0.23174603174603176, 0.4332112332112332, 1.0], "knots1": [0.0, 0.4586080586080586, 0.3741147741147741, 1.0]}, {"frames": [313, 314], "aligned": true, "reason": "aligned", "common_tracks": [198], "knots0": [0.0, 0.4586080586080586, 1.0], "knots1": [0.0, 0.2993894993894994, 1.0]}, {"frames": [314, 315], "aligned": false, "reason": "large position jump", "common_tracks": [198], "knots0": [0.0, 0.2993894993894994, 1.0], "knots1": [0.0, 0.5982905982905983, 1.0]}, {"frames": [315, 316], "aligned": true, "reason": "aligned", "common_tracks": [214, 198, 216], "knots0": [0.0, 0.3772893772893773, 0.5982905982905983, 0.8964590964590965, 1.0], "knots1": [0.0, 0.39487179487179486, 0.5203907203907204, 0.85006105006105, 1.0]}, {"frames": [316, 317], "aligned": false, "reason": "large position jump", "common_tracks": [214, 198, 216], "knots0": [0.0, 0.39487179487179486, 0.5203907203907204, 0.85006105006105, 1.0], "knots1": [0.0, 0.2175824175824176, 0.2725274725274725, 0.8195360195360195, 1.0]}, {"frames": [317, 318], "aligned": false, "reason": "no common extrema", "common_tracks": [], "knots0": [0.0, 1.0], "knots1": [0.0, 1.0]}, {"frames": [318, 319], "aligned": false, "reason": "no common extrema", "common_tracks": [], "knots0": [0.0, 1.0], "knots1": [0.0, 1.0]}, {"frames": [319, 320], "aligned": true, "reason": "aligned", "common_tracks": [220, 221], "knots0": [0.0, 0.41196581196581195, 0.7047619047619048, 1.0], "knots1": [0.0, 0.42002442002442003, 0.8881562881562881, 1.0]}, {"frames": [320, 321], "aligned": true, "reason": "aligned", "common_tracks": [220, 221], "knots0": [0.0, 0.42002442002442003, 0.8881562881562881, 1.0], "knots1": [0.0, 0.3992673992673993, 0.8791208791208791, 1.0]}, {"frames": [321, 322], "aligned": false, "reason": "large position jump", "common_tracks": [221], "knots0": [0.0, 0.8791208791208791, 1.0], "knots1": [0.0, 0.3716727716727717, 1.0]}, {"frames": [322, 323], "aligned": true, "reason": "aligned", "common_tracks": [221], "knots0": [0.0, 0.3716727716727717, 1.0], "knots1": [0.0, 0.4442002442002442, 1.0]}, {"frames": [323, 324], "aligned": false, "reason": "large position jump", "common_tracks": [221], "knots0": [0.0, 0.4442002442002442, 1.0], "knots1": [0.0, 0.683028083028083, 1.0]}, {"frames": [324, 325], "aligned": true, "reason": "aligned", "common_tracks": [222, 221], "knots0": [0.0, 0.44517704517704515, 0.683028083028083, 1.0], "knots1": [0.0, 0.4495726495726496, 0.8417582417582418, 1.0]}, {"frames": [325, 326], "aligned": true, "reason": "aligned", "common_tracks": [222, 221], "knots0": [0.0, 0.4495726495726496, 0.8417582417582418, 1.0], "knots1": [0.0, 0.4288156288156288, 0.8178266178266178, 1.0]}, {"frames": [326, 327], "aligned": true, "reason": "aligned", "common_tracks": [222, 224], "knots0": [0.0, 0.4288156288156288, 0.8380952380952381, 1.0], "knots1": [0.0, 0.2788766788766789, 0.8058608058608059, 1.0]}, {"frames": [327, 328], "aligned": false, "reason": "crossing extrema order", "common_tracks": [222, 225, 224], "knots0": [0.0, 0.2788766788766789, 0.34945054945054943, 0.8058608058608059, 1.0], "knots1": [0.0, 0.40927960927960927, 0.16654456654456654, 0.7956043956043956, 1.0]}, {"frames": [328, 329], "aligned": true, "reason": "aligned", "common_tracks": [225, 222], "knots0": [0.0, 0.16654456654456654, 0.40927960927960927, 1.0], "knots1": [0.0, 0.1413919413919414, 0.41098901098901097, 1.0]}, {"frames": [329, 330], "aligned": true, "reason": "aligned", "common_tracks": [225, 222], "knots0": [0.0, 0.1413919413919414, 0.41098901098901097, 1.0], "knots1": [0.0, 0.14065934065934066, 0.3492063492063492, 1.0]}, {"frames": [330, 331], "aligned": false, "reason": "crossing extrema order", "common_tracks": [225, 222], "knots0": [0.0, 0.14065934065934066, 0.3492063492063492, 1.0], "knots1": [0.0, 0.8503052503052503, 0.3946275946275946, 1.0]}, {"frames": [331, 332], "aligned": true, "reason": "aligned", "common_tracks": [222, 225], "knots0": [0.0, 0.3946275946275946, 0.8503052503052503, 1.0], "knots1": [0.0, 0.4078144078144078, 0.8798534798534798, 1.0]}, {"frames": [332, 333], "aligned": true, "reason": "aligned", "common_tracks": [222, 225], "knots0": [0.0, 0.4078144078144078, 0.8798534798534798, 1.0], "knots1": [0.0, 0.3868131868131868, 0.8268620268620268, 1.0]}, {"frames": [333, 334], "aligned": true, "reason": "aligned", "common_tracks": [222, 225], "knots0": [0.0, 0.3868131868131868, 0.8268620268620268, 1.0], "knots1": [0.0, 0.4031746031746032, 0.9052503052503053, 1.0]}, {"frames": [334, 335], "aligned": false, "reason": "large position jump", "common_tracks": [225], "knots0": [0.0, 0.9052503052503053, 1.0], "knots1": [0.0, 0.44004884004884004, 1.0]}, {"frames": [335, 336], "aligned": false, "reason": "large position jump", "common_tracks": [225], "knots0": [0.0, 0.44004884004884004, 1.0], "knots1": [0.0, 0.8573870573870573, 1.0]}, {"frames": [336, 337], "aligned": true, "reason": "aligned", "common_tracks": [228, 225], "knots0": [0.0, 0.37777777777777777, 0.8573870573870573, 1.0], "knots1": [0.0, 0.4598290598290598, 0.8146520146520146, 1.0]}, {"frames": [337, 338], "aligned": false, "reason": "large position jump", "common_tracks": [228, 225], "knots0": [0.0, 0.4598290598290598, 0.8146520146520146, 1.0], "knots1": [0.0, 0.4158730158730159, 0.536019536019536, 1.0]}, {"frames": [338, 339], "aligned": false, "reason": "large position jump", "common_tracks": [228, 225], "knots0": [0.0, 0.4158730158730159, 0.536019536019536, 1.0], "knots1": [0.0, 0.3860805860805861, 0.8380952380952381, 1.0]}, {"frames": [339, 340], "aligned": true, "reason": "aligned", "common_tracks": [228, 225], "knots0": [0.0, 0.3860805860805861, 0.8380952380952381, 1.0], "knots1": [0.0, 0.41782661782661784, 0.8043956043956044, 1.0]}, {"frames": [340, 341], "aligned": false, "reason": "crossing extrema order", "common_tracks": [228, 225], "knots0": [0.0, 0.41782661782661784, 0.8043956043956044, 1.0], "knots1": [0.0, 0.47741147741147744, 0.1457875457875458, 1.0]}, {"frames": [341, 342], "aligned": true, "reason": "aligned", "common_tracks": [225, 228, 231], "knots0": [0.0, 0.1457875457875458, 0.47741147741147744, 0.8295482295482296, 1.0], "knots1": [0.0, 0.147008547008547, 0.3868131868131868, 0.770940170940171, 1.0]}, {"frames": [342, 343], "aligned": false, "reason": "large position jump", "common_tracks": [225], "knots0": [0.0, 0.147008547008547, 1.0], "knots1": [0.0, 0.42417582417582417, 1.0]}, {"frames": [343, 344], "aligned": true, "reason": "aligned", "common_tracks": [225, 232], "knots0": [0.0, 0.42417582417582417, 0.8261294261294261, 1.0], "knots1": [0.0, 0.4275946275946276, 0.863003663003663, 1.0]}, {"frames": [344, 345], "aligned": false, "reason": "large position jump", "common_tracks": [234, 225], "knots0": [0.0, 0.3426129426129426, 0.4275946275946276, 1.0], "knots1": [0.0, 0.3746031746031746, 0.7819291819291819, 1.0]}, {"frames": [345, 346], "aligned": true, "reason": "aligned", "common_tracks": [234, 225], "knots0": [0.0, 0.3746031746031746, 0.7819291819291819, 1.0], "knots1": [0.0, 0.4402930402930403, 0.8380952380952381, 1.0]}, {"frames": [346, 347], "aligned": true, "reason": "aligned", "common_tracks": [234, 225], "knots0": [0.0, 0.4402930402930403, 0.8380952380952381, 1.0], "knots1": [0.0, 0.4691086691086691, 0.796092796092796, 1.0]}, {"frames": [347, 348], "aligned": true, "reason": "aligned", "common_tracks": [234, 225], "knots0": [0.0, 0.4691086691086691, 0.796092796092796, 1.0], "knots1": [0.0, 0.4197802197802198, 0.8007326007326008, 1.0]}, {"frames": [348, 349], "aligned": true, "reason": "aligned", "common_tracks": [234, 225], "knots0": [0.0, 0.4197802197802198, 0.8007326007326008, 1.0], "knots1": [0.0, 0.42686202686202684, 0.851037851037851, 1.0]}, {"frames": [349, 350], "aligned": true, "reason": "aligned", "common_tracks": [234, 225], "knots0": [0.0, 0.42686202686202684, 0.851037851037851, 1.0], "knots1": [0.0, 0.41245421245421243, 0.8293040293040294, 1.0]}, {"frames": [350, 351], "aligned": false, "reason": "crossing extrema order", "common_tracks": [234, 239, 225], "knots0": [0.0, 0.41245421245421243, 0.4857142857142857, 0.8293040293040294, 1.0], "knots1": [0.0, 0.463003663003663, 0.3814407814407814, 0.7760683760683761, 1.0]}, {"frames": [351, 352], "aligned": true, "reason": "aligned", "common_tracks": [234], "knots0": [0.0, 0.463003663003663, 1.0], "knots1": [0.0, 0.4148962148962149, 1.0]}, {"frames": [352, 353], "aligned": true, "reason": "aligned", "common_tracks": [234], "knots0": [0.0, 0.4148962148962149, 1.0], "knots1": [0.0, 0.38290598290598293, 1.0]}, {"frames": [353, 354], "aligned": false, "reason": "large position jump", "common_tracks": [234], "knots0": [0.0, 0.38290598290598293, 1.0], "knots1": [0.0, 0.6937728937728938, 1.0]}, {"frames": [354, 355], "aligned": false, "reason": "crossing extrema order", "common_tracks": [240, 241, 234], "knots0": [0.0, 0.24004884004884006, 0.6361416361416361, 0.6937728937728938, 1.0], "knots1": [0.0, 0.4525030525030525, 0.8173382173382173, 0.2026862026862027, 1.0]}, {"frames": [355, 356], "aligned": false, "reason": "large position jump", "common_tracks": [234, 241], "knots0": [0.0, 0.2026862026862027, 0.8173382173382173, 1.0], "knots1": [0.0, 0.44395604395604393, 0.7543345543345543, 1.0]}, {"frames": [356, 357], "aligned": true, "reason": "aligned", "common_tracks": [234, 241], "knots0": [0.0, 0.44395604395604393, 0.7543345543345543, 1.0], "knots1": [0.0, 0.4026862026862027, 0.7582417582417582, 1.0]}, {"frames": [357, 358], "aligned": true, "reason": "aligned", "common_tracks": [234], "knots0": [0.0, 0.4026862026862027, 1.0], "knots1": [0.0, 0.40463980463980465, 1.0]}, {"frames": [358, 359], "aligned": true, "reason": "aligned", "common_tracks": [234], "knots0": [0.0, 0.40463980463980465, 1.0], "knots1": [0.0, 0.40634920634920635, 1.0]}, {"frames": [359, 360], "aligned": false, "reason": "large position jump", "common_tracks": [234], "knots0": [0.0, 0.40634920634920635, 1.0], "knots1": [0.0, 0.19462759462759463, 1.0]}, {"frames": [360, 361], "aligned": true, "reason": "aligned", "common_tracks": [234, 248], "knots0": [0.0, 0.19462759462759463, 0.4363858363858364, 1.0], "knots1": [0.0, 0.1557997557997558, 0.3653235653235653, 1.0]}, {"frames": [361, 362], "aligned": false, "reason": "crossing extrema order", "common_tracks": [234, 248], "knots0": [0.0, 0.1557997557997558, 0.3653235653235653, 1.0], "knots1": [0.0, 0.5426129426129426, 0.3533577533577534, 1.0]}, {"frames": [362, 363], "aligned": false, "reason": "crossing extrema order", "common_tracks": [248, 234], "knots0": [0.0, 0.3533577533577534, 0.5426129426129426, 1.0], "knots1": [0.0, 0.42246642246642246, 0.3882783882783883, 1.0]}, {"frames": [363, 364], "aligned": false, "reason": "large position jump", "common_tracks": [234, 248, 252], "knots0": [0.0, 0.3882783882783883, 0.42246642246642246, 0.8129426129426129, 1.0], "knots1": [0.0, 0.08986568986568987, 0.36996336996337, 0.8295482295482296, 1.0]}, {"frames": [364, 365], "aligned": false, "reason": "large position jump", "common_tracks": [234, 248, 252], "knots0": [0.0, 0.08986568986568987, 0.36996336996337, 0.8295482295482296, 1.0], "knots1": [0.0, 0.3785103785103785, 0.4788766788766789, 0.841025641025641, 1.0]}], "scope": "Intermediate columns are display reconstruction, not observations or new RG-MTM layout/optimization results. Scientific metrics use original saved frames."}, "R 20%": {"method": "anchor-aligned piecewise linear display reconstruction", "display_samples_per_frame": 3, "original_frames_exact": true, "original_rows": 4096, "no_scalar_overshoot": true, "aligned_intervals": 231, "interval_count": 365, "fallback_intervals": [[0, 1], [23, 24], [30, 31], [47, 48], [48, 49], [49, 50], [54, 55], [60, 61], [63, 64], [67, 68], [69, 70], [71, 72], [73, 74], [76, 77], [78, 79], [82, 83], [84, 85], [88, 89], [90, 91], [92, 93], [94, 95], [98, 99], [100, 101], [102, 103], [103, 104], [104, 105], [112, 113], [113, 114], [117, 118], [118, 119], [119, 120], [121, 122], [122, 123], [123, 124], [124, 125], [126, 127], [127, 128], [132, 133], [134, 135], [135, 136], [137, 138], [138, 139], [141, 142], [142, 143], [144, 145], [145, 146], [147, 148], [150, 151], [151, 152], [153, 154], [154, 155], [155, 156], [157, 158], [163, 164], [165, 166], [170, 171], [171, 172], [177, 178], [179, 180], [181, 182], [183, 184], [186, 187], [191, 192], [192, 193], [193, 194], [195, 196], [196, 197], [197, 198], [199, 200], [204, 205], [207, 208], [210, 211], [211, 212], [212, 213], [227, 228], [229, 230], [232, 233], [239, 240], [240, 241], [242, 243], [243, 244], [244, 245], [247, 248], [250, 251], [251, 252], [253, 254], [254, 255], [257, 258], [258, 259], [260, 261], [261, 262], [262, 263], [263, 264], [264, 265], [267, 268], [270, 271], [272, 273], [273, 274], [274, 275], [278, 279], [279, 280], [282, 283], [290, 291], [291, 292], [293, 294], [294, 295], [295, 296], [296, 297], [297, 298], [301, 302], [305, 306], [307, 308], [312, 313], [314, 315], [316, 317], [317, 318], [318, 319], [321, 322], [323, 324], [330, 331], [334, 335], [335, 336], [337, 338], [338, 339], [340, 341], [342, 343], [344, 345], [350, 351], [354, 355], [355, 356], [359, 360], [361, 362], [363, 364], [364, 365]], "jump_threshold_L": 0.2, "intervals": [{"frames": [0, 1], "aligned": false, "reason": "large position jump", "common_tracks": [0, 1], "knots0": [0.0, 0.4117216117216117, 0.810989010989011, 1.0], "knots1": [0.0, 0.16263736263736264, 0.8405372405372405, 1.0]}, {"frames": [1, 2], "aligned": true, "reason": "aligned", "common_tracks": [0, 1], "knots0": [0.0, 0.16263736263736264, 0.8405372405372405, 1.0], "knots1": [0.0, 0.3274725274725275, 0.7533577533577533, 1.0]}, {"frames": [2, 3], "aligned": true, "reason": "aligned", "common_tracks": [0, 1], "knots0": [0.0, 0.3274725274725275, 0.7533577533577533, 1.0], "knots1": [0.0, 0.38754578754578756, 0.7533577533577533, 1.0]}, {"frames": [3, 4], "aligned": true, "reason": "aligned", "common_tracks": [0], "knots0": [0.0, 0.38754578754578756, 1.0], "knots1": [0.0, 0.3553113553113553, 1.0]}, {"frames": [4, 5], "aligned": true, "reason": "aligned", "common_tracks": [0, 4], "knots0": [0.0, 0.3553113553113553, 0.43565323565323566, 1.0], "knots1": [0.0, 0.28962148962148965, 0.36923076923076925, 1.0]}, {"frames": [5, 6], "aligned": true, "reason": "aligned", "common_tracks": [0, 4, 5], "knots0": [0.0, 0.28962148962148965, 0.36923076923076925, 0.8578754578754578, 1.0], "knots1": [0.0, 0.3221001221001221, 0.47326007326007324, 0.8493284493284493, 1.0]}, {"frames": [6, 7], "aligned": true, "reason": "aligned", "common_tracks": [0, 4, 5], "knots0": [0.0, 0.3221001221001221, 0.47326007326007324, 0.8493284493284493, 1.0], "knots1": [0.0, 0.19926739926739928, 0.3606837606837607, 0.7794871794871795, 1.0]}, {"frames": [7, 8], "aligned": true, "reason": "aligned", "common_tracks": [0, 5], "knots0": [0.0, 0.19926739926739928, 0.7794871794871795, 1.0], "knots1": [0.0, 0.39536019536019534, 0.9123321123321123, 1.0]}, {"frames": [8, 9], "aligned": true, "reason": "aligned", "common_tracks": [0], "knots0": [0.0, 0.39536019536019534, 1.0], "knots1": [0.0, 0.5941391941391941, 1.0]}, {"frames": [9, 10], "aligned": true, "reason": "aligned", "common_tracks": [7, 0], "knots0": [0.0, 0.4683760683760684, 0.5941391941391941, 1.0], "knots1": [0.0, 0.40341880341880343, 0.5855921855921856, 1.0]}, {"frames": [10, 11], "aligned": true, "reason": "aligned", "common_tracks": [0, 8], "knots0": [0.0, 0.5855921855921856, 0.8332112332112332, 1.0], "knots1": [0.0, 0.41098901098901097, 0.8498168498168498, 1.0]}, {"frames": [11, 12], "aligned": true, "reason": "aligned", "common_tracks": [0], "knots0": [0.0, 0.41098901098901097, 1.0], "knots1": [0.0, 0.5816849816849817, 1.0]}, {"frames": [12, 13], "aligned": true, "reason": "aligned", "common_tracks": [0], "knots0": [0.0, 0.5816849816849817, 1.0], "knots1": [0.0, 0.3946275946275946, 1.0]}, {"frames": [13, 14], "aligned": true, "reason": "aligned", "common_tracks": [0], "knots0": [0.0, 0.3946275946275946, 1.0], "knots1": [0.0, 0.34627594627594627, 1.0]}, {"frames": [14, 15], "aligned": true, "reason": "aligned", "common_tracks": [0], "knots0": [0.0, 0.34627594627594627, 1.0], "knots1": [0.0, 0.5079365079365079, 1.0]}, {"frames": [15, 16], "aligned": true, "reason": "aligned", "common_tracks": [0], "knots0": [0.0, 0.5079365079365079, 1.0], "knots1": [0.0, 0.38803418803418804, 1.0]}, {"frames": [16, 17], "aligned": true, "reason": "aligned", "common_tracks": [0, 13], "knots0": [0.0, 0.38803418803418804, 0.8168498168498168, 1.0], "knots1": [0.0, 0.36971916971916974, 0.9582417582417583, 1.0]}, {"frames": [17, 18], "aligned": true, "reason": "aligned", "common_tracks": [14, 0, 13], "knots0": [0.0, 0.12063492063492064, 0.36971916971916974, 0.9582417582417583, 1.0], "knots1": [0.0, 0.1746031746031746, 0.3868131868131868, 0.8373626373626374, 1.0]}, {"frames": [18, 19], "aligned": true, "reason": "aligned", "common_tracks": [0, 13], "knots0": [0.0, 0.3868131868131868, 0.8373626373626374, 1.0], "knots1": [0.0, 0.3807081807081807, 0.9216117216117216, 1.0]}, {"frames": [19, 20], "aligned": true, "reason": "aligned", "common_tracks": [0], "knots0": [0.0, 0.3807081807081807, 1.0], "knots1": [0.0, 0.37948717948717947, 1.0]}, {"frames": [20, 21], "aligned": true, "reason": "aligned", "common_tracks": [0], "knots0": [0.0, 0.37948717948717947, 1.0], "knots1": [0.0, 0.3894993894993895, 1.0]}, {"frames": [21, 22], "aligned": true, "reason": "aligned", "common_tracks": [0], "knots0": [0.0, 0.3894993894993895, 1.0], "knots1": [0.0, 0.37704517704517704, 1.0]}, {"frames": [22, 23], "aligned": true, "reason": "aligned", "common_tracks": [0], "knots0": [0.0, 0.37704517704517704, 1.0], "knots1": [0.0, 0.5438339438339438, 1.0]}, {"frames": [23, 24], "aligned": false, "reason": "crossing extrema order", "common_tracks": [18, 0], "knots0": [0.0, 0.398046398046398, 0.5438339438339438, 1.0], "knots1": [0.0, 0.4603174603174603, 0.40805860805860805, 1.0]}, {"frames": [24, 25], "aligned": true, "reason": "aligned", "common_tracks": [0, 18], "knots0": [0.0, 0.40805860805860805, 0.4603174603174603, 1.0], "knots1": [0.0, 0.23101343101343103, 0.4363858363858364, 1.0]}, {"frames": [25, 26], "aligned": true, "reason": "aligned", "common_tracks": [18, 21], "knots0": [0.0, 0.4363858363858364, 0.8173382173382173, 1.0], "knots1": [0.0, 0.4656898656898657, 0.8703296703296703, 1.0]}, {"frames": [26, 27], "aligned": true, "reason": "aligned", "common_tracks": [18], "knots0": [0.0, 0.4656898656898657, 1.0], "knots1": [0.0, 0.5015873015873016, 1.0]}, {"frames": [27, 28], "aligned": true, "reason": "aligned", "common_tracks": [18], "knots0": [0.0, 0.5015873015873016, 1.0], "knots1": [0.0, 0.3733821733821734, 1.0]}, {"frames": [28, 29], "aligned": true, "reason": "aligned", "common_tracks": [18], "knots0": [0.0, 0.3733821733821734, 1.0], "knots1": [0.0, 0.4463980463980464, 1.0]}, {"frames": [29, 30], "aligned": true, "reason": "aligned", "common_tracks": [18], "knots0": [0.0, 0.4463980463980464, 1.0], "knots1": [0.0, 0.3252747252747253, 1.0]}, {"frames": [30, 31], "aligned": false, "reason": "no common extrema", "common_tracks": [], "knots0": [0.0, 1.0], "knots1": [0.0, 1.0]}, {"frames": [31, 32], "aligned": true, "reason": "aligned", "common_tracks": [31], "knots0": [0.0, 0.7628815628815628, 1.0], "knots1": [0.0, 0.5694749694749695, 1.0]}, {"frames": [32, 33], "aligned": true, "reason": "aligned", "common_tracks": [33, 31], "knots0": [0.0, 0.3518925518925519, 0.5694749694749695, 1.0], "knots1": [0.0, 0.36166056166056165, 0.5472527472527473, 1.0]}, {"frames": [33, 34], "aligned": true, "reason": "aligned", "common_tracks": [33, 31, 34], "knots0": [0.0, 0.36166056166056165, 0.5472527472527473, 0.7421245421245422, 1.0], "knots1": [0.0, 0.35653235653235654, 0.46642246642246643, 0.7365079365079366, 1.0]}, {"frames": [34, 35], "aligned": true, "reason": "aligned", "common_tracks": [33, 34], "knots0": [0.0, 0.35653235653235654, 0.7365079365079366, 1.0], "knots1": [0.0, 0.4456654456654457, 0.7296703296703296, 1.0]}, {"frames": [35, 36], "aligned": true, "reason": "aligned", "common_tracks": [33], "knots0": [0.0, 0.4456654456654457, 1.0], "knots1": [0.0, 0.43174603174603177, 1.0]}, {"frames": [36, 37], "aligned": true, "reason": "aligned", "common_tracks": [33], "knots0": [0.0, 0.43174603174603177, 1.0], "knots1": [0.0, 0.40683760683760684, 1.0]}, {"frames": [37, 38], "aligned": true, "reason": "aligned", "common_tracks": [33, 36], "knots0": [0.0, 0.40683760683760684, 0.7492063492063492, 1.0], "knots1": [0.0, 0.43956043956043955, 0.7474969474969475, 1.0]}, {"frames": [38, 39], "aligned": true, "reason": "aligned", "common_tracks": [33, 36], "knots0": [0.0, 0.43956043956043955, 0.7474969474969475, 1.0], "knots1": [0.0, 0.39096459096459096, 0.6378510378510378, 1.0]}, {"frames": [39, 40], "aligned": true, "reason": "aligned", "common_tracks": [33, 36], "knots0": [0.0, 0.39096459096459096, 0.6378510378510378, 1.0], "knots1": [0.0, 0.46984126984126984, 0.6581196581196581, 1.0]}, {"frames": [40, 41], "aligned": true, "reason": "aligned", "common_tracks": [33, 40], "knots0": [0.0, 0.46984126984126984, 0.6835164835164835, 1.0], "knots1": [0.0, 0.38290598290598293, 0.7294261294261294, 1.0]}, {"frames": [41, 42], "aligned": true, "reason": "aligned", "common_tracks": [33, 40], "knots0": [0.0, 0.38290598290598293, 0.7294261294261294, 1.0], "knots1": [0.0, 0.39755799755799753, 0.6598290598290598, 1.0]}, {"frames": [42, 43], "aligned": true, "reason": "aligned", "common_tracks": [33], "knots0": [0.0, 0.39755799755799753, 1.0], "knots1": [0.0, 0.35604395604395606, 1.0]}, {"frames": [43, 44], "aligned": true, "reason": "aligned", "common_tracks": [33, 43], "knots0": [0.0, 0.35604395604395606, 0.7924297924297924, 1.0], "knots1": [0.0, 0.25567765567765566, 0.736996336996337, 1.0]}, {"frames": [44, 45], "aligned": true, "reason": "aligned", "common_tracks": [33, 44, 43], "knots0": [0.0, 0.25567765567765566, 0.39536019536019534, 0.736996336996337, 1.0], "knots1": [0.0, 0.12503052503052503, 0.3907203907203907, 0.7409035409035409, 1.0]}, {"frames": [45, 46], "aligned": true, "reason": "aligned", "common_tracks": [33, 44, 43], "knots0": [0.0, 0.12503052503052503, 0.3907203907203907, 0.7409035409035409, 1.0], "knots1": [0.0, 0.17851037851037851, 0.3653235653235653, 0.7338217338217338, 1.0]}, {"frames": [46, 47], "aligned": true, "reason": "aligned", "common_tracks": [44, 43], "knots0": [0.0, 0.3653235653235653, 0.7338217338217338, 1.0], "knots1": [0.0, 0.4112332112332112, 0.7499389499389499, 1.0]}, {"frames": [47, 48], "aligned": false, "reason": "large position jump", "common_tracks": [43], "knots0": [0.0, 0.7499389499389499, 1.0], "knots1": [0.0, 0.4713064713064713, 1.0]}, {"frames": [48, 49], "aligned": false, "reason": "large position jump", "common_tracks": [43], "knots0": [0.0, 0.4713064713064713, 1.0], "knots1": [0.0, 0.8468864468864469, 1.0]}, {"frames": [49, 50], "aligned": false, "reason": "large position jump", "common_tracks": [45, 43], "knots0": [0.0, 0.4627594627594628, 0.8468864468864469, 1.0], "knots1": [0.0, 0.3738705738705739, 0.43394383394383396, 1.0]}, {"frames": [50, 51], "aligned": true, "reason": "aligned", "common_tracks": [45, 43], "knots0": [0.0, 0.3738705738705739, 0.43394383394383396, 1.0], "knots1": [0.0, 0.48986568986568985, 0.6105006105006106, 1.0]}, {"frames": [51, 52], "aligned": true, "reason": "aligned", "common_tracks": [45, 43], "knots0": [0.0, 0.48986568986568985, 0.6105006105006106, 1.0], "knots1": [0.0, 0.42808302808302806, 0.6244200244200244, 1.0]}, {"frames": [52, 53], "aligned": true, "reason": "aligned", "common_tracks": [43], "knots0": [0.0, 0.6244200244200244, 1.0], "knots1": [0.0, 0.44126984126984126, 1.0]}, {"frames": [53, 54], "aligned": true, "reason": "aligned", "common_tracks": [43], "knots0": [0.0, 0.44126984126984126, 1.0], "knots1": [0.0, 0.45274725274725275, 1.0]}, {"frames": [54, 55], "aligned": false, "reason": "large position jump", "common_tracks": [43], "knots0": [0.0, 0.45274725274725275, 1.0], "knots1": [0.0, 0.7924297924297924, 1.0]}, {"frames": [55, 56], "aligned": true, "reason": "aligned", "common_tracks": [50, 43], "knots0": [0.0, 0.33284493284493283, 0.7924297924297924, 1.0], "knots1": [0.0, 0.39755799755799753, 0.7858363858363858, 1.0]}, {"frames": [56, 57], "aligned": true, "reason": "aligned", "common_tracks": [50, 43], "knots0": [0.0, 0.39755799755799753, 0.7858363858363858, 1.0], "knots1": [0.0, 0.3623931623931624, 0.9218559218559218, 1.0]}, {"frames": [57, 58], "aligned": true, "reason": "aligned", "common_tracks": [50], "knots0": [0.0, 0.3623931623931624, 1.0], "knots1": [0.0, 0.4869352869352869, 1.0]}, {"frames": [58, 59], "aligned": true, "reason": "aligned", "common_tracks": [50, 56], "knots0": [0.0, 0.4869352869352869, 0.802930402930403, 1.0], "knots1": [0.0, 0.5313797313797314, 0.8048840048840049, 1.0]}, {"frames": [59, 60], "aligned": true, "reason": "aligned", "common_tracks": [59, 56], "knots0": [0.0, 0.17851037851037851, 0.8048840048840049, 1.0], "knots1": [0.0, 0.14652014652014653, 0.8341880341880342, 1.0]}, {"frames": [60, 61], "aligned": false, "reason": "large position jump", "common_tracks": [59], "knots0": [0.0, 0.14652014652014653, 1.0], "knots1": [0.0, 0.3951159951159951, 1.0]}, {"frames": [61, 62], "aligned": true, "reason": "aligned", "common_tracks": [59], "knots0": [0.0, 0.3951159951159951, 1.0], "knots1": [0.0, 0.4424908424908425, 1.0]}, {"frames": [62, 63], "aligned": true, "reason": "aligned", "common_tracks": [59, 62], "knots0": [0.0, 0.4424908424908425, 0.8805860805860806, 1.0], "knots1": [0.0, 0.4087912087912088, 0.8539682539682539, 1.0]}, {"frames": [63, 64], "aligned": false, "reason": "large position jump", "common_tracks": [59], "knots0": [0.0, 0.4087912087912088, 1.0], "knots1": [0.0, 0.17142857142857143, 1.0]}, {"frames": [64, 65], "aligned": true, "reason": "aligned", "common_tracks": [59, 64], "knots0": [0.0, 0.17142857142857143, 0.41611721611721614, 1.0], "knots1": [0.0, 0.10183150183150183, 0.38461538461538464, 1.0]}, {"frames": [65, 66], "aligned": true, "reason": "aligned", "common_tracks": [59, 64], "knots0": [0.0, 0.10183150183150183, 0.38461538461538464, 1.0], "knots1": [0.0, 0.14627594627594628, 0.33284493284493283, 1.0]}, {"frames": [66, 67], "aligned": true, "reason": "aligned", "common_tracks": [59, 66], "knots0": [0.0, 0.14627594627594628, 0.4593406593406593, 1.0], "knots1": [0.0, 0.15384615384615385, 0.4039072039072039, 1.0]}, {"frames": [67, 68], "aligned": false, "reason": "large position jump", "common_tracks": [59, 66], "knots0": [0.0, 0.15384615384615385, 0.4039072039072039, 1.0], "knots1": [0.0, 0.4236874236874237, 0.935042735042735, 1.0]}, {"frames": [68, 69], "aligned": true, "reason": "aligned", "common_tracks": [59], "knots0": [0.0, 0.4236874236874237, 1.0], "knots1": [0.0, 0.4236874236874237, 1.0]}, {"frames": [69, 70], "aligned": false, "reason": "large position jump", "common_tracks": [59], "knots0": [0.0, 0.4236874236874237, 1.0], "knots1": [0.0, 0.800976800976801, 1.0]}, {"frames": [70, 71], "aligned": true, "reason": "aligned", "common_tracks": [71, 59], "knots0": [0.0, 0.39853479853479856, 0.800976800976801, 1.0], "knots1": [0.0, 0.378998778998779, 0.7885225885225885, 1.0]}, {"frames": [71, 72], "aligned": false, "reason": "large position jump", "common_tracks": [72, 59], "knots0": [0.0, 0.16141636141636143, 0.7885225885225885, 1.0], "knots1": [0.0, 0.08156288156288156, 0.43663003663003663, 1.0]}, {"frames": [72, 73], "aligned": true, "reason": "aligned", "common_tracks": [59], "knots0": [0.0, 0.43663003663003663, 1.0], "knots1": [0.0, 0.41147741147741146, 1.0]}, {"frames": [73, 74], "aligned": false, "reason": "large position jump", "common_tracks": [59], "knots0": [0.0, 0.41147741147741146, 1.0], "knots1": [0.0, 0.7763125763125763, 1.0]}, {"frames": [74, 75], "aligned": true, "reason": "aligned", "common_tracks": [74, 59], "knots0": [0.0, 0.3492063492063492, 0.7763125763125763, 1.0], "knots1": [0.0, 0.3706959706959707, 0.7763125763125763, 1.0]}, {"frames": [75, 76], "aligned": true, "reason": "aligned", "common_tracks": [74, 59], "knots0": [0.0, 0.3706959706959707, 0.7763125763125763, 1.0], "knots1": [0.0, 0.3536019536019536, 0.7885225885225885, 1.0]}, {"frames": [76, 77], "aligned": false, "reason": "large position jump", "common_tracks": [74, 59], "knots0": [0.0, 0.3536019536019536, 0.7885225885225885, 1.0], "knots1": [0.0, 0.34163614163614164, 0.5504273504273505, 1.0]}, {"frames": [77, 78], "aligned": true, "reason": "aligned", "common_tracks": [74, 59], "knots0": [0.0, 0.34163614163614164, 0.5504273504273505, 1.0], "knots1": [0.0, 0.38705738705738707, 0.4832722832722833, 1.0]}, {"frames": [78, 79], "aligned": false, "reason": "large position jump", "common_tracks": [74, 59], "knots0": [0.0, 0.38705738705738707, 0.4832722832722833, 1.0], "knots1": [0.0, 0.39487179487179486, 0.8288156288156289, 1.0]}, {"frames": [79, 80], "aligned": true, "reason": "aligned", "common_tracks": [74], "knots0": [0.0, 0.39487179487179486, 1.0], "knots1": [0.0, 0.3623931623931624, 1.0]}, {"frames": [80, 81], "aligned": true, "reason": "aligned", "common_tracks": [74], "knots0": [0.0, 0.3623931623931624, 1.0], "knots1": [0.0, 0.41904761904761906, 1.0]}, {"frames": [81, 82], "aligned": true, "reason": "aligned", "common_tracks": [78], "knots0": [0.0, 0.8310134310134311, 1.0], "knots1": [0.0, 0.7750915750915751, 1.0]}, {"frames": [82, 83], "aligned": false, "reason": "large position jump", "common_tracks": [78], "knots0": [0.0, 0.7750915750915751, 1.0], "knots1": [0.0, 0.33357753357753356, 1.0]}, {"frames": [83, 84], "aligned": true, "reason": "aligned", "common_tracks": [78], "knots0": [0.0, 0.33357753357753356, 1.0], "knots1": [0.0, 0.3452991452991453, 1.0]}, {"frames": [84, 85], "aligned": false, "reason": "large position jump", "common_tracks": [78], "knots0": [0.0, 0.3452991452991453, 1.0], "knots1": [0.0, 0.7963369963369963, 1.0]}, {"frames": [85, 86], "aligned": true, "reason": "aligned", "common_tracks": [79, 78], "knots0": [0.0, 0.4363858363858364, 0.7963369963369963, 1.0], "knots1": [0.0, 0.3252747252747253, 0.7286935286935287, 1.0]}, {"frames": [86, 87], "aligned": true, "reason": "aligned", "common_tracks": [79, 78], "knots0": [0.0, 0.3252747252747253, 0.7286935286935287, 1.0], "knots1": [0.0, 0.37216117216117217, 0.7772893772893773, 1.0]}, {"frames": [87, 88], "aligned": true, "reason": "aligned", "common_tracks": [79], "knots0": [0.0, 0.37216117216117217, 1.0], "knots1": [0.0, 0.4332112332112332, 1.0]}, {"frames": [88, 89], "aligned": false, "reason": "crossing extrema order", "common_tracks": [82, 79], "knots0": [0.0, 0.3724053724053724, 0.4332112332112332, 1.0], "knots1": [0.0, 0.5555555555555556, 0.4163614163614164, 1.0]}, {"frames": [89, 90], "aligned": true, "reason": "aligned", "common_tracks": [79, 82], "knots0": [0.0, 0.4163614163614164, 0.5555555555555556, 1.0], "knots1": [0.0, 0.39194139194139194, 0.44761904761904764, 1.0]}, {"frames": [90, 91], "aligned": false, "reason": "large position jump", "common_tracks": [79, 82], "knots0": [0.0, 0.39194139194139194, 0.44761904761904764, 1.0], "knots1": [0.0, 0.36996336996337, 0.8315018315018315, 1.0]}, {"frames": [91, 92], "aligned": true, "reason": "aligned", "common_tracks": [82], "knots0": [0.0, 0.8315018315018315, 1.0], "knots1": [0.0, 0.8141636141636142, 1.0]}, {"frames": [92, 93], "aligned": false, "reason": "large position jump", "common_tracks": [82], "knots0": [0.0, 0.8141636141636142, 1.0], "knots1": [0.0, 0.17582417582417584, 1.0]}, {"frames": [93, 94], "aligned": true, "reason": "aligned", "common_tracks": [82], "knots0": [0.0, 0.17582417582417584, 1.0], "knots1": [0.0, 0.09255189255189256, 1.0]}, {"frames": [94, 95], "aligned": false, "reason": "crossing extrema order", "common_tracks": [82, 85], "knots0": [0.0, 0.09255189255189256, 0.47448107448107446, 1.0], "knots1": [0.0, 0.7916971916971917, 0.41611721611721614, 1.0]}, {"frames": [95, 96], "aligned": true, "reason": "aligned", "common_tracks": [82], "knots0": [0.0, 0.7916971916971917, 1.0], "knots1": [0.0, 0.833943833943834, 1.0]}, {"frames": [96, 97], "aligned": true, "reason": "aligned", "common_tracks": [82], "knots0": [0.0, 0.833943833943834, 1.0], "knots1": [0.0, 0.9006105006105006, 1.0]}, {"frames": [97, 98], "aligned": true, "reason": "aligned", "common_tracks": [89], "knots0": [0.0, 0.3938949938949939, 1.0], "knots1": [0.0, 0.3833943833943834, 1.0]}, {"frames": [98, 99], "aligned": false, "reason": "large position jump", "common_tracks": [89], "knots0": [0.0, 0.3833943833943834, 1.0], "knots1": [0.0, 0.8327228327228328, 1.0]}, {"frames": [99, 100], "aligned": true, "reason": "aligned", "common_tracks": [89], "knots0": [0.0, 0.8327228327228328, 1.0], "knots1": [0.0, 0.863003663003663, 1.0]}, {"frames": [100, 101], "aligned": false, "reason": "large position jump", "common_tracks": [89], "knots0": [0.0, 0.863003663003663, 1.0], "knots1": [0.0, 0.336996336996337, 1.0]}, {"frames": [101, 102], "aligned": true, "reason": "aligned", "common_tracks": [89], "knots0": [0.0, 0.336996336996337, 1.0], "knots1": [0.0, 0.34896214896214894, 1.0]}, {"frames": [102, 103], "aligned": false, "reason": "large position jump", "common_tracks": [89], "knots0": [0.0, 0.34896214896214894, 1.0], "knots1": [0.0, 0.6884004884004884, 1.0]}, {"frames": [103, 104], "aligned": false, "reason": "large position jump", "common_tracks": [89], "knots0": [0.0, 0.6884004884004884, 1.0], "knots1": [0.0, 0.4456654456654457, 1.0]}, {"frames": [104, 105], "aligned": false, "reason": "large position jump", "common_tracks": [89], "knots0": [0.0, 0.4456654456654457, 1.0], "knots1": [0.0, 0.6534798534798535, 1.0]}, {"frames": [105, 106], "aligned": true, "reason": "aligned", "common_tracks": [96, 89, 97], "knots0": [0.0, 0.4249084249084249, 0.6534798534798535, 0.8346764346764347, 1.0], "knots1": [0.0, 0.43345543345543347, 0.6212454212454213, 0.8586080586080586, 1.0]}, {"frames": [106, 107], "aligned": true, "reason": "aligned", "common_tracks": [96, 97], "knots0": [0.0, 0.43345543345543347, 0.8586080586080586, 1.0], "knots1": [0.0, 0.42857142857142855, 0.9238095238095239, 1.0]}, {"frames": [107, 108], "aligned": true, "reason": "aligned", "common_tracks": [96, 97], "knots0": [0.0, 0.42857142857142855, 0.9238095238095239, 1.0], "knots1": [0.0, 0.4056166056166056, 0.811965811965812, 1.0]}, {"frames": [108, 109], "aligned": true, "reason": "aligned", "common_tracks": [96, 97], "knots0": [0.0, 0.4056166056166056, 0.811965811965812, 1.0], "knots1": [0.0, 0.37875457875457874, 0.7262515262515262, 1.0]}, {"frames": [109, 110], "aligned": true, "reason": "aligned", "common_tracks": [97], "knots0": [0.0, 0.7262515262515262, 1.0], "knots1": [0.0, 0.6764346764346765, 1.0]}, {"frames": [110, 111], "aligned": true, "reason": "aligned", "common_tracks": [97], "knots0": [0.0, 0.6764346764346765, 1.0], "knots1": [0.0, 0.7980463980463981, 1.0]}, {"frames": [111, 112], "aligned": true, "reason": "aligned", "common_tracks": [97], "knots0": [0.0, 0.7980463980463981, 1.0], "knots1": [0.0, 0.7904761904761904, 1.0]}, {"frames": [112, 113], "aligned": false, "reason": "large position jump", "common_tracks": [97], "knots0": [0.0, 0.7904761904761904, 1.0], "knots1": [0.0, 0.346031746031746, 1.0]}, {"frames": [113, 114], "aligned": false, "reason": "large position jump", "common_tracks": [97], "knots0": [0.0, 0.346031746031746, 1.0], "knots1": [0.0, 0.7338217338217338, 1.0]}, {"frames": [114, 115], "aligned": true, "reason": "aligned", "common_tracks": [97], "knots0": [0.0, 0.7338217338217338, 1.0], "knots1": [0.0, 0.8, 1.0]}, {"frames": [115, 116], "aligned": true, "reason": "aligned", "common_tracks": [97], "knots0": [0.0, 0.8, 1.0], "knots1": [0.0, 0.8085470085470086, 1.0]}, {"frames": [116, 117], "aligned": true, "reason": "aligned", "common_tracks": [105, 97], "knots0": [0.0, 0.515018315018315, 0.8085470085470086, 1.0], "knots1": [0.0, 0.42857142857142855, 0.8620268620268621, 1.0]}, {"frames": [117, 118], "aligned": false, "reason": "large position jump", "common_tracks": [97], "knots0": [0.0, 0.8620268620268621, 1.0], "knots1": [0.0, 0.3553113553113553, 1.0]}, {"frames": [118, 119], "aligned": false, "reason": "large position jump", "common_tracks": [97], "knots0": [0.0, 0.3553113553113553, 1.0], "knots1": [0.0, 0.7335775335775335, 1.0]}, {"frames": [119, 120], "aligned": false, "reason": "no common extrema", "common_tracks": [], "knots0": [0.0, 1.0], "knots1": [0.0, 1.0]}, {"frames": [120, 121], "aligned": true, "reason": "aligned", "common_tracks": [110, 109], "knots0": [0.0, 0.18632478632478633, 0.42466422466422465, 1.0], "knots1": [0.0, 0.15311355311355312, 0.3992673992673993, 1.0]}, {"frames": [121, 122], "aligned": false, "reason": "crossing extrema order", "common_tracks": [110, 109], "knots0": [0.0, 0.15311355311355312, 0.3992673992673993, 1.0], "knots1": [0.0, 0.8862026862026862, 0.4485958485958486, 1.0]}, {"frames": [122, 123], "aligned": false, "reason": "large position jump", "common_tracks": [110], "knots0": [0.0, 0.8862026862026862, 1.0], "knots1": [0.0, 0.4315018315018315, 1.0]}, {"frames": [123, 124], "aligned": false, "reason": "large position jump", "common_tracks": [110], "knots0": [0.0, 0.4315018315018315, 1.0], "knots1": [0.0, 0.7572649572649572, 1.0]}, {"frames": [124, 125], "aligned": false, "reason": "crossing extrema order", "common_tracks": [112, 110], "knots0": [0.0, 0.4231990231990232, 0.7572649572649572, 1.0], "knots1": [0.0, 0.3746031746031746, 0.12063492063492064, 1.0]}, {"frames": [125, 126], "aligned": true, "reason": "aligned", "common_tracks": [110, 112, 114], "knots0": [0.0, 0.12063492063492064, 0.3746031746031746, 0.8295482295482296, 1.0], "knots1": [0.0, 0.16800976800976802, 0.39951159951159954, 0.8879120879120879, 1.0]}, {"frames": [126, 127], "aligned": false, "reason": "large position jump", "common_tracks": [110, 112], "knots0": [0.0, 0.16800976800976802, 0.39951159951159954, 1.0], "knots1": [0.0, 0.18583638583638584, 0.7032967032967034, 1.0]}, {"frames": [127, 128], "aligned": false, "reason": "large position jump", "common_tracks": [112], "knots0": [0.0, 0.7032967032967034, 1.0], "knots1": [0.0, 0.45567765567765567, 1.0]}, {"frames": [128, 129], "aligned": true, "reason": "aligned", "common_tracks": [112], "knots0": [0.0, 0.45567765567765567, 1.0], "knots1": [0.0, 0.4398046398046398, 1.0]}, {"frames": [129, 130], "aligned": true, "reason": "aligned", "common_tracks": [112, 118], "knots0": [0.0, 0.4398046398046398, 0.8547008547008547, 1.0], "knots1": [0.0, 0.38632478632478634, 0.8485958485958486, 1.0]}, {"frames": [130, 131], "aligned": true, "reason": "aligned", "common_tracks": [112], "knots0": [0.0, 0.38632478632478634, 1.0], "knots1": [0.0, 0.35702075702075703, 1.0]}, {"frames": [131, 132], "aligned": true, "reason": "aligned", "common_tracks": [112], "knots0": [0.0, 0.35702075702075703, 1.0], "knots1": [0.0, 0.4324786324786325, 1.0]}, {"frames": [132, 133], "aligned": false, "reason": "crossing extrema order", "common_tracks": [122, 112], "knots0": [0.0, 0.2805860805860806, 0.4324786324786325, 1.0], "knots1": [0.0, 0.859096459096459, 0.4432234432234432, 1.0]}, {"frames": [133, 134], "aligned": true, "reason": "aligned", "common_tracks": [112, 122], "knots0": [0.0, 0.4432234432234432, 0.859096459096459, 1.0], "knots1": [0.0, 0.44542124542124545, 0.8454212454212454, 1.0]}, {"frames": [134, 135], "aligned": false, "reason": "crossing extrema order", "common_tracks": [112, 122], "knots0": [0.0, 0.44542124542124545, 0.8454212454212454, 1.0], "knots1": [0.0, 0.4236874236874237, 0.10012210012210013, 1.0]}, {"frames": [135, 136], "aligned": false, "reason": "large position jump", "common_tracks": [122], "knots0": [0.0, 0.10012210012210013, 1.0], "knots1": [0.0, 0.864957264957265, 1.0]}, {"frames": [136, 137], "aligned": true, "reason": "aligned", "common_tracks": [122], "knots0": [0.0, 0.864957264957265, 1.0], "knots1": [0.0, 0.7294261294261294, 1.0]}, {"frames": [137, 138], "aligned": false, "reason": "large position jump", "common_tracks": [122], "knots0": [0.0, 0.7294261294261294, 1.0], "knots1": [0.0, 0.40366300366300367, 1.0]}, {"frames": [138, 139], "aligned": false, "reason": "large position jump", "common_tracks": [122, 128], "knots0": [0.0, 0.40366300366300367, 0.8434676434676435, 1.0], "knots1": [0.0, 0.2021978021978022, 0.8483516483516483, 1.0]}, {"frames": [139, 140], "aligned": true, "reason": "aligned", "common_tracks": [122, 129, 128], "knots0": [0.0, 0.2021978021978022, 0.4564102564102564, 0.8483516483516483, 1.0], "knots1": [0.0, 0.2231990231990232, 0.4989010989010989, 0.905006105006105, 1.0]}, {"frames": [140, 141], "aligned": true, "reason": "aligned", "common_tracks": [122, 129], "knots0": [0.0, 0.2231990231990232, 0.4989010989010989, 1.0], "knots1": [0.0, 0.21953601953601953, 0.48717948717948717, 1.0]}, {"frames": [141, 142], "aligned": false, "reason": "crossing extrema order", "common_tracks": [122, 129], "knots0": [0.0, 0.21953601953601953, 0.48717948717948717, 1.0], "knots1": [0.0, 0.9184371184371184, 0.4810744810744811, 1.0]}, {"frames": [142, 143], "aligned": false, "reason": "large position jump", "common_tracks": [122], "knots0": [0.0, 0.9184371184371184, 1.0], "knots1": [0.0, 0.4236874236874237, 1.0]}, {"frames": [143, 144], "aligned": true, "reason": "aligned", "common_tracks": [122], "knots0": [0.0, 0.4236874236874237, 1.0], "knots1": [0.0, 0.44932844932844934, 1.0]}, {"frames": [144, 145], "aligned": false, "reason": "large position jump", "common_tracks": [122], "knots0": [0.0, 0.44932844932844934, 1.0], "knots1": [0.0, 0.8774114774114774, 1.0]}, {"frames": [145, 146], "aligned": false, "reason": "large position jump", "common_tracks": [130, 122], "knots0": [0.0, 0.43663003663003663, 0.8774114774114774, 1.0], "knots1": [0.0, 0.4695970695970696, 0.6148962148962149, 1.0]}, {"frames": [146, 147], "aligned": true, "reason": "aligned", "common_tracks": [132, 130], "knots0": [0.0, 0.3553113553113553, 0.4695970695970696, 1.0], "knots1": [0.0, 0.1575091575091575, 0.44078144078144077, 1.0]}, {"frames": [147, 148], "aligned": false, "reason": "large position jump", "common_tracks": [132], "knots0": [0.0, 0.1575091575091575, 1.0], "knots1": [0.0, 0.44468864468864466, 1.0]}, {"frames": [148, 149], "aligned": true, "reason": "aligned", "common_tracks": [132], "knots0": [0.0, 0.44468864468864466, 1.0], "knots1": [0.0, 0.4456654456654457, 1.0]}, {"frames": [149, 150], "aligned": true, "reason": "aligned", "common_tracks": [132], "knots0": [0.0, 0.4456654456654457, 1.0], "knots1": [0.0, 0.45738705738705737, 1.0]}, {"frames": [150, 151], "aligned": false, "reason": "large position jump", "common_tracks": [132], "knots0": [0.0, 0.45738705738705737, 1.0], "knots1": [0.0, 0.8967032967032967, 1.0]}, {"frames": [151, 152], "aligned": false, "reason": "large position jump", "common_tracks": [132], "knots0": [0.0, 0.8967032967032967, 1.0], "knots1": [0.0, 0.41147741147741146, 1.0]}, {"frames": [152, 153], "aligned": true, "reason": "aligned", "common_tracks": [132], "knots0": [0.0, 0.41147741147741146, 1.0], "knots1": [0.0, 0.44542124542124545, 1.0]}, {"frames": [153, 154], "aligned": false, "reason": "large position jump", "common_tracks": [132], "knots0": [0.0, 0.44542124542124545, 1.0], "knots1": [0.0, 0.8444444444444444, 1.0]}, {"frames": [154, 155], "aligned": false, "reason": "large position jump", "common_tracks": [132], "knots0": [0.0, 0.8444444444444444, 1.0], "knots1": [0.0, 0.3907203907203907, 1.0]}, {"frames": [155, 156], "aligned": false, "reason": "large position jump", "common_tracks": [132], "knots0": [0.0, 0.3907203907203907, 1.0], "knots1": [0.0, 0.8002442002442003, 1.0]}, {"frames": [156, 157], "aligned": true, "reason": "aligned", "common_tracks": [137, 132], "knots0": [0.0, 0.38583638583638585, 0.8002442002442003, 1.0], "knots1": [0.0, 0.39951159951159954, 0.7548229548229548, 1.0]}, {"frames": [157, 158], "aligned": false, "reason": "large position jump", "common_tracks": [132], "knots0": [0.0, 0.7548229548229548, 1.0], "knots1": [0.0, 0.4380952380952381, 1.0]}, {"frames": [158, 159], "aligned": true, "reason": "aligned", "common_tracks": [132], "knots0": [0.0, 0.4380952380952381, 1.0], "knots1": [0.0, 0.41514041514041516, 1.0]}, {"frames": [159, 160], "aligned": true, "reason": "aligned", "common_tracks": [132], "knots0": [0.0, 0.41514041514041516, 1.0], "knots1": [0.0, 0.4537240537240537, 1.0]}, {"frames": [160, 161], "aligned": true, "reason": "aligned", "common_tracks": [132], "knots0": [0.0, 0.4537240537240537, 1.0], "knots1": [0.0, 0.4656898656898657, 1.0]}, {"frames": [161, 162], "aligned": true, "reason": "aligned", "common_tracks": [132], "knots0": [0.0, 0.4656898656898657, 1.0], "knots1": [0.0, 0.4148962148962149, 1.0]}, {"frames": [162, 163], "aligned": true, "reason": "aligned", "common_tracks": [132], "knots0": [0.0, 0.4148962148962149, 1.0], "knots1": [0.0, 0.5714285714285714, 1.0]}, {"frames": [163, 164], "aligned": false, "reason": "large position jump", "common_tracks": [132], "knots0": [0.0, 0.5714285714285714, 1.0], "knots1": [0.0, 0.15384615384615385, 1.0]}, {"frames": [164, 165], "aligned": true, "reason": "aligned", "common_tracks": [132, 141], "knots0": [0.0, 0.15384615384615385, 0.3567765567765568, 1.0], "knots1": [0.0, 0.10500610500610501, 0.3860805860805861, 1.0]}, {"frames": [165, 166], "aligned": false, "reason": "large position jump", "common_tracks": [132], "knots0": [0.0, 0.10500610500610501, 1.0], "knots1": [0.0, 0.4354090354090354, 1.0]}, {"frames": [166, 167], "aligned": true, "reason": "aligned", "common_tracks": [132], "knots0": [0.0, 0.4354090354090354, 1.0], "knots1": [0.0, 0.4363858363858364, 1.0]}, {"frames": [167, 168], "aligned": true, "reason": "aligned", "common_tracks": [132], "knots0": [0.0, 0.4363858363858364, 1.0], "knots1": [0.0, 0.4163614163614164, 1.0]}, {"frames": [168, 169], "aligned": true, "reason": "aligned", "common_tracks": [132], "knots0": [0.0, 0.4163614163614164, 1.0], "knots1": [0.0, 0.4449328449328449, 1.0]}, {"frames": [169, 170], "aligned": true, "reason": "aligned", "common_tracks": [132], "knots0": [0.0, 0.4449328449328449, 1.0], "knots1": [0.0, 0.48205128205128206, 1.0]}, {"frames": [170, 171], "aligned": false, "reason": "large position jump", "common_tracks": [132], "knots0": [0.0, 0.48205128205128206, 1.0], "knots1": [0.0, 0.9113553113553113, 1.0]}, {"frames": [171, 172], "aligned": false, "reason": "large position jump", "common_tracks": [132], "knots0": [0.0, 0.9113553113553113, 1.0], "knots1": [0.0, 0.39365079365079364, 1.0]}, {"frames": [172, 173], "aligned": true, "reason": "aligned", "common_tracks": [132], "knots0": [0.0, 0.39365079365079364, 1.0], "knots1": [0.0, 0.4278388278388278, 1.0]}, {"frames": [173, 174], "aligned": true, "reason": "aligned", "common_tracks": [132], "knots0": [0.0, 0.4278388278388278, 1.0], "knots1": [0.0, 0.4324786324786325, 1.0]}, {"frames": [174, 175], "aligned": true, "reason": "aligned", "common_tracks": [132], "knots0": [0.0, 0.4324786324786325, 1.0], "knots1": [0.0, 0.44884004884004886, 1.0]}, {"frames": [175, 176], "aligned": true, "reason": "aligned", "common_tracks": [132], "knots0": [0.0, 0.44884004884004886, 1.0], "knots1": [0.0, 0.4617826617826618, 1.0]}, {"frames": [176, 177], "aligned": true, "reason": "aligned", "common_tracks": [132], "knots0": [0.0, 0.4617826617826618, 1.0], "knots1": [0.0, 0.4449328449328449, 1.0]}, {"frames": [177, 178], "aligned": false, "reason": "large position jump", "common_tracks": [132], "knots0": [0.0, 0.4449328449328449, 1.0], "knots1": [0.0, 0.8835164835164835, 1.0]}, {"frames": [178, 179], "aligned": true, "reason": "aligned", "common_tracks": [143, 132], "knots0": [0.0, 0.39536019536019534, 0.8835164835164835, 1.0], "knots1": [0.0, 0.3746031746031746, 0.8183150183150183, 1.0]}, {"frames": [179, 180], "aligned": false, "reason": "crossing extrema order", "common_tracks": [143, 132], "knots0": [0.0, 0.3746031746031746, 0.8183150183150183, 1.0], "knots1": [0.0, 0.4656898656898657, 0.14041514041514042, 1.0]}, {"frames": [180, 181], "aligned": true, "reason": "aligned", "common_tracks": [132, 143], "knots0": [0.0, 0.14041514041514042, 0.4656898656898657, 1.0], "knots1": [0.0, 0.07814407814407814, 0.46251526251526254, 1.0]}, {"frames": [181, 182], "aligned": false, "reason": "large position jump", "common_tracks": [132], "knots0": [0.0, 0.07814407814407814, 1.0], "knots1": [0.0, 0.47912087912087914, 1.0]}, {"frames": [182, 183], "aligned": true, "reason": "aligned", "common_tracks": [132], "knots0": [0.0, 0.47912087912087914, 1.0], "knots1": [0.0, 0.3746031746031746, 1.0]}, {"frames": [183, 184], "aligned": false, "reason": "large position jump", "common_tracks": [132], "knots0": [0.0, 0.3746031746031746, 1.0], "knots1": [0.0, 0.12551892551892552, 1.0]}, {"frames": [184, 185], "aligned": true, "reason": "aligned", "common_tracks": [132, 145], "knots0": [0.0, 0.12551892551892552, 0.852991452991453, 1.0], "knots1": [0.0, 0.13821733821733823, 0.884004884004884, 1.0]}, {"frames": [185, 186], "aligned": true, "reason": "aligned", "common_tracks": [132, 146, 147], "knots0": [0.0, 0.13821733821733823, 0.39951159951159954, 0.5650793650793651, 1.0], "knots1": [0.0, 0.12136752136752137, 0.38705738705738707, 0.6461538461538462, 1.0]}, {"frames": [186, 187], "aligned": false, "reason": "large position jump", "common_tracks": [132, 146, 147], "knots0": [0.0, 0.12136752136752137, 0.38705738705738707, 0.6461538461538462, 1.0], "knots1": [0.0, 0.1094017094017094, 0.35384615384615387, 0.8595848595848596, 1.0]}, {"frames": [187, 188], "aligned": true, "reason": "aligned", "common_tracks": [146, 149, 147], "knots0": [0.0, 0.35384615384615387, 0.6715506715506715, 0.8595848595848596, 1.0], "knots1": [0.0, 0.35775335775335776, 0.6808302808302809, 0.7238095238095238, 1.0]}, {"frames": [188, 189], "aligned": true, "reason": "aligned", "common_tracks": [146], "knots0": [0.0, 0.35775335775335776, 1.0], "knots1": [0.0, 0.4818070818070818, 1.0]}, {"frames": [189, 190], "aligned": true, "reason": "aligned", "common_tracks": [146], "knots0": [0.0, 0.4818070818070818, 1.0], "knots1": [0.0, 0.4617826617826618, 1.0]}, {"frames": [190, 191], "aligned": true, "reason": "aligned", "common_tracks": [146], "knots0": [0.0, 0.4617826617826618, 1.0], "knots1": [0.0, 0.3584859584859585, 1.0]}, {"frames": [191, 192], "aligned": false, "reason": "large position jump", "common_tracks": [146], "knots0": [0.0, 0.3584859584859585, 1.0], "knots1": [0.0, 0.874969474969475, 1.0]}, {"frames": [192, 193], "aligned": false, "reason": "large position jump", "common_tracks": [146], "knots0": [0.0, 0.874969474969475, 1.0], "knots1": [0.0, 0.28083028083028083, 1.0]}, {"frames": [193, 194], "aligned": false, "reason": "large position jump", "common_tracks": [146, 151], "knots0": [0.0, 0.28083028083028083, 0.9372405372405372, 1.0], "knots1": [0.0, 0.6376068376068376, 0.9042735042735043, 1.0]}, {"frames": [194, 195], "aligned": true, "reason": "aligned", "common_tracks": [152, 146], "knots0": [0.0, 0.39951159951159954, 0.6376068376068376, 1.0], "knots1": [0.0, 0.4158730158730159, 0.6376068376068376, 1.0]}, {"frames": [195, 196], "aligned": false, "reason": "large position jump", "common_tracks": [153, 152, 146], "knots0": [0.0, 0.07887667887667887, 0.4158730158730159, 0.6376068376068376, 1.0], "knots1": [0.0, 0.08766788766788766, 0.4485958485958486, 0.8998778998778999, 1.0]}, {"frames": [196, 197], "aligned": false, "reason": "large position jump", "common_tracks": [153, 152, 146], "knots0": [0.0, 0.08766788766788766, 0.4485958485958486, 0.8998778998778999, 1.0], "knots1": [0.0, 0.11282051282051282, 0.4534798534798535, 0.6593406593406593, 1.0]}, {"frames": [197, 198], "aligned": false, "reason": "crossing extrema order", "common_tracks": [152, 146], "knots0": [0.0, 0.4534798534798535, 0.6593406593406593, 1.0], "knots1": [0.0, 0.46251526251526254, 0.1452991452991453, 1.0]}, {"frames": [198, 199], "aligned": true, "reason": "aligned", "common_tracks": [146, 152], "knots0": [0.0, 0.1452991452991453, 0.46251526251526254, 1.0], "knots1": [0.0, 0.14358974358974358, 0.4747252747252747, 1.0]}, {"frames": [199, 200], "aligned": false, "reason": "large position jump", "common_tracks": [146], "knots0": [0.0, 0.14358974358974358, 1.0], "knots1": [0.0, 0.4293040293040293, 1.0]}, {"frames": [200, 201], "aligned": true, "reason": "aligned", "common_tracks": [146], "knots0": [0.0, 0.4293040293040293, 1.0], "knots1": [0.0, 0.4427350427350427, 1.0]}, {"frames": [201, 202], "aligned": true, "reason": "aligned", "common_tracks": [146], "knots0": [0.0, 0.4427350427350427, 1.0], "knots1": [0.0, 0.4703296703296703, 1.0]}, {"frames": [202, 203], "aligned": true, "reason": "aligned", "common_tracks": [146], "knots0": [0.0, 0.4703296703296703, 1.0], "knots1": [0.0, 0.49108669108669106, 1.0]}, {"frames": [203, 204], "aligned": true, "reason": "aligned", "common_tracks": [146], "knots0": [0.0, 0.49108669108669106, 1.0], "knots1": [0.0, 0.6148962148962149, 1.0]}, {"frames": [204, 205], "aligned": false, "reason": "crossing extrema order", "common_tracks": [156, 146], "knots0": [0.0, 0.47814407814407817, 0.6148962148962149, 1.0], "knots1": [0.0, 0.49108669108669106, 0.4163614163614164, 1.0]}, {"frames": [205, 206], "aligned": true, "reason": "aligned", "common_tracks": [156, 157], "knots0": [0.0, 0.49108669108669106, 0.818070818070818, 1.0], "knots1": [0.0, 0.47057387057387057, 0.629059829059829, 1.0]}, {"frames": [206, 207], "aligned": true, "reason": "aligned", "common_tracks": [156, 157], "knots0": [0.0, 0.47057387057387057, 0.629059829059829, 1.0], "knots1": [0.0, 0.4249084249084249, 0.6498168498168498, 1.0]}, {"frames": [207, 208], "aligned": false, "reason": "large position jump", "common_tracks": [157], "knots0": [0.0, 0.6498168498168498, 1.0], "knots1": [0.0, 0.4380952380952381, 1.0]}, {"frames": [208, 209], "aligned": true, "reason": "aligned", "common_tracks": [157], "knots0": [0.0, 0.4380952380952381, 1.0], "knots1": [0.0, 0.39951159951159954, 1.0]}, {"frames": [209, 210], "aligned": true, "reason": "aligned", "common_tracks": [158], "knots0": [0.0, 0.7245421245421245, 1.0], "knots1": [0.0, 0.7746031746031746, 1.0]}, {"frames": [210, 211], "aligned": false, "reason": "large position jump", "common_tracks": [158], "knots0": [0.0, 0.7746031746031746, 1.0], "knots1": [0.0, 0.42124542124542125, 1.0]}, {"frames": [211, 212], "aligned": false, "reason": "large position jump", "common_tracks": [158], "knots0": [0.0, 0.42124542124542125, 1.0], "knots1": [0.0, 0.9091575091575091, 1.0]}, {"frames": [212, 213], "aligned": false, "reason": "large position jump", "common_tracks": [158], "knots0": [0.0, 0.9091575091575091, 1.0], "knots1": [0.0, 0.4231990231990232, 1.0]}, {"frames": [213, 214], "aligned": true, "reason": "aligned", "common_tracks": [158], "knots0": [0.0, 0.4231990231990232, 1.0], "knots1": [0.0, 0.4083028083028083, 1.0]}, {"frames": [214, 215], "aligned": true, "reason": "aligned", "common_tracks": [158], "knots0": [0.0, 0.4083028083028083, 1.0], "knots1": [0.0, 0.3894993894993895, 1.0]}, {"frames": [215, 216], "aligned": true, "reason": "aligned", "common_tracks": [158], "knots0": [0.0, 0.3894993894993895, 1.0], "knots1": [0.0, 0.41953601953601954, 1.0]}, {"frames": [216, 217], "aligned": true, "reason": "aligned", "common_tracks": [158], "knots0": [0.0, 0.41953601953601954, 1.0], "knots1": [0.0, 0.38705738705738707, 1.0]}, {"frames": [217, 218], "aligned": true, "reason": "aligned", "common_tracks": [158], "knots0": [0.0, 0.38705738705738707, 1.0], "knots1": [0.0, 0.4039072039072039, 1.0]}, {"frames": [218, 219], "aligned": true, "reason": "aligned", "common_tracks": [158], "knots0": [0.0, 0.4039072039072039, 1.0], "knots1": [0.0, 0.378998778998779, 1.0]}, {"frames": [219, 220], "aligned": true, "reason": "aligned", "common_tracks": [158], "knots0": [0.0, 0.378998778998779, 1.0], "knots1": [0.0, 0.3912087912087912, 1.0]}, {"frames": [220, 221], "aligned": true, "reason": "aligned", "common_tracks": [158], "knots0": [0.0, 0.3912087912087912, 1.0], "knots1": [0.0, 0.36556776556776555, 1.0]}, {"frames": [221, 222], "aligned": true, "reason": "aligned", "common_tracks": [158], "knots0": [0.0, 0.36556776556776555, 1.0], "knots1": [0.0, 0.4717948717948718, 1.0]}, {"frames": [222, 223], "aligned": true, "reason": "aligned", "common_tracks": [163, 158], "knots0": [0.0, 0.38168498168498166, 0.4717948717948718, 1.0], "knots1": [0.0, 0.36166056166056165, 0.5711843711843712, 1.0]}, {"frames": [223, 224], "aligned": true, "reason": "aligned", "common_tracks": [164, 163, 158], "knots0": [0.0, 0.06910866910866911, 0.36166056166056165, 0.5711843711843712, 1.0], "knots1": [0.0, 0.10036630036630037, 0.3702075702075702, 0.504029304029304, 1.0]}, {"frames": [224, 225], "aligned": true, "reason": "aligned", "common_tracks": [163, 158], "knots0": [0.0, 0.3702075702075702, 0.504029304029304, 1.0], "knots1": [0.0, 0.37264957264957266, 0.4554334554334554, 1.0]}, {"frames": [225, 226], "aligned": true, "reason": "aligned", "common_tracks": [163, 158], "knots0": [0.0, 0.37264957264957266, 0.4554334554334554, 1.0], "knots1": [0.0, 0.3440781440781441, 0.43003663003663006, 1.0]}, {"frames": [226, 227], "aligned": true, "reason": "aligned", "common_tracks": [158], "knots0": [0.0, 0.43003663003663006, 1.0], "knots1": [0.0, 0.4266178266178266, 1.0]}, {"frames": [227, 228], "aligned": false, "reason": "large position jump", "common_tracks": [158], "knots0": [0.0, 0.4266178266178266, 1.0], "knots1": [0.0, 0.9169719169719169, 1.0]}, {"frames": [228, 229], "aligned": true, "reason": "aligned", "common_tracks": [167, 158], "knots0": [0.0, 0.4297924297924298, 0.9169719169719169, 1.0], "knots1": [0.0, 0.39706959706959705, 0.9111111111111111, 1.0]}, {"frames": [229, 230], "aligned": false, "reason": "large position jump", "common_tracks": [158], "knots0": [0.0, 0.9111111111111111, 1.0], "knots1": [0.0, 0.3172161172161172, 1.0]}, {"frames": [230, 231], "aligned": true, "reason": "aligned", "common_tracks": [158], "knots0": [0.0, 0.3172161172161172, 1.0], "knots1": [0.0, 0.37435897435897436, 1.0]}, {"frames": [231, 232], "aligned": true, "reason": "aligned", "common_tracks": [158], "knots0": [0.0, 0.37435897435897436, 1.0], "knots1": [0.0, 0.4627594627594628, 1.0]}, {"frames": [232, 233], "aligned": false, "reason": "crossing extrema order", "common_tracks": [168, 158], "knots0": [0.0, 0.3499389499389499, 0.4627594627594628, 1.0], "knots1": [0.0, 0.41098901098901097, 0.12063492063492064, 1.0]}, {"frames": [233, 234], "aligned": true, "reason": "aligned", "common_tracks": [158, 168], "knots0": [0.0, 0.12063492063492064, 0.41098901098901097, 1.0], "knots1": [0.0, 0.16532356532356532, 0.3860805860805861, 1.0]}, {"frames": [234, 235], "aligned": true, "reason": "aligned", "common_tracks": [158], "knots0": [0.0, 0.16532356532356532, 1.0], "knots1": [0.0, 0.28327228327228327, 1.0]}, {"frames": [235, 236], "aligned": true, "reason": "aligned", "common_tracks": [158], "knots0": [0.0, 0.28327228327228327, 1.0], "knots1": [0.0, 0.36214896214896214, 1.0]}, {"frames": [236, 237], "aligned": true, "reason": "aligned", "common_tracks": [172, 158], "knots0": [0.0, 0.17924297924297924, 0.36214896214896214, 1.0], "knots1": [0.0, 0.17924297924297924, 0.34554334554334554, 1.0]}, {"frames": [237, 238], "aligned": true, "reason": "aligned", "common_tracks": [174, 175], "knots0": [0.0, 0.5772893772893772, 0.8998778998778999, 1.0], "knots1": [0.0, 0.5897435897435898, 0.8703296703296703, 1.0]}, {"frames": [238, 239], "aligned": true, "reason": "aligned", "common_tracks": [174, 175], "knots0": [0.0, 0.5897435897435898, 0.8703296703296703, 1.0], "knots1": [0.0, 0.48595848595848595, 0.9042735042735043, 1.0]}, {"frames": [239, 240], "aligned": false, "reason": "crossing extrema order", "common_tracks": [176, 174], "knots0": [0.0, 0.3929181929181929, 0.48595848595848595, 1.0], "knots1": [0.0, 0.4031746031746032, 0.315018315018315, 1.0]}, {"frames": [240, 241], "aligned": false, "reason": "crossing extrema order", "common_tracks": [174, 176], "knots0": [0.0, 0.315018315018315, 0.4031746031746032, 1.0], "knots1": [0.0, 0.4832722832722833, 0.36556776556776555, 1.0]}, {"frames": [241, 242], "aligned": true, "reason": "aligned", "common_tracks": [176, 174], "knots0": [0.0, 0.36556776556776555, 0.4832722832722833, 1.0], "knots1": [0.0, 0.3448107448107448, 0.5633699633699634, 1.0]}, {"frames": [242, 243], "aligned": false, "reason": "large position jump", "common_tracks": [178, 174], "knots0": [0.0, 0.15067155067155066, 0.5633699633699634, 1.0], "knots1": [0.0, 0.39096459096459096, 0.4993894993894994, 1.0]}, {"frames": [243, 244], "aligned": false, "reason": "large position jump", "common_tracks": [178, 174], "knots0": [0.0, 0.39096459096459096, 0.4993894993894994, 1.0], "knots1": [0.0, 0.43101343101343104, 0.8896214896214896, 1.0]}, {"frames": [244, 245], "aligned": false, "reason": "large position jump", "common_tracks": [178, 174], "knots0": [0.0, 0.43101343101343104, 0.8896214896214896, 1.0], "knots1": [0.0, 0.43272283272283274, 0.6358974358974359, 1.0]}, {"frames": [245, 246], "aligned": true, "reason": "aligned", "common_tracks": [178], "knots0": [0.0, 0.43272283272283274, 1.0], "knots1": [0.0, 0.4083028083028083, 1.0]}, {"frames": [246, 247], "aligned": true, "reason": "aligned", "common_tracks": [180, 178], "knots0": [0.0, 0.18632478632478633, 0.4083028083028083, 1.0], "knots1": [0.0, 0.12136752136752137, 0.36605616605616603, 1.0]}, {"frames": [247, 248], "aligned": false, "reason": "large position jump", "common_tracks": [180, 178], "knots0": [0.0, 0.12136752136752137, 0.36605616605616603, 1.0], "knots1": [0.0, 0.35995115995115995, 0.4402930402930403, 1.0]}, {"frames": [248, 249], "aligned": true, "reason": "aligned", "common_tracks": [180, 178], "knots0": [0.0, 0.35995115995115995, 0.4402930402930403, 1.0], "knots1": [0.0, 0.1907203907203907, 0.42466422466422465, 1.0]}, {"frames": [249, 250], "aligned": true, "reason": "aligned", "common_tracks": [180, 178], "knots0": [0.0, 0.1907203907203907, 0.42466422466422465, 1.0], "knots1": [0.0, 0.12967032967032968, 0.42002442002442003, 1.0]}, {"frames": [250, 251], "aligned": false, "reason": "large position jump", "common_tracks": [180, 178], "knots0": [0.0, 0.12967032967032968, 0.42002442002442003, 1.0], "knots1": [0.0, 0.398046398046398, 0.4507936507936508, 1.0]}, {"frames": [251, 252], "aligned": false, "reason": "large position jump", "common_tracks": [180, 178], "knots0": [0.0, 0.398046398046398, 0.4507936507936508, 1.0], "knots1": [0.0, 0.1452991452991453, 0.4324786324786325, 1.0]}, {"frames": [252, 253], "aligned": true, "reason": "aligned", "common_tracks": [180], "knots0": [0.0, 0.1452991452991453, 1.0], "knots1": [0.0, 0.14334554334554334, 1.0]}, {"frames": [253, 254], "aligned": false, "reason": "large position jump", "common_tracks": [180], "knots0": [0.0, 0.14334554334554334, 1.0], "knots1": [0.0, 0.42417582417582417, 1.0]}, {"frames": [254, 255], "aligned": false, "reason": "large position jump", "common_tracks": [180], "knots0": [0.0, 0.42417582417582417, 1.0], "knots1": [0.0, 0.18974358974358974, 1.0]}, {"frames": [255, 256], "aligned": true, "reason": "aligned", "common_tracks": [180, 184], "knots0": [0.0, 0.18974358974358974, 0.9421245421245421, 1.0], "knots1": [0.0, 0.38290598290598293, 0.8705738705738706, 1.0]}, {"frames": [256, 257], "aligned": true, "reason": "aligned", "common_tracks": [180], "knots0": [0.0, 0.38290598290598293, 1.0], "knots1": [0.0, 0.3904761904761905, 1.0]}, {"frames": [257, 258], "aligned": false, "reason": "large position jump", "common_tracks": [180], "knots0": [0.0, 0.3904761904761905, 1.0], "knots1": [0.0, 0.11013431013431013, 1.0]}, {"frames": [258, 259], "aligned": false, "reason": "large position jump", "common_tracks": [180], "knots0": [0.0, 0.11013431013431013, 1.0], "knots1": [0.0, 0.43736263736263736, 1.0]}, {"frames": [259, 260], "aligned": true, "reason": "aligned", "common_tracks": [180], "knots0": [0.0, 0.43736263736263736, 1.0], "knots1": [0.0, 0.4202686202686203, 1.0]}, {"frames": [260, 261], "aligned": false, "reason": "large position jump", "common_tracks": [180], "knots0": [0.0, 0.4202686202686203, 1.0], "knots1": [0.0, 0.16532356532356532, 1.0]}, {"frames": [261, 262], "aligned": false, "reason": "large position jump", "common_tracks": [180], "knots0": [0.0, 0.16532356532356532, 1.0], "knots1": [0.0, 0.47326007326007324, 1.0]}, {"frames": [262, 263], "aligned": false, "reason": "large position jump", "common_tracks": [180], "knots0": [0.0, 0.47326007326007324, 1.0], "knots1": [0.0, 0.15042735042735042, 1.0]}, {"frames": [263, 264], "aligned": false, "reason": "large position jump", "common_tracks": [180], "knots0": [0.0, 0.15042735042735042, 1.0], "knots1": [0.0, 0.4249084249084249, 1.0]}, {"frames": [264, 265], "aligned": false, "reason": "large position jump", "common_tracks": [180], "knots0": [0.0, 0.4249084249084249, 1.0], "knots1": [0.0, 0.17777777777777778, 1.0]}, {"frames": [265, 266], "aligned": true, "reason": "aligned", "common_tracks": [180], "knots0": [0.0, 0.17777777777777778, 1.0], "knots1": [0.0, 0.36923076923076925, 1.0]}, {"frames": [266, 267], "aligned": true, "reason": "aligned", "common_tracks": [180], "knots0": [0.0, 0.36923076923076925, 1.0], "knots1": [0.0, 0.48644688644688644, 1.0]}, {"frames": [267, 268], "aligned": false, "reason": "crossing extrema order", "common_tracks": [180, 190], "knots0": [0.0, 0.48644688644688644, 0.6537240537240537, 1.0], "knots1": [0.0, 0.4695970695970696, 0.39829059829059826, 1.0]}, {"frames": [268, 269], "aligned": true, "reason": "aligned", "common_tracks": [190], "knots0": [0.0, 0.39829059829059826, 1.0], "knots1": [0.0, 0.4117216117216117, 1.0]}, {"frames": [269, 270], "aligned": true, "reason": "aligned", "common_tracks": [190], "knots0": [0.0, 0.4117216117216117, 1.0], "knots1": [0.0, 0.3768009768009768, 1.0]}, {"frames": [270, 271], "aligned": false, "reason": "crossing extrema order", "common_tracks": [190, 193], "knots0": [0.0, 0.3768009768009768, 0.4891330891330891, 1.0], "knots1": [0.0, 0.47545787545787543, 0.3487179487179487, 1.0]}, {"frames": [271, 272], "aligned": true, "reason": "aligned", "common_tracks": [193, 190], "knots0": [0.0, 0.3487179487179487, 0.47545787545787543, 1.0], "knots1": [0.0, 0.3609279609279609, 0.5587301587301587, 1.0]}, {"frames": [272, 273], "aligned": false, "reason": "crossing extrema order", "common_tracks": [193, 190], "knots0": [0.0, 0.3609279609279609, 0.5587301587301587, 1.0], "knots1": [0.0, 0.4617826617826618, 0.3299145299145299, 1.0]}, {"frames": [273, 274], "aligned": false, "reason": "crossing extrema order", "common_tracks": [190, 193], "knots0": [0.0, 0.3299145299145299, 0.4617826617826618, 1.0], "knots1": [0.0, 0.9037851037851038, 0.4332112332112332, 1.0]}, {"frames": [274, 275], "aligned": false, "reason": "large position jump", "common_tracks": [190], "knots0": [0.0, 0.9037851037851038, 1.0], "knots1": [0.0, 0.43174603174603177, 1.0]}, {"frames": [275, 276], "aligned": true, "reason": "aligned", "common_tracks": [190], "knots0": [0.0, 0.43174603174603177, 1.0], "knots1": [0.0, 0.36385836385836384, 1.0]}, {"frames": [276, 277], "aligned": true, "reason": "aligned", "common_tracks": [190, 195], "knots0": [0.0, 0.36385836385836384, 0.4481074481074481, 1.0], "knots1": [0.0, 0.17777777777777778, 0.41611721611721614, 1.0]}, {"frames": [277, 278], "aligned": true, "reason": "aligned", "common_tracks": [195], "knots0": [0.0, 0.41611721611721614, 1.0], "knots1": [0.0, 0.38705738705738707, 1.0]}, {"frames": [278, 279], "aligned": false, "reason": "no common extrema", "common_tracks": [], "knots0": [0.0, 1.0], "knots1": [0.0, 1.0]}, {"frames": [279, 280], "aligned": false, "reason": "crossing extrema order", "common_tracks": [198, 199], "knots0": [0.0, 0.1907203907203907, 0.41001221001221, 1.0], "knots1": [0.0, 0.4717948717948718, 0.3824175824175824, 1.0]}, {"frames": [280, 281], "aligned": true, "reason": "aligned", "common_tracks": [198], "knots0": [0.0, 0.4717948717948718, 1.0], "knots1": [0.0, 0.4087912087912088, 1.0]}, {"frames": [281, 282], "aligned": true, "reason": "aligned", "common_tracks": [198], "knots0": [0.0, 0.4087912087912088, 1.0], "knots1": [0.0, 0.38705738705738707, 1.0]}, {"frames": [282, 283], "aligned": false, "reason": "large position jump", "common_tracks": [198], "knots0": [0.0, 0.38705738705738707, 1.0], "knots1": [0.0, 0.18632478632478633, 1.0]}, {"frames": [283, 284], "aligned": true, "reason": "aligned", "common_tracks": [198], "knots0": [0.0, 0.18632478632478633, 1.0], "knots1": [0.0, 0.315018315018315, 1.0]}, {"frames": [284, 285], "aligned": true, "reason": "aligned", "common_tracks": [198], "knots0": [0.0, 0.315018315018315, 1.0], "knots1": [0.0, 0.4039072039072039, 1.0]}, {"frames": [285, 286], "aligned": true, "reason": "aligned", "common_tracks": [198], "knots0": [0.0, 0.4039072039072039, 1.0], "knots1": [0.0, 0.38705738705738707, 1.0]}, {"frames": [286, 287], "aligned": true, "reason": "aligned", "common_tracks": [198], "knots0": [0.0, 0.38705738705738707, 1.0], "knots1": [0.0, 0.4070818070818071, 1.0]}, {"frames": [287, 288], "aligned": true, "reason": "aligned", "common_tracks": [198], "knots0": [0.0, 0.4070818070818071, 1.0], "knots1": [0.0, 0.3992673992673993, 1.0]}, {"frames": [288, 289], "aligned": true, "reason": "aligned", "common_tracks": [198], "knots0": [0.0, 0.3992673992673993, 1.0], "knots1": [0.0, 0.41562881562881565, 1.0]}, {"frames": [289, 290], "aligned": true, "reason": "aligned", "common_tracks": [198], "knots0": [0.0, 0.41562881562881565, 1.0], "knots1": [0.0, 0.4117216117216117, 1.0]}, {"frames": [290, 291], "aligned": false, "reason": "large position jump", "common_tracks": [198], "knots0": [0.0, 0.4117216117216117, 1.0], "knots1": [0.0, 0.19829059829059828, 1.0]}, {"frames": [291, 292], "aligned": false, "reason": "crossing extrema order", "common_tracks": [198, 202], "knots0": [0.0, 0.19829059829059828, 0.41318681318681316, 1.0], "knots1": [0.0, 0.7929181929181929, 0.4053724053724054, 1.0]}, {"frames": [292, 293], "aligned": true, "reason": "aligned", "common_tracks": [202, 198], "knots0": [0.0, 0.4053724053724054, 0.7929181929181929, 1.0], "knots1": [0.0, 0.4405372405372405, 0.7333333333333333, 1.0]}, {"frames": [293, 294], "aligned": false, "reason": "large position jump", "common_tracks": [198], "knots0": [0.0, 0.7333333333333333, 1.0], "knots1": [0.0, 0.4166056166056166, 1.0]}, {"frames": [294, 295], "aligned": false, "reason": "large position jump", "common_tracks": [198], "knots0": [0.0, 0.4166056166056166, 1.0], "knots1": [0.0, 0.9115995115995116, 1.0]}, {"frames": [295, 296], "aligned": false, "reason": "large position jump", "common_tracks": [204, 198], "knots0": [0.0, 0.4078144078144078, 0.9115995115995116, 1.0], "knots1": [0.0, 0.39096459096459096, 0.5987789987789988, 1.0]}, {"frames": [296, 297], "aligned": false, "reason": "crossing extrema order", "common_tracks": [204, 198], "knots0": [0.0, 0.39096459096459096, 0.5987789987789988, 1.0], "knots1": [0.0, 0.421978021978022, 0.06153846153846154, 1.0]}, {"frames": [297, 298], "aligned": false, "reason": "crossing extrema order", "common_tracks": [198, 204], "knots0": [0.0, 0.06153846153846154, 0.421978021978022, 1.0], "knots1": [0.0, 0.5457875457875457, 0.38632478632478634, 1.0]}, {"frames": [298, 299], "aligned": true, "reason": "aligned", "common_tracks": [198], "knots0": [0.0, 0.5457875457875457, 1.0], "knots1": [0.0, 0.41733821733821735, 1.0]}, {"frames": [299, 300], "aligned": true, "reason": "aligned", "common_tracks": [198], "knots0": [0.0, 0.41733821733821735, 1.0], "knots1": [0.0, 0.4288156288156288, 1.0]}, {"frames": [300, 301], "aligned": true, "reason": "aligned", "common_tracks": [198], "knots0": [0.0, 0.4288156288156288, 1.0], "knots1": [0.0, 0.38632478632478634, 1.0]}, {"frames": [301, 302], "aligned": false, "reason": "large position jump", "common_tracks": [198], "knots0": [0.0, 0.38632478632478634, 1.0], "knots1": [0.0, 0.8783882783882784, 1.0]}, {"frames": [302, 303], "aligned": true, "reason": "aligned", "common_tracks": [206, 198], "knots0": [0.0, 0.44932844932844934, 0.8783882783882784, 1.0], "knots1": [0.0, 0.45738705738705737, 0.9142857142857143, 1.0]}, {"frames": [303, 304], "aligned": true, "reason": "aligned", "common_tracks": [206, 198], "knots0": [0.0, 0.45738705738705737, 0.9142857142857143, 1.0], "knots1": [0.0, 0.4153846153846154, 0.9076923076923077, 1.0]}, {"frames": [304, 305], "aligned": true, "reason": "aligned", "common_tracks": [206, 198], "knots0": [0.0, 0.4153846153846154, 0.9076923076923077, 1.0], "knots1": [0.0, 0.4485958485958486, 0.8874236874236874, 1.0]}, {"frames": [305, 306], "aligned": false, "reason": "large position jump", "common_tracks": [206, 198], "knots0": [0.0, 0.4485958485958486, 0.8874236874236874, 1.0], "knots1": [0.0, 0.3831501831501832, 0.5816849816849817, 1.0]}, {"frames": [306, 307], "aligned": true, "reason": "aligned", "common_tracks": [206, 198], "knots0": [0.0, 0.3831501831501832, 0.5816849816849817, 1.0], "knots1": [0.0, 0.38754578754578756, 0.5934065934065934, 1.0]}, {"frames": [307, 308], "aligned": false, "reason": "crossing extrema order", "common_tracks": [206, 198], "knots0": [0.0, 0.38754578754578756, 0.5934065934065934, 1.0], "knots1": [0.0, 0.3824175824175824, 0.16825396825396827, 1.0]}, {"frames": [308, 309], "aligned": true, "reason": "aligned", "common_tracks": [198, 206, 209, 210], "knots0": [0.0, 0.16825396825396827, 0.3824175824175824, 0.5804639804639805, 0.8666666666666667, 1.0], "knots1": [0.0, 0.1921855921855922, 0.39951159951159954, 0.5675213675213675, 0.8793650793650793, 1.0]}, {"frames": [309, 310], "aligned": true, "reason": "aligned", "common_tracks": [198, 206, 210], "knots0": [0.0, 0.1921855921855922, 0.39951159951159954, 0.8793650793650793, 1.0], "knots1": [0.0, 0.17387057387057386, 0.3746031746031746, 0.8881562881562881, 1.0]}, {"frames": [310, 311], "aligned": true, "reason": "aligned", "common_tracks": [198, 206, 210], "knots0": [0.0, 0.17387057387057386, 0.3746031746031746, 0.8881562881562881, 1.0], "knots1": [0.0, 0.23101343101343103, 0.3750915750915751, 0.9062271062271062, 1.0]}, {"frames": [311, 312], "aligned": true, "reason": "aligned", "common_tracks": [198, 206, 210], "knots0": [0.0, 0.23101343101343103, 0.3750915750915751, 0.9062271062271062, 1.0], "knots1": [0.0, 0.23174603174603176, 0.4332112332112332, 0.8625152625152626, 1.0]}, {"frames": [312, 313], "aligned": false, "reason": "crossing extrema order", "common_tracks": [198, 206], "knots0": [0.0, 0.23174603174603176, 0.4332112332112332, 1.0], "knots1": [0.0, 0.4586080586080586, 0.3741147741147741, 1.0]}, {"frames": [313, 314], "aligned": true, "reason": "aligned", "common_tracks": [198], "knots0": [0.0, 0.4586080586080586, 1.0], "knots1": [0.0, 0.2993894993894994, 1.0]}, {"frames": [314, 315], "aligned": false, "reason": "large position jump", "common_tracks": [198], "knots0": [0.0, 0.2993894993894994, 1.0], "knots1": [0.0, 0.5982905982905983, 1.0]}, {"frames": [315, 316], "aligned": true, "reason": "aligned", "common_tracks": [214, 198, 216], "knots0": [0.0, 0.3772893772893773, 0.5982905982905983, 0.8964590964590965, 1.0], "knots1": [0.0, 0.39487179487179486, 0.5203907203907204, 0.85006105006105, 1.0]}, {"frames": [316, 317], "aligned": false, "reason": "crossing extrema order", "common_tracks": [214, 198, 216], "knots0": [0.0, 0.39487179487179486, 0.5203907203907204, 0.85006105006105, 1.0], "knots1": [0.0, 0.3120879120879121, 0.16141636141636143, 0.8373626373626374, 1.0]}, {"frames": [317, 318], "aligned": false, "reason": "no common extrema", "common_tracks": [], "knots0": [0.0, 1.0], "knots1": [0.0, 1.0]}, {"frames": [318, 319], "aligned": false, "reason": "no common extrema", "common_tracks": [], "knots0": [0.0, 1.0], "knots1": [0.0, 1.0]}, {"frames": [319, 320], "aligned": true, "reason": "aligned", "common_tracks": [220, 221], "knots0": [0.0, 0.41196581196581195, 0.7047619047619048, 1.0], "knots1": [0.0, 0.42002442002442003, 0.8881562881562881, 1.0]}, {"frames": [320, 321], "aligned": true, "reason": "aligned", "common_tracks": [220, 221], "knots0": [0.0, 0.42002442002442003, 0.8881562881562881, 1.0], "knots1": [0.0, 0.3992673992673993, 0.8791208791208791, 1.0]}, {"frames": [321, 322], "aligned": false, "reason": "large position jump", "common_tracks": [221], "knots0": [0.0, 0.8791208791208791, 1.0], "knots1": [0.0, 0.3716727716727717, 1.0]}, {"frames": [322, 323], "aligned": true, "reason": "aligned", "common_tracks": [221], "knots0": [0.0, 0.3716727716727717, 1.0], "knots1": [0.0, 0.4442002442002442, 1.0]}, {"frames": [323, 324], "aligned": false, "reason": "large position jump", "common_tracks": [221], "knots0": [0.0, 0.4442002442002442, 1.0], "knots1": [0.0, 0.683028083028083, 1.0]}, {"frames": [324, 325], "aligned": true, "reason": "aligned", "common_tracks": [222, 221], "knots0": [0.0, 0.44517704517704515, 0.683028083028083, 1.0], "knots1": [0.0, 0.4495726495726496, 0.8417582417582418, 1.0]}, {"frames": [325, 326], "aligned": true, "reason": "aligned", "common_tracks": [222, 221], "knots0": [0.0, 0.4495726495726496, 0.8417582417582418, 1.0], "knots1": [0.0, 0.4288156288156288, 0.8178266178266178, 1.0]}, {"frames": [326, 327], "aligned": true, "reason": "aligned", "common_tracks": [222, 224], "knots0": [0.0, 0.4288156288156288, 0.8380952380952381, 1.0], "knots1": [0.0, 0.44932844932844934, 0.8166056166056166, 1.0]}, {"frames": [327, 328], "aligned": true, "reason": "aligned", "common_tracks": [225, 222, 224], "knots0": [0.0, 0.17606837606837608, 0.44932844932844934, 0.8166056166056166, 1.0], "knots1": [0.0, 0.1597069597069597, 0.41147741147741146, 0.7956043956043956, 1.0]}, {"frames": [328, 329], "aligned": true, "reason": "aligned", "common_tracks": [225, 222], "knots0": [0.0, 0.1597069597069597, 0.41147741147741146, 1.0], "knots1": [0.0, 0.1413919413919414, 0.41098901098901097, 1.0]}, {"frames": [329, 330], "aligned": true, "reason": "aligned", "common_tracks": [225, 222], "knots0": [0.0, 0.1413919413919414, 0.41098901098901097, 1.0], "knots1": [0.0, 0.14065934065934066, 0.3492063492063492, 1.0]}, {"frames": [330, 331], "aligned": false, "reason": "crossing extrema order", "common_tracks": [225, 222], "knots0": [0.0, 0.14065934065934066, 0.3492063492063492, 1.0], "knots1": [0.0, 0.8503052503052503, 0.3946275946275946, 1.0]}, {"frames": [331, 332], "aligned": true, "reason": "aligned", "common_tracks": [222, 225], "knots0": [0.0, 0.3946275946275946, 0.8503052503052503, 1.0], "knots1": [0.0, 0.4078144078144078, 0.8798534798534798, 1.0]}, {"frames": [332, 333], "aligned": true, "reason": "aligned", "common_tracks": [222, 225], "knots0": [0.0, 0.4078144078144078, 0.8798534798534798, 1.0], "knots1": [0.0, 0.3868131868131868, 0.8268620268620268, 1.0]}, {"frames": [333, 334], "aligned": true, "reason": "aligned", "common_tracks": [222, 225], "knots0": [0.0, 0.3868131868131868, 0.8268620268620268, 1.0], "knots1": [0.0, 0.4031746031746032, 0.9052503052503053, 1.0]}, {"frames": [334, 335], "aligned": false, "reason": "large position jump", "common_tracks": [225], "knots0": [0.0, 0.9052503052503053, 1.0], "knots1": [0.0, 0.44004884004884004, 1.0]}, {"frames": [335, 336], "aligned": false, "reason": "large position jump", "common_tracks": [225], "knots0": [0.0, 0.44004884004884004, 1.0], "knots1": [0.0, 0.8573870573870573, 1.0]}, {"frames": [336, 337], "aligned": true, "reason": "aligned", "common_tracks": [228, 225], "knots0": [0.0, 0.37777777777777777, 0.8573870573870573, 1.0], "knots1": [0.0, 0.4598290598290598, 0.8146520146520146, 1.0]}, {"frames": [337, 338], "aligned": false, "reason": "large position jump", "common_tracks": [228, 225], "knots0": [0.0, 0.4598290598290598, 0.8146520146520146, 1.0], "knots1": [0.0, 0.4158730158730159, 0.536019536019536, 1.0]}, {"frames": [338, 339], "aligned": false, "reason": "large position jump", "common_tracks": [228, 225], "knots0": [0.0, 0.4158730158730159, 0.536019536019536, 1.0], "knots1": [0.0, 0.3860805860805861, 0.8380952380952381, 1.0]}, {"frames": [339, 340], "aligned": true, "reason": "aligned", "common_tracks": [228, 225], "knots0": [0.0, 0.3860805860805861, 0.8380952380952381, 1.0], "knots1": [0.0, 0.41782661782661784, 0.8043956043956044, 1.0]}, {"frames": [340, 341], "aligned": false, "reason": "crossing extrema order", "common_tracks": [228, 225], "knots0": [0.0, 0.41782661782661784, 0.8043956043956044, 1.0], "knots1": [0.0, 0.47741147741147744, 0.1457875457875458, 1.0]}, {"frames": [341, 342], "aligned": true, "reason": "aligned", "common_tracks": [225, 228, 231], "knots0": [0.0, 0.1457875457875458, 0.47741147741147744, 0.8295482295482296, 1.0], "knots1": [0.0, 0.147008547008547, 0.3868131868131868, 0.770940170940171, 1.0]}, {"frames": [342, 343], "aligned": false, "reason": "large position jump", "common_tracks": [225], "knots0": [0.0, 0.147008547008547, 1.0], "knots1": [0.0, 0.42417582417582417, 1.0]}, {"frames": [343, 344], "aligned": true, "reason": "aligned", "common_tracks": [225, 232], "knots0": [0.0, 0.42417582417582417, 0.8261294261294261, 1.0], "knots1": [0.0, 0.4275946275946276, 0.863003663003663, 1.0]}, {"frames": [344, 345], "aligned": false, "reason": "large position jump", "common_tracks": [234, 225], "knots0": [0.0, 0.3426129426129426, 0.4275946275946276, 1.0], "knots1": [0.0, 0.3746031746031746, 0.7819291819291819, 1.0]}, {"frames": [345, 346], "aligned": true, "reason": "aligned", "common_tracks": [234, 225], "knots0": [0.0, 0.3746031746031746, 0.7819291819291819, 1.0], "knots1": [0.0, 0.4402930402930403, 0.8380952380952381, 1.0]}, {"frames": [346, 347], "aligned": true, "reason": "aligned", "common_tracks": [234, 225], "knots0": [0.0, 0.4402930402930403, 0.8380952380952381, 1.0], "knots1": [0.0, 0.4691086691086691, 0.796092796092796, 1.0]}, {"frames": [347, 348], "aligned": true, "reason": "aligned", "common_tracks": [234, 225], "knots0": [0.0, 0.4691086691086691, 0.796092796092796, 1.0], "knots1": [0.0, 0.4197802197802198, 0.8007326007326008, 1.0]}, {"frames": [348, 349], "aligned": true, "reason": "aligned", "common_tracks": [234, 225], "knots0": [0.0, 0.4197802197802198, 0.8007326007326008, 1.0], "knots1": [0.0, 0.42686202686202684, 0.851037851037851, 1.0]}, {"frames": [349, 350], "aligned": true, "reason": "aligned", "common_tracks": [234, 225], "knots0": [0.0, 0.42686202686202684, 0.851037851037851, 1.0], "knots1": [0.0, 0.41245421245421243, 0.8293040293040294, 1.0]}, {"frames": [350, 351], "aligned": false, "reason": "crossing extrema order", "common_tracks": [234, 239, 225], "knots0": [0.0, 0.41245421245421243, 0.4857142857142857, 0.8293040293040294, 1.0], "knots1": [0.0, 0.463003663003663, 0.3814407814407814, 0.7760683760683761, 1.0]}, {"frames": [351, 352], "aligned": true, "reason": "aligned", "common_tracks": [234], "knots0": [0.0, 0.463003663003663, 1.0], "knots1": [0.0, 0.4148962148962149, 1.0]}, {"frames": [352, 353], "aligned": true, "reason": "aligned", "common_tracks": [234], "knots0": [0.0, 0.4148962148962149, 1.0], "knots1": [0.0, 0.38290598290598293, 1.0]}, {"frames": [353, 354], "aligned": true, "reason": "aligned", "common_tracks": [234], "knots0": [0.0, 0.38290598290598293, 1.0], "knots1": [0.0, 0.5357753357753358, 1.0]}, {"frames": [354, 355], "aligned": false, "reason": "crossing extrema order", "common_tracks": [240, 234, 241], "knots0": [0.0, 0.24322344322344322, 0.5357753357753358, 0.8131868131868132, 1.0], "knots1": [0.0, 0.4525030525030525, 0.19047619047619047, 0.8173382173382173, 1.0]}, {"frames": [355, 356], "aligned": false, "reason": "large position jump", "common_tracks": [234, 241], "knots0": [0.0, 0.19047619047619047, 0.8173382173382173, 1.0], "knots1": [0.0, 0.44297924297924296, 0.7540903540903541, 1.0]}, {"frames": [356, 357], "aligned": true, "reason": "aligned", "common_tracks": [234, 241], "knots0": [0.0, 0.44297924297924296, 0.7540903540903541, 1.0], "knots1": [0.0, 0.40244200244200246, 0.757997557997558, 1.0]}, {"frames": [357, 358], "aligned": true, "reason": "aligned", "common_tracks": [234], "knots0": [0.0, 0.40244200244200246, 1.0], "knots1": [0.0, 0.40463980463980465, 1.0]}, {"frames": [358, 359], "aligned": true, "reason": "aligned", "common_tracks": [234], "knots0": [0.0, 0.40463980463980465, 1.0], "knots1": [0.0, 0.40634920634920635, 1.0]}, {"frames": [359, 360], "aligned": false, "reason": "large position jump", "common_tracks": [234], "knots0": [0.0, 0.40634920634920635, 1.0], "knots1": [0.0, 0.19462759462759463, 1.0]}, {"frames": [360, 361], "aligned": true, "reason": "aligned", "common_tracks": [234, 248], "knots0": [0.0, 0.19462759462759463, 0.4363858363858364, 1.0], "knots1": [0.0, 0.1557997557997558, 0.3653235653235653, 1.0]}, {"frames": [361, 362], "aligned": false, "reason": "crossing extrema order", "common_tracks": [234, 248], "knots0": [0.0, 0.1557997557997558, 0.3653235653235653, 1.0], "knots1": [0.0, 0.5426129426129426, 0.3533577533577534, 1.0]}, {"frames": [362, 363], "aligned": true, "reason": "aligned", "common_tracks": [248, 234], "knots0": [0.0, 0.3533577533577534, 0.5426129426129426, 1.0], "knots1": [0.0, 0.3609279609279609, 0.45396825396825397, 1.0]}, {"frames": [363, 364], "aligned": false, "reason": "crossing extrema order", "common_tracks": [248, 234, 252], "knots0": [0.0, 0.3609279609279609, 0.45396825396825397, 0.8046398046398047, 1.0], "knots1": [0.0, 0.36996336996337, 0.09474969474969475, 0.8295482295482296, 1.0]}, {"frames": [364, 365], "aligned": false, "reason": "large position jump", "common_tracks": [234, 248, 252], "knots0": [0.0, 0.09474969474969475, 0.36996336996337, 0.8295482295482296, 1.0], "knots1": [0.0, 0.3785103785103785, 0.4788766788766789, 0.841025641025641, 1.0]}], "scope": "Intermediate columns are display reconstruction, not observations or new RG-MTM layout/optimization results. Scientific metrics use original saved frames."}}, "palette": "user-authorized pollution sequence (concentration, not AQI)"}, "ring": {"maps": "/Users/lele/Desktop/MergeTreeMaps/RG-MTM/paper/evidence/oldbase20261023/ring_frozen_maps.npz", "maps_sha256": "29e9ff82b58a932d075bb7fe11937733a699c99b87ed0012ec45fe33d18e3f6c", "landmarks": "/Users/lele/Desktop/MergeTreeMaps/RG-MTM/code/results/public_metrics_20261016/ring_landmarks.npz", "landmarks_sha256": "1b561763f52c6ef1274a15cee82d1015ef2227d3aa69a0ad1b343163ab924ba2", "frames": 40, "display": {"TMTM": {"method": "anchor-aligned piecewise linear display reconstruction", "display_samples_per_frame": 15, "original_frames_exact": true, "original_rows": 196, "no_scalar_overshoot": true, "aligned_intervals": 25, "interval_count": 39, "fallback_intervals": [[15, 16], [16, 17], [17, 18], [19, 20], [20, 21], [22, 23], [23, 24], [24, 25], [29, 30], [30, 31], [34, 35], [36, 37], [37, 38], [38, 39]], "jump_threshold_L": 0.2, "intervals": [{"frames": [0, 1], "aligned": true, "reason": "aligned", "common_tracks": [0], "knots0": [0.0, 0.5025641025641026, 1.0], "knots1": [0.0, 0.5025641025641026, 1.0]}, {"frames": [1, 2], "aligned": true, "reason": "aligned", "common_tracks": [0], "knots0": [0.0, 0.5025641025641026, 1.0], "knots1": [0.0, 0.5025641025641026, 1.0]}, {"frames": [2, 3], "aligned": true, "reason": "aligned", "common_tracks": [0], "knots0": [0.0, 0.5025641025641026, 1.0], "knots1": [0.0, 0.5025641025641026, 1.0]}, {"frames": [3, 4], "aligned": true, "reason": "aligned", "common_tracks": [0], "knots0": [0.0, 0.5025641025641026, 1.0], "knots1": [0.0, 0.5025641025641026, 1.0]}, {"frames": [4, 5], "aligned": true, "reason": "aligned", "common_tracks": [0], "knots0": [0.0, 0.5025641025641026, 1.0], "knots1": [0.0, 0.5025641025641026, 1.0]}, {"frames": [5, 6], "aligned": true, "reason": "aligned", "common_tracks": [0], "knots0": [0.0, 0.5025641025641026, 1.0], "knots1": [0.0, 0.5025641025641026, 1.0]}, {"frames": [6, 7], "aligned": true, "reason": "aligned", "common_tracks": [0], "knots0": [0.0, 0.5025641025641026, 1.0], "knots1": [0.0, 0.5025641025641026, 1.0]}, {"frames": [7, 8], "aligned": true, "reason": "aligned", "common_tracks": [0], "knots0": [0.0, 0.5025641025641026, 1.0], "knots1": [0.0, 0.49230769230769234, 1.0]}, {"frames": [8, 9], "aligned": true, "reason": "aligned", "common_tracks": [0, 1], "knots0": [0.0, 0.49230769230769234, 0.5076923076923077, 1.0], "knots1": [0.0, 0.49230769230769234, 0.5128205128205128, 1.0]}, {"frames": [9, 10], "aligned": true, "reason": "aligned", "common_tracks": [0, 1], "knots0": [0.0, 0.49230769230769234, 0.5128205128205128, 1.0], "knots1": [0.0, 0.48717948717948717, 0.5128205128205128, 1.0]}, {"frames": [10, 11], "aligned": true, "reason": "aligned", "common_tracks": [0, 1], "knots0": [0.0, 0.48717948717948717, 0.5128205128205128, 1.0], "knots1": [0.0, 0.48205128205128206, 0.5128205128205128, 1.0]}, {"frames": [11, 12], "aligned": true, "reason": "aligned", "common_tracks": [2, 1], "knots0": [0.0, 0.49230769230769234, 0.5128205128205128, 1.0], "knots1": [0.0, 0.48717948717948717, 0.5076923076923077, 1.0]}, {"frames": [12, 13], "aligned": true, "reason": "aligned", "common_tracks": [2, 1], "knots0": [0.0, 0.48717948717948717, 0.5076923076923077, 1.0], "knots1": [0.0, 0.48717948717948717, 0.5076923076923077, 1.0]}, {"frames": [13, 14], "aligned": true, "reason": "aligned", "common_tracks": [2, 1], "knots0": [0.0, 0.48717948717948717, 0.5076923076923077, 1.0], "knots1": [0.0, 0.48205128205128206, 0.5128205128205128, 1.0]}, {"frames": [14, 15], "aligned": true, "reason": "aligned", "common_tracks": [2, 3, 1], "knots0": [0.0, 0.48205128205128206, 0.49230769230769234, 0.5128205128205128, 1.0], "knots1": [0.0, 0.47692307692307695, 0.49230769230769234, 0.5128205128205128, 1.0]}, {"frames": [15, 16], "aligned": false, "reason": "crossing extrema order", "common_tracks": [2, 3, 5, 1, 4], "knots0": [0.0, 0.47692307692307695, 0.49230769230769234, 0.5025641025641026, 0.5128205128205128, 0.5230769230769231, 1.0], "knots1": [0.0, 0.47692307692307695, 0.49230769230769234, 0.5282051282051282, 0.5076923076923077, 0.517948717948718, 1.0]}, {"frames": [16, 17], "aligned": false, "reason": "crossing extrema order", "common_tracks": [2, 3, 1, 4], "knots0": [0.0, 0.47692307692307695, 0.49230769230769234, 0.5076923076923077, 0.517948717948718, 1.0], "knots1": [0.0, 0.48205128205128206, 0.4666666666666667, 0.5025641025641026, 0.5230769230769231, 1.0]}, {"frames": [17, 18], "aligned": false, "reason": "crossing extrema order", "common_tracks": [3, 2, 4], "knots0": [0.0, 0.4666666666666667, 0.48205128205128206, 0.5230769230769231, 1.0], "knots1": [0.0, 0.5076923076923077, 0.48205128205128206, 0.5230769230769231, 1.0]}, {"frames": [18, 19], "aligned": true, "reason": "aligned", "common_tracks": [6, 2, 4], "knots0": [0.0, 0.46153846153846156, 0.48205128205128206, 0.5230769230769231, 1.0], "knots1": [0.0, 0.4666666666666667, 0.47692307692307695, 0.5076923076923077, 1.0]}, {"frames": [19, 20], "aligned": false, "reason": "crossing extrema order", "common_tracks": [6, 2, 8, 4, 7], "knots0": [0.0, 0.4666666666666667, 0.47692307692307695, 0.49230769230769234, 0.5076923076923077, 0.5282051282051282, 1.0], "knots1": [0.0, 0.4717948717948718, 0.48717948717948717, 0.46153846153846156, 0.5025641025641026, 0.5282051282051282, 1.0]}, {"frames": [20, 21], "aligned": false, "reason": "crossing extrema order", "common_tracks": [8, 2, 4, 9, 7], "knots0": [0.0, 0.46153846153846156, 0.48717948717948717, 0.5025641025641026, 0.517948717948718, 0.5282051282051282, 1.0], "knots1": [0.0, 0.4666666666666667, 0.48717948717948717, 0.5076923076923077, 0.5384615384615384, 0.517948717948718, 1.0]}, {"frames": [21, 22], "aligned": true, "reason": "aligned", "common_tracks": [8, 2, 4, 7, 9], "knots0": [0.0, 0.4666666666666667, 0.48717948717948717, 0.5076923076923077, 0.517948717948718, 0.5384615384615384, 1.0], "knots1": [0.0, 0.4666666666666667, 0.49743589743589745, 0.5076923076923077, 0.5230769230769231, 0.5384615384615384, 1.0]}, {"frames": [22, 23], "aligned": false, "reason": "crossing extrema order", "common_tracks": [8, 10, 2, 4, 7, 9], "knots0": [0.0, 0.4666666666666667, 0.47692307692307695, 0.49743589743589745, 0.5076923076923077, 0.5230769230769231, 0.5384615384615384, 1.0], "knots1": [0.0, 0.4717948717948718, 0.48205128205128206, 0.5025641025641026, 0.5128205128205128, 0.5282051282051282, 0.4564102564102564, 1.0]}, {"frames": [23, 24], "aligned": false, "reason": "crossing extrema order", "common_tracks": [9, 8, 10, 4, 7, 11], "knots0": [0.0, 0.4564102564102564, 0.4717948717948718, 0.48205128205128206, 0.5128205128205128, 0.5282051282051282, 0.5384615384615384, 1.0], "knots1": [0.0, 0.46153846153846156, 0.48205128205128206, 0.4717948717948718, 0.5230769230769231, 0.5076923076923077, 0.5333333333333333, 1.0]}, {"frames": [24, 25], "aligned": false, "reason": "crossing extrema order", "common_tracks": [9, 8, 7, 4, 11], "knots0": [0.0, 0.46153846153846156, 0.48205128205128206, 0.5076923076923077, 0.5230769230769231, 0.5333333333333333, 1.0], "knots1": [0.0, 0.48717948717948717, 0.4666666666666667, 0.5384615384615384, 0.5025641025641026, 0.517948717948718, 1.0]}, {"frames": [25, 26], "aligned": true, "reason": "aligned", "common_tracks": [8, 9, 4, 11, 7], "knots0": [0.0, 0.4666666666666667, 0.48717948717948717, 0.5025641025641026, 0.517948717948718, 0.5384615384615384, 1.0], "knots1": [0.0, 0.4564102564102564, 0.48205128205128206, 0.5025641025641026, 0.517948717948718, 0.5384615384615384, 1.0]}, {"frames": [26, 27], "aligned": true, "reason": "aligned", "common_tracks": [8, 12, 9, 4, 11, 7], "knots0": [0.0, 0.4564102564102564, 0.4666666666666667, 0.48205128205128206, 0.5025641025641026, 0.517948717948718, 0.5384615384615384, 1.0], "knots1": [0.0, 0.4564102564102564, 0.4666666666666667, 0.48205128205128206, 0.5025641025641026, 0.517948717948718, 0.5435897435897435, 1.0]}, {"frames": [27, 28], "aligned": true, "reason": "aligned", "common_tracks": [8, 9, 4, 11, 7], "knots0": [0.0, 0.4564102564102564, 0.48205128205128206, 0.5025641025641026, 0.517948717948718, 0.5435897435897435, 1.0], "knots1": [0.0, 0.4666666666666667, 0.48717948717948717, 0.5025641025641026, 0.517948717948718, 0.5538461538461539, 1.0]}, {"frames": [28, 29], "aligned": true, "reason": "aligned", "common_tracks": [8, 9, 4, 11, 7], "knots0": [0.0, 0.4666666666666667, 0.48717948717948717, 0.5025641025641026, 0.517948717948718, 0.5538461538461539, 1.0], "knots1": [0.0, 0.4666666666666667, 0.48717948717948717, 0.5025641025641026, 0.517948717948718, 0.558974358974359, 1.0]}, {"frames": [29, 30], "aligned": false, "reason": "crossing extrema order", "common_tracks": [8, 9, 4, 11, 7], "knots0": [0.0, 0.4666666666666667, 0.48717948717948717, 0.5025641025641026, 0.517948717948718, 0.558974358974359, 1.0], "knots1": [0.0, 0.46153846153846156, 0.5230769230769231, 0.49230769230769234, 0.5128205128205128, 0.5692307692307692, 1.0]}, {"frames": [30, 31], "aligned": false, "reason": "crossing extrema order", "common_tracks": [8, 13, 4, 11, 7], "knots0": [0.0, 0.46153846153846156, 0.4717948717948718, 0.49230769230769234, 0.5128205128205128, 0.5692307692307692, 1.0], "knots1": [0.0, 0.46153846153846156, 0.4717948717948718, 0.5076923076923077, 0.48717948717948717, 0.5794871794871795, 1.0]}, {"frames": [31, 32], "aligned": true, "reason": "aligned", "common_tracks": [8, 13, 11, 4, 14, 7], "knots0": [0.0, 0.46153846153846156, 0.4717948717948718, 0.48717948717948717, 0.5076923076923077, 0.5230769230769231, 0.5794871794871795, 1.0], "knots1": [0.0, 0.4564102564102564, 0.4717948717948718, 0.49230769230769234, 0.5076923076923077, 0.517948717948718, 0.5846153846153846, 1.0]}, {"frames": [32, 33], "aligned": true, "reason": "aligned", "common_tracks": [8, 13, 11, 4, 14, 7], "knots0": [0.0, 0.4564102564102564, 0.4717948717948718, 0.49230769230769234, 0.5076923076923077, 0.517948717948718, 0.5846153846153846, 1.0], "knots1": [0.0, 0.4564102564102564, 0.4717948717948718, 0.49743589743589745, 0.5076923076923077, 0.5230769230769231, 0.5948717948717949, 1.0]}, {"frames": [33, 34], "aligned": true, "reason": "aligned", "common_tracks": [8, 13, 11, 4, 14, 7], "knots0": [0.0, 0.4564102564102564, 0.4717948717948718, 0.49743589743589745, 0.5076923076923077, 0.5230769230769231, 0.5948717948717949, 1.0], "knots1": [0.0, 0.46153846153846156, 0.47692307692307695, 0.49230769230769234, 0.5076923076923077, 0.5230769230769231, 0.6051282051282051, 1.0]}, {"frames": [34, 35], "aligned": false, "reason": "crossing extrema order", "common_tracks": [15, 8, 13, 11, 14, 7], "knots0": [0.0, 0.4512820512820513, 0.46153846153846156, 0.47692307692307695, 0.49230769230769234, 0.5230769230769231, 0.6051282051282051, 1.0], "knots1": [0.0, 0.4666666666666667, 0.4564102564102564, 0.48205128205128206, 0.49230769230769234, 0.517948717948718, 0.6153846153846154, 1.0]}, {"frames": [35, 36], "aligned": true, "reason": "aligned", "common_tracks": [15, 13, 11, 14, 7], "knots0": [0.0, 0.4666666666666667, 0.48205128205128206, 0.49230769230769234, 0.517948717948718, 0.6153846153846154, 1.0], "knots1": [0.0, 0.46153846153846156, 0.48205128205128206, 0.49230769230769234, 0.5025641025641026, 0.6153846153846154, 1.0]}, {"frames": [36, 37], "aligned": false, "reason": "crossing extrema order", "common_tracks": [15, 13, 14, 16, 7], "knots0": [0.0, 0.46153846153846156, 0.48205128205128206, 0.5025641025641026, 0.517948717948718, 0.6153846153846154, 1.0], "knots1": [0.0, 0.47692307692307695, 0.5384615384615384, 0.5025641025641026, 0.517948717948718, 0.3641025641025641, 1.0]}, {"frames": [37, 38], "aligned": false, "reason": "crossing extrema order", "common_tracks": [7, 15, 14, 16, 13], "knots0": [0.0, 0.3641025641025641, 0.47692307692307695, 0.5025641025641026, 0.517948717948718, 0.5384615384615384, 1.0], "knots1": [0.0, 0.35384615384615387, 0.47692307692307695, 0.5333333333333333, 0.5128205128205128, 0.5025641025641026, 1.0]}, {"frames": [38, 39], "aligned": false, "reason": "crossing extrema order", "common_tracks": [7, 15, 17, 13, 16, 14], "knots0": [0.0, 0.35384615384615387, 0.47692307692307695, 0.48717948717948717, 0.5025641025641026, 0.5128205128205128, 0.5333333333333333, 1.0], "knots1": [0.0, 0.3435897435897436, 0.4717948717948718, 0.48717948717948717, 0.46153846153846156, 0.5076923076923077, 0.5333333333333333, 1.0]}], "scope": "Intermediate columns are display reconstruction, not observations or new RG-MTM layout/optimization results. Scientific metrics use original saved frames."}, "ST-MTM": {"method": "anchor-aligned piecewise linear display reconstruction", "display_samples_per_frame": 15, "original_frames_exact": true, "original_rows": 196, "no_scalar_overshoot": true, "aligned_intervals": 35, "interval_count": 39, "fallback_intervals": [[16, 17], [17, 18], [18, 19], [21, 22]], "jump_threshold_L": 0.2, "intervals": [{"frames": [0, 1], "aligned": true, "reason": "aligned", "common_tracks": [0], "knots0": [0.0, 0.4, 1.0], "knots1": [0.0, 0.4, 1.0]}, {"frames": [1, 2], "aligned": true, "reason": "aligned", "common_tracks": [0], "knots0": [0.0, 0.4, 1.0], "knots1": [0.0, 0.4, 1.0]}, {"frames": [2, 3], "aligned": true, "reason": "aligned", "common_tracks": [0], "knots0": [0.0, 0.4, 1.0], "knots1": [0.0, 0.4, 1.0]}, {"frames": [3, 4], "aligned": true, "reason": "aligned", "common_tracks": [0], "knots0": [0.0, 0.4, 1.0], "knots1": [0.0, 0.4, 1.0]}, {"frames": [4, 5], "aligned": true, "reason": "aligned", "common_tracks": [0], "knots0": [0.0, 0.4, 1.0], "knots1": [0.0, 0.4, 1.0]}, {"frames": [5, 6], "aligned": true, "reason": "aligned", "common_tracks": [0], "knots0": [0.0, 0.4, 1.0], "knots1": [0.0, 0.4, 1.0]}, {"frames": [6, 7], "aligned": true, "reason": "aligned", "common_tracks": [0], "knots0": [0.0, 0.4, 1.0], "knots1": [0.0, 0.4, 1.0]}, {"frames": [7, 8], "aligned": true, "reason": "aligned", "common_tracks": [0], "knots0": [0.0, 0.4, 1.0], "knots1": [0.0, 0.4, 1.0]}, {"frames": [8, 9], "aligned": true, "reason": "aligned", "common_tracks": [0, 1], "knots0": [0.0, 0.4, 0.49743589743589745, 1.0], "knots1": [0.0, 0.40512820512820513, 0.49230769230769234, 1.0]}, {"frames": [9, 10], "aligned": true, "reason": "aligned", "common_tracks": [0, 1], "knots0": [0.0, 0.40512820512820513, 0.49230769230769234, 1.0], "knots1": [0.0, 0.40512820512820513, 0.49743589743589745, 1.0]}, {"frames": [10, 11], "aligned": true, "reason": "aligned", "common_tracks": [0, 1], "knots0": [0.0, 0.40512820512820513, 0.49743589743589745, 1.0], "knots1": [0.0, 0.4153846153846154, 0.48205128205128206, 1.0]}, {"frames": [11, 12], "aligned": true, "reason": "aligned", "common_tracks": [2, 1], "knots0": [0.0, 0.3435897435897436, 0.48205128205128206, 1.0], "knots1": [0.0, 0.3487179487179487, 0.47692307692307695, 1.0]}, {"frames": [12, 13], "aligned": true, "reason": "aligned", "common_tracks": [2, 1], "knots0": [0.0, 0.3487179487179487, 0.47692307692307695, 1.0], "knots1": [0.0, 0.3487179487179487, 0.47692307692307695, 1.0]}, {"frames": [13, 14], "aligned": true, "reason": "aligned", "common_tracks": [2, 1], "knots0": [0.0, 0.3487179487179487, 0.47692307692307695, 1.0], "knots1": [0.0, 0.3333333333333333, 0.49230769230769234, 1.0]}, {"frames": [14, 15], "aligned": true, "reason": "aligned", "common_tracks": [2, 3, 1], "knots0": [0.0, 0.3333333333333333, 0.38974358974358975, 0.49230769230769234, 1.0], "knots1": [0.0, 0.3128205128205128, 0.37948717948717947, 0.5282051282051282, 1.0]}, {"frames": [15, 16], "aligned": true, "reason": "aligned", "common_tracks": [2, 3, 5, 4, 1], "knots0": [0.0, 0.3128205128205128, 0.37948717948717947, 0.4153846153846154, 0.48717948717948717, 0.5282051282051282, 1.0], "knots1": [0.0, 0.3076923076923077, 0.37435897435897436, 0.4153846153846154, 0.48717948717948717, 0.5333333333333333, 1.0]}, {"frames": [16, 17], "aligned": false, "reason": "crossing extrema order", "common_tracks": [2, 3, 4, 1], "knots0": [0.0, 0.3076923076923077, 0.37435897435897436, 0.48717948717948717, 0.5333333333333333, 1.0], "knots1": [0.0, 0.36923076923076925, 0.3333333333333333, 0.517948717948718, 0.48717948717948717, 1.0]}, {"frames": [17, 18], "aligned": false, "reason": "crossing extrema order", "common_tracks": [3, 2, 4], "knots0": [0.0, 0.3333333333333333, 0.36923076923076925, 0.517948717948718, 1.0], "knots1": [0.0, 0.4, 0.30256410256410254, 0.5128205128205128, 1.0]}, {"frames": [18, 19], "aligned": false, "reason": "crossing extrema order", "common_tracks": [2, 6, 4], "knots0": [0.0, 0.30256410256410254, 0.37435897435897436, 0.5128205128205128, 1.0], "knots1": [0.0, 0.37435897435897436, 0.28205128205128205, 0.5384615384615384, 1.0]}, {"frames": [19, 20], "aligned": true, "reason": "aligned", "common_tracks": [6, 8, 2, 7, 4], "knots0": [0.0, 0.28205128205128205, 0.3076923076923077, 0.37435897435897436, 0.4717948717948718, 0.5384615384615384, 1.0], "knots1": [0.0, 0.28205128205128205, 0.3128205128205128, 0.38461538461538464, 0.46153846153846156, 0.5333333333333333, 1.0]}, {"frames": [20, 21], "aligned": true, "reason": "aligned", "common_tracks": [8, 2, 7, 4, 9], "knots0": [0.0, 0.3128205128205128, 0.38461538461538464, 0.46153846153846156, 0.5333333333333333, 0.5743589743589743, 1.0], "knots1": [0.0, 0.30256410256410254, 0.38461538461538464, 0.4512820512820513, 0.5333333333333333, 0.5948717948717949, 1.0]}, {"frames": [21, 22], "aligned": false, "reason": "crossing extrema order", "common_tracks": [8, 2, 7, 4, 9], "knots0": [0.0, 0.30256410256410254, 0.38461538461538464, 0.4512820512820513, 0.5333333333333333, 0.5948717948717949, 1.0], "knots1": [0.0, 0.5897435897435898, 0.3333333333333333, 0.3641025641025641, 0.441025641025641, 0.558974358974359, 1.0]}, {"frames": [22, 23], "aligned": true, "reason": "aligned", "common_tracks": [2, 7, 4, 9, 10, 8], "knots0": [0.0, 0.3333333333333333, 0.3641025641025641, 0.441025641025641, 0.558974358974359, 0.5794871794871795, 0.5897435897435898, 1.0], "knots1": [0.0, 0.3128205128205128, 0.3333333333333333, 0.4153846153846154, 0.5538461538461539, 0.5948717948717949, 0.6358974358974359, 1.0]}, {"frames": [23, 24], "aligned": true, "reason": "aligned", "common_tracks": [7, 4, 11, 9, 10, 8], "knots0": [0.0, 0.3333333333333333, 0.4153846153846154, 0.5128205128205128, 0.5538461538461539, 0.5948717948717949, 0.6358974358974359, 1.0], "knots1": [0.0, 0.31794871794871793, 0.38974358974358975, 0.49743589743589745, 0.558974358974359, 0.6102564102564103, 0.676923076923077, 1.0]}, {"frames": [24, 25], "aligned": true, "reason": "aligned", "common_tracks": [7, 4, 11, 9, 8], "knots0": [0.0, 0.31794871794871793, 0.38974358974358975, 0.49743589743589745, 0.558974358974359, 0.676923076923077, 1.0], "knots1": [0.0, 0.30256410256410254, 0.38461538461538464, 0.49230769230769234, 0.5794871794871795, 0.6717948717948717, 1.0]}, {"frames": [25, 26], "aligned": true, "reason": "aligned", "common_tracks": [7, 4, 11, 9, 8], "knots0": [0.0, 0.30256410256410254, 0.38461538461538464, 0.49230769230769234, 0.5794871794871795, 0.6717948717948717, 1.0], "knots1": [0.0, 0.30256410256410254, 0.37435897435897436, 0.48717948717948717, 0.5794871794871795, 0.6923076923076923, 1.0]}, {"frames": [26, 27], "aligned": true, "reason": "aligned", "common_tracks": [7, 4, 11, 9, 12, 8], "knots0": [0.0, 0.30256410256410254, 0.37435897435897436, 0.48717948717948717, 0.5794871794871795, 0.6461538461538462, 0.6923076923076923, 1.0], "knots1": [0.0, 0.30256410256410254, 0.37435897435897436, 0.48717948717948717, 0.5743589743589743, 0.6512820512820513, 0.7025641025641025, 1.0]}, {"frames": [27, 28], "aligned": true, "reason": "aligned", "common_tracks": [7, 4, 11, 9, 8], "knots0": [0.0, 0.30256410256410254, 0.37435897435897436, 0.48717948717948717, 0.5743589743589743, 0.7025641025641025, 1.0], "knots1": [0.0, 0.27692307692307694, 0.39487179487179486, 0.5128205128205128, 0.5743589743589743, 0.676923076923077, 1.0]}, {"frames": [28, 29], "aligned": true, "reason": "aligned", "common_tracks": [7, 4, 11, 9, 8], "knots0": [0.0, 0.27692307692307694, 0.39487179487179486, 0.5128205128205128, 0.5743589743589743, 0.676923076923077, 1.0], "knots1": [0.0, 0.2717948717948718, 0.4, 0.517948717948718, 0.5743589743589743, 0.6717948717948717, 1.0]}, {"frames": [29, 30], "aligned": true, "reason": "aligned", "common_tracks": [7, 4, 11, 9, 8], "knots0": [0.0, 0.2717948717948718, 0.4, 0.517948717948718, 0.5743589743589743, 0.6717948717948717, 1.0], "knots1": [0.0, 0.2717948717948718, 0.38974358974358975, 0.517948717948718, 0.5692307692307692, 0.6871794871794872, 1.0]}, {"frames": [30, 31], "aligned": true, "reason": "aligned", "common_tracks": [7, 4, 11, 13, 8], "knots0": [0.0, 0.2717948717948718, 0.38974358974358975, 0.517948717948718, 0.6256410256410256, 0.6871794871794872, 1.0], "knots1": [0.0, 0.2564102564102564, 0.37435897435897436, 0.5333333333333333, 0.6307692307692307, 0.6974358974358974, 1.0]}, {"frames": [31, 32], "aligned": true, "reason": "aligned", "common_tracks": [7, 4, 14, 11, 13, 8], "knots0": [0.0, 0.2564102564102564, 0.37435897435897436, 0.4717948717948718, 0.5333333333333333, 0.6307692307692307, 0.6974358974358974, 1.0], "knots1": [0.0, 0.2512820512820513, 0.3641025641025641, 0.46153846153846156, 0.5435897435897435, 0.6256410256410256, 0.717948717948718, 1.0]}, {"frames": [32, 33], "aligned": true, "reason": "aligned", "common_tracks": [7, 4, 14, 11, 13, 8], "knots0": [0.0, 0.2512820512820513, 0.3641025641025641, 0.46153846153846156, 0.5435897435897435, 0.6256410256410256, 0.717948717948718, 1.0], "knots1": [0.0, 0.24615384615384617, 0.35384615384615387, 0.4666666666666667, 0.5538461538461539, 0.6205128205128205, 0.717948717948718, 1.0]}, {"frames": [33, 34], "aligned": true, "reason": "aligned", "common_tracks": [7, 4, 14, 11, 13, 8], "knots0": [0.0, 0.24615384615384617, 0.35384615384615387, 0.4666666666666667, 0.5538461538461539, 0.6205128205128205, 0.717948717948718, 1.0], "knots1": [0.0, 0.2564102564102564, 0.3435897435897436, 0.46153846153846156, 0.5487179487179488, 0.6153846153846154, 0.7384615384615385, 1.0]}, {"frames": [34, 35], "aligned": true, "reason": "aligned", "common_tracks": [7, 14, 11, 13, 15, 8], "knots0": [0.0, 0.2564102564102564, 0.46153846153846156, 0.5487179487179488, 0.6153846153846154, 0.6871794871794872, 0.7384615384615385, 1.0], "knots1": [0.0, 0.27692307692307694, 0.4307692307692308, 0.5487179487179488, 0.6051282051282051, 0.6871794871794872, 0.7487179487179487, 1.0]}, {"frames": [35, 36], "aligned": true, "reason": "aligned", "common_tracks": [7, 14, 11, 13, 15], "knots0": [0.0, 0.27692307692307694, 0.4307692307692308, 0.5487179487179488, 0.6051282051282051, 0.6871794871794872, 1.0], "knots1": [0.0, 0.24615384615384617, 0.4153846153846154, 0.558974358974359, 0.6153846153846154, 0.717948717948718, 1.0]}, {"frames": [36, 37], "aligned": true, "reason": "aligned", "common_tracks": [7, 14, 16, 13, 15], "knots0": [0.0, 0.24615384615384617, 0.4153846153846154, 0.5076923076923077, 0.6153846153846154, 0.717948717948718, 1.0], "knots1": [0.0, 0.24102564102564103, 0.4153846153846154, 0.5128205128205128, 0.6102564102564103, 0.7230769230769231, 1.0]}, {"frames": [37, 38], "aligned": true, "reason": "aligned", "common_tracks": [7, 14, 16, 13, 15], "knots0": [0.0, 0.24102564102564103, 0.4153846153846154, 0.5128205128205128, 0.6102564102564103, 0.7230769230769231, 1.0], "knots1": [0.0, 0.24615384615384617, 0.39487179487179486, 0.5230769230769231, 0.6, 0.7435897435897436, 1.0]}, {"frames": [38, 39], "aligned": true, "reason": "aligned", "common_tracks": [7, 14, 16, 13, 17, 15], "knots0": [0.0, 0.24615384615384617, 0.39487179487179486, 0.5230769230769231, 0.6, 0.6820512820512821, 0.7435897435897436, 1.0], "knots1": [0.0, 0.23076923076923078, 0.36923076923076925, 0.5282051282051282, 0.6, 0.6871794871794872, 0.7692307692307693, 1.0]}], "scope": "Intermediate columns are display reconstruction, not observations or new RG-MTM layout/optimization results. Scientific metrics use original saved frames."}, "A": {"method": "anchor-aligned piecewise linear display reconstruction", "display_samples_per_frame": 15, "original_frames_exact": true, "original_rows": 784, "no_scalar_overshoot": true, "aligned_intervals": 22, "interval_count": 39, "fallback_intervals": [[11, 12], [16, 17], [17, 18], [18, 19], [19, 20], [21, 22], [22, 23], [23, 24], [24, 25], [26, 27], [27, 28], [30, 31], [31, 32], [33, 34], [34, 35], [35, 36], [37, 38]], "jump_threshold_L": 0.2, "intervals": [{"frames": [0, 1], "aligned": true, "reason": "aligned", "common_tracks": [0], "knots0": [0.0, 0.8020434227330779, 1.0], "knots1": [0.0, 0.8020434227330779, 1.0]}, {"frames": [1, 2], "aligned": true, "reason": "aligned", "common_tracks": [0], "knots0": [0.0, 0.8020434227330779, 1.0], "knots1": [0.0, 0.8020434227330779, 1.0]}, {"frames": [2, 3], "aligned": true, "reason": "aligned", "common_tracks": [0], "knots0": [0.0, 0.8020434227330779, 1.0], "knots1": [0.0, 0.8020434227330779, 1.0]}, {"frames": [3, 4], "aligned": true, "reason": "aligned", "common_tracks": [0], "knots0": [0.0, 0.8020434227330779, 1.0], "knots1": [0.0, 0.8020434227330779, 1.0]}, {"frames": [4, 5], "aligned": true, "reason": "aligned", "common_tracks": [0], "knots0": [0.0, 0.8020434227330779, 1.0], "knots1": [0.0, 0.8441890166028098, 1.0]}, {"frames": [5, 6], "aligned": true, "reason": "aligned", "common_tracks": [0], "knots0": [0.0, 0.8441890166028098, 1.0], "knots1": [0.0, 0.8441890166028098, 1.0]}, {"frames": [6, 7], "aligned": true, "reason": "aligned", "common_tracks": [0], "knots0": [0.0, 0.8441890166028098, 1.0], "knots1": [0.0, 0.8352490421455939, 1.0]}, {"frames": [7, 8], "aligned": true, "reason": "aligned", "common_tracks": [0], "knots0": [0.0, 0.8352490421455939, 1.0], "knots1": [0.0, 0.8454661558109834, 1.0]}, {"frames": [8, 9], "aligned": true, "reason": "aligned", "common_tracks": [1, 0], "knots0": [0.0, 0.7611749680715197, 0.8454661558109834, 1.0], "knots1": [0.0, 0.7739463601532567, 0.876117496807152, 1.0]}, {"frames": [9, 10], "aligned": true, "reason": "aligned", "common_tracks": [1, 0], "knots0": [0.0, 0.7739463601532567, 0.876117496807152, 1.0], "knots1": [0.0, 0.7713920817369093, 0.8786717752234994, 1.0]}, {"frames": [10, 11], "aligned": true, "reason": "aligned", "common_tracks": [1, 0], "knots0": [0.0, 0.7713920817369093, 0.8786717752234994, 1.0], "knots1": [0.0, 0.7828863346104725, 0.8837803320561941, 1.0]}, {"frames": [11, 12], "aligned": false, "reason": "crossing extrema order", "common_tracks": [1, 2], "knots0": [0.0, 0.7828863346104725, 0.7905491698595147, 1.0], "knots1": [0.0, 0.8876117496807152, 0.7624521072796935, 1.0]}, {"frames": [12, 13], "aligned": true, "reason": "aligned", "common_tracks": [2, 1], "knots0": [0.0, 0.7624521072796935, 0.8876117496807152, 1.0], "knots1": [0.0, 0.756066411238825, 0.8939974457215837, 1.0]}, {"frames": [13, 14], "aligned": true, "reason": "aligned", "common_tracks": [2, 1], "knots0": [0.0, 0.756066411238825, 0.8939974457215837, 1.0], "knots1": [0.0, 0.7943805874840357, 0.9233716475095786, 1.0]}, {"frames": [14, 15], "aligned": true, "reason": "aligned", "common_tracks": [3, 2, 1], "knots0": [0.0, 0.7266922094508301, 0.7943805874840357, 0.9233716475095786, 1.0], "knots1": [0.0, 0.7139208173690932, 0.7650063856960408, 0.9259259259259259, 1.0]}, {"frames": [15, 16], "aligned": true, "reason": "aligned", "common_tracks": [3, 2, 5, 4, 1], "knots0": [0.0, 0.7139208173690932, 0.7650063856960408, 0.7726692209450831, 0.8646232439335888, 0.9259259259259259, 1.0], "knots1": [0.0, 0.7177522349936143, 0.7931034482758621, 0.8007662835249042, 0.8697318007662835, 0.9310344827586207, 1.0]}, {"frames": [16, 17], "aligned": false, "reason": "crossing extrema order", "common_tracks": [3, 2, 4, 1], "knots0": [0.0, 0.7177522349936143, 0.7931034482758621, 0.8697318007662835, 0.9310344827586207, 1.0], "knots1": [0.0, 0.7177522349936143, 0.9067688378033205, 0.7432950191570882, 0.9284802043422733, 1.0]}, {"frames": [17, 18], "aligned": false, "reason": "crossing extrema order", "common_tracks": [3, 4, 2], "knots0": [0.0, 0.7177522349936143, 0.7432950191570882, 0.9067688378033205, 1.0], "knots1": [0.0, 0.7318007662835249, 0.7126436781609196, 0.9118773946360154, 1.0]}, {"frames": [18, 19], "aligned": false, "reason": "crossing extrema order", "common_tracks": [4, 6, 2], "knots0": [0.0, 0.7126436781609196, 0.7407407407407407, 0.9118773946360154, 1.0], "knots1": [0.0, 0.8773946360153256, 0.7088122605363985, 0.8697318007662835, 1.0]}, {"frames": [19, 20], "aligned": false, "reason": "crossing extrema order", "common_tracks": [6, 8, 2, 4, 7], "knots0": [0.0, 0.7088122605363985, 0.7969348659003831, 0.8697318007662835, 0.8773946360153256, 0.9604086845466155, 1.0], "knots1": [0.0, 0.8301404853128991, 0.8646232439335888, 0.9591315453384419, 0.789272030651341, 0.8250319284802043, 1.0]}, {"frames": [20, 21], "aligned": true, "reason": "aligned", "common_tracks": [9, 4, 7, 8, 2], "knots0": [0.0, 0.6794380587484036, 0.789272030651341, 0.8250319284802043, 0.8646232439335888, 0.9591315453384419, 1.0], "knots1": [0.0, 0.6781609195402298, 0.7854406130268199, 0.8288633461047255, 0.8365261813537676, 0.9642401021711366, 1.0]}, {"frames": [21, 22], "aligned": false, "reason": "crossing extrema order", "common_tracks": [9, 4, 7, 8, 2], "knots0": [0.0, 0.6781609195402298, 0.7854406130268199, 0.8288633461047255, 0.8365261813537676, 0.9642401021711366, 1.0], "knots1": [0.0, 0.7215836526181354, 0.8365261813537676, 0.9553001277139208, 0.7164750957854407, 0.966794380587484, 1.0]}, {"frames": [22, 23], "aligned": false, "reason": "crossing extrema order", "common_tracks": [10, 8, 9, 4, 7, 2], "knots0": [0.0, 0.669220945083014, 0.7164750957854407, 0.7215836526181354, 0.8365261813537676, 0.9553001277139208, 0.966794380587484, 1.0], "knots1": [0.0, 0.6819923371647509, 0.7266922094508301, 0.6768837803320562, 0.8952745849297573, 0.9680715197956578, 0.9731800766283525, 1.0]}, {"frames": [23, 24], "aligned": false, "reason": "crossing extrema order", "common_tracks": [9, 10, 8, 11, 4, 7], "knots0": [0.0, 0.6768837803320562, 0.6819923371647509, 0.7266922094508301, 0.7330779054916986, 0.8952745849297573, 0.9680715197956578, 1.0], "knots1": [0.0, 0.6819923371647509, 0.6641123882503193, 0.7432950191570882, 0.7496807151979565, 0.9080459770114943, 0.9782886334610472, 1.0]}, {"frames": [24, 25], "aligned": false, "reason": "crossing extrema order", "common_tracks": [9, 8, 11, 4, 7], "knots0": [0.0, 0.6819923371647509, 0.7432950191570882, 0.7496807151979565, 0.9080459770114943, 0.9782886334610472, 1.0], "knots1": [0.0, 0.7139208173690932, 0.7062579821200511, 0.7420178799489144, 0.909323116219668, 0.9987228607918263, 1.0]}, {"frames": [25, 26], "aligned": true, "reason": "aligned", "common_tracks": [8, 9, 11, 4, 7], "knots0": [0.0, 0.7062579821200511, 0.7139208173690932, 0.7420178799489144, 0.909323116219668, 0.9987228607918263, 1.0], "knots1": [0.0, 0.7062579821200511, 0.7126436781609196, 0.7432950191570882, 0.8914431673052363, 0.9987228607918263, 1.0]}, {"frames": [26, 27], "aligned": false, "reason": "crossing extrema order", "common_tracks": [12, 8, 9, 11, 4, 7], "knots0": [0.0, 0.644955300127714, 0.7062579821200511, 0.7126436781609196, 0.7432950191570882, 0.8914431673052363, 0.9987228607918263, 1.0], "knots1": [0.0, 0.6590038314176245, 0.7535121328224776, 0.6398467432950191, 0.7713920817369093, 0.8939974457215837, 0.9987228607918263, 1.0]}, {"frames": [27, 28], "aligned": false, "reason": "crossing extrema order", "common_tracks": [9, 8, 11, 4, 7], "knots0": [0.0, 0.6398467432950191, 0.7535121328224776, 0.7713920817369093, 0.8939974457215837, 0.9987228607918263, 1.0], "knots1": [0.0, 0.6590038314176245, 0.6500638569604087, 0.6832694763729247, 0.8671775223499362, 0.9987228607918263, 1.0]}, {"frames": [28, 29], "aligned": true, "reason": "aligned", "common_tracks": [8, 9, 11, 4, 7], "knots0": [0.0, 0.6500638569604087, 0.6590038314176245, 0.6832694763729247, 0.8671775223499362, 0.9987228607918263, 1.0], "knots1": [0.0, 0.6500638569604087, 0.6577266922094508, 0.6832694763729247, 0.8109833971902938, 0.9987228607918263, 1.0]}, {"frames": [29, 30], "aligned": true, "reason": "aligned", "common_tracks": [8, 9, 11, 4, 7], "knots0": [0.0, 0.6500638569604087, 0.6577266922094508, 0.6832694763729247, 0.8109833971902938, 0.9987228607918263, 1.0], "knots1": [0.0, 0.669220945083014, 0.6743295019157088, 0.6883780332056194, 0.8212005108556832, 0.9987228607918263, 1.0]}, {"frames": [30, 31], "aligned": false, "reason": "crossing extrema order", "common_tracks": [13, 8, 11, 4, 7], "knots0": [0.0, 0.6181353767560664, 0.669220945083014, 0.6883780332056194, 0.8212005108556832, 0.9987228607918263, 1.0], "knots1": [0.0, 0.6206896551724138, 0.6768837803320562, 0.6002554278416348, 0.8186462324393359, 0.9987228607918263, 1.0]}, {"frames": [31, 32], "aligned": false, "reason": "crossing extrema order", "common_tracks": [11, 13, 8, 14, 4, 7], "knots0": [0.0, 0.6002554278416348, 0.6206896551724138, 0.6768837803320562, 0.698595146871009, 0.8186462324393359, 0.9987228607918263, 1.0], "knots1": [0.0, 0.6743295019157088, 0.6079182630906769, 0.6679438058748404, 0.7126436781609196, 0.8569604086845466, 0.9987228607918263, 1.0]}, {"frames": [32, 33], "aligned": true, "reason": "aligned", "common_tracks": [13, 8, 11, 14, 4, 7], "knots0": [0.0, 0.6079182630906769, 0.6679438058748404, 0.6743295019157088, 0.7126436781609196, 0.8569604086845466, 0.9987228607918263, 1.0], "knots1": [0.0, 0.5849297573435505, 0.6679438058748404, 0.6743295019157088, 0.7075351213282248, 0.8582375478927203, 0.9987228607918263, 1.0]}, {"frames": [33, 34], "aligned": false, "reason": "crossing extrema order", "common_tracks": [13, 8, 11, 14, 4, 7], "knots0": [0.0, 0.5849297573435505, 0.6679438058748404, 0.6743295019157088, 0.7075351213282248, 0.8582375478927203, 0.9987228607918263, 1.0], "knots1": [0.0, 0.5951468710089399, 0.7062579821200511, 0.5900383141762452, 0.7139208173690932, 0.8633461047254151, 0.9987228607918263, 1.0]}, {"frames": [34, 35], "aligned": false, "reason": "crossing extrema order", "common_tracks": [11, 13, 15, 8, 14, 7], "knots0": [0.0, 0.5900383141762452, 0.5951468710089399, 0.6181353767560664, 0.7062579821200511, 0.7139208173690932, 0.9987228607918263, 1.0], "knots1": [0.0, 0.5925925925925926, 0.5823754789272031, 0.6270753512132823, 0.7241379310344828, 0.7394636015325671, 0.9987228607918263, 1.0]}, {"frames": [35, 36], "aligned": false, "reason": "crossing extrema order", "common_tracks": [13, 11, 15, 14, 7], "knots0": [0.0, 0.5823754789272031, 0.5925925925925926, 0.6270753512132823, 0.7394636015325671, 0.9987228607918263, 1.0], "knots1": [0.0, 0.6155810983397191, 0.6270753512132823, 0.6079182630906769, 0.776500638569604, 0.9987228607918263, 1.0]}, {"frames": [36, 37], "aligned": true, "reason": "aligned", "common_tracks": [15, 13, 16, 14, 7], "knots0": [0.0, 0.6079182630906769, 0.6155810983397191, 0.648786717752235, 0.776500638569604, 0.9987228607918263, 1.0], "knots1": [0.0, 0.5900383141762452, 0.598978288633461, 0.6564495530012772, 0.7777777777777778, 0.9987228607918263, 1.0]}, {"frames": [37, 38], "aligned": false, "reason": "crossing extrema order", "common_tracks": [15, 13, 16, 14, 7], "knots0": [0.0, 0.5900383141762452, 0.598978288633461, 0.6564495530012772, 0.7777777777777778, 0.9987228607918263, 1.0], "knots1": [0.0, 0.6334610472541508, 0.5542784163473818, 0.6551724137931034, 0.7854406130268199, 0.9987228607918263, 1.0]}, {"frames": [38, 39], "aligned": true, "reason": "aligned", "common_tracks": [13, 17, 15, 16, 14, 7], "knots0": [0.0, 0.5542784163473818, 0.5759897828863346, 0.6334610472541508, 0.6551724137931034, 0.7854406130268199, 0.9987228607918263, 1.0], "knots1": [0.0, 0.5440613026819924, 0.5632183908045977, 0.6130268199233716, 0.6194125159642401, 0.8212005108556832, 0.9987228607918263, 1.0]}], "scope": "Intermediate columns are display reconstruction, not observations or new RG-MTM layout/optimization results. Scientific metrics use original saved frames."}, "R 20%": {"method": "anchor-aligned piecewise linear display reconstruction", "display_samples_per_frame": 15, "original_frames_exact": true, "original_rows": 784, "no_scalar_overshoot": true, "aligned_intervals": 26, "interval_count": 39, "fallback_intervals": [[15, 16], [17, 18], [18, 19], [20, 21], [21, 22], [27, 28], [29, 30], [30, 31], [32, 33], [35, 36], [36, 37], [37, 38], [38, 39]], "jump_threshold_L": 0.2, "intervals": [{"frames": [0, 1], "aligned": true, "reason": "aligned", "common_tracks": [0], "knots0": [0.0, 0.8020434227330779, 1.0], "knots1": [0.0, 0.8020434227330779, 1.0]}, {"frames": [1, 2], "aligned": true, "reason": "aligned", "common_tracks": [0], "knots0": [0.0, 0.8020434227330779, 1.0], "knots1": [0.0, 0.8020434227330779, 1.0]}, {"frames": [2, 3], "aligned": true, "reason": "aligned", "common_tracks": [0], "knots0": [0.0, 0.8020434227330779, 1.0], "knots1": [0.0, 0.8020434227330779, 1.0]}, {"frames": [3, 4], "aligned": true, "reason": "aligned", "common_tracks": [0], "knots0": [0.0, 0.8020434227330779, 1.0], "knots1": [0.0, 0.8020434227330779, 1.0]}, {"frames": [4, 5], "aligned": true, "reason": "aligned", "common_tracks": [0], "knots0": [0.0, 0.8020434227330779, 1.0], "knots1": [0.0, 0.8441890166028098, 1.0]}, {"frames": [5, 6], "aligned": true, "reason": "aligned", "common_tracks": [0], "knots0": [0.0, 0.8441890166028098, 1.0], "knots1": [0.0, 0.8441890166028098, 1.0]}, {"frames": [6, 7], "aligned": true, "reason": "aligned", "common_tracks": [0], "knots0": [0.0, 0.8441890166028098, 1.0], "knots1": [0.0, 0.8352490421455939, 1.0]}, {"frames": [7, 8], "aligned": true, "reason": "aligned", "common_tracks": [0], "knots0": [0.0, 0.8352490421455939, 1.0], "knots1": [0.0, 0.8454661558109834, 1.0]}, {"frames": [8, 9], "aligned": true, "reason": "aligned", "common_tracks": [1, 0], "knots0": [0.0, 0.7611749680715197, 0.8454661558109834, 1.0], "knots1": [0.0, 0.7739463601532567, 0.876117496807152, 1.0]}, {"frames": [9, 10], "aligned": true, "reason": "aligned", "common_tracks": [1, 0], "knots0": [0.0, 0.7739463601532567, 0.876117496807152, 1.0], "knots1": [0.0, 0.7713920817369093, 0.8786717752234994, 1.0]}, {"frames": [10, 11], "aligned": true, "reason": "aligned", "common_tracks": [1, 0], "knots0": [0.0, 0.7713920817369093, 0.8786717752234994, 1.0], "knots1": [0.0, 0.8173690932311622, 0.8837803320561941, 1.0]}, {"frames": [11, 12], "aligned": true, "reason": "aligned", "common_tracks": [2, 1], "knots0": [0.0, 0.7522349936143039, 0.8173690932311622, 1.0], "knots1": [0.0, 0.7598978288633461, 0.8888888888888888, 1.0]}, {"frames": [12, 13], "aligned": true, "reason": "aligned", "common_tracks": [2, 1], "knots0": [0.0, 0.7598978288633461, 0.8888888888888888, 1.0], "knots1": [0.0, 0.7547892720306514, 0.8939974457215837, 1.0]}, {"frames": [13, 14], "aligned": true, "reason": "aligned", "common_tracks": [2, 1], "knots0": [0.0, 0.7547892720306514, 0.8939974457215837, 1.0], "knots1": [0.0, 0.7943805874840357, 0.9233716475095786, 1.0]}, {"frames": [14, 15], "aligned": true, "reason": "aligned", "common_tracks": [3, 2, 1], "knots0": [0.0, 0.7266922094508301, 0.7943805874840357, 0.9233716475095786, 1.0], "knots1": [0.0, 0.7177522349936143, 0.8033205619412516, 0.9259259259259259, 1.0]}, {"frames": [15, 16], "aligned": false, "reason": "crossing extrema order", "common_tracks": [3, 5, 2, 4, 1], "knots0": [0.0, 0.7177522349936143, 0.7292464878671775, 0.8033205619412516, 0.8633461047254151, 0.9259259259259259, 1.0], "knots1": [0.0, 0.7177522349936143, 0.7343550446998723, 0.879948914431673, 0.8467432950191571, 0.9310344827586207, 1.0]}, {"frames": [16, 17], "aligned": true, "reason": "aligned", "common_tracks": [3, 4, 2, 1], "knots0": [0.0, 0.7177522349936143, 0.8467432950191571, 0.879948914431673, 0.9310344827586207, 1.0], "knots1": [0.0, 0.7177522349936143, 0.7432950191570882, 0.9067688378033205, 0.9284802043422733, 1.0]}, {"frames": [17, 18], "aligned": false, "reason": "crossing extrema order", "common_tracks": [3, 4, 2], "knots0": [0.0, 0.7177522349936143, 0.7432950191570882, 0.9067688378033205, 1.0], "knots1": [0.0, 0.7318007662835249, 0.7126436781609196, 0.9118773946360154, 1.0]}, {"frames": [18, 19], "aligned": false, "reason": "crossing extrema order", "common_tracks": [4, 6, 2], "knots0": [0.0, 0.7126436781609196, 0.7407407407407407, 0.9118773946360154, 1.0], "knots1": [0.0, 0.768837803320562, 0.7100893997445722, 0.9655172413793104, 1.0]}, {"frames": [19, 20], "aligned": true, "reason": "aligned", "common_tracks": [6, 4, 8, 7, 2], "knots0": [0.0, 0.7100893997445722, 0.768837803320562, 0.8339719029374202, 0.9399744572158365, 0.9655172413793104, 1.0], "knots1": [0.0, 0.7126436781609196, 0.8122605363984674, 0.8378033205619413, 0.9399744572158365, 0.9655172413793104, 1.0]}, {"frames": [20, 21], "aligned": false, "reason": "crossing extrema order", "common_tracks": [9, 4, 8, 7, 2], "knots0": [0.0, 0.6845466155810983, 0.8122605363984674, 0.8378033205619413, 0.9399744572158365, 0.9655172413793104, 1.0], "knots1": [0.0, 0.6845466155810983, 0.8250319284802043, 0.7164750957854407, 0.933588761174968, 0.9655172413793104, 1.0]}, {"frames": [21, 22], "aligned": false, "reason": "crossing extrema order", "common_tracks": [9, 8, 4, 7, 2], "knots0": [0.0, 0.6845466155810983, 0.7164750957854407, 0.8250319284802043, 0.933588761174968, 0.9655172413793104, 1.0], "knots1": [0.0, 0.6845466155810983, 0.7445721583652618, 0.8288633461047255, 0.9731800766283525, 0.9591315453384419, 1.0]}, {"frames": [22, 23], "aligned": true, "reason": "aligned", "common_tracks": [10, 9, 8, 4, 2, 7], "knots0": [0.0, 0.6756066411238825, 0.6845466155810983, 0.7445721583652618, 0.8288633461047255, 0.9591315453384419, 0.9731800766283525, 1.0], "knots1": [0.0, 0.6756066411238825, 0.6871008939974457, 0.7586206896551724, 0.8939974457215837, 0.9642401021711366, 0.9744572158365262, 1.0]}, {"frames": [23, 24], "aligned": true, "reason": "aligned", "common_tracks": [10, 9, 11, 8, 4, 7], "knots0": [0.0, 0.6756066411238825, 0.6871008939974457, 0.7011494252873564, 0.7586206896551724, 0.8939974457215837, 0.9744572158365262, 1.0], "knots1": [0.0, 0.6756066411238825, 0.6845466155810983, 0.7049808429118773, 0.7905491698595147, 0.9054916985951469, 0.9744572158365262, 1.0]}, {"frames": [24, 25], "aligned": true, "reason": "aligned", "common_tracks": [9, 11, 8, 4, 7], "knots0": [0.0, 0.6845466155810983, 0.7049808429118773, 0.7905491698595147, 0.9054916985951469, 0.9744572158365262, 1.0], "knots1": [0.0, 0.6436781609195402, 0.6973180076628352, 0.7790549169859514, 0.9054916985951469, 0.9987228607918263, 1.0]}, {"frames": [25, 26], "aligned": true, "reason": "aligned", "common_tracks": [9, 11, 8, 4, 7], "knots0": [0.0, 0.6436781609195402, 0.6973180076628352, 0.7790549169859514, 0.9054916985951469, 0.9987228607918263, 1.0], "knots1": [0.0, 0.6398467432950191, 0.7037037037037037, 0.7816091954022989, 0.8722860791826309, 0.9987228607918263, 1.0]}, {"frames": [26, 27], "aligned": true, "reason": "aligned", "common_tracks": [9, 12, 11, 8, 4, 7], "knots0": [0.0, 0.6398467432950191, 0.665389527458493, 0.7037037037037037, 0.7816091954022989, 0.8722860791826309, 0.9987228607918263, 1.0], "knots1": [0.0, 0.6398467432950191, 0.665389527458493, 0.7343550446998723, 0.7854406130268199, 0.8722860791826309, 0.9987228607918263, 1.0]}, {"frames": [27, 28], "aligned": false, "reason": "crossing extrema order", "common_tracks": [9, 11, 8, 4, 7], "knots0": [0.0, 0.6398467432950191, 0.7343550446998723, 0.7854406130268199, 0.8722860791826309, 0.9987228607918263, 1.0], "knots1": [0.0, 0.6590038314176245, 0.6832694763729247, 0.6500638569604087, 0.8646232439335888, 0.9987228607918263, 1.0]}, {"frames": [28, 29], "aligned": true, "reason": "aligned", "common_tracks": [8, 9, 11, 4, 7], "knots0": [0.0, 0.6500638569604087, 0.6590038314176245, 0.6832694763729247, 0.8646232439335888, 0.9987228607918263, 1.0], "knots1": [0.0, 0.6500638569604087, 0.6577266922094508, 0.6832694763729247, 0.8109833971902938, 0.9987228607918263, 1.0]}, {"frames": [29, 30], "aligned": false, "reason": "crossing extrema order", "common_tracks": [8, 9, 11, 4, 7], "knots0": [0.0, 0.6500638569604087, 0.6577266922094508, 0.6832694763729247, 0.8109833971902938, 0.9987228607918263, 1.0], "knots1": [0.0, 0.7088122605363985, 0.6398467432950191, 0.6577266922094508, 0.7956577266922095, 0.9987228607918263, 1.0]}, {"frames": [30, 31], "aligned": false, "reason": "crossing extrema order", "common_tracks": [13, 11, 8, 4, 7], "knots0": [0.0, 0.632183908045977, 0.6577266922094508, 0.7088122605363985, 0.7956577266922095, 0.9987228607918263, 1.0], "knots1": [0.0, 0.632183908045977, 0.6053639846743295, 0.7164750957854407, 0.7956577266922095, 0.9987228607918263, 1.0]}, {"frames": [31, 32], "aligned": true, "reason": "aligned", "common_tracks": [11, 13, 14, 8, 4, 7], "knots0": [0.0, 0.6053639846743295, 0.632183908045977, 0.6628352490421456, 0.7164750957854407, 0.7956577266922095, 0.9987228607918263, 1.0], "knots1": [0.0, 0.6053639846743295, 0.632183908045977, 0.6666666666666666, 0.7484035759897829, 0.8378033205619413, 0.9987228607918263, 1.0]}, {"frames": [32, 33], "aligned": false, "reason": "crossing extrema order", "common_tracks": [11, 13, 14, 8, 4, 7], "knots0": [0.0, 0.6053639846743295, 0.632183908045977, 0.6666666666666666, 0.7484035759897829, 0.8378033205619413, 0.9987228607918263, 1.0], "knots1": [0.0, 0.6053639846743295, 0.5977011494252874, 0.6628352490421456, 0.7445721583652618, 0.8378033205619413, 0.9987228607918263, 1.0]}, {"frames": [33, 34], "aligned": true, "reason": "aligned", "common_tracks": [13, 11, 14, 8, 4, 7], "knots0": [0.0, 0.5977011494252874, 0.6053639846743295, 0.6628352490421456, 0.7445721583652618, 0.8378033205619413, 0.9987228607918263, 1.0], "knots1": [0.0, 0.5977011494252874, 0.6053639846743295, 0.6756066411238825, 0.7484035759897829, 0.8378033205619413, 0.9987228607918263, 1.0]}, {"frames": [34, 35], "aligned": true, "reason": "aligned", "common_tracks": [13, 11, 15, 14, 8, 7], "knots0": [0.0, 0.5977011494252874, 0.6053639846743295, 0.6232439335887612, 0.6756066411238825, 0.7484035759897829, 0.9987228607918263, 1.0], "knots1": [0.0, 0.5977011494252874, 0.6053639846743295, 0.6296296296296297, 0.7164750957854407, 0.7535121328224776, 0.9987228607918263, 1.0]}, {"frames": [35, 36], "aligned": false, "reason": "crossing extrema order", "common_tracks": [13, 11, 15, 14, 7], "knots0": [0.0, 0.5977011494252874, 0.6053639846743295, 0.6296296296296297, 0.7164750957854407, 0.9987228607918263, 1.0], "knots1": [0.0, 0.6155810983397191, 0.6283524904214559, 0.6079182630906769, 0.776500638569604, 0.9987228607918263, 1.0]}, {"frames": [36, 37], "aligned": false, "reason": "crossing extrema order", "common_tracks": [15, 13, 16, 14, 7], "knots0": [0.0, 0.6079182630906769, 0.6155810983397191, 0.648786717752235, 0.776500638569604, 0.9987228607918263, 1.0], "knots1": [0.0, 0.6232439335887612, 0.5632183908045977, 0.6334610472541508, 0.7611749680715197, 0.9987228607918263, 1.0]}, {"frames": [37, 38], "aligned": false, "reason": "crossing extrema order", "common_tracks": [13, 15, 16, 14, 7], "knots0": [0.0, 0.5632183908045977, 0.6232439335887612, 0.6334610472541508, 0.7611749680715197, 0.9987228607918263, 1.0], "knots1": [0.0, 0.5632183908045977, 0.6679438058748404, 0.6181353767560664, 0.7611749680715197, 0.9987228607918263, 1.0]}, {"frames": [38, 39], "aligned": false, "reason": "crossing extrema order", "common_tracks": [13, 17, 16, 15, 14, 7], "knots0": [0.0, 0.5632183908045977, 0.5887611749680716, 0.6181353767560664, 0.6679438058748404, 0.7611749680715197, 0.9987228607918263, 1.0], "knots1": [0.0, 0.5632183908045977, 0.5887611749680716, 0.5721583652618135, 0.6768837803320562, 0.8045977011494253, 0.9987228607918263, 1.0]}], "scope": "Intermediate columns are display reconstruction, not observations or new RG-MTM layout/optimization results. Scientific metrics use original saved frames."}}, "palette": "existing scalar display palette; no verified release LUT"}}, "scientific_optimization_rerun": "annual PM2.5 only", "display": "Conservative anchor-aligned piecewise linear interpolation. Original frames remain exact. Intermediate columns are display samples only; metrics use original arrays. Per-dataset shared scales."}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07cd64bd4ef54157" /></Relationships>
</file>

<file path=ppt/slideLayouts/_rels/slideLayout2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959e69cac1bc49c1" /></Relationships>
</file>

<file path=ppt/slideLayouts/_rels/slideLayout3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d05a4b7c57394119" /></Relationships>
</file>

<file path=ppt/slideLayouts/_rels/slideLayout4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ad89cb735154426c" /></Relationships>
</file>

<file path=ppt/slideLayouts/_rels/slideLayout5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922508582cf54b34" /></Relationships>
</file>

<file path=ppt/slideLayouts/_rels/slideLayout6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0ea988ad68f04aa3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0393821E-F8AC-4AB5-A7DD-0216971E95A0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1219200" y="2302933"/>
            <a:ext cx="9753600" cy="88053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4267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67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67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67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67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67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67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67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67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67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 xmlns:a="http://schemas.openxmlformats.org/drawingml/2006/main"/>
        </p:txBody>
      </p:sp>
      <p:sp>
        <p:nvSpPr>
          <p:cNvPr id="2" name="Subtitle">
            <a:extLst xmlns:a="http://schemas.openxmlformats.org/drawingml/2006/main">
              <a:ext uri="{FF2B5EF4-FFF2-40B4-BE49-F238E27FC236}">
                <a16:creationId xmlns:a16="http://schemas.microsoft.com/office/drawing/2014/main" id="{9028BB1A-470F-4D22-86F2-5148D5366C80}"/>
              </a:ext>
            </a:extLst>
          </p:cNvPr>
          <p:cNvSpPr>
            <a:spLocks xmlns:a="http://schemas.openxmlformats.org/drawingml/2006/main" noGrp="1"/>
          </p:cNvSpPr>
          <p:nvPr>
            <p:ph type="subTitle" idx="1"/>
          </p:nvPr>
        </p:nvSpPr>
        <p:spPr>
          <a:xfrm xmlns:a="http://schemas.openxmlformats.org/drawingml/2006/main">
            <a:off x="1828800" y="3352800"/>
            <a:ext cx="8534400" cy="67733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1867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1867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1867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1867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1867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1867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1867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1867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1867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1867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/>
        </p:txBody>
      </p:sp>
    </p:spTree>
  </p:cSld>
</p:sldLayout>
</file>

<file path=ppt/slideLayouts/slideLayout2.xml><?xml version="1.0" encoding="utf-8"?>
<p:sldLayout xmlns:p="http://schemas.openxmlformats.org/presentationml/2006/main">
  <p:cSld name="Section Header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ection title">
            <a:extLst xmlns:a="http://schemas.openxmlformats.org/drawingml/2006/main">
              <a:ext uri="{FF2B5EF4-FFF2-40B4-BE49-F238E27FC236}">
                <a16:creationId xmlns:a16="http://schemas.microsoft.com/office/drawing/2014/main" id="{C036BD34-1BBE-4C2F-808F-18151C718BA9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1219200" y="2540000"/>
            <a:ext cx="9753600" cy="1016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3733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733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733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733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733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733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733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733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733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733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 xmlns:a="http://schemas.openxmlformats.org/drawingml/2006/main"/>
        </p:txBody>
      </p:sp>
    </p:spTree>
  </p:cSld>
</p:sldLayout>
</file>

<file path=ppt/slideLayouts/slideLayout3.xml><?xml version="1.0" encoding="utf-8"?>
<p:sldLayout xmlns:p="http://schemas.openxmlformats.org/presentationml/2006/main">
  <p:cSld name="Title and Body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0EAA30D2-7385-45C2-B2D0-6C373682141F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85800" y="474133"/>
            <a:ext cx="10820400" cy="745067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933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933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933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933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933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933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933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933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933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933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 xmlns:a="http://schemas.openxmlformats.org/drawingml/2006/main"/>
        </p:txBody>
      </p:sp>
      <p:sp>
        <p:nvSpPr>
          <p:cNvPr id="2" name="Body">
            <a:extLst xmlns:a="http://schemas.openxmlformats.org/drawingml/2006/main">
              <a:ext uri="{FF2B5EF4-FFF2-40B4-BE49-F238E27FC236}">
                <a16:creationId xmlns:a16="http://schemas.microsoft.com/office/drawing/2014/main" id="{8EAC35B6-39B8-4365-9CDB-3DBE066CD999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85800" y="1693333"/>
            <a:ext cx="10820400" cy="3793067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0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03200" indent="-203200" algn="l">
              <a:lnSpc>
                <a:spcPct val="110000"/>
              </a:lnSpc>
              <a:spcBef>
                <a:spcPts val="0"/>
              </a:spcBef>
              <a:spcAft>
                <a:spcPts val="1067"/>
              </a:spcAft>
              <a:buChar char="•"/>
              <a:defRPr sz="20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474133" indent="-203200" algn="l">
              <a:lnSpc>
                <a:spcPct val="110000"/>
              </a:lnSpc>
              <a:spcBef>
                <a:spcPts val="0"/>
              </a:spcBef>
              <a:spcAft>
                <a:spcPts val="1067"/>
              </a:spcAft>
              <a:buChar char="•"/>
              <a:defRPr sz="20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745067" indent="-203200" algn="l">
              <a:lnSpc>
                <a:spcPct val="110000"/>
              </a:lnSpc>
              <a:spcBef>
                <a:spcPts val="0"/>
              </a:spcBef>
              <a:spcAft>
                <a:spcPts val="1067"/>
              </a:spcAft>
              <a:buChar char="•"/>
              <a:defRPr sz="20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016000" indent="-203200" algn="l">
              <a:lnSpc>
                <a:spcPct val="110000"/>
              </a:lnSpc>
              <a:spcBef>
                <a:spcPts val="0"/>
              </a:spcBef>
              <a:spcAft>
                <a:spcPts val="1067"/>
              </a:spcAft>
              <a:buChar char="•"/>
              <a:defRPr sz="20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286933" indent="-203200" algn="l">
              <a:lnSpc>
                <a:spcPct val="110000"/>
              </a:lnSpc>
              <a:spcBef>
                <a:spcPts val="0"/>
              </a:spcBef>
              <a:spcAft>
                <a:spcPts val="1067"/>
              </a:spcAft>
              <a:buChar char="•"/>
              <a:defRPr sz="20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1557867" indent="-203200" algn="l">
              <a:lnSpc>
                <a:spcPct val="110000"/>
              </a:lnSpc>
              <a:spcBef>
                <a:spcPts val="0"/>
              </a:spcBef>
              <a:spcAft>
                <a:spcPts val="1067"/>
              </a:spcAft>
              <a:buChar char="•"/>
              <a:defRPr sz="20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1828800" indent="-203200" algn="l">
              <a:lnSpc>
                <a:spcPct val="110000"/>
              </a:lnSpc>
              <a:spcBef>
                <a:spcPts val="0"/>
              </a:spcBef>
              <a:spcAft>
                <a:spcPts val="1067"/>
              </a:spcAft>
              <a:buChar char="•"/>
              <a:defRPr sz="20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2099733" indent="-203200" algn="l">
              <a:lnSpc>
                <a:spcPct val="110000"/>
              </a:lnSpc>
              <a:spcBef>
                <a:spcPts val="0"/>
              </a:spcBef>
              <a:spcAft>
                <a:spcPts val="1067"/>
              </a:spcAft>
              <a:buChar char="•"/>
              <a:defRPr sz="20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2370667" indent="-203200" algn="l">
              <a:lnSpc>
                <a:spcPct val="110000"/>
              </a:lnSpc>
              <a:spcBef>
                <a:spcPts val="0"/>
              </a:spcBef>
              <a:spcAft>
                <a:spcPts val="1067"/>
              </a:spcAft>
              <a:buChar char="•"/>
              <a:defRPr sz="20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/>
        </p:txBody>
      </p:sp>
    </p:spTree>
  </p:cSld>
</p:sldLayout>
</file>

<file path=ppt/slideLayouts/slideLayout4.xml><?xml version="1.0" encoding="utf-8"?>
<p:sldLayout xmlns:p="http://schemas.openxmlformats.org/presentationml/2006/main">
  <p:cSld name="Title and Two Colum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Title">
            <a:extLst xmlns:a="http://schemas.openxmlformats.org/drawingml/2006/main">
              <a:ext uri="{FF2B5EF4-FFF2-40B4-BE49-F238E27FC236}">
                <a16:creationId xmlns:a16="http://schemas.microsoft.com/office/drawing/2014/main" id="{AC56B18A-964E-4B6E-8D0C-4C485FDB4F8F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85800" y="474133"/>
            <a:ext cx="10820400" cy="745067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933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933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933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933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933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933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933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933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933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933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 xmlns:a="http://schemas.openxmlformats.org/drawingml/2006/main"/>
        </p:txBody>
      </p:sp>
      <p:sp>
        <p:nvSpPr>
          <p:cNvPr id="2" name="Left column">
            <a:extLst xmlns:a="http://schemas.openxmlformats.org/drawingml/2006/main">
              <a:ext uri="{FF2B5EF4-FFF2-40B4-BE49-F238E27FC236}">
                <a16:creationId xmlns:a16="http://schemas.microsoft.com/office/drawing/2014/main" id="{781532D8-A586-40BE-8E6A-CB7E2CC02F62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85800" y="1693333"/>
            <a:ext cx="5029200" cy="3793067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1867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03200" indent="-203200" algn="l">
              <a:lnSpc>
                <a:spcPct val="110000"/>
              </a:lnSpc>
              <a:spcBef>
                <a:spcPts val="0"/>
              </a:spcBef>
              <a:spcAft>
                <a:spcPts val="1067"/>
              </a:spcAft>
              <a:buChar char="•"/>
              <a:defRPr sz="1867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474133" indent="-203200" algn="l">
              <a:lnSpc>
                <a:spcPct val="110000"/>
              </a:lnSpc>
              <a:spcBef>
                <a:spcPts val="0"/>
              </a:spcBef>
              <a:spcAft>
                <a:spcPts val="1067"/>
              </a:spcAft>
              <a:buChar char="•"/>
              <a:defRPr sz="1867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745067" indent="-203200" algn="l">
              <a:lnSpc>
                <a:spcPct val="110000"/>
              </a:lnSpc>
              <a:spcBef>
                <a:spcPts val="0"/>
              </a:spcBef>
              <a:spcAft>
                <a:spcPts val="1067"/>
              </a:spcAft>
              <a:buChar char="•"/>
              <a:defRPr sz="1867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016000" indent="-203200" algn="l">
              <a:lnSpc>
                <a:spcPct val="110000"/>
              </a:lnSpc>
              <a:spcBef>
                <a:spcPts val="0"/>
              </a:spcBef>
              <a:spcAft>
                <a:spcPts val="1067"/>
              </a:spcAft>
              <a:buChar char="•"/>
              <a:defRPr sz="1867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286933" indent="-203200" algn="l">
              <a:lnSpc>
                <a:spcPct val="110000"/>
              </a:lnSpc>
              <a:spcBef>
                <a:spcPts val="0"/>
              </a:spcBef>
              <a:spcAft>
                <a:spcPts val="1067"/>
              </a:spcAft>
              <a:buChar char="•"/>
              <a:defRPr sz="1867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1557867" indent="-203200" algn="l">
              <a:lnSpc>
                <a:spcPct val="110000"/>
              </a:lnSpc>
              <a:spcBef>
                <a:spcPts val="0"/>
              </a:spcBef>
              <a:spcAft>
                <a:spcPts val="1067"/>
              </a:spcAft>
              <a:buChar char="•"/>
              <a:defRPr sz="1867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1828800" indent="-203200" algn="l">
              <a:lnSpc>
                <a:spcPct val="110000"/>
              </a:lnSpc>
              <a:spcBef>
                <a:spcPts val="0"/>
              </a:spcBef>
              <a:spcAft>
                <a:spcPts val="1067"/>
              </a:spcAft>
              <a:buChar char="•"/>
              <a:defRPr sz="1867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2099733" indent="-203200" algn="l">
              <a:lnSpc>
                <a:spcPct val="110000"/>
              </a:lnSpc>
              <a:spcBef>
                <a:spcPts val="0"/>
              </a:spcBef>
              <a:spcAft>
                <a:spcPts val="1067"/>
              </a:spcAft>
              <a:buChar char="•"/>
              <a:defRPr sz="1867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2370667" indent="-203200" algn="l">
              <a:lnSpc>
                <a:spcPct val="110000"/>
              </a:lnSpc>
              <a:spcBef>
                <a:spcPts val="0"/>
              </a:spcBef>
              <a:spcAft>
                <a:spcPts val="1067"/>
              </a:spcAft>
              <a:buChar char="•"/>
              <a:defRPr sz="1867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/>
        </p:txBody>
      </p:sp>
      <p:sp>
        <p:nvSpPr>
          <p:cNvPr id="3" name="Right column">
            <a:extLst xmlns:a="http://schemas.openxmlformats.org/drawingml/2006/main">
              <a:ext uri="{FF2B5EF4-FFF2-40B4-BE49-F238E27FC236}">
                <a16:creationId xmlns:a16="http://schemas.microsoft.com/office/drawing/2014/main" id="{A2EEA868-AE1D-4BD0-A93E-81EB589620CF}"/>
              </a:ext>
            </a:extLst>
          </p:cNvPr>
          <p:cNvSpPr>
            <a:spLocks xmlns:a="http://schemas.openxmlformats.org/drawingml/2006/main" noGrp="1"/>
          </p:cNvSpPr>
          <p:nvPr>
            <p:ph type="body" idx="2"/>
          </p:nvPr>
        </p:nvSpPr>
        <p:spPr>
          <a:xfrm xmlns:a="http://schemas.openxmlformats.org/drawingml/2006/main">
            <a:off x="6477000" y="1693333"/>
            <a:ext cx="5029200" cy="3793067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1867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03200" indent="-203200" algn="l">
              <a:lnSpc>
                <a:spcPct val="110000"/>
              </a:lnSpc>
              <a:spcBef>
                <a:spcPts val="0"/>
              </a:spcBef>
              <a:spcAft>
                <a:spcPts val="1067"/>
              </a:spcAft>
              <a:buChar char="•"/>
              <a:defRPr sz="1867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474133" indent="-203200" algn="l">
              <a:lnSpc>
                <a:spcPct val="110000"/>
              </a:lnSpc>
              <a:spcBef>
                <a:spcPts val="0"/>
              </a:spcBef>
              <a:spcAft>
                <a:spcPts val="1067"/>
              </a:spcAft>
              <a:buChar char="•"/>
              <a:defRPr sz="1867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745067" indent="-203200" algn="l">
              <a:lnSpc>
                <a:spcPct val="110000"/>
              </a:lnSpc>
              <a:spcBef>
                <a:spcPts val="0"/>
              </a:spcBef>
              <a:spcAft>
                <a:spcPts val="1067"/>
              </a:spcAft>
              <a:buChar char="•"/>
              <a:defRPr sz="1867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016000" indent="-203200" algn="l">
              <a:lnSpc>
                <a:spcPct val="110000"/>
              </a:lnSpc>
              <a:spcBef>
                <a:spcPts val="0"/>
              </a:spcBef>
              <a:spcAft>
                <a:spcPts val="1067"/>
              </a:spcAft>
              <a:buChar char="•"/>
              <a:defRPr sz="1867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286933" indent="-203200" algn="l">
              <a:lnSpc>
                <a:spcPct val="110000"/>
              </a:lnSpc>
              <a:spcBef>
                <a:spcPts val="0"/>
              </a:spcBef>
              <a:spcAft>
                <a:spcPts val="1067"/>
              </a:spcAft>
              <a:buChar char="•"/>
              <a:defRPr sz="1867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1557867" indent="-203200" algn="l">
              <a:lnSpc>
                <a:spcPct val="110000"/>
              </a:lnSpc>
              <a:spcBef>
                <a:spcPts val="0"/>
              </a:spcBef>
              <a:spcAft>
                <a:spcPts val="1067"/>
              </a:spcAft>
              <a:buChar char="•"/>
              <a:defRPr sz="1867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1828800" indent="-203200" algn="l">
              <a:lnSpc>
                <a:spcPct val="110000"/>
              </a:lnSpc>
              <a:spcBef>
                <a:spcPts val="0"/>
              </a:spcBef>
              <a:spcAft>
                <a:spcPts val="1067"/>
              </a:spcAft>
              <a:buChar char="•"/>
              <a:defRPr sz="1867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2099733" indent="-203200" algn="l">
              <a:lnSpc>
                <a:spcPct val="110000"/>
              </a:lnSpc>
              <a:spcBef>
                <a:spcPts val="0"/>
              </a:spcBef>
              <a:spcAft>
                <a:spcPts val="1067"/>
              </a:spcAft>
              <a:buChar char="•"/>
              <a:defRPr sz="1867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2370667" indent="-203200" algn="l">
              <a:lnSpc>
                <a:spcPct val="110000"/>
              </a:lnSpc>
              <a:spcBef>
                <a:spcPts val="0"/>
              </a:spcBef>
              <a:spcAft>
                <a:spcPts val="1067"/>
              </a:spcAft>
              <a:buChar char="•"/>
              <a:defRPr sz="1867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/>
        </p:txBody>
      </p:sp>
    </p:spTree>
  </p:cSld>
</p:sldLayout>
</file>

<file path=ppt/slideLayouts/slideLayout5.xml><?xml version="1.0" encoding="utf-8"?>
<p:sldLayout xmlns:p="http://schemas.openxmlformats.org/presentationml/2006/main">
  <p:cSld name="Title and One Colum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B5AC677F-3CD5-4159-ACB5-0E08BE73BCF7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85800" y="474133"/>
            <a:ext cx="10820400" cy="745067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933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933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933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933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933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933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933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933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933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933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 xmlns:a="http://schemas.openxmlformats.org/drawingml/2006/main"/>
        </p:txBody>
      </p:sp>
      <p:sp>
        <p:nvSpPr>
          <p:cNvPr id="2" name="Left column">
            <a:extLst xmlns:a="http://schemas.openxmlformats.org/drawingml/2006/main">
              <a:ext uri="{FF2B5EF4-FFF2-40B4-BE49-F238E27FC236}">
                <a16:creationId xmlns:a16="http://schemas.microsoft.com/office/drawing/2014/main" id="{9443E197-36BB-41B9-BE27-6D7C4C278AD7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85800" y="1693333"/>
            <a:ext cx="5029200" cy="3793067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0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03200" indent="-203200" algn="l">
              <a:lnSpc>
                <a:spcPct val="110000"/>
              </a:lnSpc>
              <a:spcBef>
                <a:spcPts val="0"/>
              </a:spcBef>
              <a:spcAft>
                <a:spcPts val="1067"/>
              </a:spcAft>
              <a:buChar char="•"/>
              <a:defRPr sz="20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474133" indent="-203200" algn="l">
              <a:lnSpc>
                <a:spcPct val="110000"/>
              </a:lnSpc>
              <a:spcBef>
                <a:spcPts val="0"/>
              </a:spcBef>
              <a:spcAft>
                <a:spcPts val="1067"/>
              </a:spcAft>
              <a:buChar char="•"/>
              <a:defRPr sz="20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745067" indent="-203200" algn="l">
              <a:lnSpc>
                <a:spcPct val="110000"/>
              </a:lnSpc>
              <a:spcBef>
                <a:spcPts val="0"/>
              </a:spcBef>
              <a:spcAft>
                <a:spcPts val="1067"/>
              </a:spcAft>
              <a:buChar char="•"/>
              <a:defRPr sz="20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016000" indent="-203200" algn="l">
              <a:lnSpc>
                <a:spcPct val="110000"/>
              </a:lnSpc>
              <a:spcBef>
                <a:spcPts val="0"/>
              </a:spcBef>
              <a:spcAft>
                <a:spcPts val="1067"/>
              </a:spcAft>
              <a:buChar char="•"/>
              <a:defRPr sz="20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286933" indent="-203200" algn="l">
              <a:lnSpc>
                <a:spcPct val="110000"/>
              </a:lnSpc>
              <a:spcBef>
                <a:spcPts val="0"/>
              </a:spcBef>
              <a:spcAft>
                <a:spcPts val="1067"/>
              </a:spcAft>
              <a:buChar char="•"/>
              <a:defRPr sz="20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1557867" indent="-203200" algn="l">
              <a:lnSpc>
                <a:spcPct val="110000"/>
              </a:lnSpc>
              <a:spcBef>
                <a:spcPts val="0"/>
              </a:spcBef>
              <a:spcAft>
                <a:spcPts val="1067"/>
              </a:spcAft>
              <a:buChar char="•"/>
              <a:defRPr sz="20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1828800" indent="-203200" algn="l">
              <a:lnSpc>
                <a:spcPct val="110000"/>
              </a:lnSpc>
              <a:spcBef>
                <a:spcPts val="0"/>
              </a:spcBef>
              <a:spcAft>
                <a:spcPts val="1067"/>
              </a:spcAft>
              <a:buChar char="•"/>
              <a:defRPr sz="20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2099733" indent="-203200" algn="l">
              <a:lnSpc>
                <a:spcPct val="110000"/>
              </a:lnSpc>
              <a:spcBef>
                <a:spcPts val="0"/>
              </a:spcBef>
              <a:spcAft>
                <a:spcPts val="1067"/>
              </a:spcAft>
              <a:buChar char="•"/>
              <a:defRPr sz="20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2370667" indent="-203200" algn="l">
              <a:lnSpc>
                <a:spcPct val="110000"/>
              </a:lnSpc>
              <a:spcBef>
                <a:spcPts val="0"/>
              </a:spcBef>
              <a:spcAft>
                <a:spcPts val="1067"/>
              </a:spcAft>
              <a:buChar char="•"/>
              <a:defRPr sz="20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/>
        </p:txBody>
      </p:sp>
    </p:spTree>
  </p:cSld>
</p:sldLayout>
</file>

<file path=ppt/slideLayouts/slideLayout6.xml><?xml version="1.0" encoding="utf-8"?>
<p:sldLayout xmlns:p="http://schemas.openxmlformats.org/presentationml/2006/main" type="blank">
  <p:cSld name="Blank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3e72db59f7784c2a" /><Relationship Type="http://schemas.openxmlformats.org/officeDocument/2006/relationships/slideLayout" Target="/ppt/slideLayouts/slideLayout1.xml" Id="R1773367793c04eb7" /><Relationship Type="http://schemas.openxmlformats.org/officeDocument/2006/relationships/slideLayout" Target="/ppt/slideLayouts/slideLayout2.xml" Id="R94ed6cb6ec38493b" /><Relationship Type="http://schemas.openxmlformats.org/officeDocument/2006/relationships/slideLayout" Target="/ppt/slideLayouts/slideLayout3.xml" Id="Rd3733c262b074ad3" /><Relationship Type="http://schemas.openxmlformats.org/officeDocument/2006/relationships/slideLayout" Target="/ppt/slideLayouts/slideLayout4.xml" Id="R0c6f8449f8d845d2" /><Relationship Type="http://schemas.openxmlformats.org/officeDocument/2006/relationships/slideLayout" Target="/ppt/slideLayouts/slideLayout5.xml" Id="R2b7e6b992e7f4577" /><Relationship Type="http://schemas.openxmlformats.org/officeDocument/2006/relationships/slideLayout" Target="/ppt/slideLayouts/slideLayout6.xml" Id="R5e893a2a5caa4c98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1773367793c04eb7"/>
    <p:sldLayoutId xmlns:r="http://schemas.openxmlformats.org/officeDocument/2006/relationships" id="2147483650" r:id="R94ed6cb6ec38493b"/>
    <p:sldLayoutId xmlns:r="http://schemas.openxmlformats.org/officeDocument/2006/relationships" id="2147483651" r:id="Rd3733c262b074ad3"/>
    <p:sldLayoutId xmlns:r="http://schemas.openxmlformats.org/officeDocument/2006/relationships" id="2147483652" r:id="R0c6f8449f8d845d2"/>
    <p:sldLayoutId xmlns:r="http://schemas.openxmlformats.org/officeDocument/2006/relationships" id="2147483653" r:id="R2b7e6b992e7f4577"/>
    <p:sldLayoutId xmlns:r="http://schemas.openxmlformats.org/officeDocument/2006/relationships" id="2147483654" r:id="R5e893a2a5caa4c98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20dfa6524e5e4b05" /><Relationship Type="http://schemas.openxmlformats.org/officeDocument/2006/relationships/image" Target="/ppt/media/image.png" Id="R662908c2fdea4872" /><Relationship Type="http://schemas.openxmlformats.org/officeDocument/2006/relationships/image" Target="/ppt/media/image2.png" Id="R661af980363e4a82" /><Relationship Type="http://schemas.openxmlformats.org/officeDocument/2006/relationships/image" Target="/ppt/media/image3.png" Id="Rde46d33e57d149a5" /><Relationship Type="http://schemas.openxmlformats.org/officeDocument/2006/relationships/image" Target="/ppt/media/image4.png" Id="R558bb6f09cc84d6e" /><Relationship Type="http://schemas.openxmlformats.org/officeDocument/2006/relationships/image" Target="/ppt/media/image5.png" Id="R978ea9051e424c18" /><Relationship Type="http://schemas.openxmlformats.org/officeDocument/2006/relationships/notesSlide" Target="/ppt/notesSlides/notesSlide1.xml" Id="R1dd68700691b4b3d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7" name="text_000">
            <a:extLst xmlns:a="http://schemas.openxmlformats.org/drawingml/2006/main">
              <a:ext uri="{FF2B5EF4-FFF2-40B4-BE49-F238E27FC236}">
                <a16:creationId xmlns:a16="http://schemas.microsoft.com/office/drawing/2014/main" id="{CAAE7DDE-9B1B-4DF0-B0D8-36746F36CA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257175" y="95250"/>
            <a:ext cx="5524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725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defPPr>
            <a:lvl1pPr algn="l">
              <a:defRPr sz="1725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lvl1pPr>
            <a:lvl2pPr algn="l">
              <a:defRPr sz="1725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lvl2pPr>
            <a:lvl3pPr algn="l">
              <a:defRPr sz="1725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lvl3pPr>
            <a:lvl4pPr algn="l">
              <a:defRPr sz="1725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lvl4pPr>
            <a:lvl5pPr algn="l">
              <a:defRPr sz="1725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lvl5pPr>
            <a:lvl6pPr algn="l">
              <a:defRPr sz="1725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lvl6pPr>
            <a:lvl7pPr algn="l">
              <a:defRPr sz="1725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lvl7pPr>
            <a:lvl8pPr algn="l">
              <a:defRPr sz="1725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lvl8pPr>
            <a:lvl9pPr algn="l">
              <a:defRPr sz="1725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1725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725" b="1">
                <a:solidFill>
                  <a:srgbClr val="000000"/>
                </a:solidFill>
                <a:latin typeface="Arial"/>
                <a:ea typeface="Arial"/>
                <a:cs typeface="Arial"/>
              </a:rPr>
              <a:t>(a) TMTM</a:t>
            </a:r>
          </a:p>
        </p:txBody>
      </p:sp>
      <p:pic>
        <p:nvPic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6BC94579-9B01-4903-9C52-6D6800F4CC64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662908c2fdea4872"/>
          <a:stretch xmlns:a="http://schemas.openxmlformats.org/drawingml/2006/main"/>
        </p:blipFill>
        <p:spPr>
          <a:xfrm xmlns:a="http://schemas.openxmlformats.org/drawingml/2006/main">
            <a:off x="590689" y="495300"/>
            <a:ext cx="5257522" cy="1724025"/>
          </a:xfrm>
          <a:prstGeom xmlns:a="http://schemas.openxmlformats.org/drawingml/2006/main" prst="rect">
            <a:avLst/>
          </a:prstGeom>
        </p:spPr>
      </p:pic>
      <p:sp>
        <p:nvSpPr>
          <p:cNvPr id="3" name="rect_002">
            <a:extLst xmlns:a="http://schemas.openxmlformats.org/drawingml/2006/main">
              <a:ext uri="{FF2B5EF4-FFF2-40B4-BE49-F238E27FC236}">
                <a16:creationId xmlns:a16="http://schemas.microsoft.com/office/drawing/2014/main" id="{AA68967B-3BB6-48A9-A4A3-AA7E9304F3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590550" y="495300"/>
            <a:ext cx="5257800" cy="17240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6668">
            <a:solidFill>
              <a:srgbClr val="7B8790"/>
            </a:solidFill>
            <a:prstDash val="solid"/>
          </a:ln>
        </p:spPr>
      </p:sp>
      <p:sp>
        <p:nvSpPr>
          <p:cNvPr id="4" name="text_003">
            <a:extLst xmlns:a="http://schemas.openxmlformats.org/drawingml/2006/main">
              <a:ext uri="{FF2B5EF4-FFF2-40B4-BE49-F238E27FC236}">
                <a16:creationId xmlns:a16="http://schemas.microsoft.com/office/drawing/2014/main" id="{18DF7AA8-471C-495D-AF19-5B1CC7D2D5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80975" y="2133600"/>
            <a:ext cx="333375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r">
              <a:defRPr sz="120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defPPr>
            <a:lvl1pPr algn="r">
              <a:defRPr sz="120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1pPr>
            <a:lvl2pPr algn="r">
              <a:defRPr sz="120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2pPr>
            <a:lvl3pPr algn="r">
              <a:defRPr sz="120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3pPr>
            <a:lvl4pPr algn="r">
              <a:defRPr sz="120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4pPr>
            <a:lvl5pPr algn="r">
              <a:defRPr sz="120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5pPr>
            <a:lvl6pPr algn="r">
              <a:defRPr sz="120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6pPr>
            <a:lvl7pPr algn="r">
              <a:defRPr sz="120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7pPr>
            <a:lvl8pPr algn="r">
              <a:defRPr sz="120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8pPr>
            <a:lvl9pPr algn="r">
              <a:defRPr sz="120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r">
              <a:defRPr sz="120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000000"/>
                </a:solidFill>
                <a:latin typeface="Arial"/>
                <a:ea typeface="Arial"/>
                <a:cs typeface="Arial"/>
              </a:rPr>
              <a:t>0</a:t>
            </a:r>
          </a:p>
        </p:txBody>
      </p:sp>
      <p:sp>
        <p:nvSpPr>
          <p:cNvPr id="5" name="text_004">
            <a:extLst xmlns:a="http://schemas.openxmlformats.org/drawingml/2006/main">
              <a:ext uri="{FF2B5EF4-FFF2-40B4-BE49-F238E27FC236}">
                <a16:creationId xmlns:a16="http://schemas.microsoft.com/office/drawing/2014/main" id="{FC10EF5E-1C94-46B9-B362-C50DCDAC5A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80975" y="1271588"/>
            <a:ext cx="333375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r">
              <a:defRPr sz="120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defPPr>
            <a:lvl1pPr algn="r">
              <a:defRPr sz="120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1pPr>
            <a:lvl2pPr algn="r">
              <a:defRPr sz="120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2pPr>
            <a:lvl3pPr algn="r">
              <a:defRPr sz="120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3pPr>
            <a:lvl4pPr algn="r">
              <a:defRPr sz="120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4pPr>
            <a:lvl5pPr algn="r">
              <a:defRPr sz="120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5pPr>
            <a:lvl6pPr algn="r">
              <a:defRPr sz="120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6pPr>
            <a:lvl7pPr algn="r">
              <a:defRPr sz="120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7pPr>
            <a:lvl8pPr algn="r">
              <a:defRPr sz="120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8pPr>
            <a:lvl9pPr algn="r">
              <a:defRPr sz="120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r">
              <a:defRPr sz="120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000000"/>
                </a:solidFill>
                <a:latin typeface="Arial"/>
                <a:ea typeface="Arial"/>
                <a:cs typeface="Arial"/>
              </a:rPr>
              <a:t>0.5</a:t>
            </a:r>
          </a:p>
        </p:txBody>
      </p:sp>
      <p:sp>
        <p:nvSpPr>
          <p:cNvPr id="6" name="text_005">
            <a:extLst xmlns:a="http://schemas.openxmlformats.org/drawingml/2006/main">
              <a:ext uri="{FF2B5EF4-FFF2-40B4-BE49-F238E27FC236}">
                <a16:creationId xmlns:a16="http://schemas.microsoft.com/office/drawing/2014/main" id="{824CBFF6-B9F7-480D-870F-6ECF13A965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80975" y="409575"/>
            <a:ext cx="333375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r">
              <a:defRPr sz="120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defPPr>
            <a:lvl1pPr algn="r">
              <a:defRPr sz="120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1pPr>
            <a:lvl2pPr algn="r">
              <a:defRPr sz="120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2pPr>
            <a:lvl3pPr algn="r">
              <a:defRPr sz="120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3pPr>
            <a:lvl4pPr algn="r">
              <a:defRPr sz="120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4pPr>
            <a:lvl5pPr algn="r">
              <a:defRPr sz="120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5pPr>
            <a:lvl6pPr algn="r">
              <a:defRPr sz="120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6pPr>
            <a:lvl7pPr algn="r">
              <a:defRPr sz="120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7pPr>
            <a:lvl8pPr algn="r">
              <a:defRPr sz="120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8pPr>
            <a:lvl9pPr algn="r">
              <a:defRPr sz="120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r">
              <a:defRPr sz="120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000000"/>
                </a:solidFill>
                <a:latin typeface="Arial"/>
                <a:ea typeface="Arial"/>
                <a:cs typeface="Arial"/>
              </a:rPr>
              <a:t>1</a:t>
            </a:r>
          </a:p>
        </p:txBody>
      </p:sp>
      <p:sp>
        <p:nvSpPr>
          <p:cNvPr id="7" name="text_006">
            <a:extLst xmlns:a="http://schemas.openxmlformats.org/drawingml/2006/main">
              <a:ext uri="{FF2B5EF4-FFF2-40B4-BE49-F238E27FC236}">
                <a16:creationId xmlns:a16="http://schemas.microsoft.com/office/drawing/2014/main" id="{CD335EE8-75A1-41D9-A9E6-4627BBC9E0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292933" y="2266950"/>
            <a:ext cx="6096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ctr">
              <a:defRPr sz="1125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defPPr>
            <a:lvl1pPr algn="ctr">
              <a:defRPr sz="1125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1pPr>
            <a:lvl2pPr algn="ctr">
              <a:defRPr sz="1125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2pPr>
            <a:lvl3pPr algn="ctr">
              <a:defRPr sz="1125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3pPr>
            <a:lvl4pPr algn="ctr">
              <a:defRPr sz="1125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4pPr>
            <a:lvl5pPr algn="ctr">
              <a:defRPr sz="1125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5pPr>
            <a:lvl6pPr algn="ctr">
              <a:defRPr sz="1125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6pPr>
            <a:lvl7pPr algn="ctr">
              <a:defRPr sz="1125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7pPr>
            <a:lvl8pPr algn="ctr">
              <a:defRPr sz="1125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8pPr>
            <a:lvl9pPr algn="ctr">
              <a:defRPr sz="1125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ctr">
              <a:defRPr sz="1125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125" b="0">
                <a:solidFill>
                  <a:srgbClr val="000000"/>
                </a:solidFill>
                <a:latin typeface="Arial"/>
                <a:ea typeface="Arial"/>
                <a:cs typeface="Arial"/>
              </a:rPr>
              <a:t>Jan 1</a:t>
            </a:r>
          </a:p>
        </p:txBody>
      </p:sp>
      <p:sp>
        <p:nvSpPr>
          <p:cNvPr id="8" name="text_007">
            <a:extLst xmlns:a="http://schemas.openxmlformats.org/drawingml/2006/main">
              <a:ext uri="{FF2B5EF4-FFF2-40B4-BE49-F238E27FC236}">
                <a16:creationId xmlns:a16="http://schemas.microsoft.com/office/drawing/2014/main" id="{109DA7CE-5E89-4EB0-8B55-1AEC1FD065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600200" y="2266950"/>
            <a:ext cx="6096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ctr">
              <a:defRPr sz="1125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defPPr>
            <a:lvl1pPr algn="ctr">
              <a:defRPr sz="1125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1pPr>
            <a:lvl2pPr algn="ctr">
              <a:defRPr sz="1125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2pPr>
            <a:lvl3pPr algn="ctr">
              <a:defRPr sz="1125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3pPr>
            <a:lvl4pPr algn="ctr">
              <a:defRPr sz="1125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4pPr>
            <a:lvl5pPr algn="ctr">
              <a:defRPr sz="1125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5pPr>
            <a:lvl6pPr algn="ctr">
              <a:defRPr sz="1125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6pPr>
            <a:lvl7pPr algn="ctr">
              <a:defRPr sz="1125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7pPr>
            <a:lvl8pPr algn="ctr">
              <a:defRPr sz="1125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8pPr>
            <a:lvl9pPr algn="ctr">
              <a:defRPr sz="1125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ctr">
              <a:defRPr sz="1125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125" b="0">
                <a:solidFill>
                  <a:srgbClr val="000000"/>
                </a:solidFill>
                <a:latin typeface="Arial"/>
                <a:ea typeface="Arial"/>
                <a:cs typeface="Arial"/>
              </a:rPr>
              <a:t>Apr 1</a:t>
            </a:r>
          </a:p>
        </p:txBody>
      </p:sp>
      <p:sp>
        <p:nvSpPr>
          <p:cNvPr id="9" name="text_008">
            <a:extLst xmlns:a="http://schemas.openxmlformats.org/drawingml/2006/main">
              <a:ext uri="{FF2B5EF4-FFF2-40B4-BE49-F238E27FC236}">
                <a16:creationId xmlns:a16="http://schemas.microsoft.com/office/drawing/2014/main" id="{2537243E-42CC-47A1-9647-A896305A32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2907467" y="2266950"/>
            <a:ext cx="6096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ctr">
              <a:defRPr sz="1125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defPPr>
            <a:lvl1pPr algn="ctr">
              <a:defRPr sz="1125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1pPr>
            <a:lvl2pPr algn="ctr">
              <a:defRPr sz="1125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2pPr>
            <a:lvl3pPr algn="ctr">
              <a:defRPr sz="1125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3pPr>
            <a:lvl4pPr algn="ctr">
              <a:defRPr sz="1125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4pPr>
            <a:lvl5pPr algn="ctr">
              <a:defRPr sz="1125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5pPr>
            <a:lvl6pPr algn="ctr">
              <a:defRPr sz="1125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6pPr>
            <a:lvl7pPr algn="ctr">
              <a:defRPr sz="1125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7pPr>
            <a:lvl8pPr algn="ctr">
              <a:defRPr sz="1125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8pPr>
            <a:lvl9pPr algn="ctr">
              <a:defRPr sz="1125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ctr">
              <a:defRPr sz="1125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125" b="0">
                <a:solidFill>
                  <a:srgbClr val="000000"/>
                </a:solidFill>
                <a:latin typeface="Arial"/>
                <a:ea typeface="Arial"/>
                <a:cs typeface="Arial"/>
              </a:rPr>
              <a:t>Jul 1</a:t>
            </a:r>
          </a:p>
        </p:txBody>
      </p:sp>
      <p:sp>
        <p:nvSpPr>
          <p:cNvPr id="10" name="text_009">
            <a:extLst xmlns:a="http://schemas.openxmlformats.org/drawingml/2006/main">
              <a:ext uri="{FF2B5EF4-FFF2-40B4-BE49-F238E27FC236}">
                <a16:creationId xmlns:a16="http://schemas.microsoft.com/office/drawing/2014/main" id="{BBD2865D-60D6-4A9D-9C69-BE38CA5F09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4229100" y="2266950"/>
            <a:ext cx="6096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ctr">
              <a:defRPr sz="1125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defPPr>
            <a:lvl1pPr algn="ctr">
              <a:defRPr sz="1125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1pPr>
            <a:lvl2pPr algn="ctr">
              <a:defRPr sz="1125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2pPr>
            <a:lvl3pPr algn="ctr">
              <a:defRPr sz="1125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3pPr>
            <a:lvl4pPr algn="ctr">
              <a:defRPr sz="1125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4pPr>
            <a:lvl5pPr algn="ctr">
              <a:defRPr sz="1125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5pPr>
            <a:lvl6pPr algn="ctr">
              <a:defRPr sz="1125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6pPr>
            <a:lvl7pPr algn="ctr">
              <a:defRPr sz="1125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7pPr>
            <a:lvl8pPr algn="ctr">
              <a:defRPr sz="1125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8pPr>
            <a:lvl9pPr algn="ctr">
              <a:defRPr sz="1125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ctr">
              <a:defRPr sz="1125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125" b="0">
                <a:solidFill>
                  <a:srgbClr val="000000"/>
                </a:solidFill>
                <a:latin typeface="Arial"/>
                <a:ea typeface="Arial"/>
                <a:cs typeface="Arial"/>
              </a:rPr>
              <a:t>Oct 1</a:t>
            </a:r>
          </a:p>
        </p:txBody>
      </p:sp>
      <p:sp>
        <p:nvSpPr>
          <p:cNvPr id="11" name="text_010">
            <a:extLst xmlns:a="http://schemas.openxmlformats.org/drawingml/2006/main">
              <a:ext uri="{FF2B5EF4-FFF2-40B4-BE49-F238E27FC236}">
                <a16:creationId xmlns:a16="http://schemas.microsoft.com/office/drawing/2014/main" id="{FBD5B1EF-5ECB-4320-8974-BFEE5DF60A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5536367" y="2266950"/>
            <a:ext cx="6096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ctr">
              <a:defRPr sz="1125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defPPr>
            <a:lvl1pPr algn="ctr">
              <a:defRPr sz="1125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1pPr>
            <a:lvl2pPr algn="ctr">
              <a:defRPr sz="1125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2pPr>
            <a:lvl3pPr algn="ctr">
              <a:defRPr sz="1125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3pPr>
            <a:lvl4pPr algn="ctr">
              <a:defRPr sz="1125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4pPr>
            <a:lvl5pPr algn="ctr">
              <a:defRPr sz="1125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5pPr>
            <a:lvl6pPr algn="ctr">
              <a:defRPr sz="1125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6pPr>
            <a:lvl7pPr algn="ctr">
              <a:defRPr sz="1125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7pPr>
            <a:lvl8pPr algn="ctr">
              <a:defRPr sz="1125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8pPr>
            <a:lvl9pPr algn="ctr">
              <a:defRPr sz="1125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ctr">
              <a:defRPr sz="1125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125" b="0">
                <a:solidFill>
                  <a:srgbClr val="000000"/>
                </a:solidFill>
                <a:latin typeface="Arial"/>
                <a:ea typeface="Arial"/>
                <a:cs typeface="Arial"/>
              </a:rPr>
              <a:t>Dec 31</a:t>
            </a:r>
          </a:p>
        </p:txBody>
      </p:sp>
      <p:sp>
        <p:nvSpPr>
          <p:cNvPr id="12" name="text_011">
            <a:extLst xmlns:a="http://schemas.openxmlformats.org/drawingml/2006/main">
              <a:ext uri="{FF2B5EF4-FFF2-40B4-BE49-F238E27FC236}">
                <a16:creationId xmlns:a16="http://schemas.microsoft.com/office/drawing/2014/main" id="{FDC5CFCD-BB44-41A3-B660-75ADD0A5BC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590550" y="2495550"/>
            <a:ext cx="52578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ctr">
              <a:defRPr sz="120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defPPr>
            <a:lvl1pPr algn="ctr">
              <a:defRPr sz="120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1pPr>
            <a:lvl2pPr algn="ctr">
              <a:defRPr sz="120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2pPr>
            <a:lvl3pPr algn="ctr">
              <a:defRPr sz="120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3pPr>
            <a:lvl4pPr algn="ctr">
              <a:defRPr sz="120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4pPr>
            <a:lvl5pPr algn="ctr">
              <a:defRPr sz="120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5pPr>
            <a:lvl6pPr algn="ctr">
              <a:defRPr sz="120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6pPr>
            <a:lvl7pPr algn="ctr">
              <a:defRPr sz="120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7pPr>
            <a:lvl8pPr algn="ctr">
              <a:defRPr sz="120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8pPr>
            <a:lvl9pPr algn="ctr">
              <a:defRPr sz="120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ctr">
              <a:defRPr sz="120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000000"/>
                </a:solidFill>
                <a:latin typeface="Arial"/>
                <a:ea typeface="Arial"/>
                <a:cs typeface="Arial"/>
              </a:rPr>
              <a:t>2000 date</a:t>
            </a:r>
          </a:p>
        </p:txBody>
      </p:sp>
      <p:sp>
        <p:nvSpPr>
          <p:cNvPr id="13" name="text_012">
            <a:extLst xmlns:a="http://schemas.openxmlformats.org/drawingml/2006/main">
              <a:ext uri="{FF2B5EF4-FFF2-40B4-BE49-F238E27FC236}">
                <a16:creationId xmlns:a16="http://schemas.microsoft.com/office/drawing/2014/main" id="{BE76C5C4-80EA-4375-A498-3ADA8A765B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876300" y="257175"/>
            <a:ext cx="46863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ctr">
              <a:defRPr sz="120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defPPr>
            <a:lvl1pPr algn="ctr">
              <a:defRPr sz="120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1pPr>
            <a:lvl2pPr algn="ctr">
              <a:defRPr sz="120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2pPr>
            <a:lvl3pPr algn="ctr">
              <a:defRPr sz="120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3pPr>
            <a:lvl4pPr algn="ctr">
              <a:defRPr sz="120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4pPr>
            <a:lvl5pPr algn="ctr">
              <a:defRPr sz="120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5pPr>
            <a:lvl6pPr algn="ctr">
              <a:defRPr sz="120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6pPr>
            <a:lvl7pPr algn="ctr">
              <a:defRPr sz="120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7pPr>
            <a:lvl8pPr algn="ctr">
              <a:defRPr sz="120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8pPr>
            <a:lvl9pPr algn="ctr">
              <a:defRPr sz="120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ctr">
              <a:defRPr sz="120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000000"/>
                </a:solidFill>
                <a:latin typeface="Arial"/>
                <a:ea typeface="Arial"/>
                <a:cs typeface="Arial"/>
              </a:rPr>
              <a:t>Normalized native sample rank</a:t>
            </a:r>
          </a:p>
        </p:txBody>
      </p:sp>
      <p:sp>
        <p:nvSpPr>
          <p:cNvPr id="14" name="text_013">
            <a:extLst xmlns:a="http://schemas.openxmlformats.org/drawingml/2006/main">
              <a:ext uri="{FF2B5EF4-FFF2-40B4-BE49-F238E27FC236}">
                <a16:creationId xmlns:a16="http://schemas.microsoft.com/office/drawing/2014/main" id="{27B038FF-1A88-4697-966B-376185C8AD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6334125" y="95250"/>
            <a:ext cx="5524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725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defPPr>
            <a:lvl1pPr algn="l">
              <a:defRPr sz="1725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lvl1pPr>
            <a:lvl2pPr algn="l">
              <a:defRPr sz="1725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lvl2pPr>
            <a:lvl3pPr algn="l">
              <a:defRPr sz="1725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lvl3pPr>
            <a:lvl4pPr algn="l">
              <a:defRPr sz="1725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lvl4pPr>
            <a:lvl5pPr algn="l">
              <a:defRPr sz="1725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lvl5pPr>
            <a:lvl6pPr algn="l">
              <a:defRPr sz="1725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lvl6pPr>
            <a:lvl7pPr algn="l">
              <a:defRPr sz="1725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lvl7pPr>
            <a:lvl8pPr algn="l">
              <a:defRPr sz="1725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lvl8pPr>
            <a:lvl9pPr algn="l">
              <a:defRPr sz="1725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1725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725" b="1">
                <a:solidFill>
                  <a:srgbClr val="000000"/>
                </a:solidFill>
                <a:latin typeface="Arial"/>
                <a:ea typeface="Arial"/>
                <a:cs typeface="Arial"/>
              </a:rPr>
              <a:t>(b) ST-MTM</a:t>
            </a:r>
          </a:p>
        </p:txBody>
      </p:sp>
      <p:pic>
        <p:nvPic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F0C05738-1866-4B2F-B543-ABFF3C76BA6D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661af980363e4a82"/>
          <a:stretch xmlns:a="http://schemas.openxmlformats.org/drawingml/2006/main"/>
        </p:blipFill>
        <p:spPr>
          <a:xfrm xmlns:a="http://schemas.openxmlformats.org/drawingml/2006/main">
            <a:off x="6667500" y="495323"/>
            <a:ext cx="5257800" cy="1723979"/>
          </a:xfrm>
          <a:prstGeom xmlns:a="http://schemas.openxmlformats.org/drawingml/2006/main" prst="rect">
            <a:avLst/>
          </a:prstGeom>
        </p:spPr>
      </p:pic>
      <p:sp>
        <p:nvSpPr>
          <p:cNvPr id="16" name="rect_015">
            <a:extLst xmlns:a="http://schemas.openxmlformats.org/drawingml/2006/main">
              <a:ext uri="{FF2B5EF4-FFF2-40B4-BE49-F238E27FC236}">
                <a16:creationId xmlns:a16="http://schemas.microsoft.com/office/drawing/2014/main" id="{05991325-FC23-4040-A16E-384E00BFFA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6667500" y="495300"/>
            <a:ext cx="5257800" cy="17240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6668">
            <a:solidFill>
              <a:srgbClr val="7B8790"/>
            </a:solidFill>
            <a:prstDash val="solid"/>
          </a:ln>
        </p:spPr>
      </p:sp>
      <p:sp>
        <p:nvSpPr>
          <p:cNvPr id="17" name="text_016">
            <a:extLst xmlns:a="http://schemas.openxmlformats.org/drawingml/2006/main">
              <a:ext uri="{FF2B5EF4-FFF2-40B4-BE49-F238E27FC236}">
                <a16:creationId xmlns:a16="http://schemas.microsoft.com/office/drawing/2014/main" id="{2A03A374-7979-4D3B-8684-A89BC3C333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6257925" y="2133600"/>
            <a:ext cx="333375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r">
              <a:defRPr sz="120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defPPr>
            <a:lvl1pPr algn="r">
              <a:defRPr sz="120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1pPr>
            <a:lvl2pPr algn="r">
              <a:defRPr sz="120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2pPr>
            <a:lvl3pPr algn="r">
              <a:defRPr sz="120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3pPr>
            <a:lvl4pPr algn="r">
              <a:defRPr sz="120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4pPr>
            <a:lvl5pPr algn="r">
              <a:defRPr sz="120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5pPr>
            <a:lvl6pPr algn="r">
              <a:defRPr sz="120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6pPr>
            <a:lvl7pPr algn="r">
              <a:defRPr sz="120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7pPr>
            <a:lvl8pPr algn="r">
              <a:defRPr sz="120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8pPr>
            <a:lvl9pPr algn="r">
              <a:defRPr sz="120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r">
              <a:defRPr sz="120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000000"/>
                </a:solidFill>
                <a:latin typeface="Arial"/>
                <a:ea typeface="Arial"/>
                <a:cs typeface="Arial"/>
              </a:rPr>
              <a:t>0</a:t>
            </a:r>
          </a:p>
        </p:txBody>
      </p:sp>
      <p:sp>
        <p:nvSpPr>
          <p:cNvPr id="18" name="text_017">
            <a:extLst xmlns:a="http://schemas.openxmlformats.org/drawingml/2006/main">
              <a:ext uri="{FF2B5EF4-FFF2-40B4-BE49-F238E27FC236}">
                <a16:creationId xmlns:a16="http://schemas.microsoft.com/office/drawing/2014/main" id="{20F69B2A-3D74-44C7-8584-4B0AACA846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6257925" y="1271588"/>
            <a:ext cx="333375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r">
              <a:defRPr sz="120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defPPr>
            <a:lvl1pPr algn="r">
              <a:defRPr sz="120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1pPr>
            <a:lvl2pPr algn="r">
              <a:defRPr sz="120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2pPr>
            <a:lvl3pPr algn="r">
              <a:defRPr sz="120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3pPr>
            <a:lvl4pPr algn="r">
              <a:defRPr sz="120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4pPr>
            <a:lvl5pPr algn="r">
              <a:defRPr sz="120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5pPr>
            <a:lvl6pPr algn="r">
              <a:defRPr sz="120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6pPr>
            <a:lvl7pPr algn="r">
              <a:defRPr sz="120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7pPr>
            <a:lvl8pPr algn="r">
              <a:defRPr sz="120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8pPr>
            <a:lvl9pPr algn="r">
              <a:defRPr sz="120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r">
              <a:defRPr sz="120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000000"/>
                </a:solidFill>
                <a:latin typeface="Arial"/>
                <a:ea typeface="Arial"/>
                <a:cs typeface="Arial"/>
              </a:rPr>
              <a:t>0.5</a:t>
            </a:r>
          </a:p>
        </p:txBody>
      </p:sp>
      <p:sp>
        <p:nvSpPr>
          <p:cNvPr id="19" name="text_018">
            <a:extLst xmlns:a="http://schemas.openxmlformats.org/drawingml/2006/main">
              <a:ext uri="{FF2B5EF4-FFF2-40B4-BE49-F238E27FC236}">
                <a16:creationId xmlns:a16="http://schemas.microsoft.com/office/drawing/2014/main" id="{769C5230-1633-4F3B-A8C0-6CCED5A461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6257925" y="409575"/>
            <a:ext cx="333375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r">
              <a:defRPr sz="120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defPPr>
            <a:lvl1pPr algn="r">
              <a:defRPr sz="120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1pPr>
            <a:lvl2pPr algn="r">
              <a:defRPr sz="120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2pPr>
            <a:lvl3pPr algn="r">
              <a:defRPr sz="120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3pPr>
            <a:lvl4pPr algn="r">
              <a:defRPr sz="120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4pPr>
            <a:lvl5pPr algn="r">
              <a:defRPr sz="120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5pPr>
            <a:lvl6pPr algn="r">
              <a:defRPr sz="120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6pPr>
            <a:lvl7pPr algn="r">
              <a:defRPr sz="120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7pPr>
            <a:lvl8pPr algn="r">
              <a:defRPr sz="120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8pPr>
            <a:lvl9pPr algn="r">
              <a:defRPr sz="120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r">
              <a:defRPr sz="120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000000"/>
                </a:solidFill>
                <a:latin typeface="Arial"/>
                <a:ea typeface="Arial"/>
                <a:cs typeface="Arial"/>
              </a:rPr>
              <a:t>1</a:t>
            </a:r>
          </a:p>
        </p:txBody>
      </p:sp>
      <p:sp>
        <p:nvSpPr>
          <p:cNvPr id="20" name="text_019">
            <a:extLst xmlns:a="http://schemas.openxmlformats.org/drawingml/2006/main">
              <a:ext uri="{FF2B5EF4-FFF2-40B4-BE49-F238E27FC236}">
                <a16:creationId xmlns:a16="http://schemas.microsoft.com/office/drawing/2014/main" id="{0BF318F9-A3B1-4C8D-A682-2765838805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6369883" y="2266950"/>
            <a:ext cx="6096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ctr">
              <a:defRPr sz="1125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defPPr>
            <a:lvl1pPr algn="ctr">
              <a:defRPr sz="1125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1pPr>
            <a:lvl2pPr algn="ctr">
              <a:defRPr sz="1125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2pPr>
            <a:lvl3pPr algn="ctr">
              <a:defRPr sz="1125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3pPr>
            <a:lvl4pPr algn="ctr">
              <a:defRPr sz="1125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4pPr>
            <a:lvl5pPr algn="ctr">
              <a:defRPr sz="1125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5pPr>
            <a:lvl6pPr algn="ctr">
              <a:defRPr sz="1125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6pPr>
            <a:lvl7pPr algn="ctr">
              <a:defRPr sz="1125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7pPr>
            <a:lvl8pPr algn="ctr">
              <a:defRPr sz="1125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8pPr>
            <a:lvl9pPr algn="ctr">
              <a:defRPr sz="1125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ctr">
              <a:defRPr sz="1125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125" b="0">
                <a:solidFill>
                  <a:srgbClr val="000000"/>
                </a:solidFill>
                <a:latin typeface="Arial"/>
                <a:ea typeface="Arial"/>
                <a:cs typeface="Arial"/>
              </a:rPr>
              <a:t>Jan 1</a:t>
            </a:r>
          </a:p>
        </p:txBody>
      </p:sp>
      <p:sp>
        <p:nvSpPr>
          <p:cNvPr id="21" name="text_020">
            <a:extLst xmlns:a="http://schemas.openxmlformats.org/drawingml/2006/main">
              <a:ext uri="{FF2B5EF4-FFF2-40B4-BE49-F238E27FC236}">
                <a16:creationId xmlns:a16="http://schemas.microsoft.com/office/drawing/2014/main" id="{7C70F633-7763-4958-BB55-00FFAA964E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7677150" y="2266950"/>
            <a:ext cx="6096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ctr">
              <a:defRPr sz="1125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defPPr>
            <a:lvl1pPr algn="ctr">
              <a:defRPr sz="1125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1pPr>
            <a:lvl2pPr algn="ctr">
              <a:defRPr sz="1125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2pPr>
            <a:lvl3pPr algn="ctr">
              <a:defRPr sz="1125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3pPr>
            <a:lvl4pPr algn="ctr">
              <a:defRPr sz="1125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4pPr>
            <a:lvl5pPr algn="ctr">
              <a:defRPr sz="1125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5pPr>
            <a:lvl6pPr algn="ctr">
              <a:defRPr sz="1125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6pPr>
            <a:lvl7pPr algn="ctr">
              <a:defRPr sz="1125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7pPr>
            <a:lvl8pPr algn="ctr">
              <a:defRPr sz="1125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8pPr>
            <a:lvl9pPr algn="ctr">
              <a:defRPr sz="1125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ctr">
              <a:defRPr sz="1125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125" b="0">
                <a:solidFill>
                  <a:srgbClr val="000000"/>
                </a:solidFill>
                <a:latin typeface="Arial"/>
                <a:ea typeface="Arial"/>
                <a:cs typeface="Arial"/>
              </a:rPr>
              <a:t>Apr 1</a:t>
            </a:r>
          </a:p>
        </p:txBody>
      </p:sp>
      <p:sp>
        <p:nvSpPr>
          <p:cNvPr id="22" name="text_021">
            <a:extLst xmlns:a="http://schemas.openxmlformats.org/drawingml/2006/main">
              <a:ext uri="{FF2B5EF4-FFF2-40B4-BE49-F238E27FC236}">
                <a16:creationId xmlns:a16="http://schemas.microsoft.com/office/drawing/2014/main" id="{3CC442E5-27D8-40B5-B8BB-4E2AF9886F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8984417" y="2266950"/>
            <a:ext cx="6096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ctr">
              <a:defRPr sz="1125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defPPr>
            <a:lvl1pPr algn="ctr">
              <a:defRPr sz="1125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1pPr>
            <a:lvl2pPr algn="ctr">
              <a:defRPr sz="1125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2pPr>
            <a:lvl3pPr algn="ctr">
              <a:defRPr sz="1125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3pPr>
            <a:lvl4pPr algn="ctr">
              <a:defRPr sz="1125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4pPr>
            <a:lvl5pPr algn="ctr">
              <a:defRPr sz="1125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5pPr>
            <a:lvl6pPr algn="ctr">
              <a:defRPr sz="1125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6pPr>
            <a:lvl7pPr algn="ctr">
              <a:defRPr sz="1125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7pPr>
            <a:lvl8pPr algn="ctr">
              <a:defRPr sz="1125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8pPr>
            <a:lvl9pPr algn="ctr">
              <a:defRPr sz="1125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ctr">
              <a:defRPr sz="1125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125" b="0">
                <a:solidFill>
                  <a:srgbClr val="000000"/>
                </a:solidFill>
                <a:latin typeface="Arial"/>
                <a:ea typeface="Arial"/>
                <a:cs typeface="Arial"/>
              </a:rPr>
              <a:t>Jul 1</a:t>
            </a:r>
          </a:p>
        </p:txBody>
      </p:sp>
      <p:sp>
        <p:nvSpPr>
          <p:cNvPr id="23" name="text_022">
            <a:extLst xmlns:a="http://schemas.openxmlformats.org/drawingml/2006/main">
              <a:ext uri="{FF2B5EF4-FFF2-40B4-BE49-F238E27FC236}">
                <a16:creationId xmlns:a16="http://schemas.microsoft.com/office/drawing/2014/main" id="{8F1C3DC8-1ED7-45B4-B59A-97B9FD647C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0306050" y="2266950"/>
            <a:ext cx="6096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ctr">
              <a:defRPr sz="1125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defPPr>
            <a:lvl1pPr algn="ctr">
              <a:defRPr sz="1125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1pPr>
            <a:lvl2pPr algn="ctr">
              <a:defRPr sz="1125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2pPr>
            <a:lvl3pPr algn="ctr">
              <a:defRPr sz="1125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3pPr>
            <a:lvl4pPr algn="ctr">
              <a:defRPr sz="1125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4pPr>
            <a:lvl5pPr algn="ctr">
              <a:defRPr sz="1125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5pPr>
            <a:lvl6pPr algn="ctr">
              <a:defRPr sz="1125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6pPr>
            <a:lvl7pPr algn="ctr">
              <a:defRPr sz="1125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7pPr>
            <a:lvl8pPr algn="ctr">
              <a:defRPr sz="1125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8pPr>
            <a:lvl9pPr algn="ctr">
              <a:defRPr sz="1125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ctr">
              <a:defRPr sz="1125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125" b="0">
                <a:solidFill>
                  <a:srgbClr val="000000"/>
                </a:solidFill>
                <a:latin typeface="Arial"/>
                <a:ea typeface="Arial"/>
                <a:cs typeface="Arial"/>
              </a:rPr>
              <a:t>Oct 1</a:t>
            </a:r>
          </a:p>
        </p:txBody>
      </p:sp>
      <p:sp>
        <p:nvSpPr>
          <p:cNvPr id="24" name="text_023">
            <a:extLst xmlns:a="http://schemas.openxmlformats.org/drawingml/2006/main">
              <a:ext uri="{FF2B5EF4-FFF2-40B4-BE49-F238E27FC236}">
                <a16:creationId xmlns:a16="http://schemas.microsoft.com/office/drawing/2014/main" id="{055CF76B-DB99-4DFF-83AE-15A4906204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1613317" y="2266950"/>
            <a:ext cx="6096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ctr">
              <a:defRPr sz="1125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defPPr>
            <a:lvl1pPr algn="ctr">
              <a:defRPr sz="1125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1pPr>
            <a:lvl2pPr algn="ctr">
              <a:defRPr sz="1125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2pPr>
            <a:lvl3pPr algn="ctr">
              <a:defRPr sz="1125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3pPr>
            <a:lvl4pPr algn="ctr">
              <a:defRPr sz="1125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4pPr>
            <a:lvl5pPr algn="ctr">
              <a:defRPr sz="1125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5pPr>
            <a:lvl6pPr algn="ctr">
              <a:defRPr sz="1125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6pPr>
            <a:lvl7pPr algn="ctr">
              <a:defRPr sz="1125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7pPr>
            <a:lvl8pPr algn="ctr">
              <a:defRPr sz="1125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8pPr>
            <a:lvl9pPr algn="ctr">
              <a:defRPr sz="1125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ctr">
              <a:defRPr sz="1125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125" b="0">
                <a:solidFill>
                  <a:srgbClr val="000000"/>
                </a:solidFill>
                <a:latin typeface="Arial"/>
                <a:ea typeface="Arial"/>
                <a:cs typeface="Arial"/>
              </a:rPr>
              <a:t>Dec 31</a:t>
            </a:r>
          </a:p>
        </p:txBody>
      </p:sp>
      <p:sp>
        <p:nvSpPr>
          <p:cNvPr id="25" name="text_024">
            <a:extLst xmlns:a="http://schemas.openxmlformats.org/drawingml/2006/main">
              <a:ext uri="{FF2B5EF4-FFF2-40B4-BE49-F238E27FC236}">
                <a16:creationId xmlns:a16="http://schemas.microsoft.com/office/drawing/2014/main" id="{3E0DB723-3308-4534-A5D6-939C867560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6667500" y="2495550"/>
            <a:ext cx="52578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ctr">
              <a:defRPr sz="120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defPPr>
            <a:lvl1pPr algn="ctr">
              <a:defRPr sz="120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1pPr>
            <a:lvl2pPr algn="ctr">
              <a:defRPr sz="120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2pPr>
            <a:lvl3pPr algn="ctr">
              <a:defRPr sz="120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3pPr>
            <a:lvl4pPr algn="ctr">
              <a:defRPr sz="120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4pPr>
            <a:lvl5pPr algn="ctr">
              <a:defRPr sz="120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5pPr>
            <a:lvl6pPr algn="ctr">
              <a:defRPr sz="120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6pPr>
            <a:lvl7pPr algn="ctr">
              <a:defRPr sz="120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7pPr>
            <a:lvl8pPr algn="ctr">
              <a:defRPr sz="120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8pPr>
            <a:lvl9pPr algn="ctr">
              <a:defRPr sz="120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ctr">
              <a:defRPr sz="120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000000"/>
                </a:solidFill>
                <a:latin typeface="Arial"/>
                <a:ea typeface="Arial"/>
                <a:cs typeface="Arial"/>
              </a:rPr>
              <a:t>2000 date</a:t>
            </a:r>
          </a:p>
        </p:txBody>
      </p:sp>
      <p:sp>
        <p:nvSpPr>
          <p:cNvPr id="26" name="text_025">
            <a:extLst xmlns:a="http://schemas.openxmlformats.org/drawingml/2006/main">
              <a:ext uri="{FF2B5EF4-FFF2-40B4-BE49-F238E27FC236}">
                <a16:creationId xmlns:a16="http://schemas.microsoft.com/office/drawing/2014/main" id="{16546757-B7B3-482A-BD93-508B2280EB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6953250" y="257175"/>
            <a:ext cx="46863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ctr">
              <a:defRPr sz="120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defPPr>
            <a:lvl1pPr algn="ctr">
              <a:defRPr sz="120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1pPr>
            <a:lvl2pPr algn="ctr">
              <a:defRPr sz="120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2pPr>
            <a:lvl3pPr algn="ctr">
              <a:defRPr sz="120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3pPr>
            <a:lvl4pPr algn="ctr">
              <a:defRPr sz="120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4pPr>
            <a:lvl5pPr algn="ctr">
              <a:defRPr sz="120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5pPr>
            <a:lvl6pPr algn="ctr">
              <a:defRPr sz="120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6pPr>
            <a:lvl7pPr algn="ctr">
              <a:defRPr sz="120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7pPr>
            <a:lvl8pPr algn="ctr">
              <a:defRPr sz="120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8pPr>
            <a:lvl9pPr algn="ctr">
              <a:defRPr sz="120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ctr">
              <a:defRPr sz="120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000000"/>
                </a:solidFill>
                <a:latin typeface="Arial"/>
                <a:ea typeface="Arial"/>
                <a:cs typeface="Arial"/>
              </a:rPr>
              <a:t>Normalized native sample rank</a:t>
            </a:r>
          </a:p>
        </p:txBody>
      </p:sp>
      <p:sp>
        <p:nvSpPr>
          <p:cNvPr id="27" name="text_026">
            <a:extLst xmlns:a="http://schemas.openxmlformats.org/drawingml/2006/main">
              <a:ext uri="{FF2B5EF4-FFF2-40B4-BE49-F238E27FC236}">
                <a16:creationId xmlns:a16="http://schemas.microsoft.com/office/drawing/2014/main" id="{9DF0850B-5D13-4540-9336-A8F0609A46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257175" y="2667000"/>
            <a:ext cx="5524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725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defPPr>
            <a:lvl1pPr algn="l">
              <a:defRPr sz="1725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lvl1pPr>
            <a:lvl2pPr algn="l">
              <a:defRPr sz="1725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lvl2pPr>
            <a:lvl3pPr algn="l">
              <a:defRPr sz="1725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lvl3pPr>
            <a:lvl4pPr algn="l">
              <a:defRPr sz="1725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lvl4pPr>
            <a:lvl5pPr algn="l">
              <a:defRPr sz="1725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lvl5pPr>
            <a:lvl6pPr algn="l">
              <a:defRPr sz="1725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lvl6pPr>
            <a:lvl7pPr algn="l">
              <a:defRPr sz="1725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lvl7pPr>
            <a:lvl8pPr algn="l">
              <a:defRPr sz="1725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lvl8pPr>
            <a:lvl9pPr algn="l">
              <a:defRPr sz="1725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1725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725" b="1">
                <a:solidFill>
                  <a:srgbClr val="000000"/>
                </a:solidFill>
                <a:latin typeface="Arial"/>
                <a:ea typeface="Arial"/>
                <a:cs typeface="Arial"/>
              </a:rPr>
              <a:t>(c) RG-MTM-P</a:t>
            </a:r>
          </a:p>
        </p:txBody>
      </p:sp>
      <p:pic>
        <p:nvPic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DC65A983-2F7C-476B-BD46-F8BDFAE78D19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de46d33e57d149a5"/>
          <a:stretch xmlns:a="http://schemas.openxmlformats.org/drawingml/2006/main"/>
        </p:blipFill>
        <p:spPr>
          <a:xfrm xmlns:a="http://schemas.openxmlformats.org/drawingml/2006/main">
            <a:off x="590550" y="3067073"/>
            <a:ext cx="5257800" cy="1723979"/>
          </a:xfrm>
          <a:prstGeom xmlns:a="http://schemas.openxmlformats.org/drawingml/2006/main" prst="rect">
            <a:avLst/>
          </a:prstGeom>
        </p:spPr>
      </p:pic>
      <p:sp>
        <p:nvSpPr>
          <p:cNvPr id="29" name="rect_028">
            <a:extLst xmlns:a="http://schemas.openxmlformats.org/drawingml/2006/main">
              <a:ext uri="{FF2B5EF4-FFF2-40B4-BE49-F238E27FC236}">
                <a16:creationId xmlns:a16="http://schemas.microsoft.com/office/drawing/2014/main" id="{7D19F089-EAFE-4F6B-800E-9B5D0F5CDB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590550" y="3067050"/>
            <a:ext cx="5257800" cy="17240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6668">
            <a:solidFill>
              <a:srgbClr val="7B8790"/>
            </a:solidFill>
            <a:prstDash val="solid"/>
          </a:ln>
        </p:spPr>
      </p:sp>
      <p:sp>
        <p:nvSpPr>
          <p:cNvPr id="30" name="text_029">
            <a:extLst xmlns:a="http://schemas.openxmlformats.org/drawingml/2006/main">
              <a:ext uri="{FF2B5EF4-FFF2-40B4-BE49-F238E27FC236}">
                <a16:creationId xmlns:a16="http://schemas.microsoft.com/office/drawing/2014/main" id="{669BAAA1-7F40-417C-9458-6AAC76D809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80975" y="4705350"/>
            <a:ext cx="333375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r">
              <a:defRPr sz="120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defPPr>
            <a:lvl1pPr algn="r">
              <a:defRPr sz="120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1pPr>
            <a:lvl2pPr algn="r">
              <a:defRPr sz="120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2pPr>
            <a:lvl3pPr algn="r">
              <a:defRPr sz="120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3pPr>
            <a:lvl4pPr algn="r">
              <a:defRPr sz="120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4pPr>
            <a:lvl5pPr algn="r">
              <a:defRPr sz="120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5pPr>
            <a:lvl6pPr algn="r">
              <a:defRPr sz="120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6pPr>
            <a:lvl7pPr algn="r">
              <a:defRPr sz="120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7pPr>
            <a:lvl8pPr algn="r">
              <a:defRPr sz="120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8pPr>
            <a:lvl9pPr algn="r">
              <a:defRPr sz="120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r">
              <a:defRPr sz="120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000000"/>
                </a:solidFill>
                <a:latin typeface="Arial"/>
                <a:ea typeface="Arial"/>
                <a:cs typeface="Arial"/>
              </a:rPr>
              <a:t>0</a:t>
            </a:r>
          </a:p>
        </p:txBody>
      </p:sp>
      <p:sp>
        <p:nvSpPr>
          <p:cNvPr id="31" name="text_030">
            <a:extLst xmlns:a="http://schemas.openxmlformats.org/drawingml/2006/main">
              <a:ext uri="{FF2B5EF4-FFF2-40B4-BE49-F238E27FC236}">
                <a16:creationId xmlns:a16="http://schemas.microsoft.com/office/drawing/2014/main" id="{8C4DB7DC-9D27-4CE9-87D2-85F2A8854B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80975" y="3843338"/>
            <a:ext cx="333375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r">
              <a:defRPr sz="120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defPPr>
            <a:lvl1pPr algn="r">
              <a:defRPr sz="120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1pPr>
            <a:lvl2pPr algn="r">
              <a:defRPr sz="120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2pPr>
            <a:lvl3pPr algn="r">
              <a:defRPr sz="120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3pPr>
            <a:lvl4pPr algn="r">
              <a:defRPr sz="120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4pPr>
            <a:lvl5pPr algn="r">
              <a:defRPr sz="120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5pPr>
            <a:lvl6pPr algn="r">
              <a:defRPr sz="120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6pPr>
            <a:lvl7pPr algn="r">
              <a:defRPr sz="120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7pPr>
            <a:lvl8pPr algn="r">
              <a:defRPr sz="120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8pPr>
            <a:lvl9pPr algn="r">
              <a:defRPr sz="120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r">
              <a:defRPr sz="120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000000"/>
                </a:solidFill>
                <a:latin typeface="Arial"/>
                <a:ea typeface="Arial"/>
                <a:cs typeface="Arial"/>
              </a:rPr>
              <a:t>0.5</a:t>
            </a:r>
          </a:p>
        </p:txBody>
      </p:sp>
      <p:sp>
        <p:nvSpPr>
          <p:cNvPr id="32" name="text_031">
            <a:extLst xmlns:a="http://schemas.openxmlformats.org/drawingml/2006/main">
              <a:ext uri="{FF2B5EF4-FFF2-40B4-BE49-F238E27FC236}">
                <a16:creationId xmlns:a16="http://schemas.microsoft.com/office/drawing/2014/main" id="{D8EF6089-3651-41A8-AAFB-143FD4D473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80975" y="2981325"/>
            <a:ext cx="333375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r">
              <a:defRPr sz="120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defPPr>
            <a:lvl1pPr algn="r">
              <a:defRPr sz="120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1pPr>
            <a:lvl2pPr algn="r">
              <a:defRPr sz="120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2pPr>
            <a:lvl3pPr algn="r">
              <a:defRPr sz="120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3pPr>
            <a:lvl4pPr algn="r">
              <a:defRPr sz="120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4pPr>
            <a:lvl5pPr algn="r">
              <a:defRPr sz="120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5pPr>
            <a:lvl6pPr algn="r">
              <a:defRPr sz="120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6pPr>
            <a:lvl7pPr algn="r">
              <a:defRPr sz="120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7pPr>
            <a:lvl8pPr algn="r">
              <a:defRPr sz="120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8pPr>
            <a:lvl9pPr algn="r">
              <a:defRPr sz="120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r">
              <a:defRPr sz="120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000000"/>
                </a:solidFill>
                <a:latin typeface="Arial"/>
                <a:ea typeface="Arial"/>
                <a:cs typeface="Arial"/>
              </a:rPr>
              <a:t>1</a:t>
            </a:r>
          </a:p>
        </p:txBody>
      </p:sp>
      <p:sp>
        <p:nvSpPr>
          <p:cNvPr id="33" name="text_032">
            <a:extLst xmlns:a="http://schemas.openxmlformats.org/drawingml/2006/main">
              <a:ext uri="{FF2B5EF4-FFF2-40B4-BE49-F238E27FC236}">
                <a16:creationId xmlns:a16="http://schemas.microsoft.com/office/drawing/2014/main" id="{0ED1F48B-5A2E-4361-B3FB-B4B5823851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292933" y="4838700"/>
            <a:ext cx="6096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ctr">
              <a:defRPr sz="1125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defPPr>
            <a:lvl1pPr algn="ctr">
              <a:defRPr sz="1125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1pPr>
            <a:lvl2pPr algn="ctr">
              <a:defRPr sz="1125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2pPr>
            <a:lvl3pPr algn="ctr">
              <a:defRPr sz="1125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3pPr>
            <a:lvl4pPr algn="ctr">
              <a:defRPr sz="1125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4pPr>
            <a:lvl5pPr algn="ctr">
              <a:defRPr sz="1125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5pPr>
            <a:lvl6pPr algn="ctr">
              <a:defRPr sz="1125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6pPr>
            <a:lvl7pPr algn="ctr">
              <a:defRPr sz="1125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7pPr>
            <a:lvl8pPr algn="ctr">
              <a:defRPr sz="1125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8pPr>
            <a:lvl9pPr algn="ctr">
              <a:defRPr sz="1125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ctr">
              <a:defRPr sz="1125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125" b="0">
                <a:solidFill>
                  <a:srgbClr val="000000"/>
                </a:solidFill>
                <a:latin typeface="Arial"/>
                <a:ea typeface="Arial"/>
                <a:cs typeface="Arial"/>
              </a:rPr>
              <a:t>Jan 1</a:t>
            </a:r>
          </a:p>
        </p:txBody>
      </p:sp>
      <p:sp>
        <p:nvSpPr>
          <p:cNvPr id="34" name="text_033">
            <a:extLst xmlns:a="http://schemas.openxmlformats.org/drawingml/2006/main">
              <a:ext uri="{FF2B5EF4-FFF2-40B4-BE49-F238E27FC236}">
                <a16:creationId xmlns:a16="http://schemas.microsoft.com/office/drawing/2014/main" id="{3E3D79CD-CA31-40E4-BE54-984931B8CE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600200" y="4838700"/>
            <a:ext cx="6096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ctr">
              <a:defRPr sz="1125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defPPr>
            <a:lvl1pPr algn="ctr">
              <a:defRPr sz="1125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1pPr>
            <a:lvl2pPr algn="ctr">
              <a:defRPr sz="1125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2pPr>
            <a:lvl3pPr algn="ctr">
              <a:defRPr sz="1125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3pPr>
            <a:lvl4pPr algn="ctr">
              <a:defRPr sz="1125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4pPr>
            <a:lvl5pPr algn="ctr">
              <a:defRPr sz="1125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5pPr>
            <a:lvl6pPr algn="ctr">
              <a:defRPr sz="1125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6pPr>
            <a:lvl7pPr algn="ctr">
              <a:defRPr sz="1125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7pPr>
            <a:lvl8pPr algn="ctr">
              <a:defRPr sz="1125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8pPr>
            <a:lvl9pPr algn="ctr">
              <a:defRPr sz="1125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ctr">
              <a:defRPr sz="1125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125" b="0">
                <a:solidFill>
                  <a:srgbClr val="000000"/>
                </a:solidFill>
                <a:latin typeface="Arial"/>
                <a:ea typeface="Arial"/>
                <a:cs typeface="Arial"/>
              </a:rPr>
              <a:t>Apr 1</a:t>
            </a:r>
          </a:p>
        </p:txBody>
      </p:sp>
      <p:sp>
        <p:nvSpPr>
          <p:cNvPr id="35" name="text_034">
            <a:extLst xmlns:a="http://schemas.openxmlformats.org/drawingml/2006/main">
              <a:ext uri="{FF2B5EF4-FFF2-40B4-BE49-F238E27FC236}">
                <a16:creationId xmlns:a16="http://schemas.microsoft.com/office/drawing/2014/main" id="{C958199F-85F7-49C4-8204-DAD83982A0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2907467" y="4838700"/>
            <a:ext cx="6096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ctr">
              <a:defRPr sz="1125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defPPr>
            <a:lvl1pPr algn="ctr">
              <a:defRPr sz="1125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1pPr>
            <a:lvl2pPr algn="ctr">
              <a:defRPr sz="1125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2pPr>
            <a:lvl3pPr algn="ctr">
              <a:defRPr sz="1125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3pPr>
            <a:lvl4pPr algn="ctr">
              <a:defRPr sz="1125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4pPr>
            <a:lvl5pPr algn="ctr">
              <a:defRPr sz="1125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5pPr>
            <a:lvl6pPr algn="ctr">
              <a:defRPr sz="1125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6pPr>
            <a:lvl7pPr algn="ctr">
              <a:defRPr sz="1125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7pPr>
            <a:lvl8pPr algn="ctr">
              <a:defRPr sz="1125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8pPr>
            <a:lvl9pPr algn="ctr">
              <a:defRPr sz="1125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ctr">
              <a:defRPr sz="1125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125" b="0">
                <a:solidFill>
                  <a:srgbClr val="000000"/>
                </a:solidFill>
                <a:latin typeface="Arial"/>
                <a:ea typeface="Arial"/>
                <a:cs typeface="Arial"/>
              </a:rPr>
              <a:t>Jul 1</a:t>
            </a:r>
          </a:p>
        </p:txBody>
      </p:sp>
      <p:sp>
        <p:nvSpPr>
          <p:cNvPr id="36" name="text_035">
            <a:extLst xmlns:a="http://schemas.openxmlformats.org/drawingml/2006/main">
              <a:ext uri="{FF2B5EF4-FFF2-40B4-BE49-F238E27FC236}">
                <a16:creationId xmlns:a16="http://schemas.microsoft.com/office/drawing/2014/main" id="{C0AEDB19-83B3-4D14-838D-A330EBF282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4229100" y="4838700"/>
            <a:ext cx="6096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ctr">
              <a:defRPr sz="1125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defPPr>
            <a:lvl1pPr algn="ctr">
              <a:defRPr sz="1125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1pPr>
            <a:lvl2pPr algn="ctr">
              <a:defRPr sz="1125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2pPr>
            <a:lvl3pPr algn="ctr">
              <a:defRPr sz="1125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3pPr>
            <a:lvl4pPr algn="ctr">
              <a:defRPr sz="1125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4pPr>
            <a:lvl5pPr algn="ctr">
              <a:defRPr sz="1125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5pPr>
            <a:lvl6pPr algn="ctr">
              <a:defRPr sz="1125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6pPr>
            <a:lvl7pPr algn="ctr">
              <a:defRPr sz="1125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7pPr>
            <a:lvl8pPr algn="ctr">
              <a:defRPr sz="1125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8pPr>
            <a:lvl9pPr algn="ctr">
              <a:defRPr sz="1125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ctr">
              <a:defRPr sz="1125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125" b="0">
                <a:solidFill>
                  <a:srgbClr val="000000"/>
                </a:solidFill>
                <a:latin typeface="Arial"/>
                <a:ea typeface="Arial"/>
                <a:cs typeface="Arial"/>
              </a:rPr>
              <a:t>Oct 1</a:t>
            </a:r>
          </a:p>
        </p:txBody>
      </p:sp>
      <p:sp>
        <p:nvSpPr>
          <p:cNvPr id="37" name="text_036">
            <a:extLst xmlns:a="http://schemas.openxmlformats.org/drawingml/2006/main">
              <a:ext uri="{FF2B5EF4-FFF2-40B4-BE49-F238E27FC236}">
                <a16:creationId xmlns:a16="http://schemas.microsoft.com/office/drawing/2014/main" id="{AEC1AF47-8604-4C76-ADAD-86A261846E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5536367" y="4838700"/>
            <a:ext cx="6096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ctr">
              <a:defRPr sz="1125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defPPr>
            <a:lvl1pPr algn="ctr">
              <a:defRPr sz="1125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1pPr>
            <a:lvl2pPr algn="ctr">
              <a:defRPr sz="1125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2pPr>
            <a:lvl3pPr algn="ctr">
              <a:defRPr sz="1125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3pPr>
            <a:lvl4pPr algn="ctr">
              <a:defRPr sz="1125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4pPr>
            <a:lvl5pPr algn="ctr">
              <a:defRPr sz="1125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5pPr>
            <a:lvl6pPr algn="ctr">
              <a:defRPr sz="1125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6pPr>
            <a:lvl7pPr algn="ctr">
              <a:defRPr sz="1125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7pPr>
            <a:lvl8pPr algn="ctr">
              <a:defRPr sz="1125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8pPr>
            <a:lvl9pPr algn="ctr">
              <a:defRPr sz="1125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ctr">
              <a:defRPr sz="1125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125" b="0">
                <a:solidFill>
                  <a:srgbClr val="000000"/>
                </a:solidFill>
                <a:latin typeface="Arial"/>
                <a:ea typeface="Arial"/>
                <a:cs typeface="Arial"/>
              </a:rPr>
              <a:t>Dec 31</a:t>
            </a:r>
          </a:p>
        </p:txBody>
      </p:sp>
      <p:sp>
        <p:nvSpPr>
          <p:cNvPr id="38" name="text_037">
            <a:extLst xmlns:a="http://schemas.openxmlformats.org/drawingml/2006/main">
              <a:ext uri="{FF2B5EF4-FFF2-40B4-BE49-F238E27FC236}">
                <a16:creationId xmlns:a16="http://schemas.microsoft.com/office/drawing/2014/main" id="{02EC2CB9-CA84-48DC-9C5F-4476BECE14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590550" y="5067300"/>
            <a:ext cx="52578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ctr">
              <a:defRPr sz="120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defPPr>
            <a:lvl1pPr algn="ctr">
              <a:defRPr sz="120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1pPr>
            <a:lvl2pPr algn="ctr">
              <a:defRPr sz="120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2pPr>
            <a:lvl3pPr algn="ctr">
              <a:defRPr sz="120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3pPr>
            <a:lvl4pPr algn="ctr">
              <a:defRPr sz="120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4pPr>
            <a:lvl5pPr algn="ctr">
              <a:defRPr sz="120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5pPr>
            <a:lvl6pPr algn="ctr">
              <a:defRPr sz="120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6pPr>
            <a:lvl7pPr algn="ctr">
              <a:defRPr sz="120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7pPr>
            <a:lvl8pPr algn="ctr">
              <a:defRPr sz="120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8pPr>
            <a:lvl9pPr algn="ctr">
              <a:defRPr sz="120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ctr">
              <a:defRPr sz="120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000000"/>
                </a:solidFill>
                <a:latin typeface="Arial"/>
                <a:ea typeface="Arial"/>
                <a:cs typeface="Arial"/>
              </a:rPr>
              <a:t>2000 date</a:t>
            </a:r>
          </a:p>
        </p:txBody>
      </p:sp>
      <p:sp>
        <p:nvSpPr>
          <p:cNvPr id="39" name="text_038">
            <a:extLst xmlns:a="http://schemas.openxmlformats.org/drawingml/2006/main">
              <a:ext uri="{FF2B5EF4-FFF2-40B4-BE49-F238E27FC236}">
                <a16:creationId xmlns:a16="http://schemas.microsoft.com/office/drawing/2014/main" id="{5661FE11-94F2-4ABE-B126-B9F61E82F7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876300" y="2828925"/>
            <a:ext cx="46863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ctr">
              <a:defRPr sz="120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defPPr>
            <a:lvl1pPr algn="ctr">
              <a:defRPr sz="120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1pPr>
            <a:lvl2pPr algn="ctr">
              <a:defRPr sz="120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2pPr>
            <a:lvl3pPr algn="ctr">
              <a:defRPr sz="120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3pPr>
            <a:lvl4pPr algn="ctr">
              <a:defRPr sz="120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4pPr>
            <a:lvl5pPr algn="ctr">
              <a:defRPr sz="120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5pPr>
            <a:lvl6pPr algn="ctr">
              <a:defRPr sz="120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6pPr>
            <a:lvl7pPr algn="ctr">
              <a:defRPr sz="120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7pPr>
            <a:lvl8pPr algn="ctr">
              <a:defRPr sz="120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8pPr>
            <a:lvl9pPr algn="ctr">
              <a:defRPr sz="120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ctr">
              <a:defRPr sz="120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000000"/>
                </a:solidFill>
                <a:latin typeface="Arial"/>
                <a:ea typeface="Arial"/>
                <a:cs typeface="Arial"/>
              </a:rPr>
              <a:t>Normalized fixed reference axis</a:t>
            </a:r>
          </a:p>
        </p:txBody>
      </p:sp>
      <p:sp>
        <p:nvSpPr>
          <p:cNvPr id="40" name="text_039">
            <a:extLst xmlns:a="http://schemas.openxmlformats.org/drawingml/2006/main">
              <a:ext uri="{FF2B5EF4-FFF2-40B4-BE49-F238E27FC236}">
                <a16:creationId xmlns:a16="http://schemas.microsoft.com/office/drawing/2014/main" id="{8767A946-ABD6-4A59-9E45-15CE608A5C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6334125" y="2667000"/>
            <a:ext cx="5524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725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defPPr>
            <a:lvl1pPr algn="l">
              <a:defRPr sz="1725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lvl1pPr>
            <a:lvl2pPr algn="l">
              <a:defRPr sz="1725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lvl2pPr>
            <a:lvl3pPr algn="l">
              <a:defRPr sz="1725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lvl3pPr>
            <a:lvl4pPr algn="l">
              <a:defRPr sz="1725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lvl4pPr>
            <a:lvl5pPr algn="l">
              <a:defRPr sz="1725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lvl5pPr>
            <a:lvl6pPr algn="l">
              <a:defRPr sz="1725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lvl6pPr>
            <a:lvl7pPr algn="l">
              <a:defRPr sz="1725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lvl7pPr>
            <a:lvl8pPr algn="l">
              <a:defRPr sz="1725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lvl8pPr>
            <a:lvl9pPr algn="l">
              <a:defRPr sz="1725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1725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725" b="1">
                <a:solidFill>
                  <a:srgbClr val="000000"/>
                </a:solidFill>
                <a:latin typeface="Arial"/>
                <a:ea typeface="Arial"/>
                <a:cs typeface="Arial"/>
              </a:rPr>
              <a:t>(d) RG-MTM-R20</a:t>
            </a:r>
          </a:p>
        </p:txBody>
      </p:sp>
      <p:pic>
        <p:nvPic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54E6E46B-D678-490A-BC22-8BDB02BFC881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558bb6f09cc84d6e"/>
          <a:stretch xmlns:a="http://schemas.openxmlformats.org/drawingml/2006/main"/>
        </p:blipFill>
        <p:spPr>
          <a:xfrm xmlns:a="http://schemas.openxmlformats.org/drawingml/2006/main">
            <a:off x="6667500" y="3067073"/>
            <a:ext cx="5257800" cy="1723979"/>
          </a:xfrm>
          <a:prstGeom xmlns:a="http://schemas.openxmlformats.org/drawingml/2006/main" prst="rect">
            <a:avLst/>
          </a:prstGeom>
        </p:spPr>
      </p:pic>
      <p:sp>
        <p:nvSpPr>
          <p:cNvPr id="42" name="rect_041">
            <a:extLst xmlns:a="http://schemas.openxmlformats.org/drawingml/2006/main">
              <a:ext uri="{FF2B5EF4-FFF2-40B4-BE49-F238E27FC236}">
                <a16:creationId xmlns:a16="http://schemas.microsoft.com/office/drawing/2014/main" id="{780B2575-0762-48E8-912F-81FD211D67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6667500" y="3067050"/>
            <a:ext cx="5257800" cy="17240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6668">
            <a:solidFill>
              <a:srgbClr val="7B8790"/>
            </a:solidFill>
            <a:prstDash val="solid"/>
          </a:ln>
        </p:spPr>
      </p:sp>
      <p:sp>
        <p:nvSpPr>
          <p:cNvPr id="43" name="text_042">
            <a:extLst xmlns:a="http://schemas.openxmlformats.org/drawingml/2006/main">
              <a:ext uri="{FF2B5EF4-FFF2-40B4-BE49-F238E27FC236}">
                <a16:creationId xmlns:a16="http://schemas.microsoft.com/office/drawing/2014/main" id="{6C1D31FA-419B-474B-AD54-385F997375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6257925" y="4705350"/>
            <a:ext cx="333375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r">
              <a:defRPr sz="120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defPPr>
            <a:lvl1pPr algn="r">
              <a:defRPr sz="120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1pPr>
            <a:lvl2pPr algn="r">
              <a:defRPr sz="120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2pPr>
            <a:lvl3pPr algn="r">
              <a:defRPr sz="120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3pPr>
            <a:lvl4pPr algn="r">
              <a:defRPr sz="120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4pPr>
            <a:lvl5pPr algn="r">
              <a:defRPr sz="120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5pPr>
            <a:lvl6pPr algn="r">
              <a:defRPr sz="120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6pPr>
            <a:lvl7pPr algn="r">
              <a:defRPr sz="120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7pPr>
            <a:lvl8pPr algn="r">
              <a:defRPr sz="120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8pPr>
            <a:lvl9pPr algn="r">
              <a:defRPr sz="120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r">
              <a:defRPr sz="120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000000"/>
                </a:solidFill>
                <a:latin typeface="Arial"/>
                <a:ea typeface="Arial"/>
                <a:cs typeface="Arial"/>
              </a:rPr>
              <a:t>0</a:t>
            </a:r>
          </a:p>
        </p:txBody>
      </p:sp>
      <p:sp>
        <p:nvSpPr>
          <p:cNvPr id="44" name="text_043">
            <a:extLst xmlns:a="http://schemas.openxmlformats.org/drawingml/2006/main">
              <a:ext uri="{FF2B5EF4-FFF2-40B4-BE49-F238E27FC236}">
                <a16:creationId xmlns:a16="http://schemas.microsoft.com/office/drawing/2014/main" id="{CB8C005E-75C1-4FE2-81D5-E1C64A4440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6257925" y="3843338"/>
            <a:ext cx="333375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r">
              <a:defRPr sz="120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defPPr>
            <a:lvl1pPr algn="r">
              <a:defRPr sz="120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1pPr>
            <a:lvl2pPr algn="r">
              <a:defRPr sz="120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2pPr>
            <a:lvl3pPr algn="r">
              <a:defRPr sz="120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3pPr>
            <a:lvl4pPr algn="r">
              <a:defRPr sz="120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4pPr>
            <a:lvl5pPr algn="r">
              <a:defRPr sz="120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5pPr>
            <a:lvl6pPr algn="r">
              <a:defRPr sz="120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6pPr>
            <a:lvl7pPr algn="r">
              <a:defRPr sz="120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7pPr>
            <a:lvl8pPr algn="r">
              <a:defRPr sz="120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8pPr>
            <a:lvl9pPr algn="r">
              <a:defRPr sz="120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r">
              <a:defRPr sz="120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000000"/>
                </a:solidFill>
                <a:latin typeface="Arial"/>
                <a:ea typeface="Arial"/>
                <a:cs typeface="Arial"/>
              </a:rPr>
              <a:t>0.5</a:t>
            </a:r>
          </a:p>
        </p:txBody>
      </p:sp>
      <p:sp>
        <p:nvSpPr>
          <p:cNvPr id="45" name="text_044">
            <a:extLst xmlns:a="http://schemas.openxmlformats.org/drawingml/2006/main">
              <a:ext uri="{FF2B5EF4-FFF2-40B4-BE49-F238E27FC236}">
                <a16:creationId xmlns:a16="http://schemas.microsoft.com/office/drawing/2014/main" id="{18A13D1C-2BE1-4EF0-97F0-5ECEBEE570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6257925" y="2981325"/>
            <a:ext cx="333375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r">
              <a:defRPr sz="120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defPPr>
            <a:lvl1pPr algn="r">
              <a:defRPr sz="120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1pPr>
            <a:lvl2pPr algn="r">
              <a:defRPr sz="120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2pPr>
            <a:lvl3pPr algn="r">
              <a:defRPr sz="120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3pPr>
            <a:lvl4pPr algn="r">
              <a:defRPr sz="120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4pPr>
            <a:lvl5pPr algn="r">
              <a:defRPr sz="120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5pPr>
            <a:lvl6pPr algn="r">
              <a:defRPr sz="120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6pPr>
            <a:lvl7pPr algn="r">
              <a:defRPr sz="120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7pPr>
            <a:lvl8pPr algn="r">
              <a:defRPr sz="120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8pPr>
            <a:lvl9pPr algn="r">
              <a:defRPr sz="120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r">
              <a:defRPr sz="120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000000"/>
                </a:solidFill>
                <a:latin typeface="Arial"/>
                <a:ea typeface="Arial"/>
                <a:cs typeface="Arial"/>
              </a:rPr>
              <a:t>1</a:t>
            </a:r>
          </a:p>
        </p:txBody>
      </p:sp>
      <p:sp>
        <p:nvSpPr>
          <p:cNvPr id="46" name="text_045">
            <a:extLst xmlns:a="http://schemas.openxmlformats.org/drawingml/2006/main">
              <a:ext uri="{FF2B5EF4-FFF2-40B4-BE49-F238E27FC236}">
                <a16:creationId xmlns:a16="http://schemas.microsoft.com/office/drawing/2014/main" id="{30626970-2CA0-4FA8-8131-32ACDAC984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6369883" y="4838700"/>
            <a:ext cx="6096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ctr">
              <a:defRPr sz="1125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defPPr>
            <a:lvl1pPr algn="ctr">
              <a:defRPr sz="1125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1pPr>
            <a:lvl2pPr algn="ctr">
              <a:defRPr sz="1125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2pPr>
            <a:lvl3pPr algn="ctr">
              <a:defRPr sz="1125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3pPr>
            <a:lvl4pPr algn="ctr">
              <a:defRPr sz="1125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4pPr>
            <a:lvl5pPr algn="ctr">
              <a:defRPr sz="1125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5pPr>
            <a:lvl6pPr algn="ctr">
              <a:defRPr sz="1125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6pPr>
            <a:lvl7pPr algn="ctr">
              <a:defRPr sz="1125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7pPr>
            <a:lvl8pPr algn="ctr">
              <a:defRPr sz="1125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8pPr>
            <a:lvl9pPr algn="ctr">
              <a:defRPr sz="1125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ctr">
              <a:defRPr sz="1125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125" b="0">
                <a:solidFill>
                  <a:srgbClr val="000000"/>
                </a:solidFill>
                <a:latin typeface="Arial"/>
                <a:ea typeface="Arial"/>
                <a:cs typeface="Arial"/>
              </a:rPr>
              <a:t>Jan 1</a:t>
            </a:r>
          </a:p>
        </p:txBody>
      </p:sp>
      <p:sp>
        <p:nvSpPr>
          <p:cNvPr id="47" name="text_046">
            <a:extLst xmlns:a="http://schemas.openxmlformats.org/drawingml/2006/main">
              <a:ext uri="{FF2B5EF4-FFF2-40B4-BE49-F238E27FC236}">
                <a16:creationId xmlns:a16="http://schemas.microsoft.com/office/drawing/2014/main" id="{628DC41F-632F-408D-B10A-0E81A2CAD9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7677150" y="4838700"/>
            <a:ext cx="6096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ctr">
              <a:defRPr sz="1125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defPPr>
            <a:lvl1pPr algn="ctr">
              <a:defRPr sz="1125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1pPr>
            <a:lvl2pPr algn="ctr">
              <a:defRPr sz="1125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2pPr>
            <a:lvl3pPr algn="ctr">
              <a:defRPr sz="1125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3pPr>
            <a:lvl4pPr algn="ctr">
              <a:defRPr sz="1125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4pPr>
            <a:lvl5pPr algn="ctr">
              <a:defRPr sz="1125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5pPr>
            <a:lvl6pPr algn="ctr">
              <a:defRPr sz="1125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6pPr>
            <a:lvl7pPr algn="ctr">
              <a:defRPr sz="1125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7pPr>
            <a:lvl8pPr algn="ctr">
              <a:defRPr sz="1125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8pPr>
            <a:lvl9pPr algn="ctr">
              <a:defRPr sz="1125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ctr">
              <a:defRPr sz="1125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125" b="0">
                <a:solidFill>
                  <a:srgbClr val="000000"/>
                </a:solidFill>
                <a:latin typeface="Arial"/>
                <a:ea typeface="Arial"/>
                <a:cs typeface="Arial"/>
              </a:rPr>
              <a:t>Apr 1</a:t>
            </a:r>
          </a:p>
        </p:txBody>
      </p:sp>
      <p:sp>
        <p:nvSpPr>
          <p:cNvPr id="48" name="text_047">
            <a:extLst xmlns:a="http://schemas.openxmlformats.org/drawingml/2006/main">
              <a:ext uri="{FF2B5EF4-FFF2-40B4-BE49-F238E27FC236}">
                <a16:creationId xmlns:a16="http://schemas.microsoft.com/office/drawing/2014/main" id="{D43CDAAB-4E60-454B-913C-926267332C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8984417" y="4838700"/>
            <a:ext cx="6096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ctr">
              <a:defRPr sz="1125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defPPr>
            <a:lvl1pPr algn="ctr">
              <a:defRPr sz="1125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1pPr>
            <a:lvl2pPr algn="ctr">
              <a:defRPr sz="1125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2pPr>
            <a:lvl3pPr algn="ctr">
              <a:defRPr sz="1125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3pPr>
            <a:lvl4pPr algn="ctr">
              <a:defRPr sz="1125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4pPr>
            <a:lvl5pPr algn="ctr">
              <a:defRPr sz="1125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5pPr>
            <a:lvl6pPr algn="ctr">
              <a:defRPr sz="1125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6pPr>
            <a:lvl7pPr algn="ctr">
              <a:defRPr sz="1125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7pPr>
            <a:lvl8pPr algn="ctr">
              <a:defRPr sz="1125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8pPr>
            <a:lvl9pPr algn="ctr">
              <a:defRPr sz="1125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ctr">
              <a:defRPr sz="1125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125" b="0">
                <a:solidFill>
                  <a:srgbClr val="000000"/>
                </a:solidFill>
                <a:latin typeface="Arial"/>
                <a:ea typeface="Arial"/>
                <a:cs typeface="Arial"/>
              </a:rPr>
              <a:t>Jul 1</a:t>
            </a:r>
          </a:p>
        </p:txBody>
      </p:sp>
      <p:sp>
        <p:nvSpPr>
          <p:cNvPr id="49" name="text_048">
            <a:extLst xmlns:a="http://schemas.openxmlformats.org/drawingml/2006/main">
              <a:ext uri="{FF2B5EF4-FFF2-40B4-BE49-F238E27FC236}">
                <a16:creationId xmlns:a16="http://schemas.microsoft.com/office/drawing/2014/main" id="{CC39ACD0-55A5-46AD-8B8B-5D3FA5111D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0306050" y="4838700"/>
            <a:ext cx="6096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ctr">
              <a:defRPr sz="1125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defPPr>
            <a:lvl1pPr algn="ctr">
              <a:defRPr sz="1125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1pPr>
            <a:lvl2pPr algn="ctr">
              <a:defRPr sz="1125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2pPr>
            <a:lvl3pPr algn="ctr">
              <a:defRPr sz="1125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3pPr>
            <a:lvl4pPr algn="ctr">
              <a:defRPr sz="1125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4pPr>
            <a:lvl5pPr algn="ctr">
              <a:defRPr sz="1125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5pPr>
            <a:lvl6pPr algn="ctr">
              <a:defRPr sz="1125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6pPr>
            <a:lvl7pPr algn="ctr">
              <a:defRPr sz="1125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7pPr>
            <a:lvl8pPr algn="ctr">
              <a:defRPr sz="1125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8pPr>
            <a:lvl9pPr algn="ctr">
              <a:defRPr sz="1125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ctr">
              <a:defRPr sz="1125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125" b="0">
                <a:solidFill>
                  <a:srgbClr val="000000"/>
                </a:solidFill>
                <a:latin typeface="Arial"/>
                <a:ea typeface="Arial"/>
                <a:cs typeface="Arial"/>
              </a:rPr>
              <a:t>Oct 1</a:t>
            </a:r>
          </a:p>
        </p:txBody>
      </p:sp>
      <p:sp>
        <p:nvSpPr>
          <p:cNvPr id="50" name="text_049">
            <a:extLst xmlns:a="http://schemas.openxmlformats.org/drawingml/2006/main">
              <a:ext uri="{FF2B5EF4-FFF2-40B4-BE49-F238E27FC236}">
                <a16:creationId xmlns:a16="http://schemas.microsoft.com/office/drawing/2014/main" id="{ED5E1993-F6CC-449D-B33B-C1D727D85C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1613317" y="4838700"/>
            <a:ext cx="6096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ctr">
              <a:defRPr sz="1125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defPPr>
            <a:lvl1pPr algn="ctr">
              <a:defRPr sz="1125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1pPr>
            <a:lvl2pPr algn="ctr">
              <a:defRPr sz="1125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2pPr>
            <a:lvl3pPr algn="ctr">
              <a:defRPr sz="1125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3pPr>
            <a:lvl4pPr algn="ctr">
              <a:defRPr sz="1125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4pPr>
            <a:lvl5pPr algn="ctr">
              <a:defRPr sz="1125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5pPr>
            <a:lvl6pPr algn="ctr">
              <a:defRPr sz="1125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6pPr>
            <a:lvl7pPr algn="ctr">
              <a:defRPr sz="1125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7pPr>
            <a:lvl8pPr algn="ctr">
              <a:defRPr sz="1125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8pPr>
            <a:lvl9pPr algn="ctr">
              <a:defRPr sz="1125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ctr">
              <a:defRPr sz="1125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125" b="0">
                <a:solidFill>
                  <a:srgbClr val="000000"/>
                </a:solidFill>
                <a:latin typeface="Arial"/>
                <a:ea typeface="Arial"/>
                <a:cs typeface="Arial"/>
              </a:rPr>
              <a:t>Dec 31</a:t>
            </a:r>
          </a:p>
        </p:txBody>
      </p:sp>
      <p:sp>
        <p:nvSpPr>
          <p:cNvPr id="51" name="text_050">
            <a:extLst xmlns:a="http://schemas.openxmlformats.org/drawingml/2006/main">
              <a:ext uri="{FF2B5EF4-FFF2-40B4-BE49-F238E27FC236}">
                <a16:creationId xmlns:a16="http://schemas.microsoft.com/office/drawing/2014/main" id="{A562A32E-C8EE-411F-9E55-4C6623E3A9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6667500" y="5067300"/>
            <a:ext cx="52578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ctr">
              <a:defRPr sz="120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defPPr>
            <a:lvl1pPr algn="ctr">
              <a:defRPr sz="120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1pPr>
            <a:lvl2pPr algn="ctr">
              <a:defRPr sz="120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2pPr>
            <a:lvl3pPr algn="ctr">
              <a:defRPr sz="120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3pPr>
            <a:lvl4pPr algn="ctr">
              <a:defRPr sz="120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4pPr>
            <a:lvl5pPr algn="ctr">
              <a:defRPr sz="120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5pPr>
            <a:lvl6pPr algn="ctr">
              <a:defRPr sz="120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6pPr>
            <a:lvl7pPr algn="ctr">
              <a:defRPr sz="120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7pPr>
            <a:lvl8pPr algn="ctr">
              <a:defRPr sz="120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8pPr>
            <a:lvl9pPr algn="ctr">
              <a:defRPr sz="120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ctr">
              <a:defRPr sz="120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000000"/>
                </a:solidFill>
                <a:latin typeface="Arial"/>
                <a:ea typeface="Arial"/>
                <a:cs typeface="Arial"/>
              </a:rPr>
              <a:t>2000 date</a:t>
            </a:r>
          </a:p>
        </p:txBody>
      </p:sp>
      <p:sp>
        <p:nvSpPr>
          <p:cNvPr id="52" name="text_051">
            <a:extLst xmlns:a="http://schemas.openxmlformats.org/drawingml/2006/main">
              <a:ext uri="{FF2B5EF4-FFF2-40B4-BE49-F238E27FC236}">
                <a16:creationId xmlns:a16="http://schemas.microsoft.com/office/drawing/2014/main" id="{0AF15A77-0421-4969-844D-31FAD1A108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6953250" y="2828925"/>
            <a:ext cx="46863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ctr">
              <a:defRPr sz="120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defPPr>
            <a:lvl1pPr algn="ctr">
              <a:defRPr sz="120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1pPr>
            <a:lvl2pPr algn="ctr">
              <a:defRPr sz="120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2pPr>
            <a:lvl3pPr algn="ctr">
              <a:defRPr sz="120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3pPr>
            <a:lvl4pPr algn="ctr">
              <a:defRPr sz="120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4pPr>
            <a:lvl5pPr algn="ctr">
              <a:defRPr sz="120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5pPr>
            <a:lvl6pPr algn="ctr">
              <a:defRPr sz="120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6pPr>
            <a:lvl7pPr algn="ctr">
              <a:defRPr sz="120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7pPr>
            <a:lvl8pPr algn="ctr">
              <a:defRPr sz="120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8pPr>
            <a:lvl9pPr algn="ctr">
              <a:defRPr sz="120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ctr">
              <a:defRPr sz="120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000000"/>
                </a:solidFill>
                <a:latin typeface="Arial"/>
                <a:ea typeface="Arial"/>
                <a:cs typeface="Arial"/>
              </a:rPr>
              <a:t>Normalized fixed reference axis</a:t>
            </a:r>
          </a:p>
        </p:txBody>
      </p:sp>
      <p:pic>
        <p:nvPicPr>
          <p:cNvPr id="53" name="">
            <a:extLst xmlns:a="http://schemas.openxmlformats.org/drawingml/2006/main">
              <a:ext uri="{FF2B5EF4-FFF2-40B4-BE49-F238E27FC236}">
                <a16:creationId xmlns:a16="http://schemas.microsoft.com/office/drawing/2014/main" id="{4F250246-F2F0-4845-8D44-E0A5FF405B8A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978ea9051e424c18"/>
          <a:stretch xmlns:a="http://schemas.openxmlformats.org/drawingml/2006/main"/>
        </p:blipFill>
        <p:spPr>
          <a:xfrm xmlns:a="http://schemas.openxmlformats.org/drawingml/2006/main">
            <a:off x="3143250" y="5505450"/>
            <a:ext cx="5429250" cy="104775"/>
          </a:xfrm>
          <a:prstGeom xmlns:a="http://schemas.openxmlformats.org/drawingml/2006/main" prst="rect">
            <a:avLst/>
          </a:prstGeom>
        </p:spPr>
      </p:pic>
      <p:sp>
        <p:nvSpPr>
          <p:cNvPr id="54" name="text_053">
            <a:extLst xmlns:a="http://schemas.openxmlformats.org/drawingml/2006/main">
              <a:ext uri="{FF2B5EF4-FFF2-40B4-BE49-F238E27FC236}">
                <a16:creationId xmlns:a16="http://schemas.microsoft.com/office/drawing/2014/main" id="{648045DD-94CF-4971-A58F-A6628B85D8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2286000" y="5429250"/>
            <a:ext cx="762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r">
              <a:defRPr sz="120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defPPr>
            <a:lvl1pPr algn="r">
              <a:defRPr sz="120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1pPr>
            <a:lvl2pPr algn="r">
              <a:defRPr sz="120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2pPr>
            <a:lvl3pPr algn="r">
              <a:defRPr sz="120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3pPr>
            <a:lvl4pPr algn="r">
              <a:defRPr sz="120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4pPr>
            <a:lvl5pPr algn="r">
              <a:defRPr sz="120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5pPr>
            <a:lvl6pPr algn="r">
              <a:defRPr sz="120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6pPr>
            <a:lvl7pPr algn="r">
              <a:defRPr sz="120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7pPr>
            <a:lvl8pPr algn="r">
              <a:defRPr sz="120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8pPr>
            <a:lvl9pPr algn="r">
              <a:defRPr sz="120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r">
              <a:defRPr sz="120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000000"/>
                </a:solidFill>
                <a:latin typeface="Arial"/>
                <a:ea typeface="Arial"/>
                <a:cs typeface="Arial"/>
              </a:rPr>
              <a:t>0.00</a:t>
            </a:r>
          </a:p>
        </p:txBody>
      </p:sp>
      <p:sp>
        <p:nvSpPr>
          <p:cNvPr id="55" name="text_054">
            <a:extLst xmlns:a="http://schemas.openxmlformats.org/drawingml/2006/main">
              <a:ext uri="{FF2B5EF4-FFF2-40B4-BE49-F238E27FC236}">
                <a16:creationId xmlns:a16="http://schemas.microsoft.com/office/drawing/2014/main" id="{244C0306-4D4C-4426-AE27-3DE996D7BF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8715375" y="5429250"/>
            <a:ext cx="952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20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defPPr>
            <a:lvl1pPr algn="l">
              <a:defRPr sz="120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1pPr>
            <a:lvl2pPr algn="l">
              <a:defRPr sz="120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2pPr>
            <a:lvl3pPr algn="l">
              <a:defRPr sz="120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3pPr>
            <a:lvl4pPr algn="l">
              <a:defRPr sz="120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4pPr>
            <a:lvl5pPr algn="l">
              <a:defRPr sz="120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5pPr>
            <a:lvl6pPr algn="l">
              <a:defRPr sz="120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6pPr>
            <a:lvl7pPr algn="l">
              <a:defRPr sz="120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7pPr>
            <a:lvl8pPr algn="l">
              <a:defRPr sz="120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8pPr>
            <a:lvl9pPr algn="l">
              <a:defRPr sz="120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120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000000"/>
                </a:solidFill>
                <a:latin typeface="Arial"/>
                <a:ea typeface="Arial"/>
                <a:cs typeface="Arial"/>
              </a:rPr>
              <a:t>162.34</a:t>
            </a:r>
          </a:p>
        </p:txBody>
      </p:sp>
      <p:sp>
        <p:nvSpPr>
          <p:cNvPr id="56" name="text_055">
            <a:extLst xmlns:a="http://schemas.openxmlformats.org/drawingml/2006/main">
              <a:ext uri="{FF2B5EF4-FFF2-40B4-BE49-F238E27FC236}">
                <a16:creationId xmlns:a16="http://schemas.microsoft.com/office/drawing/2014/main" id="{F6474D68-FBB7-407D-9E12-8F16E3C8AF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3714750" y="5762625"/>
            <a:ext cx="4762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ctr">
              <a:defRPr sz="1275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defPPr>
            <a:lvl1pPr algn="ctr">
              <a:defRPr sz="1275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1pPr>
            <a:lvl2pPr algn="ctr">
              <a:defRPr sz="1275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2pPr>
            <a:lvl3pPr algn="ctr">
              <a:defRPr sz="1275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3pPr>
            <a:lvl4pPr algn="ctr">
              <a:defRPr sz="1275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4pPr>
            <a:lvl5pPr algn="ctr">
              <a:defRPr sz="1275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5pPr>
            <a:lvl6pPr algn="ctr">
              <a:defRPr sz="1275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6pPr>
            <a:lvl7pPr algn="ctr">
              <a:defRPr sz="1275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7pPr>
            <a:lvl8pPr algn="ctr">
              <a:defRPr sz="1275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8pPr>
            <a:lvl9pPr algn="ctr">
              <a:defRPr sz="1275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ctr">
              <a:defRPr sz="1275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000000"/>
                </a:solidFill>
                <a:latin typeface="Arial"/>
                <a:ea typeface="Arial"/>
                <a:cs typeface="Arial"/>
              </a:rPr>
              <a:t>PM2.5 concentration (ug m-3)</a:t>
            </a:r>
          </a:p>
        </p:txBody>
      </p:sp>
    </p:spTree>
    <p:extLst>
      <p:ext uri="{BB962C8B-B14F-4D97-AF65-F5344CB8AC3E}">
        <p14:creationId xmlns:p14="http://schemas.microsoft.com/office/powerpoint/2010/main" val="57874659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2026-10-23T03:03:25.0250000Z</dcterms:created>
  <dcterms:modified xsi:type="dcterms:W3CDTF">2026-10-23T03:03:25.0250000Z</dcterms:modified>
</coreProperties>
</file>