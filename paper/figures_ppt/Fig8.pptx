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5d6f8266e44bd5" /><Relationship Type="http://schemas.openxmlformats.org/officeDocument/2006/relationships/extended-properties" Target="/docProps/app.xml" Id="R657d1d0d67494c6d" /><Relationship Type="http://schemas.openxmlformats.org/officeDocument/2006/relationships/officeDocument" Target="/ppt/presentation.xml" Id="R25f7b3f8941f4bcf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2c951ada8d064b03"/>
  </p:sldMasterIdLst>
  <p:notesMasterIdLst>
    <p:notesMasterId r:id="Re0b67dcc600d412a"/>
  </p:notesMasterIdLst>
  <p:sldIdLst>
    <p:sldId id="256" r:id="R7b93b7e54d1a4a8f"/>
  </p:sldIdLst>
  <p:sldSz cx="7658100" cy="3733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d1a334ec2a40b9" /><Relationship Type="http://schemas.openxmlformats.org/officeDocument/2006/relationships/slideMaster" Target="/ppt/slideMasters/slideMaster1.xml" Id="R2c951ada8d064b03" /><Relationship Type="http://schemas.openxmlformats.org/officeDocument/2006/relationships/notesMaster" Target="/ppt/notesMasters/notesMaster1.xml" Id="Re0b67dcc600d412a" /><Relationship Type="http://schemas.openxmlformats.org/officeDocument/2006/relationships/presProps" Target="/ppt/presProps.xml" Id="R5005ae1196f84284" /><Relationship Type="http://schemas.openxmlformats.org/officeDocument/2006/relationships/tableStyles" Target="/ppt/tableStyles.xml" Id="R7d1f5c7b9d8c405d" /><Relationship Type="http://schemas.openxmlformats.org/officeDocument/2006/relationships/slide" Target="/ppt/slides/slide1.xml" Id="R7b93b7e54d1a4a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a1fe6f8fbe40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b65328a9fe4fac" /><Relationship Type="http://schemas.openxmlformats.org/officeDocument/2006/relationships/notesMaster" Target="/ppt/notesMasters/notesMaster1.xml" Id="R967a58760e5c48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{"dataset": "Nucleon", "source": "TMTM author padded 64x64 uint8 scalar slice; author commit 2c75a10ed2cd55177a25ff751e0c0a8261200717.", "result": "02-RG-MTM/results/paper1_suite/nucleon; one static frame,13 leaves,26 nodes (reference table:28 nodes).", "profiles": "Full saved arrays; source scalar recovered by -profile*247. Native axes/text are editable, profile raster layers are scientific plots of all samples. TMTM profile has4096 samples; RG32768.", "coincident_R": "All three stored R arrays are byte-for-byte equal to P; the shared curve is labelled P/R.", "scope": "Static layout test; not temporal or volumetric evidence."}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ae450bc1e47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e475567194a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67716d457a40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2475cc69cb4b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731c3fad247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de9a284284c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412B15-48A4-47E5-B42E-346905469C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1547283"/>
            <a:ext cx="10241280" cy="591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7BFD58-DC67-473C-A76B-95BC592176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2252663"/>
            <a:ext cx="8961120" cy="455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AE14D43-5506-44B3-8169-853D8A1D0C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1706563"/>
            <a:ext cx="1024128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2634C9-0764-4436-8EA6-A3CCC56DB3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18558"/>
            <a:ext cx="11361420" cy="500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2006F82-F1C1-4631-A71B-298B0139B5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137708"/>
            <a:ext cx="11361420" cy="2548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65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185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005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826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646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466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287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107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927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975B92-63CE-4AEF-AD14-941BCE61CD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18558"/>
            <a:ext cx="11361420" cy="500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2AD95A-FC7C-4E35-98B4-FEF181FE7A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137708"/>
            <a:ext cx="5280660" cy="2548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65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185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005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826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646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466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287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107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927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745EC6-22E5-4F69-9B69-EE1D666827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137708"/>
            <a:ext cx="5280660" cy="2548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65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185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005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826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646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466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287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107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927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C402F7-A7F9-4552-8345-F5C39721C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18558"/>
            <a:ext cx="11361420" cy="500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3E4EE2-F5EB-4319-BAB9-82CA6AA59F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137708"/>
            <a:ext cx="5280660" cy="2548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65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185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005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826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646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466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287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107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927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f43607d1f548f5" /><Relationship Type="http://schemas.openxmlformats.org/officeDocument/2006/relationships/slideLayout" Target="/ppt/slideLayouts/slideLayout1.xml" Id="Redcbef25f7e444ff" /><Relationship Type="http://schemas.openxmlformats.org/officeDocument/2006/relationships/slideLayout" Target="/ppt/slideLayouts/slideLayout2.xml" Id="Rca44dc6e35f64037" /><Relationship Type="http://schemas.openxmlformats.org/officeDocument/2006/relationships/slideLayout" Target="/ppt/slideLayouts/slideLayout3.xml" Id="R542422ef9cee43da" /><Relationship Type="http://schemas.openxmlformats.org/officeDocument/2006/relationships/slideLayout" Target="/ppt/slideLayouts/slideLayout4.xml" Id="R8ae49ee68f194a1c" /><Relationship Type="http://schemas.openxmlformats.org/officeDocument/2006/relationships/slideLayout" Target="/ppt/slideLayouts/slideLayout5.xml" Id="Recfb994169dd423b" /><Relationship Type="http://schemas.openxmlformats.org/officeDocument/2006/relationships/slideLayout" Target="/ppt/slideLayouts/slideLayout6.xml" Id="Ra34972538adf43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cbef25f7e444ff"/>
    <p:sldLayoutId xmlns:r="http://schemas.openxmlformats.org/officeDocument/2006/relationships" id="2147483650" r:id="Rca44dc6e35f64037"/>
    <p:sldLayoutId xmlns:r="http://schemas.openxmlformats.org/officeDocument/2006/relationships" id="2147483651" r:id="R542422ef9cee43da"/>
    <p:sldLayoutId xmlns:r="http://schemas.openxmlformats.org/officeDocument/2006/relationships" id="2147483652" r:id="R8ae49ee68f194a1c"/>
    <p:sldLayoutId xmlns:r="http://schemas.openxmlformats.org/officeDocument/2006/relationships" id="2147483653" r:id="Recfb994169dd423b"/>
    <p:sldLayoutId xmlns:r="http://schemas.openxmlformats.org/officeDocument/2006/relationships" id="2147483654" r:id="Ra34972538adf43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d4839f1ff92e44f2" /><ns0:Relationship Type="http://schemas.openxmlformats.org/officeDocument/2006/relationships/image" Target="/ppt/media/image.png" Id="R7909abcff5c7491b" /><ns0:Relationship Type="http://schemas.openxmlformats.org/officeDocument/2006/relationships/image" Target="/ppt/media/image2.png" Id="R10a23993c09c4cb5" /><ns0:Relationship Type="http://schemas.openxmlformats.org/officeDocument/2006/relationships/image" Target="/ppt/media/image3.png" Id="R1f30348dfd8d424c" /><ns0:Relationship Type="http://schemas.openxmlformats.org/officeDocument/2006/relationships/image" Target="/ppt/media/image4.png" Id="R625fa0795ee244fa" /><ns0:Relationship Type="http://schemas.openxmlformats.org/officeDocument/2006/relationships/notesSlide" Target="/ppt/notesSlides/notesSlide1.xml" Id="R89127701e7614160" /><ns0:Relationship Id="addedSource100043" Type="http://schemas.openxmlformats.org/officeDocument/2006/relationships/image" Target="/ppt/media/added_source_100043.png" /><ns0:Relationship Id="addedSource100053" Type="http://schemas.openxmlformats.org/officeDocument/2006/relationships/image" Target="/ppt/media/added_source_100053.png" /></ns0: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1" name="text_000">
            <a:extLst>
              <a:ext uri="{FF2B5EF4-FFF2-40B4-BE49-F238E27FC236}">
                <ns2:creationId id="{0AC77F5A-9A06-4E0A-96C4-2B3E96EB33E9}"/>
              </a:ext>
            </a:extLst>
          </p:cNvPr>
          <p:cNvSpPr>
            <a:spLocks noGrp="1"/>
          </p:cNvSpPr>
          <p:nvPr/>
        </p:nvSpPr>
        <p:spPr>
          <a:xfrm rot="0">
            <a:off x="171450" y="381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Source field</a:t>
            </a:r>
          </a:p>
        </p:txBody>
      </p:sp>
      <p:pic>
        <p:nvPicPr>
          <p:cNvPr id="2" name="">
            <a:extLst>
              <a:ext uri="{FF2B5EF4-FFF2-40B4-BE49-F238E27FC236}">
                <ns2:creationId id="{5193FAE8-72BF-4CB4-A7EB-AB4B4D1B5340}"/>
              </a:ext>
            </a:extLst>
          </p:cNvPr>
          <p:cNvPicPr>
            <a:picLocks noChangeAspect="1"/>
          </p:cNvPicPr>
          <p:nvPr/>
        </p:nvPicPr>
        <p:blipFill>
          <a:blip r:embed="R7909abcff5c7491b"/>
          <a:stretch/>
        </p:blipFill>
        <p:spPr>
          <a:xfrm>
            <a:off x="361950" y="438150"/>
            <a:ext cx="2571750" cy="2571750"/>
          </a:xfrm>
          <a:prstGeom prst="rect">
            <a:avLst/>
          </a:prstGeom>
        </p:spPr>
      </p:pic>
      <p:sp>
        <p:nvSpPr>
          <p:cNvPr id="3" name="text_004">
            <a:extLst>
              <a:ext uri="{FF2B5EF4-FFF2-40B4-BE49-F238E27FC236}">
                <ns2:creationId id="{5A763F24-84A7-4B8F-9A97-53786A12807F}"/>
              </a:ext>
            </a:extLst>
          </p:cNvPr>
          <p:cNvSpPr>
            <a:spLocks noGrp="1"/>
          </p:cNvSpPr>
          <p:nvPr/>
        </p:nvSpPr>
        <p:spPr>
          <a:xfrm rot="0">
            <a:off x="205895" y="3053937"/>
            <a:ext cx="352295" cy="1937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" name="text_005">
            <a:extLst>
              <a:ext uri="{FF2B5EF4-FFF2-40B4-BE49-F238E27FC236}">
                <ns2:creationId id="{91C070AE-0DBD-4232-8E8B-0C3601764661}"/>
              </a:ext>
            </a:extLst>
          </p:cNvPr>
          <p:cNvSpPr>
            <a:spLocks noGrp="1"/>
          </p:cNvSpPr>
          <p:nvPr/>
        </p:nvSpPr>
        <p:spPr>
          <a:xfrm rot="0">
            <a:off x="53692" y="2901734"/>
            <a:ext cx="255414" cy="1937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text_006">
            <a:extLst>
              <a:ext uri="{FF2B5EF4-FFF2-40B4-BE49-F238E27FC236}">
                <ns2:creationId id="{05D345CD-A414-4CD8-9EAB-BB1166F2BA34}"/>
              </a:ext>
            </a:extLst>
          </p:cNvPr>
          <p:cNvSpPr>
            <a:spLocks noGrp="1"/>
          </p:cNvSpPr>
          <p:nvPr/>
        </p:nvSpPr>
        <p:spPr>
          <a:xfrm rot="0">
            <a:off x="1491770" y="3053937"/>
            <a:ext cx="352295" cy="1937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text_007">
            <a:extLst>
              <a:ext uri="{FF2B5EF4-FFF2-40B4-BE49-F238E27FC236}">
                <ns2:creationId id="{73C1FAE7-F8D0-4646-8A1C-F4978DB659E7}"/>
              </a:ext>
            </a:extLst>
          </p:cNvPr>
          <p:cNvSpPr>
            <a:spLocks noGrp="1"/>
          </p:cNvSpPr>
          <p:nvPr/>
        </p:nvSpPr>
        <p:spPr>
          <a:xfrm rot="0">
            <a:off x="53692" y="1615859"/>
            <a:ext cx="255414" cy="1937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7" name="text_008">
            <a:extLst>
              <a:ext uri="{FF2B5EF4-FFF2-40B4-BE49-F238E27FC236}">
                <ns2:creationId id="{39319DFF-3348-4C57-907C-DBAA645B400E}"/>
              </a:ext>
            </a:extLst>
          </p:cNvPr>
          <p:cNvSpPr>
            <a:spLocks noGrp="1"/>
          </p:cNvSpPr>
          <p:nvPr/>
        </p:nvSpPr>
        <p:spPr>
          <a:xfrm rot="0">
            <a:off x="2737461" y="3053937"/>
            <a:ext cx="352295" cy="1937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8" name="text_009">
            <a:extLst>
              <a:ext uri="{FF2B5EF4-FFF2-40B4-BE49-F238E27FC236}">
                <ns2:creationId id="{EC604D15-60DD-49DA-A498-B173728F0CE8}"/>
              </a:ext>
            </a:extLst>
          </p:cNvPr>
          <p:cNvSpPr>
            <a:spLocks noGrp="1"/>
          </p:cNvSpPr>
          <p:nvPr/>
        </p:nvSpPr>
        <p:spPr>
          <a:xfrm rot="0">
            <a:off x="53692" y="370168"/>
            <a:ext cx="255414" cy="1937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pic>
        <p:nvPicPr>
          <p:cNvPr id="9" name="">
            <a:extLst>
              <a:ext uri="{FF2B5EF4-FFF2-40B4-BE49-F238E27FC236}">
                <ns2:creationId id="{FFB52C66-5817-4019-8DFC-7ED2D3528F81}"/>
              </a:ext>
            </a:extLst>
          </p:cNvPr>
          <p:cNvPicPr>
            <a:picLocks noChangeAspect="1"/>
          </p:cNvPicPr>
          <p:nvPr/>
        </p:nvPicPr>
        <p:blipFill>
          <a:blip r:embed="R10a23993c09c4cb5"/>
          <a:stretch/>
        </p:blipFill>
        <p:spPr>
          <a:xfrm>
            <a:off x="361950" y="3371850"/>
            <a:ext cx="2571750" cy="88074"/>
          </a:xfrm>
          <a:prstGeom prst="rect">
            <a:avLst/>
          </a:prstGeom>
        </p:spPr>
      </p:pic>
      <p:sp>
        <p:nvSpPr>
          <p:cNvPr id="10" name="text_011">
            <a:extLst>
              <a:ext uri="{FF2B5EF4-FFF2-40B4-BE49-F238E27FC236}">
                <ns2:creationId id="{67E14256-951A-45CF-B181-ED7A64452ED2}"/>
              </a:ext>
            </a:extLst>
          </p:cNvPr>
          <p:cNvSpPr>
            <a:spLocks noGrp="1"/>
          </p:cNvSpPr>
          <p:nvPr/>
        </p:nvSpPr>
        <p:spPr>
          <a:xfrm rot="0">
            <a:off x="361950" y="3486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text_012">
            <a:extLst>
              <a:ext uri="{FF2B5EF4-FFF2-40B4-BE49-F238E27FC236}">
                <ns2:creationId id="{37A9BB92-1788-4E52-ACE0-8E1DBC8D54CB}"/>
              </a:ext>
            </a:extLst>
          </p:cNvPr>
          <p:cNvSpPr>
            <a:spLocks noGrp="1"/>
          </p:cNvSpPr>
          <p:nvPr/>
        </p:nvSpPr>
        <p:spPr>
          <a:xfrm rot="0">
            <a:off x="2552700" y="3486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</a:t>
            </a:r>
          </a:p>
        </p:txBody>
      </p:sp>
      <p:sp>
        <p:nvSpPr>
          <p:cNvPr id="31" name="text_032">
            <a:extLst>
              <a:ext uri="{FF2B5EF4-FFF2-40B4-BE49-F238E27FC236}">
                <ns2:creationId id="{ED61C8AC-C8D5-46AA-9CF5-C7DC4CA00CDA}"/>
              </a:ext>
            </a:extLst>
          </p:cNvPr>
          <p:cNvSpPr>
            <a:spLocks noGrp="1"/>
          </p:cNvSpPr>
          <p:nvPr/>
        </p:nvSpPr>
        <p:spPr>
          <a:xfrm rot="0">
            <a:off x="3333750" y="38100"/>
            <a:ext cx="426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RG-MTM-P / R</a:t>
            </a:r>
          </a:p>
        </p:txBody>
      </p:sp>
      <p:sp>
        <p:nvSpPr>
          <p:cNvPr id="32" name="line_033">
            <a:extLst>
              <a:ext uri="{FF2B5EF4-FFF2-40B4-BE49-F238E27FC236}">
                <ns2:creationId id="{FD8CC60A-9665-4958-ABE9-6A16375FD998}"/>
              </a:ext>
            </a:extLst>
          </p:cNvPr>
          <p:cNvSpPr>
            <a:spLocks noGrp="1"/>
          </p:cNvSpPr>
          <p:nvPr/>
        </p:nvSpPr>
        <p:spPr>
          <a:xfrm>
            <a:off x="3600450" y="284607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6668">
            <a:solidFill>
              <a:srgbClr val="DFE4E8"/>
            </a:solidFill>
            <a:prstDash val="solid"/>
          </a:ln>
        </p:spPr>
      </p:sp>
      <p:sp>
        <p:nvSpPr>
          <p:cNvPr id="33" name="text_034">
            <a:extLst>
              <a:ext uri="{FF2B5EF4-FFF2-40B4-BE49-F238E27FC236}">
                <ns2:creationId id="{080F5D25-C13D-4532-A7FA-46F5B6886F1A}"/>
              </a:ext>
            </a:extLst>
          </p:cNvPr>
          <p:cNvSpPr>
            <a:spLocks noGrp="1"/>
          </p:cNvSpPr>
          <p:nvPr/>
        </p:nvSpPr>
        <p:spPr>
          <a:xfrm rot="0">
            <a:off x="3228975" y="275082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" name="line_035">
            <a:extLst>
              <a:ext uri="{FF2B5EF4-FFF2-40B4-BE49-F238E27FC236}">
                <ns2:creationId id="{B4DDA56B-2129-4F76-8104-32114150C860}"/>
              </a:ext>
            </a:extLst>
          </p:cNvPr>
          <p:cNvSpPr>
            <a:spLocks noGrp="1"/>
          </p:cNvSpPr>
          <p:nvPr/>
        </p:nvSpPr>
        <p:spPr>
          <a:xfrm>
            <a:off x="3600450" y="188214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6668">
            <a:solidFill>
              <a:srgbClr val="DFE4E8"/>
            </a:solidFill>
            <a:prstDash val="solid"/>
          </a:ln>
        </p:spPr>
      </p:sp>
      <p:sp>
        <p:nvSpPr>
          <p:cNvPr id="35" name="text_036">
            <a:extLst>
              <a:ext uri="{FF2B5EF4-FFF2-40B4-BE49-F238E27FC236}">
                <ns2:creationId id="{69258BF1-4866-4956-A1DC-9F87B244C4ED}"/>
              </a:ext>
            </a:extLst>
          </p:cNvPr>
          <p:cNvSpPr>
            <a:spLocks noGrp="1"/>
          </p:cNvSpPr>
          <p:nvPr/>
        </p:nvSpPr>
        <p:spPr>
          <a:xfrm rot="0">
            <a:off x="3228975" y="178689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6" name="line_037">
            <a:extLst>
              <a:ext uri="{FF2B5EF4-FFF2-40B4-BE49-F238E27FC236}">
                <ns2:creationId id="{9A20A311-6772-43CB-85E6-B52DB269C6AA}"/>
              </a:ext>
            </a:extLst>
          </p:cNvPr>
          <p:cNvSpPr>
            <a:spLocks noGrp="1"/>
          </p:cNvSpPr>
          <p:nvPr/>
        </p:nvSpPr>
        <p:spPr>
          <a:xfrm>
            <a:off x="3600450" y="91821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6668">
            <a:solidFill>
              <a:srgbClr val="DFE4E8"/>
            </a:solidFill>
            <a:prstDash val="solid"/>
          </a:ln>
        </p:spPr>
      </p:sp>
      <p:sp>
        <p:nvSpPr>
          <p:cNvPr id="37" name="text_038">
            <a:extLst>
              <a:ext uri="{FF2B5EF4-FFF2-40B4-BE49-F238E27FC236}">
                <ns2:creationId id="{75529D16-202F-455D-AAEB-3F95182272C9}"/>
              </a:ext>
            </a:extLst>
          </p:cNvPr>
          <p:cNvSpPr>
            <a:spLocks noGrp="1"/>
          </p:cNvSpPr>
          <p:nvPr/>
        </p:nvSpPr>
        <p:spPr>
          <a:xfrm rot="0">
            <a:off x="3228975" y="82296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pic>
        <p:nvPicPr>
          <p:cNvPr id="38" name="">
            <a:extLst>
              <a:ext uri="{FF2B5EF4-FFF2-40B4-BE49-F238E27FC236}">
                <ns2:creationId id="{F25D3E4A-BEFC-4E15-A375-3691C20E1F95}"/>
              </a:ext>
            </a:extLst>
          </p:cNvPr>
          <p:cNvPicPr>
            <a:picLocks noChangeAspect="1"/>
          </p:cNvPicPr>
          <p:nvPr/>
        </p:nvPicPr>
        <p:blipFill>
          <a:blip r:embed="R625fa0795ee244fa"/>
          <a:stretch/>
        </p:blipFill>
        <p:spPr>
          <a:xfrm>
            <a:off x="3600450" y="437833"/>
            <a:ext cx="3781425" cy="2406650"/>
          </a:xfrm>
          <a:prstGeom prst="rect">
            <a:avLst/>
          </a:prstGeom>
        </p:spPr>
      </p:pic>
      <p:sp>
        <p:nvSpPr>
          <p:cNvPr id="39" name="line_040">
            <a:extLst>
              <a:ext uri="{FF2B5EF4-FFF2-40B4-BE49-F238E27FC236}">
                <ns2:creationId id="{ED147446-8AC1-4050-9F85-D7327A3880FB}"/>
              </a:ext>
            </a:extLst>
          </p:cNvPr>
          <p:cNvSpPr>
            <a:spLocks noGrp="1"/>
          </p:cNvSpPr>
          <p:nvPr/>
        </p:nvSpPr>
        <p:spPr>
          <a:xfrm>
            <a:off x="3600450" y="436245"/>
            <a:ext cx="95" cy="2409825"/>
          </a:xfrm>
          <a:custGeom>
            <a:pathLst>
              <a:path w="95" h="2409825">
                <a:moveTo>
                  <a:pt x="0" y="0"/>
                </a:moveTo>
                <a:lnTo>
                  <a:pt x="0" y="24098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40" name="line_041">
            <a:extLst>
              <a:ext uri="{FF2B5EF4-FFF2-40B4-BE49-F238E27FC236}">
                <ns2:creationId id="{77EB5AA8-A9A0-4022-B405-961134B5BBEF}"/>
              </a:ext>
            </a:extLst>
          </p:cNvPr>
          <p:cNvSpPr>
            <a:spLocks noGrp="1"/>
          </p:cNvSpPr>
          <p:nvPr/>
        </p:nvSpPr>
        <p:spPr>
          <a:xfrm>
            <a:off x="3600450" y="284607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41" name="line_042">
            <a:extLst>
              <a:ext uri="{FF2B5EF4-FFF2-40B4-BE49-F238E27FC236}">
                <ns2:creationId id="{C616442C-4755-4035-BFF3-0F2CC0E13EA6}"/>
              </a:ext>
            </a:extLst>
          </p:cNvPr>
          <p:cNvSpPr>
            <a:spLocks noGrp="1"/>
          </p:cNvSpPr>
          <p:nvPr/>
        </p:nvSpPr>
        <p:spPr>
          <a:xfrm>
            <a:off x="3600450" y="284607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42" name="text_043">
            <a:extLst>
              <a:ext uri="{FF2B5EF4-FFF2-40B4-BE49-F238E27FC236}">
                <ns2:creationId id="{DB3B2CB6-CE38-47EC-9A5F-4C6434E2AA8D}"/>
              </a:ext>
            </a:extLst>
          </p:cNvPr>
          <p:cNvSpPr>
            <a:spLocks noGrp="1"/>
          </p:cNvSpPr>
          <p:nvPr/>
        </p:nvSpPr>
        <p:spPr>
          <a:xfrm rot="0">
            <a:off x="3409950" y="291274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3" name="line_044">
            <a:extLst>
              <a:ext uri="{FF2B5EF4-FFF2-40B4-BE49-F238E27FC236}">
                <ns2:creationId id="{4CD89721-85F6-43C6-BFB9-8658691BED23}"/>
              </a:ext>
            </a:extLst>
          </p:cNvPr>
          <p:cNvSpPr>
            <a:spLocks noGrp="1"/>
          </p:cNvSpPr>
          <p:nvPr/>
        </p:nvSpPr>
        <p:spPr>
          <a:xfrm>
            <a:off x="5491163" y="284607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44" name="text_045">
            <a:extLst>
              <a:ext uri="{FF2B5EF4-FFF2-40B4-BE49-F238E27FC236}">
                <ns2:creationId id="{55B2F235-A529-449C-89C6-820DBC2EB05A}"/>
              </a:ext>
            </a:extLst>
          </p:cNvPr>
          <p:cNvSpPr>
            <a:spLocks noGrp="1"/>
          </p:cNvSpPr>
          <p:nvPr/>
        </p:nvSpPr>
        <p:spPr>
          <a:xfrm rot="0">
            <a:off x="5300663" y="291274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45" name="line_046">
            <a:extLst>
              <a:ext uri="{FF2B5EF4-FFF2-40B4-BE49-F238E27FC236}">
                <ns2:creationId id="{93C0F6A3-2E7C-49FF-BD32-8EF9C692E271}"/>
              </a:ext>
            </a:extLst>
          </p:cNvPr>
          <p:cNvSpPr>
            <a:spLocks noGrp="1"/>
          </p:cNvSpPr>
          <p:nvPr/>
        </p:nvSpPr>
        <p:spPr>
          <a:xfrm>
            <a:off x="7381875" y="284607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46" name="text_047">
            <a:extLst>
              <a:ext uri="{FF2B5EF4-FFF2-40B4-BE49-F238E27FC236}">
                <ns2:creationId id="{83577E95-FF64-4CB7-82B6-55700A859AC4}"/>
              </a:ext>
            </a:extLst>
          </p:cNvPr>
          <p:cNvSpPr>
            <a:spLocks noGrp="1"/>
          </p:cNvSpPr>
          <p:nvPr/>
        </p:nvSpPr>
        <p:spPr>
          <a:xfrm rot="0">
            <a:off x="7191375" y="291274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ns4:creationId val="1440513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2026-10-22T02:10:40.0190000Z</dcterms:created>
  <dcterms:modified xsi:type="dcterms:W3CDTF">2026-10-22T02:10:40.0200000Z</dcterms:modified>
</coreProperties>
</file>