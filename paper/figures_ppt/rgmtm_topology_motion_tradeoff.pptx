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bddee5e5bf4cc4" /><Relationship Type="http://schemas.openxmlformats.org/officeDocument/2006/relationships/extended-properties" Target="/docProps/app.xml" Id="R98df53f1c4004b68" /><Relationship Type="http://schemas.openxmlformats.org/officeDocument/2006/relationships/officeDocument" Target="/ppt/presentation.xml" Id="R3191a46b20fa4c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c6d5031d1e4dcf"/>
  </p:sldMasterIdLst>
  <p:notesMasterIdLst>
    <p:notesMasterId xmlns:r="http://schemas.openxmlformats.org/officeDocument/2006/relationships" r:id="Re54845fdbd2a463f"/>
  </p:notesMasterIdLst>
  <p:sldIdLst>
    <p:sldId xmlns:r="http://schemas.openxmlformats.org/officeDocument/2006/relationships" id="256" r:id="R198b240f35af4cc6"/>
  </p:sldIdLst>
  <p:sldSz cx="12801600" cy="7544732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daf800b4c440cb" /><Relationship Type="http://schemas.openxmlformats.org/officeDocument/2006/relationships/slideMaster" Target="/ppt/slideMasters/slideMaster1.xml" Id="Re9c6d5031d1e4dcf" /><Relationship Type="http://schemas.openxmlformats.org/officeDocument/2006/relationships/notesMaster" Target="/ppt/notesMasters/notesMaster1.xml" Id="Re54845fdbd2a463f" /><Relationship Type="http://schemas.openxmlformats.org/officeDocument/2006/relationships/presProps" Target="/ppt/presProps.xml" Id="Rcea238e12f6d4ad5" /><Relationship Type="http://schemas.openxmlformats.org/officeDocument/2006/relationships/tableStyles" Target="/ppt/tableStyles.xml" Id="R2ab9c97ea47f4464" /><Relationship Type="http://schemas.openxmlformats.org/officeDocument/2006/relationships/slide" Target="/ppt/slides/slide1.xml" Id="R198b240f35af4c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67c485449847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26304d907b43f9" /><Relationship Type="http://schemas.openxmlformats.org/officeDocument/2006/relationships/notesMaster" Target="/ppt/notesMasters/notesMaster1.xml" Id="Rce8f232ac8214e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/Users/lele/Desktop/MergeTreeMaps/.codex-build/unified-style-20261021/backup/latex/figures/rgmtm_topology_motion_tradeoff.pdf. Retained scientific observations and plotting coordinates.</a:t>
            </a:r>
          </a:p>
          <a:p xmlns:a="http://schemas.openxmlformats.org/drawingml/2006/main"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Dataset display names follow TMTM/ST-MTM: Storms (ERA5 source family), Wildfires, Ring, Gaussian, Tangaroa. Storms and Wildfires use this paper’s declared sampling and preprocessing. Gaussian denotes a local variant inspired by ST-MTM, not its original 128x128 input; the separate mirror-motion control is unchanged. Source keys, filenames, scientific media, geometry and numerical results are preserved. References: TMTM, Section 4.1 and Table 1; ST-MTM, Section 5.1 and Table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578c931ee2450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18f029146543a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7d0d8dd0d04d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19a33632be4ea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a27710a91c436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51137e1e0b44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085BBE-084E-4285-87C7-69A3F2DE3A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3001362"/>
            <a:ext cx="10241280" cy="11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E6569A1-502E-46FD-9D4A-64A0118777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4369630"/>
            <a:ext cx="8961120" cy="882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EFDC56E-9775-4CE9-AA7E-C8918D14EF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3310326"/>
            <a:ext cx="10241280" cy="1324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3BC7DA-8012-4635-A561-B8DFC4B48D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617927"/>
            <a:ext cx="11361420" cy="971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4F76879-2147-45A6-83B8-4E4C6D577B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2206884"/>
            <a:ext cx="11361420" cy="4943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00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600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801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2019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402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1602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803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8003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CEBE410-7479-4598-81DA-B9FB7056A2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617927"/>
            <a:ext cx="11361420" cy="971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D7020F-3F91-4F57-9FC1-6822DA7A41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2206884"/>
            <a:ext cx="5280660" cy="4943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00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600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801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2019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402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1602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803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8003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AD820EB-A79F-4E2D-9319-48A69BBDEDC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2206884"/>
            <a:ext cx="5280660" cy="4943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00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600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801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2019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402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1602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803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8003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80D326-6CEB-46AE-BC0F-263E4826CE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617927"/>
            <a:ext cx="11361420" cy="971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6F0C593-F378-4DF9-966B-DD976FC49E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2206884"/>
            <a:ext cx="5280660" cy="4943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00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600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801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2019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402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1602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803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8003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37504c5f2449b6" /><Relationship Type="http://schemas.openxmlformats.org/officeDocument/2006/relationships/slideLayout" Target="/ppt/slideLayouts/slideLayout1.xml" Id="Re325758f170747be" /><Relationship Type="http://schemas.openxmlformats.org/officeDocument/2006/relationships/slideLayout" Target="/ppt/slideLayouts/slideLayout2.xml" Id="R31c7e40965fd4abb" /><Relationship Type="http://schemas.openxmlformats.org/officeDocument/2006/relationships/slideLayout" Target="/ppt/slideLayouts/slideLayout3.xml" Id="R7b1cbd35248444f4" /><Relationship Type="http://schemas.openxmlformats.org/officeDocument/2006/relationships/slideLayout" Target="/ppt/slideLayouts/slideLayout4.xml" Id="R353cd0ab0da8414f" /><Relationship Type="http://schemas.openxmlformats.org/officeDocument/2006/relationships/slideLayout" Target="/ppt/slideLayouts/slideLayout5.xml" Id="Redad48519d3f412d" /><Relationship Type="http://schemas.openxmlformats.org/officeDocument/2006/relationships/slideLayout" Target="/ppt/slideLayouts/slideLayout6.xml" Id="Rc0933969310b49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25758f170747be"/>
    <p:sldLayoutId xmlns:r="http://schemas.openxmlformats.org/officeDocument/2006/relationships" id="2147483650" r:id="R31c7e40965fd4abb"/>
    <p:sldLayoutId xmlns:r="http://schemas.openxmlformats.org/officeDocument/2006/relationships" id="2147483651" r:id="R7b1cbd35248444f4"/>
    <p:sldLayoutId xmlns:r="http://schemas.openxmlformats.org/officeDocument/2006/relationships" id="2147483652" r:id="R353cd0ab0da8414f"/>
    <p:sldLayoutId xmlns:r="http://schemas.openxmlformats.org/officeDocument/2006/relationships" id="2147483653" r:id="Redad48519d3f412d"/>
    <p:sldLayoutId xmlns:r="http://schemas.openxmlformats.org/officeDocument/2006/relationships" id="2147483654" r:id="Rc0933969310b49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2c948b07454121" /><Relationship Type="http://schemas.openxmlformats.org/officeDocument/2006/relationships/image" Target="/ppt/media/image.png" Id="R793704c2d9cb428a" /><Relationship Type="http://schemas.openxmlformats.org/officeDocument/2006/relationships/image" Target="/ppt/media/image.svg" Id="Rca94badd421d4494" /><Relationship Type="http://schemas.openxmlformats.org/officeDocument/2006/relationships/notesSlide" Target="/ppt/notesSlides/notesSlide1.xml" Id="R0699f8f5e1d149f4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05CEBEB-DB92-4FE9-AB43-B4E527AF13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3704c2d9cb428a">
            <a:extLst>
              <a:ext uri="{96DAC541-7B7A-43D3-8B79-37D633B846F1}">
                <asvg:svgBlip xmlns:asvg="http://schemas.microsoft.com/office/drawing/2016/SVG/main" r:embed="Rca94badd421d4494"/>
              </a:ext>
            </a:extLst>
          </a:blip>
          <a:srcRect t="5035"/>
          <a:stretch xmlns:a="http://schemas.openxmlformats.org/drawingml/2006/main"/>
        </p:blipFill>
        <p:spPr>
          <a:xfrm xmlns:a="http://schemas.openxmlformats.org/drawingml/2006/main">
            <a:off x="0" y="0"/>
            <a:ext cx="12801600" cy="7544732"/>
          </a:xfrm>
          <a:prstGeom xmlns:a="http://schemas.openxmlformats.org/drawingml/2006/main" prst="rect">
            <a:avLst/>
          </a:prstGeom>
        </p:spPr>
      </p:pic>
      <p:sp>
        <p:nvSpPr>
          <p:cNvPr id="2" name="Unified label: 0">
            <a:extLst xmlns:a="http://schemas.openxmlformats.org/drawingml/2006/main">
              <a:ext uri="{FF2B5EF4-FFF2-40B4-BE49-F238E27FC236}">
                <a16:creationId xmlns:a16="http://schemas.microsoft.com/office/drawing/2014/main" id="{52068FAD-9E08-4271-A201-F270FB12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888" y="3206040"/>
            <a:ext cx="131857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" name="Unified label: 20">
            <a:extLst xmlns:a="http://schemas.openxmlformats.org/drawingml/2006/main">
              <a:ext uri="{FF2B5EF4-FFF2-40B4-BE49-F238E27FC236}">
                <a16:creationId xmlns:a16="http://schemas.microsoft.com/office/drawing/2014/main" id="{042E0158-792F-4536-A816-4A64CDC4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3881" y="3206040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Unified label: 40">
            <a:extLst xmlns:a="http://schemas.openxmlformats.org/drawingml/2006/main">
              <a:ext uri="{FF2B5EF4-FFF2-40B4-BE49-F238E27FC236}">
                <a16:creationId xmlns:a16="http://schemas.microsoft.com/office/drawing/2014/main" id="{2F9CA9CB-74D9-4CD0-BB88-1621505E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2598" y="3206040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5" name="Unified label: 60">
            <a:extLst xmlns:a="http://schemas.openxmlformats.org/drawingml/2006/main">
              <a:ext uri="{FF2B5EF4-FFF2-40B4-BE49-F238E27FC236}">
                <a16:creationId xmlns:a16="http://schemas.microsoft.com/office/drawing/2014/main" id="{EFA74F26-D30B-46F7-ADF3-10EAD35B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1315" y="3206040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6" name="Unified label: 80">
            <a:extLst xmlns:a="http://schemas.openxmlformats.org/drawingml/2006/main">
              <a:ext uri="{FF2B5EF4-FFF2-40B4-BE49-F238E27FC236}">
                <a16:creationId xmlns:a16="http://schemas.microsoft.com/office/drawing/2014/main" id="{AB8287BC-A5B8-42C3-B734-D21248C3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0032" y="3206040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7" name="Unified label: 100">
            <a:extLst xmlns:a="http://schemas.openxmlformats.org/drawingml/2006/main">
              <a:ext uri="{FF2B5EF4-FFF2-40B4-BE49-F238E27FC236}">
                <a16:creationId xmlns:a16="http://schemas.microsoft.com/office/drawing/2014/main" id="{372C6B8C-42C9-4011-97D4-3DCC58FF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7025" y="3206040"/>
            <a:ext cx="338422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8" name="Unified label: maximum merge-level error (% of scalar range)">
            <a:extLst xmlns:a="http://schemas.openxmlformats.org/drawingml/2006/main">
              <a:ext uri="{FF2B5EF4-FFF2-40B4-BE49-F238E27FC236}">
                <a16:creationId xmlns:a16="http://schemas.microsoft.com/office/drawing/2014/main" id="{DBBD7577-A49B-4C0D-A7BB-E1C92879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2772" y="3461932"/>
            <a:ext cx="4249715" cy="244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7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maximum merge-level error (% of scalar range)</a:t>
            </a:r>
          </a:p>
        </p:txBody>
      </p:sp>
      <p:sp>
        <p:nvSpPr>
          <p:cNvPr id="9" name="Unified label: 0">
            <a:extLst xmlns:a="http://schemas.openxmlformats.org/drawingml/2006/main">
              <a:ext uri="{FF2B5EF4-FFF2-40B4-BE49-F238E27FC236}">
                <a16:creationId xmlns:a16="http://schemas.microsoft.com/office/drawing/2014/main" id="{A914AB7E-00C9-42D1-8EA4-24061733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455" y="2912765"/>
            <a:ext cx="131857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Unified label: 20">
            <a:extLst xmlns:a="http://schemas.openxmlformats.org/drawingml/2006/main">
              <a:ext uri="{FF2B5EF4-FFF2-40B4-BE49-F238E27FC236}">
                <a16:creationId xmlns:a16="http://schemas.microsoft.com/office/drawing/2014/main" id="{55400361-A2DB-45E6-9778-B3F452E2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007" y="2399361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1" name="Unified label: 40">
            <a:extLst xmlns:a="http://schemas.openxmlformats.org/drawingml/2006/main">
              <a:ext uri="{FF2B5EF4-FFF2-40B4-BE49-F238E27FC236}">
                <a16:creationId xmlns:a16="http://schemas.microsoft.com/office/drawing/2014/main" id="{C1FD146C-7851-4B05-A6F0-5D5B8B93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007" y="1885957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2" name="Unified label: 60">
            <a:extLst xmlns:a="http://schemas.openxmlformats.org/drawingml/2006/main">
              <a:ext uri="{FF2B5EF4-FFF2-40B4-BE49-F238E27FC236}">
                <a16:creationId xmlns:a16="http://schemas.microsoft.com/office/drawing/2014/main" id="{EB2CF755-AD33-4514-90C3-F9F8EBBD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007" y="1372553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3" name="Unified label: 80">
            <a:extLst xmlns:a="http://schemas.openxmlformats.org/drawingml/2006/main">
              <a:ext uri="{FF2B5EF4-FFF2-40B4-BE49-F238E27FC236}">
                <a16:creationId xmlns:a16="http://schemas.microsoft.com/office/drawing/2014/main" id="{CAD4ED27-5C4C-45AF-8833-D0444E4E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007" y="859149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4" name="Unified label: 100">
            <a:extLst xmlns:a="http://schemas.openxmlformats.org/drawingml/2006/main">
              <a:ext uri="{FF2B5EF4-FFF2-40B4-BE49-F238E27FC236}">
                <a16:creationId xmlns:a16="http://schemas.microsoft.com/office/drawing/2014/main" id="{7C9A413F-DAC1-46B9-B88D-0F159043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559" y="345745"/>
            <a:ext cx="338422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5" name="Unified label: total motion error (%)">
            <a:extLst xmlns:a="http://schemas.openxmlformats.org/drawingml/2006/main">
              <a:ext uri="{FF2B5EF4-FFF2-40B4-BE49-F238E27FC236}">
                <a16:creationId xmlns:a16="http://schemas.microsoft.com/office/drawing/2014/main" id="{3A77648B-BB45-42DE-853E-4D41D9FE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786809" y="1649121"/>
            <a:ext cx="2077639" cy="244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7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motion error (%)</a:t>
            </a:r>
          </a:p>
        </p:txBody>
      </p:sp>
      <p:sp>
        <p:nvSpPr>
          <p:cNvPr id="16" name="Unified label: RG-MTM-R">
            <a:extLst xmlns:a="http://schemas.openxmlformats.org/drawingml/2006/main">
              <a:ext uri="{FF2B5EF4-FFF2-40B4-BE49-F238E27FC236}">
                <a16:creationId xmlns:a16="http://schemas.microsoft.com/office/drawing/2014/main" id="{3595345D-9114-4E11-9596-3FEE3535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8251" y="2315549"/>
            <a:ext cx="811662" cy="209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RG-MTM-R</a:t>
            </a:r>
          </a:p>
        </p:txBody>
      </p:sp>
      <p:sp>
        <p:nvSpPr>
          <p:cNvPr id="17" name="Unified label: Hilbert">
            <a:extLst xmlns:a="http://schemas.openxmlformats.org/drawingml/2006/main">
              <a:ext uri="{FF2B5EF4-FFF2-40B4-BE49-F238E27FC236}">
                <a16:creationId xmlns:a16="http://schemas.microsoft.com/office/drawing/2014/main" id="{9110C480-D9C8-4090-A66A-EC43398D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9986" y="1474828"/>
            <a:ext cx="566629" cy="209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Hilbert</a:t>
            </a:r>
          </a:p>
        </p:txBody>
      </p:sp>
      <p:sp>
        <p:nvSpPr>
          <p:cNvPr id="18" name="Unified label: Morton">
            <a:extLst xmlns:a="http://schemas.openxmlformats.org/drawingml/2006/main">
              <a:ext uri="{FF2B5EF4-FFF2-40B4-BE49-F238E27FC236}">
                <a16:creationId xmlns:a16="http://schemas.microsoft.com/office/drawing/2014/main" id="{0B2ABF01-171E-4796-AE66-7354C79C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8676" y="1973899"/>
            <a:ext cx="556829" cy="209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Morton</a:t>
            </a:r>
          </a:p>
        </p:txBody>
      </p:sp>
      <p:sp>
        <p:nvSpPr>
          <p:cNvPr id="19" name="Unified label: (a) ERA5 1999/2000">
            <a:extLst xmlns:a="http://schemas.openxmlformats.org/drawingml/2006/main">
              <a:ext uri="{FF2B5EF4-FFF2-40B4-BE49-F238E27FC236}">
                <a16:creationId xmlns:a16="http://schemas.microsoft.com/office/drawing/2014/main" id="{F16542FC-989A-49E3-A674-F745C44E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6658" y="103335"/>
            <a:ext cx="1821307" cy="262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Storms 1999/2000</a:t>
            </a:r>
          </a:p>
        </p:txBody>
      </p:sp>
      <p:sp>
        <p:nvSpPr>
          <p:cNvPr id="20" name="Unified label: 0">
            <a:extLst xmlns:a="http://schemas.openxmlformats.org/drawingml/2006/main">
              <a:ext uri="{FF2B5EF4-FFF2-40B4-BE49-F238E27FC236}">
                <a16:creationId xmlns:a16="http://schemas.microsoft.com/office/drawing/2014/main" id="{2C04B9E3-D4AE-4B7C-9183-8CFE9B39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2763" y="3206040"/>
            <a:ext cx="131857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Unified label: 20">
            <a:extLst xmlns:a="http://schemas.openxmlformats.org/drawingml/2006/main">
              <a:ext uri="{FF2B5EF4-FFF2-40B4-BE49-F238E27FC236}">
                <a16:creationId xmlns:a16="http://schemas.microsoft.com/office/drawing/2014/main" id="{D44038E5-2696-44BE-B21A-27704642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9756" y="3206040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2" name="Unified label: 40">
            <a:extLst xmlns:a="http://schemas.openxmlformats.org/drawingml/2006/main">
              <a:ext uri="{FF2B5EF4-FFF2-40B4-BE49-F238E27FC236}">
                <a16:creationId xmlns:a16="http://schemas.microsoft.com/office/drawing/2014/main" id="{C2053269-B870-46ED-A63A-5F6C7FA7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8472" y="3206040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3" name="Unified label: 60">
            <a:extLst xmlns:a="http://schemas.openxmlformats.org/drawingml/2006/main">
              <a:ext uri="{FF2B5EF4-FFF2-40B4-BE49-F238E27FC236}">
                <a16:creationId xmlns:a16="http://schemas.microsoft.com/office/drawing/2014/main" id="{5498CA01-E84F-4B52-BDC3-BD27F473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07189" y="3206040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4" name="Unified label: 80">
            <a:extLst xmlns:a="http://schemas.openxmlformats.org/drawingml/2006/main">
              <a:ext uri="{FF2B5EF4-FFF2-40B4-BE49-F238E27FC236}">
                <a16:creationId xmlns:a16="http://schemas.microsoft.com/office/drawing/2014/main" id="{A2ED88A8-584A-41D6-B42F-30940135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65906" y="3206040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5" name="Unified label: 100">
            <a:extLst xmlns:a="http://schemas.openxmlformats.org/drawingml/2006/main">
              <a:ext uri="{FF2B5EF4-FFF2-40B4-BE49-F238E27FC236}">
                <a16:creationId xmlns:a16="http://schemas.microsoft.com/office/drawing/2014/main" id="{C0B2DCA0-5206-4FAD-BDBF-C115697D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72899" y="3206040"/>
            <a:ext cx="338422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6" name="Unified label: maximum merge-level error (% of scalar range)">
            <a:extLst xmlns:a="http://schemas.openxmlformats.org/drawingml/2006/main">
              <a:ext uri="{FF2B5EF4-FFF2-40B4-BE49-F238E27FC236}">
                <a16:creationId xmlns:a16="http://schemas.microsoft.com/office/drawing/2014/main" id="{B2EBEB9A-B719-493B-82A0-D10BECD2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8647" y="3461932"/>
            <a:ext cx="4249715" cy="244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7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maximum merge-level error (% of scalar range)</a:t>
            </a:r>
          </a:p>
        </p:txBody>
      </p:sp>
      <p:sp>
        <p:nvSpPr>
          <p:cNvPr id="27" name="Unified label: 0">
            <a:extLst xmlns:a="http://schemas.openxmlformats.org/drawingml/2006/main">
              <a:ext uri="{FF2B5EF4-FFF2-40B4-BE49-F238E27FC236}">
                <a16:creationId xmlns:a16="http://schemas.microsoft.com/office/drawing/2014/main" id="{B320690D-49DF-418E-A568-7362211B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7330" y="2912765"/>
            <a:ext cx="131857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Unified label: 20">
            <a:extLst xmlns:a="http://schemas.openxmlformats.org/drawingml/2006/main">
              <a:ext uri="{FF2B5EF4-FFF2-40B4-BE49-F238E27FC236}">
                <a16:creationId xmlns:a16="http://schemas.microsoft.com/office/drawing/2014/main" id="{643FCBA7-CF63-4443-B3FB-6D0C061E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3882" y="2399361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9" name="Unified label: 40">
            <a:extLst xmlns:a="http://schemas.openxmlformats.org/drawingml/2006/main">
              <a:ext uri="{FF2B5EF4-FFF2-40B4-BE49-F238E27FC236}">
                <a16:creationId xmlns:a16="http://schemas.microsoft.com/office/drawing/2014/main" id="{B399AB51-0166-4E31-B6EC-D6E8B78A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3882" y="1885957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30" name="Unified label: 60">
            <a:extLst xmlns:a="http://schemas.openxmlformats.org/drawingml/2006/main">
              <a:ext uri="{FF2B5EF4-FFF2-40B4-BE49-F238E27FC236}">
                <a16:creationId xmlns:a16="http://schemas.microsoft.com/office/drawing/2014/main" id="{FA5614DB-286D-4750-8FE7-60ECA7EA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3882" y="1372553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31" name="Unified label: 80">
            <a:extLst xmlns:a="http://schemas.openxmlformats.org/drawingml/2006/main">
              <a:ext uri="{FF2B5EF4-FFF2-40B4-BE49-F238E27FC236}">
                <a16:creationId xmlns:a16="http://schemas.microsoft.com/office/drawing/2014/main" id="{9EBE4E3D-DD21-4A49-82B0-CCB9CFFA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3882" y="859149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32" name="Unified label: 100">
            <a:extLst xmlns:a="http://schemas.openxmlformats.org/drawingml/2006/main">
              <a:ext uri="{FF2B5EF4-FFF2-40B4-BE49-F238E27FC236}">
                <a16:creationId xmlns:a16="http://schemas.microsoft.com/office/drawing/2014/main" id="{468B1A6B-9145-459C-BACE-6F85DF80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0434" y="345745"/>
            <a:ext cx="338422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" name="Unified label: total motion error (%)">
            <a:extLst xmlns:a="http://schemas.openxmlformats.org/drawingml/2006/main">
              <a:ext uri="{FF2B5EF4-FFF2-40B4-BE49-F238E27FC236}">
                <a16:creationId xmlns:a16="http://schemas.microsoft.com/office/drawing/2014/main" id="{5F2DFE9B-07F1-4792-8C72-DC9EFA3F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509066" y="1649121"/>
            <a:ext cx="2077639" cy="244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7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motion error (%)</a:t>
            </a:r>
          </a:p>
        </p:txBody>
      </p:sp>
      <p:sp>
        <p:nvSpPr>
          <p:cNvPr id="34" name="Unified label: RG-MTM-R">
            <a:extLst xmlns:a="http://schemas.openxmlformats.org/drawingml/2006/main">
              <a:ext uri="{FF2B5EF4-FFF2-40B4-BE49-F238E27FC236}">
                <a16:creationId xmlns:a16="http://schemas.microsoft.com/office/drawing/2014/main" id="{E7F2C17D-3F3B-4611-8F92-A6F90705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2231" y="1982330"/>
            <a:ext cx="811662" cy="209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RG-MTM-R</a:t>
            </a:r>
          </a:p>
        </p:txBody>
      </p:sp>
      <p:sp>
        <p:nvSpPr>
          <p:cNvPr id="35" name="Unified label: Hilbert">
            <a:extLst xmlns:a="http://schemas.openxmlformats.org/drawingml/2006/main">
              <a:ext uri="{FF2B5EF4-FFF2-40B4-BE49-F238E27FC236}">
                <a16:creationId xmlns:a16="http://schemas.microsoft.com/office/drawing/2014/main" id="{08BE93B6-91A7-4A0C-AF1D-E8BD41AF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6507" y="1376096"/>
            <a:ext cx="566629" cy="209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Hilbert</a:t>
            </a:r>
          </a:p>
        </p:txBody>
      </p:sp>
      <p:sp>
        <p:nvSpPr>
          <p:cNvPr id="36" name="Unified label: Morton">
            <a:extLst xmlns:a="http://schemas.openxmlformats.org/drawingml/2006/main">
              <a:ext uri="{FF2B5EF4-FFF2-40B4-BE49-F238E27FC236}">
                <a16:creationId xmlns:a16="http://schemas.microsoft.com/office/drawing/2014/main" id="{C8D5F6B0-F9C8-465A-90AA-152082FE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4910" y="1871641"/>
            <a:ext cx="556828" cy="209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Morton</a:t>
            </a:r>
          </a:p>
        </p:txBody>
      </p:sp>
      <p:sp>
        <p:nvSpPr>
          <p:cNvPr id="37" name="Unified label: (b) Wildfire 2019">
            <a:extLst xmlns:a="http://schemas.openxmlformats.org/drawingml/2006/main">
              <a:ext uri="{FF2B5EF4-FFF2-40B4-BE49-F238E27FC236}">
                <a16:creationId xmlns:a16="http://schemas.microsoft.com/office/drawing/2014/main" id="{531E70D6-FA4E-49A4-84A2-1219995F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2898" y="103335"/>
            <a:ext cx="1720123" cy="262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Wildfires 2019</a:t>
            </a:r>
          </a:p>
        </p:txBody>
      </p:sp>
      <p:sp>
        <p:nvSpPr>
          <p:cNvPr id="38" name="Unified label: 0">
            <a:extLst xmlns:a="http://schemas.openxmlformats.org/drawingml/2006/main">
              <a:ext uri="{FF2B5EF4-FFF2-40B4-BE49-F238E27FC236}">
                <a16:creationId xmlns:a16="http://schemas.microsoft.com/office/drawing/2014/main" id="{753617EE-EB74-41E8-89FF-AC886184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888" y="6889636"/>
            <a:ext cx="131857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9" name="Unified label: 20">
            <a:extLst xmlns:a="http://schemas.openxmlformats.org/drawingml/2006/main">
              <a:ext uri="{FF2B5EF4-FFF2-40B4-BE49-F238E27FC236}">
                <a16:creationId xmlns:a16="http://schemas.microsoft.com/office/drawing/2014/main" id="{CD82D3E3-51C0-4DB7-94DF-B53D06B2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3881" y="6889636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0" name="Unified label: 40">
            <a:extLst xmlns:a="http://schemas.openxmlformats.org/drawingml/2006/main">
              <a:ext uri="{FF2B5EF4-FFF2-40B4-BE49-F238E27FC236}">
                <a16:creationId xmlns:a16="http://schemas.microsoft.com/office/drawing/2014/main" id="{0DA108F4-606A-49A2-ABF8-84FA5679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2598" y="6889636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41" name="Unified label: 60">
            <a:extLst xmlns:a="http://schemas.openxmlformats.org/drawingml/2006/main">
              <a:ext uri="{FF2B5EF4-FFF2-40B4-BE49-F238E27FC236}">
                <a16:creationId xmlns:a16="http://schemas.microsoft.com/office/drawing/2014/main" id="{4A9ED31A-82DD-441D-AF9E-6B5AF74D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1315" y="6889636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42" name="Unified label: 80">
            <a:extLst xmlns:a="http://schemas.openxmlformats.org/drawingml/2006/main">
              <a:ext uri="{FF2B5EF4-FFF2-40B4-BE49-F238E27FC236}">
                <a16:creationId xmlns:a16="http://schemas.microsoft.com/office/drawing/2014/main" id="{EE09A592-97DC-4D36-B666-4F2EA0A6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0032" y="6889636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43" name="Unified label: 100">
            <a:extLst xmlns:a="http://schemas.openxmlformats.org/drawingml/2006/main">
              <a:ext uri="{FF2B5EF4-FFF2-40B4-BE49-F238E27FC236}">
                <a16:creationId xmlns:a16="http://schemas.microsoft.com/office/drawing/2014/main" id="{50894C34-2867-4D52-B228-EDE2D8A8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7025" y="6889636"/>
            <a:ext cx="338422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4" name="Unified label: maximum merge-level error (% of scalar range)">
            <a:extLst xmlns:a="http://schemas.openxmlformats.org/drawingml/2006/main">
              <a:ext uri="{FF2B5EF4-FFF2-40B4-BE49-F238E27FC236}">
                <a16:creationId xmlns:a16="http://schemas.microsoft.com/office/drawing/2014/main" id="{68B60130-8ECF-4460-9AEC-15262147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2772" y="7145528"/>
            <a:ext cx="4249715" cy="244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7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maximum merge-level error (% of scalar range)</a:t>
            </a:r>
          </a:p>
        </p:txBody>
      </p:sp>
      <p:sp>
        <p:nvSpPr>
          <p:cNvPr id="45" name="Unified label: 0">
            <a:extLst xmlns:a="http://schemas.openxmlformats.org/drawingml/2006/main">
              <a:ext uri="{FF2B5EF4-FFF2-40B4-BE49-F238E27FC236}">
                <a16:creationId xmlns:a16="http://schemas.microsoft.com/office/drawing/2014/main" id="{B738E107-AE97-4B4F-9F14-98916030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455" y="6596361"/>
            <a:ext cx="131857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6" name="Unified label: 20">
            <a:extLst xmlns:a="http://schemas.openxmlformats.org/drawingml/2006/main">
              <a:ext uri="{FF2B5EF4-FFF2-40B4-BE49-F238E27FC236}">
                <a16:creationId xmlns:a16="http://schemas.microsoft.com/office/drawing/2014/main" id="{D16A125B-96C4-4062-883E-99708F28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007" y="6082957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7" name="Unified label: 40">
            <a:extLst xmlns:a="http://schemas.openxmlformats.org/drawingml/2006/main">
              <a:ext uri="{FF2B5EF4-FFF2-40B4-BE49-F238E27FC236}">
                <a16:creationId xmlns:a16="http://schemas.microsoft.com/office/drawing/2014/main" id="{7281E2EF-5D22-4200-BCB5-91689DBC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007" y="5569553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48" name="Unified label: 60">
            <a:extLst xmlns:a="http://schemas.openxmlformats.org/drawingml/2006/main">
              <a:ext uri="{FF2B5EF4-FFF2-40B4-BE49-F238E27FC236}">
                <a16:creationId xmlns:a16="http://schemas.microsoft.com/office/drawing/2014/main" id="{698839B5-ECC1-4575-9512-E1024A89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007" y="5056149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49" name="Unified label: 80">
            <a:extLst xmlns:a="http://schemas.openxmlformats.org/drawingml/2006/main">
              <a:ext uri="{FF2B5EF4-FFF2-40B4-BE49-F238E27FC236}">
                <a16:creationId xmlns:a16="http://schemas.microsoft.com/office/drawing/2014/main" id="{DC59066C-A066-4AC7-B6E3-BEFA8ABA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007" y="4542745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50" name="Unified label: 100">
            <a:extLst xmlns:a="http://schemas.openxmlformats.org/drawingml/2006/main">
              <a:ext uri="{FF2B5EF4-FFF2-40B4-BE49-F238E27FC236}">
                <a16:creationId xmlns:a16="http://schemas.microsoft.com/office/drawing/2014/main" id="{2B057F3F-21A7-4AD5-B59C-FC200ABF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559" y="4029341"/>
            <a:ext cx="338422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" name="Unified label: total motion error (%)">
            <a:extLst xmlns:a="http://schemas.openxmlformats.org/drawingml/2006/main">
              <a:ext uri="{FF2B5EF4-FFF2-40B4-BE49-F238E27FC236}">
                <a16:creationId xmlns:a16="http://schemas.microsoft.com/office/drawing/2014/main" id="{E1992CD7-DDDA-4D84-B842-5FD083F8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786809" y="5332717"/>
            <a:ext cx="2077639" cy="244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7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motion error (%)</a:t>
            </a:r>
          </a:p>
        </p:txBody>
      </p:sp>
      <p:sp>
        <p:nvSpPr>
          <p:cNvPr id="52" name="Unified label: RG-MTM-R">
            <a:extLst xmlns:a="http://schemas.openxmlformats.org/drawingml/2006/main">
              <a:ext uri="{FF2B5EF4-FFF2-40B4-BE49-F238E27FC236}">
                <a16:creationId xmlns:a16="http://schemas.microsoft.com/office/drawing/2014/main" id="{5306268C-45D0-4EE4-A7A6-AC19A2D6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7043" y="6330601"/>
            <a:ext cx="811662" cy="209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RG-MTM-R</a:t>
            </a:r>
          </a:p>
        </p:txBody>
      </p:sp>
      <p:sp>
        <p:nvSpPr>
          <p:cNvPr id="53" name="Unified label: Hilbert">
            <a:extLst xmlns:a="http://schemas.openxmlformats.org/drawingml/2006/main">
              <a:ext uri="{FF2B5EF4-FFF2-40B4-BE49-F238E27FC236}">
                <a16:creationId xmlns:a16="http://schemas.microsoft.com/office/drawing/2014/main" id="{1265682A-280C-459B-A480-6296322B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9231" y="5105531"/>
            <a:ext cx="566629" cy="209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Hilbert</a:t>
            </a:r>
          </a:p>
        </p:txBody>
      </p:sp>
      <p:sp>
        <p:nvSpPr>
          <p:cNvPr id="54" name="Unified label: Morton">
            <a:extLst xmlns:a="http://schemas.openxmlformats.org/drawingml/2006/main">
              <a:ext uri="{FF2B5EF4-FFF2-40B4-BE49-F238E27FC236}">
                <a16:creationId xmlns:a16="http://schemas.microsoft.com/office/drawing/2014/main" id="{0A8D7638-271B-4692-81B7-7A3B5B39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7061" y="5601076"/>
            <a:ext cx="556829" cy="209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Morton</a:t>
            </a:r>
          </a:p>
        </p:txBody>
      </p:sp>
      <p:sp>
        <p:nvSpPr>
          <p:cNvPr id="55" name="Unified label: (c) OLR 2024">
            <a:extLst xmlns:a="http://schemas.openxmlformats.org/drawingml/2006/main">
              <a:ext uri="{FF2B5EF4-FFF2-40B4-BE49-F238E27FC236}">
                <a16:creationId xmlns:a16="http://schemas.microsoft.com/office/drawing/2014/main" id="{284839C3-EC51-49BD-9958-1F904A30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0459" y="3786931"/>
            <a:ext cx="1214204" cy="262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(c) OLR 2024</a:t>
            </a:r>
          </a:p>
        </p:txBody>
      </p:sp>
      <p:sp>
        <p:nvSpPr>
          <p:cNvPr id="56" name="Unified label: 0">
            <a:extLst xmlns:a="http://schemas.openxmlformats.org/drawingml/2006/main">
              <a:ext uri="{FF2B5EF4-FFF2-40B4-BE49-F238E27FC236}">
                <a16:creationId xmlns:a16="http://schemas.microsoft.com/office/drawing/2014/main" id="{F8EBB87D-9EAD-4B6B-9584-40FA19A9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2763" y="6889636"/>
            <a:ext cx="131857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7" name="Unified label: 20">
            <a:extLst xmlns:a="http://schemas.openxmlformats.org/drawingml/2006/main">
              <a:ext uri="{FF2B5EF4-FFF2-40B4-BE49-F238E27FC236}">
                <a16:creationId xmlns:a16="http://schemas.microsoft.com/office/drawing/2014/main" id="{EDD9F6DE-71FC-47CE-A20B-91869FD9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9756" y="6889636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8" name="Unified label: 40">
            <a:extLst xmlns:a="http://schemas.openxmlformats.org/drawingml/2006/main">
              <a:ext uri="{FF2B5EF4-FFF2-40B4-BE49-F238E27FC236}">
                <a16:creationId xmlns:a16="http://schemas.microsoft.com/office/drawing/2014/main" id="{03906134-3053-43A2-B886-733D3D0C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8472" y="6889636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59" name="Unified label: 60">
            <a:extLst xmlns:a="http://schemas.openxmlformats.org/drawingml/2006/main">
              <a:ext uri="{FF2B5EF4-FFF2-40B4-BE49-F238E27FC236}">
                <a16:creationId xmlns:a16="http://schemas.microsoft.com/office/drawing/2014/main" id="{492BA925-E3B3-42B2-AF4F-2B014C51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07189" y="6889636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60" name="Unified label: 80">
            <a:extLst xmlns:a="http://schemas.openxmlformats.org/drawingml/2006/main">
              <a:ext uri="{FF2B5EF4-FFF2-40B4-BE49-F238E27FC236}">
                <a16:creationId xmlns:a16="http://schemas.microsoft.com/office/drawing/2014/main" id="{03CC748A-58CF-4CE1-9A56-F18F266A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65906" y="6889636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61" name="Unified label: 100">
            <a:extLst xmlns:a="http://schemas.openxmlformats.org/drawingml/2006/main">
              <a:ext uri="{FF2B5EF4-FFF2-40B4-BE49-F238E27FC236}">
                <a16:creationId xmlns:a16="http://schemas.microsoft.com/office/drawing/2014/main" id="{EDBA48E7-191F-4CE7-9342-81360BB5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72899" y="6889636"/>
            <a:ext cx="338422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62" name="Unified label: maximum merge-level error (% of scalar range)">
            <a:extLst xmlns:a="http://schemas.openxmlformats.org/drawingml/2006/main">
              <a:ext uri="{FF2B5EF4-FFF2-40B4-BE49-F238E27FC236}">
                <a16:creationId xmlns:a16="http://schemas.microsoft.com/office/drawing/2014/main" id="{CF96E930-0070-45EE-BAFC-51465E40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8647" y="7145528"/>
            <a:ext cx="4249715" cy="244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7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maximum merge-level error (% of scalar range)</a:t>
            </a:r>
          </a:p>
        </p:txBody>
      </p:sp>
      <p:sp>
        <p:nvSpPr>
          <p:cNvPr id="63" name="Unified label: 0">
            <a:extLst xmlns:a="http://schemas.openxmlformats.org/drawingml/2006/main">
              <a:ext uri="{FF2B5EF4-FFF2-40B4-BE49-F238E27FC236}">
                <a16:creationId xmlns:a16="http://schemas.microsoft.com/office/drawing/2014/main" id="{8B75DFCC-3E40-470C-801F-72853D77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7330" y="6596361"/>
            <a:ext cx="131857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4" name="Unified label: 20">
            <a:extLst xmlns:a="http://schemas.openxmlformats.org/drawingml/2006/main">
              <a:ext uri="{FF2B5EF4-FFF2-40B4-BE49-F238E27FC236}">
                <a16:creationId xmlns:a16="http://schemas.microsoft.com/office/drawing/2014/main" id="{8041B547-FAC1-402B-86C3-41498F25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3882" y="6082957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5" name="Unified label: 40">
            <a:extLst xmlns:a="http://schemas.openxmlformats.org/drawingml/2006/main">
              <a:ext uri="{FF2B5EF4-FFF2-40B4-BE49-F238E27FC236}">
                <a16:creationId xmlns:a16="http://schemas.microsoft.com/office/drawing/2014/main" id="{F14B3554-40BB-4D2D-B877-E9A212F5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3882" y="5569553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66" name="Unified label: 60">
            <a:extLst xmlns:a="http://schemas.openxmlformats.org/drawingml/2006/main">
              <a:ext uri="{FF2B5EF4-FFF2-40B4-BE49-F238E27FC236}">
                <a16:creationId xmlns:a16="http://schemas.microsoft.com/office/drawing/2014/main" id="{2A074866-2847-49D5-B77D-562E7AAB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3882" y="5056149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67" name="Unified label: 80">
            <a:extLst xmlns:a="http://schemas.openxmlformats.org/drawingml/2006/main">
              <a:ext uri="{FF2B5EF4-FFF2-40B4-BE49-F238E27FC236}">
                <a16:creationId xmlns:a16="http://schemas.microsoft.com/office/drawing/2014/main" id="{24851511-4EC9-4C0C-AD74-2A0CF709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3882" y="4542745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68" name="Unified label: 100">
            <a:extLst xmlns:a="http://schemas.openxmlformats.org/drawingml/2006/main">
              <a:ext uri="{FF2B5EF4-FFF2-40B4-BE49-F238E27FC236}">
                <a16:creationId xmlns:a16="http://schemas.microsoft.com/office/drawing/2014/main" id="{DAC4F8D0-DDC3-4829-AA9C-6B8843C3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0434" y="4029341"/>
            <a:ext cx="338422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69" name="Unified label: total motion error (%)">
            <a:extLst xmlns:a="http://schemas.openxmlformats.org/drawingml/2006/main">
              <a:ext uri="{FF2B5EF4-FFF2-40B4-BE49-F238E27FC236}">
                <a16:creationId xmlns:a16="http://schemas.microsoft.com/office/drawing/2014/main" id="{A220DFF8-4BA8-4E5B-9ADA-3A5C5757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509066" y="5332717"/>
            <a:ext cx="2077639" cy="244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7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motion error (%)</a:t>
            </a:r>
          </a:p>
        </p:txBody>
      </p:sp>
      <p:sp>
        <p:nvSpPr>
          <p:cNvPr id="70" name="Unified label: RG-MTM-R">
            <a:extLst xmlns:a="http://schemas.openxmlformats.org/drawingml/2006/main">
              <a:ext uri="{FF2B5EF4-FFF2-40B4-BE49-F238E27FC236}">
                <a16:creationId xmlns:a16="http://schemas.microsoft.com/office/drawing/2014/main" id="{7D341A6E-98F0-48C5-9DC6-4C350CF6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8939" y="5734686"/>
            <a:ext cx="811662" cy="209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RG-MTM-R</a:t>
            </a:r>
          </a:p>
        </p:txBody>
      </p:sp>
      <p:sp>
        <p:nvSpPr>
          <p:cNvPr id="71" name="Unified label: Hilbert">
            <a:extLst xmlns:a="http://schemas.openxmlformats.org/drawingml/2006/main">
              <a:ext uri="{FF2B5EF4-FFF2-40B4-BE49-F238E27FC236}">
                <a16:creationId xmlns:a16="http://schemas.microsoft.com/office/drawing/2014/main" id="{042225DA-8CC0-475D-B760-6324E5AC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0602" y="5243050"/>
            <a:ext cx="566629" cy="209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Hilbert</a:t>
            </a:r>
          </a:p>
        </p:txBody>
      </p:sp>
      <p:sp>
        <p:nvSpPr>
          <p:cNvPr id="72" name="Unified label: Morton">
            <a:extLst xmlns:a="http://schemas.openxmlformats.org/drawingml/2006/main">
              <a:ext uri="{FF2B5EF4-FFF2-40B4-BE49-F238E27FC236}">
                <a16:creationId xmlns:a16="http://schemas.microsoft.com/office/drawing/2014/main" id="{62AA4E4D-FE9A-4DAF-87E5-F5B90693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7719" y="6059473"/>
            <a:ext cx="556828" cy="209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Morton</a:t>
            </a:r>
          </a:p>
        </p:txBody>
      </p:sp>
      <p:sp>
        <p:nvSpPr>
          <p:cNvPr id="73" name="Unified label: (d) PM2.5 Jan 2000">
            <a:extLst xmlns:a="http://schemas.openxmlformats.org/drawingml/2006/main">
              <a:ext uri="{FF2B5EF4-FFF2-40B4-BE49-F238E27FC236}">
                <a16:creationId xmlns:a16="http://schemas.microsoft.com/office/drawing/2014/main" id="{723A3E14-0D1B-421F-B370-3B524F99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2775" y="3786931"/>
            <a:ext cx="1821307" cy="262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(d) PM2.5 Jan 2000</a:t>
            </a:r>
          </a:p>
        </p:txBody>
      </p:sp>
    </p:spTree>
    <p:extLst>
      <p:ext uri="{BB962C8B-B14F-4D97-AF65-F5344CB8AC3E}">
        <p14:creationId xmlns:p14="http://schemas.microsoft.com/office/powerpoint/2010/main" val="8110695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2026-10-21T02:42:06.8570000Z</dcterms:created>
  <dcterms:modified xsi:type="dcterms:W3CDTF">2026-10-21T02:42:06.8570000Z</dcterms:modified>
</coreProperties>
</file>