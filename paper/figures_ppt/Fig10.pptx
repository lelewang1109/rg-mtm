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6485973334723" /><Relationship Type="http://schemas.openxmlformats.org/officeDocument/2006/relationships/extended-properties" Target="/docProps/app.xml" Id="R9c1c5d5a01bb4095" /><Relationship Type="http://schemas.openxmlformats.org/officeDocument/2006/relationships/officeDocument" Target="/ppt/presentation.xml" Id="R3164320fb55848e0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48" ns1:id="R1ccf1d7f1f684e23"/>
  </p:sldMasterIdLst>
  <p:notesMasterIdLst>
    <p:notesMasterId ns1:id="R8a6dc0a3daba4b57"/>
  </p:notesMasterIdLst>
  <p:sldIdLst>
    <p:sldId id="256" ns1:id="R461a9b9cb5c84995"/>
  </p:sldIdLst>
  <p:sldSz cx="11887200" cy="4600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8267756c044cac" /><Relationship Type="http://schemas.openxmlformats.org/officeDocument/2006/relationships/slideMaster" Target="/ppt/slideMasters/slideMaster1.xml" Id="R1ccf1d7f1f684e23" /><Relationship Type="http://schemas.openxmlformats.org/officeDocument/2006/relationships/notesMaster" Target="/ppt/notesMasters/notesMaster1.xml" Id="R8a6dc0a3daba4b57" /><Relationship Type="http://schemas.openxmlformats.org/officeDocument/2006/relationships/presProps" Target="/ppt/presProps.xml" Id="R432523c4c1084d2a" /><Relationship Type="http://schemas.openxmlformats.org/officeDocument/2006/relationships/tableStyles" Target="/ppt/tableStyles.xml" Id="R4f7be802e44c4073" /><Relationship Type="http://schemas.openxmlformats.org/officeDocument/2006/relationships/slide" Target="/ppt/slides/slide1.xml" Id="R461a9b9cb5c849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a022ba382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fe529084bb4057" /><Relationship Type="http://schemas.openxmlformats.org/officeDocument/2006/relationships/notesMaster" Target="/ppt/notesMasters/notesMaster1.xml" Id="R90a6ee2f729044f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{"source": "saved real_case_studies/evidence", "case": "tangaroa", "selection": {"t": 140, "witness": [9, 16, 24], "node": 182010, "bound": 0.0854500980666667, "tracks": [432, 462, 388], "persistent_three_frames": true, "H": 0.1374416505655397, "gain": 0.13744130257793488, "errorP": 0.1476048264047157, "errorR": 0.010163523826780806, "delta": 0.2750041335821152, "rule": "Among H_lower&gt;2% frames with a three-frame matched witness triple and positive measured relaxation cost, choose largest achieved P-to-R max-error reduction (earliest tie). Descriptive selection biased toward visible relaxation benefit.", "snapshots": [139, 140, 141], "window": [135, 146]}, "identity": "computed positive-overlap Hungarian scalar-feature assignment; not physical entity truth", "baseline_vertical_semantics": "TMTM full native sample-rank domain; ST-MTM full shared discretized native domain; RG fixed physical directional reference domain. Baselines are not geographical coordinates.", "rendering": "exact saved anchors over native scalar maps; 3D display map is subsampled; no scientific values recomputed"}</a:t>
            </a:r>
          </a:p>
          <a:p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Palette audit 2026-10-22: all six scalar map images exactly match the original TMTM author-workspace RGB transfer function. Three volume images match the original transfer-function renders and original scalar hashes. Low speed purple, central values white, high speed orange/brown; scalar range [0,2]. FAU source-provider thumbnail depicts vorticity, a different variable from the displayed velocity magnitude. Original author workspace: https://github.com/Wiebke/TemporalMergeTreeMaps/blob/2c75a10ed2cd55177a25ff751e0c0a8261200717/modules/mergetreemaps/data/workspaces/sequence_tangaroa_volRendering.inv</a:t>
            </a:r>
          </a:p>
          <a:p>
            <a:r>
              <a:t>Temporal display revision: intermediate time columns interpolate existing saved profiles for display only. Integer-frame profiles, native extrema and metrics are unchanged before pixel integration. Broad bands and true order changes remain visible. See evidence/temporal_display20261023/provenance.json.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2ba2776e645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f7381ede44b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be8d3661e43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585b8d08345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dee91fe8948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14412fff04c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C3B9D6-CD78-44D6-B435-D11029853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F5CE0A-8555-443D-86C7-533FF2309C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FE491-C7A9-40BB-9B11-6C3B9C248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72C68-762C-490B-BC43-19470E7CD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8A950-70ED-4711-9304-04E0802E6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7D42C0-8D09-4DAE-8078-8408AE7AB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564D2-E984-4E84-8386-847D1BB6C8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03BD8F-9FC5-4427-A848-3726C7DBF1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51B373-5AC2-4821-B221-926B8D221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4492B-ADA9-49CD-83C1-29463B760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39ff04c604448" /><Relationship Type="http://schemas.openxmlformats.org/officeDocument/2006/relationships/slideLayout" Target="/ppt/slideLayouts/slideLayout1.xml" Id="R10f7bde5f7ff4a2d" /><Relationship Type="http://schemas.openxmlformats.org/officeDocument/2006/relationships/slideLayout" Target="/ppt/slideLayouts/slideLayout2.xml" Id="R1ddfcb6ef4ec4761" /><Relationship Type="http://schemas.openxmlformats.org/officeDocument/2006/relationships/slideLayout" Target="/ppt/slideLayouts/slideLayout3.xml" Id="Rafa8af864d4b4c34" /><Relationship Type="http://schemas.openxmlformats.org/officeDocument/2006/relationships/slideLayout" Target="/ppt/slideLayouts/slideLayout4.xml" Id="Rf8b0a1cf9eb74e1e" /><Relationship Type="http://schemas.openxmlformats.org/officeDocument/2006/relationships/slideLayout" Target="/ppt/slideLayouts/slideLayout5.xml" Id="R5e3f95ffd3be4f13" /><Relationship Type="http://schemas.openxmlformats.org/officeDocument/2006/relationships/slideLayout" Target="/ppt/slideLayouts/slideLayout6.xml" Id="R3be420cd75504d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7bde5f7ff4a2d"/>
    <p:sldLayoutId xmlns:r="http://schemas.openxmlformats.org/officeDocument/2006/relationships" id="2147483650" r:id="R1ddfcb6ef4ec4761"/>
    <p:sldLayoutId xmlns:r="http://schemas.openxmlformats.org/officeDocument/2006/relationships" id="2147483651" r:id="Rafa8af864d4b4c34"/>
    <p:sldLayoutId xmlns:r="http://schemas.openxmlformats.org/officeDocument/2006/relationships" id="2147483652" r:id="Rf8b0a1cf9eb74e1e"/>
    <p:sldLayoutId xmlns:r="http://schemas.openxmlformats.org/officeDocument/2006/relationships" id="2147483653" r:id="R5e3f95ffd3be4f13"/>
    <p:sldLayoutId xmlns:r="http://schemas.openxmlformats.org/officeDocument/2006/relationships" id="2147483654" r:id="R3be420cd75504d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1e61b2a014cf7" /><Relationship Type="http://schemas.openxmlformats.org/officeDocument/2006/relationships/image" Target="/ppt/media/image.png" Id="R88c82fee6b904343" /><Relationship Type="http://schemas.openxmlformats.org/officeDocument/2006/relationships/image" Target="/ppt/media/image2.png" Id="Ref728bb9d1b34a1e" /><Relationship Type="http://schemas.openxmlformats.org/officeDocument/2006/relationships/image" Target="/ppt/media/image3.png" Id="R0ba9d93acb0b42af" /><Relationship Type="http://schemas.openxmlformats.org/officeDocument/2006/relationships/image" Target="/ppt/media/image4.png" Id="R5b6e7a7ac1cf4fc8" /><Relationship Type="http://schemas.openxmlformats.org/officeDocument/2006/relationships/image" Target="/ppt/media/image5.png" Id="Rc2276ab18d354289" /><Relationship Type="http://schemas.openxmlformats.org/officeDocument/2006/relationships/image" Target="/ppt/media/image6.png" Id="R6cac25e28d7144ea" /><Relationship Type="http://schemas.openxmlformats.org/officeDocument/2006/relationships/image" Target="/ppt/media/image7.png" Id="Rfeafa6675f064b04" /><Relationship Type="http://schemas.openxmlformats.org/officeDocument/2006/relationships/image" Target="/ppt/media/image8.png" Id="R577adeaa070c4096" /><Relationship Type="http://schemas.openxmlformats.org/officeDocument/2006/relationships/image" Target="/ppt/media/image9.png" Id="R832e4a261b0440af" /><Relationship Type="http://schemas.openxmlformats.org/officeDocument/2006/relationships/image" Target="/ppt/media/image10.png" Id="R102eae7f35704adc" /><Relationship Type="http://schemas.openxmlformats.org/officeDocument/2006/relationships/notesSlide" Target="/ppt/notesSlides/notesSlide1.xml" Id="R7177761404234967" /><Relationship Id="FrameView_R2a7a041d5050447c" Type="http://schemas.openxmlformats.org/officeDocument/2006/relationships/image" Target="/ppt/fig9_frame_media/image.png"/><Relationship Id="FrameView_R83e1c010b825496c" Type="http://schemas.openxmlformats.org/officeDocument/2006/relationships/image" Target="/ppt/fig9_frame_media/image2.png"/><Relationship Id="FrameView_Rf17f8bde6fe240f7" Type="http://schemas.openxmlformats.org/officeDocument/2006/relationships/image" Target="/ppt/fig9_frame_media/image3.png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text_001">
            <a:extLst>
              <a:ext uri="{FF2B5EF4-FFF2-40B4-BE49-F238E27FC236}">
                <ns2:creationId id="{C838C582-4158-4C61-BEE3-488CA74B6602}"/>
              </a:ext>
            </a:extLst>
          </p:cNvPr>
          <p:cNvSpPr>
            <a:spLocks noGrp="1"/>
          </p:cNvSpPr>
          <p:nvPr/>
        </p:nvSpPr>
        <p:spPr>
          <a:xfrm>
            <a:off x="1057275" y="28575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Full sequence</a:t>
            </a:r>
          </a:p>
        </p:txBody>
      </p:sp>
      <p:sp>
        <p:nvSpPr>
          <p:cNvPr id="3" name="text_002">
            <a:extLst>
              <a:ext uri="{FF2B5EF4-FFF2-40B4-BE49-F238E27FC236}">
                <ns2:creationId id="{76D55AC2-15E8-4673-B1AA-20147DEE7D7A}"/>
              </a:ext>
            </a:extLst>
          </p:cNvPr>
          <p:cNvSpPr>
            <a:spLocks noGrp="1"/>
          </p:cNvSpPr>
          <p:nvPr/>
        </p:nvSpPr>
        <p:spPr>
          <a:xfrm>
            <a:off x="7648575" y="28575"/>
            <a:ext cx="414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window</a:t>
            </a:r>
          </a:p>
        </p:txBody>
      </p:sp>
      <p:sp>
        <p:nvSpPr>
          <p:cNvPr id="11" name="text_010">
            <a:extLst>
              <a:ext uri="{FF2B5EF4-FFF2-40B4-BE49-F238E27FC236}">
                <ns2:creationId id="{C93E34F0-2B64-4DB3-9567-25788C88A40A}"/>
              </a:ext>
            </a:extLst>
          </p:cNvPr>
          <p:cNvSpPr>
            <a:spLocks noGrp="1"/>
          </p:cNvSpPr>
          <p:nvPr/>
        </p:nvSpPr>
        <p:spPr>
          <a:xfrm>
            <a:off x="900468" y="209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text_011">
            <a:extLst>
              <a:ext uri="{FF2B5EF4-FFF2-40B4-BE49-F238E27FC236}">
                <ns2:creationId id="{BD4B0A5E-03A0-43E6-BC66-5481F6E6380B}"/>
              </a:ext>
            </a:extLst>
          </p:cNvPr>
          <p:cNvSpPr>
            <a:spLocks noGrp="1"/>
          </p:cNvSpPr>
          <p:nvPr/>
        </p:nvSpPr>
        <p:spPr>
          <a:xfrm>
            <a:off x="6757632" y="209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B5EC9B1A-83DD-4E97-82EF-6BB2DA1F2A84}"/>
              </a:ext>
            </a:extLst>
          </p:cNvPr>
          <p:cNvSpPr>
            <a:spLocks noGrp="1"/>
          </p:cNvSpPr>
          <p:nvPr/>
        </p:nvSpPr>
        <p:spPr>
          <a:xfrm>
            <a:off x="7696200" y="209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22" name="text_021">
            <a:extLst>
              <a:ext uri="{FF2B5EF4-FFF2-40B4-BE49-F238E27FC236}">
                <ns2:creationId id="{A471CCDC-7DF0-42FF-8A62-93D8B7B3226B}"/>
              </a:ext>
            </a:extLst>
          </p:cNvPr>
          <p:cNvSpPr>
            <a:spLocks noGrp="1"/>
          </p:cNvSpPr>
          <p:nvPr/>
        </p:nvSpPr>
        <p:spPr>
          <a:xfrm>
            <a:off x="11125200" y="2095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39" name="text_038">
            <a:extLst>
              <a:ext uri="{FF2B5EF4-FFF2-40B4-BE49-F238E27FC236}">
                <ns2:creationId id="{4C2FB60A-6500-44D7-8A67-BBDE1D5AA4D6}"/>
              </a:ext>
            </a:extLst>
          </p:cNvPr>
          <p:cNvSpPr>
            <a:spLocks noGrp="1"/>
          </p:cNvSpPr>
          <p:nvPr/>
        </p:nvSpPr>
        <p:spPr>
          <a:xfrm>
            <a:off x="38100" y="4476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RG-P</a:t>
            </a:r>
          </a:p>
        </p:txBody>
      </p:sp>
      <p:pic>
        <p:nvPicPr>
          <p:cNvPr id="41" name="">
            <a:extLst>
              <a:ext uri="{FF2B5EF4-FFF2-40B4-BE49-F238E27FC236}">
                <ns2:creationId id="{8EFCBEAC-999B-4E95-921E-8DD2BC26C84F}"/>
              </a:ext>
            </a:extLst>
          </p:cNvPr>
          <p:cNvPicPr>
            <a:picLocks noChangeAspect="1"/>
          </p:cNvPicPr>
          <p:nvPr/>
        </p:nvPicPr>
        <p:blipFill>
          <a:blip ns3:embed="R0ba9d93acb0b42af"/>
          <a:stretch/>
        </p:blipFill>
        <p:spPr>
          <a:xfrm>
            <a:off x="1076325" y="400050"/>
            <a:ext cx="5886450" cy="895350"/>
          </a:xfrm>
          <a:prstGeom prst="rect">
            <a:avLst/>
          </a:prstGeom>
        </p:spPr>
      </p:pic>
      <p:sp>
        <p:nvSpPr>
          <p:cNvPr id="42" name="line_041">
            <a:extLst>
              <a:ext uri="{FF2B5EF4-FFF2-40B4-BE49-F238E27FC236}">
                <ns2:creationId id="{7A94C20C-E186-4792-A379-DE0D06105892}"/>
              </a:ext>
            </a:extLst>
          </p:cNvPr>
          <p:cNvSpPr>
            <a:spLocks noGrp="1"/>
          </p:cNvSpPr>
          <p:nvPr/>
        </p:nvSpPr>
        <p:spPr>
          <a:xfrm>
            <a:off x="5190983" y="400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43" name="rect_042">
            <a:extLst>
              <a:ext uri="{FF2B5EF4-FFF2-40B4-BE49-F238E27FC236}">
                <ns2:creationId id="{B3B4F009-6EF5-4689-85D2-75C0A5C73871}"/>
              </a:ext>
            </a:extLst>
          </p:cNvPr>
          <p:cNvSpPr>
            <a:spLocks noGrp="1"/>
          </p:cNvSpPr>
          <p:nvPr/>
        </p:nvSpPr>
        <p:spPr>
          <a:xfrm>
            <a:off x="1076325" y="400050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44" name="text_043">
            <a:extLst>
              <a:ext uri="{FF2B5EF4-FFF2-40B4-BE49-F238E27FC236}">
                <ns2:creationId id="{85151FFD-961D-4EBE-8DF2-00B2FE03E8EA}"/>
              </a:ext>
            </a:extLst>
          </p:cNvPr>
          <p:cNvSpPr>
            <a:spLocks noGrp="1"/>
          </p:cNvSpPr>
          <p:nvPr/>
        </p:nvSpPr>
        <p:spPr>
          <a:xfrm>
            <a:off x="704850" y="1200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text_044">
            <a:extLst>
              <a:ext uri="{FF2B5EF4-FFF2-40B4-BE49-F238E27FC236}">
                <ns2:creationId id="{AEBD4CBB-C149-4717-90A2-C0983FFD48F5}"/>
              </a:ext>
            </a:extLst>
          </p:cNvPr>
          <p:cNvSpPr>
            <a:spLocks noGrp="1"/>
          </p:cNvSpPr>
          <p:nvPr/>
        </p:nvSpPr>
        <p:spPr>
          <a:xfrm>
            <a:off x="704850" y="304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>
              <a:ext uri="{FF2B5EF4-FFF2-40B4-BE49-F238E27FC236}">
                <ns2:creationId id="{C494BDAE-E571-476E-BA49-73852E7177F4}"/>
              </a:ext>
            </a:extLst>
          </p:cNvPr>
          <p:cNvSpPr>
            <a:spLocks noGrp="1"/>
          </p:cNvSpPr>
          <p:nvPr/>
        </p:nvSpPr>
        <p:spPr>
          <a:xfrm>
            <a:off x="900468" y="1323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text_046">
            <a:extLst>
              <a:ext uri="{FF2B5EF4-FFF2-40B4-BE49-F238E27FC236}">
                <ns2:creationId id="{DD26DAEA-2591-40C0-B381-51F5FCD52472}"/>
              </a:ext>
            </a:extLst>
          </p:cNvPr>
          <p:cNvSpPr>
            <a:spLocks noGrp="1"/>
          </p:cNvSpPr>
          <p:nvPr/>
        </p:nvSpPr>
        <p:spPr>
          <a:xfrm>
            <a:off x="6757632" y="1323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48" name="tangaroa_P_432_exact_anchor">
            <a:extLst>
              <a:ext uri="{FF2B5EF4-FFF2-40B4-BE49-F238E27FC236}">
                <ns2:creationId id="{9EDDACA9-B57D-4410-9158-04712A00E7E5}"/>
              </a:ext>
            </a:extLst>
          </p:cNvPr>
          <p:cNvSpPr>
            <a:spLocks noGrp="1"/>
          </p:cNvSpPr>
          <p:nvPr/>
        </p:nvSpPr>
        <p:spPr>
          <a:xfrm>
            <a:off x="5152883" y="94578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49" name="tangaroa_P_462_exact_anchor">
            <a:extLst>
              <a:ext uri="{FF2B5EF4-FFF2-40B4-BE49-F238E27FC236}">
                <ns2:creationId id="{1E719362-9632-49B7-B8DC-2FC7C5561621}"/>
              </a:ext>
            </a:extLst>
          </p:cNvPr>
          <p:cNvSpPr>
            <a:spLocks noGrp="1"/>
          </p:cNvSpPr>
          <p:nvPr/>
        </p:nvSpPr>
        <p:spPr>
          <a:xfrm>
            <a:off x="5152883" y="65505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50" name="tangaroa_P_388_exact_anchor">
            <a:extLst>
              <a:ext uri="{FF2B5EF4-FFF2-40B4-BE49-F238E27FC236}">
                <ns2:creationId id="{E7CCCA47-21B8-4C1E-91CC-86BE29E328C8}"/>
              </a:ext>
            </a:extLst>
          </p:cNvPr>
          <p:cNvSpPr>
            <a:spLocks noGrp="1"/>
          </p:cNvSpPr>
          <p:nvPr/>
        </p:nvSpPr>
        <p:spPr>
          <a:xfrm>
            <a:off x="5152883" y="64732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EADEF27F-3818-44C4-AB22-38B032079D66}"/>
              </a:ext>
            </a:extLst>
          </p:cNvPr>
          <p:cNvPicPr>
            <a:picLocks noChangeAspect="1"/>
          </p:cNvPicPr>
          <p:nvPr/>
        </p:nvPicPr>
        <p:blipFill>
          <a:blip ns3:embed="R5b6e7a7ac1cf4fc8"/>
          <a:stretch/>
        </p:blipFill>
        <p:spPr>
          <a:xfrm>
            <a:off x="7715250" y="400050"/>
            <a:ext cx="3771900" cy="895350"/>
          </a:xfrm>
          <a:prstGeom prst="rect">
            <a:avLst/>
          </a:prstGeom>
        </p:spPr>
      </p:pic>
      <p:sp>
        <p:nvSpPr>
          <p:cNvPr id="52" name="line_051">
            <a:extLst>
              <a:ext uri="{FF2B5EF4-FFF2-40B4-BE49-F238E27FC236}">
                <ns2:creationId id="{91C011F6-2C39-4824-B70A-9636C9D4F415}"/>
              </a:ext>
            </a:extLst>
          </p:cNvPr>
          <p:cNvSpPr>
            <a:spLocks noGrp="1"/>
          </p:cNvSpPr>
          <p:nvPr/>
        </p:nvSpPr>
        <p:spPr>
          <a:xfrm>
            <a:off x="9601200" y="400050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53" name="rect_052">
            <a:extLst>
              <a:ext uri="{FF2B5EF4-FFF2-40B4-BE49-F238E27FC236}">
                <ns2:creationId id="{A5BA2B30-9DCD-42FB-AB95-EB3F5D945683}"/>
              </a:ext>
            </a:extLst>
          </p:cNvPr>
          <p:cNvSpPr>
            <a:spLocks noGrp="1"/>
          </p:cNvSpPr>
          <p:nvPr/>
        </p:nvSpPr>
        <p:spPr>
          <a:xfrm>
            <a:off x="7715250" y="400050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54" name="text_053">
            <a:extLst>
              <a:ext uri="{FF2B5EF4-FFF2-40B4-BE49-F238E27FC236}">
                <ns2:creationId id="{A9D285AE-4095-41D5-B9CB-44728F815345}"/>
              </a:ext>
            </a:extLst>
          </p:cNvPr>
          <p:cNvSpPr>
            <a:spLocks noGrp="1"/>
          </p:cNvSpPr>
          <p:nvPr/>
        </p:nvSpPr>
        <p:spPr>
          <a:xfrm>
            <a:off x="7343775" y="120015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0.24</a:t>
            </a:r>
          </a:p>
        </p:txBody>
      </p:sp>
      <p:sp>
        <p:nvSpPr>
          <p:cNvPr id="55" name="text_054">
            <a:extLst>
              <a:ext uri="{FF2B5EF4-FFF2-40B4-BE49-F238E27FC236}">
                <ns2:creationId id="{E11EF1F9-A27C-4A1B-A3AD-3648EEE78224}"/>
              </a:ext>
            </a:extLst>
          </p:cNvPr>
          <p:cNvSpPr>
            <a:spLocks noGrp="1"/>
          </p:cNvSpPr>
          <p:nvPr/>
        </p:nvSpPr>
        <p:spPr>
          <a:xfrm>
            <a:off x="7343775" y="304800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0.85</a:t>
            </a:r>
          </a:p>
        </p:txBody>
      </p:sp>
      <p:sp>
        <p:nvSpPr>
          <p:cNvPr id="56" name="text_055">
            <a:extLst>
              <a:ext uri="{FF2B5EF4-FFF2-40B4-BE49-F238E27FC236}">
                <ns2:creationId id="{5B244374-9E8C-41FE-9CDF-BDA8FCD3D595}"/>
              </a:ext>
            </a:extLst>
          </p:cNvPr>
          <p:cNvSpPr>
            <a:spLocks noGrp="1"/>
          </p:cNvSpPr>
          <p:nvPr/>
        </p:nvSpPr>
        <p:spPr>
          <a:xfrm>
            <a:off x="7696200" y="1323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57" name="text_056">
            <a:extLst>
              <a:ext uri="{FF2B5EF4-FFF2-40B4-BE49-F238E27FC236}">
                <ns2:creationId id="{9B7FD3DE-914A-4C22-A6DB-0314B62A5D20}"/>
              </a:ext>
            </a:extLst>
          </p:cNvPr>
          <p:cNvSpPr>
            <a:spLocks noGrp="1"/>
          </p:cNvSpPr>
          <p:nvPr/>
        </p:nvSpPr>
        <p:spPr>
          <a:xfrm>
            <a:off x="11125200" y="13239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58" name="path_057">
            <a:extLst>
              <a:ext uri="{FF2B5EF4-FFF2-40B4-BE49-F238E27FC236}">
                <ns2:creationId id="{B419904C-23A4-4F5A-BAFD-2F16504FE60B}"/>
              </a:ext>
            </a:extLst>
          </p:cNvPr>
          <p:cNvSpPr>
            <a:spLocks noGrp="1"/>
          </p:cNvSpPr>
          <p:nvPr/>
        </p:nvSpPr>
        <p:spPr>
          <a:xfrm>
            <a:off x="7886700" y="941420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9" name="tangaroa_P_track_432_trace">
            <a:extLst>
              <a:ext uri="{FF2B5EF4-FFF2-40B4-BE49-F238E27FC236}">
                <ns2:creationId id="{78C822EB-C20B-4B80-9C5C-10B98DE3D08C}"/>
              </a:ext>
            </a:extLst>
          </p:cNvPr>
          <p:cNvSpPr>
            <a:spLocks noGrp="1"/>
          </p:cNvSpPr>
          <p:nvPr/>
        </p:nvSpPr>
        <p:spPr>
          <a:xfrm>
            <a:off x="7886700" y="941420"/>
            <a:ext cx="3429000" cy="200622"/>
          </a:xfrm>
          <a:custGeom>
            <a:pathLst>
              <a:path w="3429000" h="200622">
                <a:moveTo>
                  <a:pt x="0" y="160606"/>
                </a:moveTo>
                <a:lnTo>
                  <a:pt x="342900" y="15009"/>
                </a:lnTo>
                <a:lnTo>
                  <a:pt x="685800" y="144309"/>
                </a:lnTo>
                <a:lnTo>
                  <a:pt x="1028700" y="187135"/>
                </a:lnTo>
                <a:lnTo>
                  <a:pt x="1371600" y="200622"/>
                </a:lnTo>
                <a:lnTo>
                  <a:pt x="1714500" y="195123"/>
                </a:lnTo>
                <a:lnTo>
                  <a:pt x="2057400" y="196189"/>
                </a:lnTo>
                <a:lnTo>
                  <a:pt x="2400300" y="166439"/>
                </a:lnTo>
                <a:lnTo>
                  <a:pt x="2743200" y="153052"/>
                </a:lnTo>
                <a:lnTo>
                  <a:pt x="3086100" y="0"/>
                </a:lnTo>
                <a:lnTo>
                  <a:pt x="3429000" y="46892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60" name="tangaroa_P_true_reference_432">
            <a:extLst>
              <a:ext uri="{FF2B5EF4-FFF2-40B4-BE49-F238E27FC236}">
                <ns2:creationId id="{EC782FF6-D69E-489D-A0B1-B9DC23B55EA0}"/>
              </a:ext>
            </a:extLst>
          </p:cNvPr>
          <p:cNvSpPr>
            <a:spLocks noGrp="1"/>
          </p:cNvSpPr>
          <p:nvPr/>
        </p:nvSpPr>
        <p:spPr>
          <a:xfrm>
            <a:off x="7886700" y="1059976"/>
            <a:ext cx="3429000" cy="162475"/>
          </a:xfrm>
          <a:custGeom>
            <a:pathLst>
              <a:path w="3429000" h="162475">
                <a:moveTo>
                  <a:pt x="0" y="162475"/>
                </a:moveTo>
                <a:lnTo>
                  <a:pt x="342900" y="0"/>
                </a:lnTo>
                <a:lnTo>
                  <a:pt x="685800" y="96501"/>
                </a:lnTo>
                <a:lnTo>
                  <a:pt x="1028700" y="160204"/>
                </a:lnTo>
                <a:lnTo>
                  <a:pt x="1371600" y="160051"/>
                </a:lnTo>
                <a:lnTo>
                  <a:pt x="1714500" y="160051"/>
                </a:lnTo>
                <a:lnTo>
                  <a:pt x="2057400" y="160051"/>
                </a:lnTo>
                <a:lnTo>
                  <a:pt x="2400300" y="0"/>
                </a:lnTo>
                <a:lnTo>
                  <a:pt x="2743200" y="160757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61" name="tangaroa_P_432_exact_anchor">
            <a:extLst>
              <a:ext uri="{FF2B5EF4-FFF2-40B4-BE49-F238E27FC236}">
                <ns2:creationId id="{74104BB6-7190-4D38-A859-FECB3C46FD4C}"/>
              </a:ext>
            </a:extLst>
          </p:cNvPr>
          <p:cNvSpPr>
            <a:spLocks noGrp="1"/>
          </p:cNvSpPr>
          <p:nvPr/>
        </p:nvSpPr>
        <p:spPr>
          <a:xfrm>
            <a:off x="9563100" y="1098442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62" name="line_061">
            <a:extLst>
              <a:ext uri="{FF2B5EF4-FFF2-40B4-BE49-F238E27FC236}">
                <ns2:creationId id="{61A8EEA7-35F1-4A1B-9A6C-CA01A4F864D0}"/>
              </a:ext>
            </a:extLst>
          </p:cNvPr>
          <p:cNvSpPr>
            <a:spLocks noGrp="1"/>
          </p:cNvSpPr>
          <p:nvPr/>
        </p:nvSpPr>
        <p:spPr>
          <a:xfrm>
            <a:off x="9601200" y="542925"/>
            <a:ext cx="1943100" cy="593617"/>
          </a:xfrm>
          <a:custGeom>
            <a:pathLst>
              <a:path w="1943100" h="593617">
                <a:moveTo>
                  <a:pt x="0" y="593617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63" name="text_062">
            <a:extLst>
              <a:ext uri="{FF2B5EF4-FFF2-40B4-BE49-F238E27FC236}">
                <ns2:creationId id="{D86BE573-D879-4E5E-97C6-36BDFE8A080F}"/>
              </a:ext>
            </a:extLst>
          </p:cNvPr>
          <p:cNvSpPr>
            <a:spLocks noGrp="1"/>
          </p:cNvSpPr>
          <p:nvPr/>
        </p:nvSpPr>
        <p:spPr>
          <a:xfrm>
            <a:off x="11572875" y="4476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path_063">
            <a:extLst>
              <a:ext uri="{FF2B5EF4-FFF2-40B4-BE49-F238E27FC236}">
                <ns2:creationId id="{F8E7B7BC-3ECA-4064-BBB5-0316671CABD0}"/>
              </a:ext>
            </a:extLst>
          </p:cNvPr>
          <p:cNvSpPr>
            <a:spLocks noGrp="1"/>
          </p:cNvSpPr>
          <p:nvPr/>
        </p:nvSpPr>
        <p:spPr>
          <a:xfrm>
            <a:off x="7886700" y="593267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5" name="tangaroa_P_track_462_trace">
            <a:extLst>
              <a:ext uri="{FF2B5EF4-FFF2-40B4-BE49-F238E27FC236}">
                <ns2:creationId id="{88EEBFDC-45D8-44F9-8511-827F098B97FB}"/>
              </a:ext>
            </a:extLst>
          </p:cNvPr>
          <p:cNvSpPr>
            <a:spLocks noGrp="1"/>
          </p:cNvSpPr>
          <p:nvPr/>
        </p:nvSpPr>
        <p:spPr>
          <a:xfrm>
            <a:off x="7886700" y="593267"/>
            <a:ext cx="2057400" cy="103583"/>
          </a:xfrm>
          <a:custGeom>
            <a:pathLst>
              <a:path w="2057400" h="103583">
                <a:moveTo>
                  <a:pt x="0" y="91762"/>
                </a:moveTo>
                <a:lnTo>
                  <a:pt x="342900" y="0"/>
                </a:lnTo>
                <a:lnTo>
                  <a:pt x="685800" y="83397"/>
                </a:lnTo>
                <a:lnTo>
                  <a:pt x="1028700" y="96395"/>
                </a:lnTo>
                <a:lnTo>
                  <a:pt x="1371600" y="103583"/>
                </a:lnTo>
                <a:lnTo>
                  <a:pt x="1714500" y="70466"/>
                </a:lnTo>
                <a:lnTo>
                  <a:pt x="2057400" y="93795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66" name="tangaroa_P_true_reference_462">
            <a:extLst>
              <a:ext uri="{FF2B5EF4-FFF2-40B4-BE49-F238E27FC236}">
                <ns2:creationId id="{0C61BE02-ACFE-44A2-A4DB-42B23EA61803}"/>
              </a:ext>
            </a:extLst>
          </p:cNvPr>
          <p:cNvSpPr>
            <a:spLocks noGrp="1"/>
          </p:cNvSpPr>
          <p:nvPr/>
        </p:nvSpPr>
        <p:spPr>
          <a:xfrm>
            <a:off x="7886700" y="473083"/>
            <a:ext cx="2057400" cy="59223"/>
          </a:xfrm>
          <a:custGeom>
            <a:pathLst>
              <a:path w="2057400" h="59223">
                <a:moveTo>
                  <a:pt x="0" y="42136"/>
                </a:moveTo>
                <a:lnTo>
                  <a:pt x="342900" y="40724"/>
                </a:lnTo>
                <a:lnTo>
                  <a:pt x="685800" y="32331"/>
                </a:lnTo>
                <a:lnTo>
                  <a:pt x="1028700" y="59223"/>
                </a:lnTo>
                <a:lnTo>
                  <a:pt x="1371600" y="57811"/>
                </a:lnTo>
                <a:lnTo>
                  <a:pt x="1714500" y="0"/>
                </a:lnTo>
                <a:lnTo>
                  <a:pt x="2057400" y="47452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67" name="tangaroa_P_462_exact_anchor">
            <a:extLst>
              <a:ext uri="{FF2B5EF4-FFF2-40B4-BE49-F238E27FC236}">
                <ns2:creationId id="{F3D07F22-CD4D-4EEF-996D-74F05F5B0B7E}"/>
              </a:ext>
            </a:extLst>
          </p:cNvPr>
          <p:cNvSpPr>
            <a:spLocks noGrp="1"/>
          </p:cNvSpPr>
          <p:nvPr/>
        </p:nvSpPr>
        <p:spPr>
          <a:xfrm>
            <a:off x="9563100" y="62563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68" name="line_067">
            <a:extLst>
              <a:ext uri="{FF2B5EF4-FFF2-40B4-BE49-F238E27FC236}">
                <ns2:creationId id="{37DF8750-C5D3-4CE7-B561-A87A2641EC60}"/>
              </a:ext>
            </a:extLst>
          </p:cNvPr>
          <p:cNvSpPr>
            <a:spLocks noGrp="1"/>
          </p:cNvSpPr>
          <p:nvPr/>
        </p:nvSpPr>
        <p:spPr>
          <a:xfrm>
            <a:off x="9601200" y="663733"/>
            <a:ext cx="1943100" cy="114142"/>
          </a:xfrm>
          <a:custGeom>
            <a:pathLst>
              <a:path w="1943100" h="114142">
                <a:moveTo>
                  <a:pt x="0" y="0"/>
                </a:moveTo>
                <a:lnTo>
                  <a:pt x="1943100" y="114142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69" name="text_068">
            <a:extLst>
              <a:ext uri="{FF2B5EF4-FFF2-40B4-BE49-F238E27FC236}">
                <ns2:creationId id="{00985B08-B082-4886-BA00-A70F8827FC38}"/>
              </a:ext>
            </a:extLst>
          </p:cNvPr>
          <p:cNvSpPr>
            <a:spLocks noGrp="1"/>
          </p:cNvSpPr>
          <p:nvPr/>
        </p:nvSpPr>
        <p:spPr>
          <a:xfrm>
            <a:off x="11572875" y="68262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0" name="path_069">
            <a:extLst>
              <a:ext uri="{FF2B5EF4-FFF2-40B4-BE49-F238E27FC236}">
                <ns2:creationId id="{3DF85B39-BD58-43A1-B9B2-43C942EE7DB2}"/>
              </a:ext>
            </a:extLst>
          </p:cNvPr>
          <p:cNvSpPr>
            <a:spLocks noGrp="1"/>
          </p:cNvSpPr>
          <p:nvPr/>
        </p:nvSpPr>
        <p:spPr>
          <a:xfrm>
            <a:off x="7886700" y="651157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1" name="tangaroa_P_track_388_trace">
            <a:extLst>
              <a:ext uri="{FF2B5EF4-FFF2-40B4-BE49-F238E27FC236}">
                <ns2:creationId id="{9D0CD2C8-8F1E-4E27-BC21-1570B5F98FD5}"/>
              </a:ext>
            </a:extLst>
          </p:cNvPr>
          <p:cNvSpPr>
            <a:spLocks noGrp="1"/>
          </p:cNvSpPr>
          <p:nvPr/>
        </p:nvSpPr>
        <p:spPr>
          <a:xfrm>
            <a:off x="7886700" y="651157"/>
            <a:ext cx="3429000" cy="381947"/>
          </a:xfrm>
          <a:custGeom>
            <a:pathLst>
              <a:path w="3429000" h="381947">
                <a:moveTo>
                  <a:pt x="0" y="19530"/>
                </a:moveTo>
                <a:lnTo>
                  <a:pt x="342900" y="381947"/>
                </a:lnTo>
                <a:lnTo>
                  <a:pt x="685800" y="12509"/>
                </a:lnTo>
                <a:lnTo>
                  <a:pt x="1028700" y="25685"/>
                </a:lnTo>
                <a:lnTo>
                  <a:pt x="1371600" y="33017"/>
                </a:lnTo>
                <a:lnTo>
                  <a:pt x="1714500" y="0"/>
                </a:lnTo>
                <a:lnTo>
                  <a:pt x="2057400" y="23429"/>
                </a:lnTo>
                <a:lnTo>
                  <a:pt x="2400300" y="28095"/>
                </a:lnTo>
                <a:lnTo>
                  <a:pt x="2743200" y="1211"/>
                </a:lnTo>
                <a:lnTo>
                  <a:pt x="3086100" y="318835"/>
                </a:lnTo>
                <a:lnTo>
                  <a:pt x="3429000" y="365405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72" name="tangaroa_P_true_reference_388">
            <a:extLst>
              <a:ext uri="{FF2B5EF4-FFF2-40B4-BE49-F238E27FC236}">
                <ns2:creationId id="{326AF0E9-0EB1-4719-A567-6275E93F0DAC}"/>
              </a:ext>
            </a:extLst>
          </p:cNvPr>
          <p:cNvSpPr>
            <a:spLocks noGrp="1"/>
          </p:cNvSpPr>
          <p:nvPr/>
        </p:nvSpPr>
        <p:spPr>
          <a:xfrm>
            <a:off x="7886700" y="806399"/>
            <a:ext cx="3429000" cy="68002"/>
          </a:xfrm>
          <a:custGeom>
            <a:pathLst>
              <a:path w="3429000" h="68002">
                <a:moveTo>
                  <a:pt x="0" y="54194"/>
                </a:moveTo>
                <a:lnTo>
                  <a:pt x="342900" y="53488"/>
                </a:lnTo>
                <a:lnTo>
                  <a:pt x="685800" y="52781"/>
                </a:lnTo>
                <a:lnTo>
                  <a:pt x="1028700" y="52075"/>
                </a:lnTo>
                <a:lnTo>
                  <a:pt x="1371600" y="68002"/>
                </a:lnTo>
                <a:lnTo>
                  <a:pt x="1714500" y="59686"/>
                </a:lnTo>
                <a:lnTo>
                  <a:pt x="2057400" y="58979"/>
                </a:lnTo>
                <a:lnTo>
                  <a:pt x="2400300" y="49403"/>
                </a:lnTo>
                <a:lnTo>
                  <a:pt x="2743200" y="0"/>
                </a:lnTo>
                <a:lnTo>
                  <a:pt x="3086100" y="20006"/>
                </a:lnTo>
                <a:lnTo>
                  <a:pt x="3429000" y="42838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73" name="tangaroa_P_388_exact_anchor">
            <a:extLst>
              <a:ext uri="{FF2B5EF4-FFF2-40B4-BE49-F238E27FC236}">
                <ns2:creationId id="{6F6602C0-F15F-4852-AD2B-3D993AEE1190}"/>
              </a:ext>
            </a:extLst>
          </p:cNvPr>
          <p:cNvSpPr>
            <a:spLocks noGrp="1"/>
          </p:cNvSpPr>
          <p:nvPr/>
        </p:nvSpPr>
        <p:spPr>
          <a:xfrm>
            <a:off x="9563100" y="613057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74" name="line_073">
            <a:extLst>
              <a:ext uri="{FF2B5EF4-FFF2-40B4-BE49-F238E27FC236}">
                <ns2:creationId id="{1960A54C-B212-45B5-9921-867D145A1498}"/>
              </a:ext>
            </a:extLst>
          </p:cNvPr>
          <p:cNvSpPr>
            <a:spLocks noGrp="1"/>
          </p:cNvSpPr>
          <p:nvPr/>
        </p:nvSpPr>
        <p:spPr>
          <a:xfrm>
            <a:off x="9601200" y="651157"/>
            <a:ext cx="1943100" cy="361668"/>
          </a:xfrm>
          <a:custGeom>
            <a:pathLst>
              <a:path w="1943100" h="361668">
                <a:moveTo>
                  <a:pt x="0" y="0"/>
                </a:moveTo>
                <a:lnTo>
                  <a:pt x="1943100" y="361668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75" name="text_074">
            <a:extLst>
              <a:ext uri="{FF2B5EF4-FFF2-40B4-BE49-F238E27FC236}">
                <ns2:creationId id="{82560859-A43B-438B-914B-85A0DB40761C}"/>
              </a:ext>
            </a:extLst>
          </p:cNvPr>
          <p:cNvSpPr>
            <a:spLocks noGrp="1"/>
          </p:cNvSpPr>
          <p:nvPr/>
        </p:nvSpPr>
        <p:spPr>
          <a:xfrm>
            <a:off x="11572875" y="917575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_075">
            <a:extLst>
              <a:ext uri="{FF2B5EF4-FFF2-40B4-BE49-F238E27FC236}">
                <ns2:creationId id="{818FE685-8CC7-452C-8C3F-59B9753975CE}"/>
              </a:ext>
            </a:extLst>
          </p:cNvPr>
          <p:cNvSpPr>
            <a:spLocks noGrp="1"/>
          </p:cNvSpPr>
          <p:nvPr/>
        </p:nvSpPr>
        <p:spPr>
          <a:xfrm>
            <a:off x="5029911" y="400050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77" name="text_076">
            <a:extLst>
              <a:ext uri="{FF2B5EF4-FFF2-40B4-BE49-F238E27FC236}">
                <ns2:creationId id="{A9F85A16-E606-46A1-8A21-6250596B147D}"/>
              </a:ext>
            </a:extLst>
          </p:cNvPr>
          <p:cNvSpPr>
            <a:spLocks noGrp="1"/>
          </p:cNvSpPr>
          <p:nvPr/>
        </p:nvSpPr>
        <p:spPr>
          <a:xfrm>
            <a:off x="38100" y="152400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RG-R20</a:t>
            </a:r>
          </a:p>
        </p:txBody>
      </p:sp>
      <p:pic>
        <p:nvPicPr>
          <p:cNvPr id="79" name="">
            <a:extLst>
              <a:ext uri="{FF2B5EF4-FFF2-40B4-BE49-F238E27FC236}">
                <ns2:creationId id="{8A1D2C30-34BE-4F20-8C62-BED93B34245E}"/>
              </a:ext>
            </a:extLst>
          </p:cNvPr>
          <p:cNvPicPr>
            <a:picLocks noChangeAspect="1"/>
          </p:cNvPicPr>
          <p:nvPr/>
        </p:nvPicPr>
        <p:blipFill>
          <a:blip ns3:embed="Rc2276ab18d354289"/>
          <a:stretch/>
        </p:blipFill>
        <p:spPr>
          <a:xfrm>
            <a:off x="1076325" y="1476375"/>
            <a:ext cx="5886450" cy="895350"/>
          </a:xfrm>
          <a:prstGeom prst="rect">
            <a:avLst/>
          </a:prstGeom>
        </p:spPr>
      </p:pic>
      <p:sp>
        <p:nvSpPr>
          <p:cNvPr id="80" name="line_079">
            <a:extLst>
              <a:ext uri="{FF2B5EF4-FFF2-40B4-BE49-F238E27FC236}">
                <ns2:creationId id="{C42A1567-E369-4C3A-8830-BFB95FAE7854}"/>
              </a:ext>
            </a:extLst>
          </p:cNvPr>
          <p:cNvSpPr>
            <a:spLocks noGrp="1"/>
          </p:cNvSpPr>
          <p:nvPr/>
        </p:nvSpPr>
        <p:spPr>
          <a:xfrm>
            <a:off x="5190983" y="147637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81" name="rect_080">
            <a:extLst>
              <a:ext uri="{FF2B5EF4-FFF2-40B4-BE49-F238E27FC236}">
                <ns2:creationId id="{C72C2DEE-B66F-440C-A75E-BA2CA1D3568F}"/>
              </a:ext>
            </a:extLst>
          </p:cNvPr>
          <p:cNvSpPr>
            <a:spLocks noGrp="1"/>
          </p:cNvSpPr>
          <p:nvPr/>
        </p:nvSpPr>
        <p:spPr>
          <a:xfrm>
            <a:off x="1076325" y="1476375"/>
            <a:ext cx="588645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82" name="text_081">
            <a:extLst>
              <a:ext uri="{FF2B5EF4-FFF2-40B4-BE49-F238E27FC236}">
                <ns2:creationId id="{5A4E3905-C8F4-446E-A05E-A71429303122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3" name="text_082">
            <a:extLst>
              <a:ext uri="{FF2B5EF4-FFF2-40B4-BE49-F238E27FC236}">
                <ns2:creationId id="{3EE9EF07-B7B3-45B8-BFE8-6188DD5EC66E}"/>
              </a:ext>
            </a:extLst>
          </p:cNvPr>
          <p:cNvSpPr>
            <a:spLocks noGrp="1"/>
          </p:cNvSpPr>
          <p:nvPr/>
        </p:nvSpPr>
        <p:spPr>
          <a:xfrm>
            <a:off x="704850" y="13811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text_083">
            <a:extLst>
              <a:ext uri="{FF2B5EF4-FFF2-40B4-BE49-F238E27FC236}">
                <ns2:creationId id="{FEF068A3-A108-4487-825C-D50DE4837D53}"/>
              </a:ext>
            </a:extLst>
          </p:cNvPr>
          <p:cNvSpPr>
            <a:spLocks noGrp="1"/>
          </p:cNvSpPr>
          <p:nvPr/>
        </p:nvSpPr>
        <p:spPr>
          <a:xfrm>
            <a:off x="900468" y="24003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5" name="text_084">
            <a:extLst>
              <a:ext uri="{FF2B5EF4-FFF2-40B4-BE49-F238E27FC236}">
                <ns2:creationId id="{DE287BD3-E712-4D52-AF0E-EF65E2E04FEF}"/>
              </a:ext>
            </a:extLst>
          </p:cNvPr>
          <p:cNvSpPr>
            <a:spLocks noGrp="1"/>
          </p:cNvSpPr>
          <p:nvPr/>
        </p:nvSpPr>
        <p:spPr>
          <a:xfrm>
            <a:off x="6757632" y="24003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6" name="tangaroa_R_432_exact_anchor">
            <a:extLst>
              <a:ext uri="{FF2B5EF4-FFF2-40B4-BE49-F238E27FC236}">
                <ns2:creationId id="{EB78B36D-5D49-4BB4-9C20-AFD3479F4ADC}"/>
              </a:ext>
            </a:extLst>
          </p:cNvPr>
          <p:cNvSpPr>
            <a:spLocks noGrp="1"/>
          </p:cNvSpPr>
          <p:nvPr/>
        </p:nvSpPr>
        <p:spPr>
          <a:xfrm>
            <a:off x="5152883" y="208254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87" name="tangaroa_R_462_exact_anchor">
            <a:extLst>
              <a:ext uri="{FF2B5EF4-FFF2-40B4-BE49-F238E27FC236}">
                <ns2:creationId id="{000EEA3C-531D-4572-9BB0-B304D00E84ED}"/>
              </a:ext>
            </a:extLst>
          </p:cNvPr>
          <p:cNvSpPr>
            <a:spLocks noGrp="1"/>
          </p:cNvSpPr>
          <p:nvPr/>
        </p:nvSpPr>
        <p:spPr>
          <a:xfrm>
            <a:off x="5152883" y="1605055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88" name="tangaroa_R_388_exact_anchor">
            <a:extLst>
              <a:ext uri="{FF2B5EF4-FFF2-40B4-BE49-F238E27FC236}">
                <ns2:creationId id="{E1E62CF8-FB5B-442A-BEAF-8A241227B28F}"/>
              </a:ext>
            </a:extLst>
          </p:cNvPr>
          <p:cNvSpPr>
            <a:spLocks noGrp="1"/>
          </p:cNvSpPr>
          <p:nvPr/>
        </p:nvSpPr>
        <p:spPr>
          <a:xfrm>
            <a:off x="5152883" y="1846709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pic>
        <p:nvPicPr>
          <p:cNvPr id="89" name="">
            <a:extLst>
              <a:ext uri="{FF2B5EF4-FFF2-40B4-BE49-F238E27FC236}">
                <ns2:creationId id="{F1502CA4-D8E8-4695-BAF2-3BB1217EAFB1}"/>
              </a:ext>
            </a:extLst>
          </p:cNvPr>
          <p:cNvPicPr>
            <a:picLocks noChangeAspect="1"/>
          </p:cNvPicPr>
          <p:nvPr/>
        </p:nvPicPr>
        <p:blipFill>
          <a:blip ns3:embed="R6cac25e28d7144ea"/>
          <a:stretch/>
        </p:blipFill>
        <p:spPr>
          <a:xfrm>
            <a:off x="7715250" y="1476375"/>
            <a:ext cx="3771900" cy="895350"/>
          </a:xfrm>
          <a:prstGeom prst="rect">
            <a:avLst/>
          </a:prstGeom>
        </p:spPr>
      </p:pic>
      <p:sp>
        <p:nvSpPr>
          <p:cNvPr id="90" name="line_089">
            <a:extLst>
              <a:ext uri="{FF2B5EF4-FFF2-40B4-BE49-F238E27FC236}">
                <ns2:creationId id="{5D7C6E5E-3671-40A4-B74F-5BCD8C3C613D}"/>
              </a:ext>
            </a:extLst>
          </p:cNvPr>
          <p:cNvSpPr>
            <a:spLocks noGrp="1"/>
          </p:cNvSpPr>
          <p:nvPr/>
        </p:nvSpPr>
        <p:spPr>
          <a:xfrm>
            <a:off x="9601200" y="1476375"/>
            <a:ext cx="95" cy="895350"/>
          </a:xfrm>
          <a:custGeom>
            <a:pathLst>
              <a:path w="9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63238"/>
            </a:solidFill>
            <a:prstDash val="dash"/>
          </a:ln>
        </p:spPr>
      </p:sp>
      <p:sp>
        <p:nvSpPr>
          <p:cNvPr id="91" name="rect_090">
            <a:extLst>
              <a:ext uri="{FF2B5EF4-FFF2-40B4-BE49-F238E27FC236}">
                <ns2:creationId id="{8B089603-0D5B-4EF0-B478-0EFE062FA698}"/>
              </a:ext>
            </a:extLst>
          </p:cNvPr>
          <p:cNvSpPr>
            <a:spLocks noGrp="1"/>
          </p:cNvSpPr>
          <p:nvPr/>
        </p:nvSpPr>
        <p:spPr>
          <a:xfrm>
            <a:off x="7715250" y="1476375"/>
            <a:ext cx="3771900" cy="895350"/>
          </a:xfrm>
          <a:prstGeom prst="rect">
            <a:avLst/>
          </a:prstGeom>
          <a:noFill/>
          <a:ln w="6668">
            <a:solidFill>
              <a:srgbClr val="7B8790"/>
            </a:solidFill>
            <a:prstDash val="solid"/>
          </a:ln>
        </p:spPr>
      </p:sp>
      <p:sp>
        <p:nvSpPr>
          <p:cNvPr id="92" name="text_091">
            <a:extLst>
              <a:ext uri="{FF2B5EF4-FFF2-40B4-BE49-F238E27FC236}">
                <ns2:creationId id="{8971DD02-10A7-4DB1-B16F-3511FBD61D8E}"/>
              </a:ext>
            </a:extLst>
          </p:cNvPr>
          <p:cNvSpPr>
            <a:spLocks noGrp="1"/>
          </p:cNvSpPr>
          <p:nvPr/>
        </p:nvSpPr>
        <p:spPr>
          <a:xfrm>
            <a:off x="7343775" y="227647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0.23</a:t>
            </a:r>
          </a:p>
        </p:txBody>
      </p:sp>
      <p:sp>
        <p:nvSpPr>
          <p:cNvPr id="93" name="text_092">
            <a:extLst>
              <a:ext uri="{FF2B5EF4-FFF2-40B4-BE49-F238E27FC236}">
                <ns2:creationId id="{CCF61F4F-24D9-4FBD-B050-F51941257B84}"/>
              </a:ext>
            </a:extLst>
          </p:cNvPr>
          <p:cNvSpPr>
            <a:spLocks noGrp="1"/>
          </p:cNvSpPr>
          <p:nvPr/>
        </p:nvSpPr>
        <p:spPr>
          <a:xfrm>
            <a:off x="7343775" y="1381125"/>
            <a:ext cx="314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94" name="text_093">
            <a:extLst>
              <a:ext uri="{FF2B5EF4-FFF2-40B4-BE49-F238E27FC236}">
                <ns2:creationId id="{A91FF0F8-E2C7-47D8-BF18-B9621B5682D1}"/>
              </a:ext>
            </a:extLst>
          </p:cNvPr>
          <p:cNvSpPr>
            <a:spLocks noGrp="1"/>
          </p:cNvSpPr>
          <p:nvPr/>
        </p:nvSpPr>
        <p:spPr>
          <a:xfrm>
            <a:off x="7696200" y="24003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</a:t>
            </a:r>
          </a:p>
        </p:txBody>
      </p:sp>
      <p:sp>
        <p:nvSpPr>
          <p:cNvPr id="95" name="text_094">
            <a:extLst>
              <a:ext uri="{FF2B5EF4-FFF2-40B4-BE49-F238E27FC236}">
                <ns2:creationId id="{5840AC1A-582E-4062-8A22-DCA1FF5E6BAE}"/>
              </a:ext>
            </a:extLst>
          </p:cNvPr>
          <p:cNvSpPr>
            <a:spLocks noGrp="1"/>
          </p:cNvSpPr>
          <p:nvPr/>
        </p:nvSpPr>
        <p:spPr>
          <a:xfrm>
            <a:off x="11125200" y="24003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</a:t>
            </a:r>
          </a:p>
        </p:txBody>
      </p:sp>
      <p:sp>
        <p:nvSpPr>
          <p:cNvPr id="96" name="path_095">
            <a:extLst>
              <a:ext uri="{FF2B5EF4-FFF2-40B4-BE49-F238E27FC236}">
                <ns2:creationId id="{B632B7C6-AF60-4DA6-9B2D-08C00357D3C7}"/>
              </a:ext>
            </a:extLst>
          </p:cNvPr>
          <p:cNvSpPr>
            <a:spLocks noGrp="1"/>
          </p:cNvSpPr>
          <p:nvPr/>
        </p:nvSpPr>
        <p:spPr>
          <a:xfrm>
            <a:off x="7886700" y="2142998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7" name="tangaroa_R_track_432_trace">
            <a:extLst>
              <a:ext uri="{FF2B5EF4-FFF2-40B4-BE49-F238E27FC236}">
                <ns2:creationId id="{5569838C-67D1-4F8F-B642-99C669724205}"/>
              </a:ext>
            </a:extLst>
          </p:cNvPr>
          <p:cNvSpPr>
            <a:spLocks noGrp="1"/>
          </p:cNvSpPr>
          <p:nvPr/>
        </p:nvSpPr>
        <p:spPr>
          <a:xfrm>
            <a:off x="7886700" y="2142998"/>
            <a:ext cx="3429000" cy="157973"/>
          </a:xfrm>
          <a:custGeom>
            <a:pathLst>
              <a:path w="3429000" h="157973">
                <a:moveTo>
                  <a:pt x="0" y="155373"/>
                </a:moveTo>
                <a:lnTo>
                  <a:pt x="342900" y="6480"/>
                </a:lnTo>
                <a:lnTo>
                  <a:pt x="685800" y="98287"/>
                </a:lnTo>
                <a:lnTo>
                  <a:pt x="1028700" y="157973"/>
                </a:lnTo>
                <a:lnTo>
                  <a:pt x="1371600" y="155029"/>
                </a:lnTo>
                <a:lnTo>
                  <a:pt x="1714500" y="154996"/>
                </a:lnTo>
                <a:lnTo>
                  <a:pt x="2057400" y="155534"/>
                </a:lnTo>
                <a:lnTo>
                  <a:pt x="2400300" y="742"/>
                </a:lnTo>
                <a:lnTo>
                  <a:pt x="2743200" y="155233"/>
                </a:lnTo>
                <a:lnTo>
                  <a:pt x="3086100" y="0"/>
                </a:lnTo>
                <a:lnTo>
                  <a:pt x="3429000" y="1494"/>
                </a:lnTo>
              </a:path>
            </a:pathLst>
          </a:custGeom>
          <a:noFill/>
          <a:ln w="17145">
            <a:solidFill>
              <a:srgbClr val="0072B2"/>
            </a:solidFill>
            <a:prstDash val="solid"/>
          </a:ln>
        </p:spPr>
      </p:sp>
      <p:sp>
        <p:nvSpPr>
          <p:cNvPr id="98" name="tangaroa_R_true_reference_432">
            <a:extLst>
              <a:ext uri="{FF2B5EF4-FFF2-40B4-BE49-F238E27FC236}">
                <ns2:creationId id="{998523A5-FB5F-4279-AC8B-F8B9B0EAABDB}"/>
              </a:ext>
            </a:extLst>
          </p:cNvPr>
          <p:cNvSpPr>
            <a:spLocks noGrp="1"/>
          </p:cNvSpPr>
          <p:nvPr/>
        </p:nvSpPr>
        <p:spPr>
          <a:xfrm>
            <a:off x="7886700" y="2128854"/>
            <a:ext cx="3429000" cy="157170"/>
          </a:xfrm>
          <a:custGeom>
            <a:pathLst>
              <a:path w="3429000" h="157170">
                <a:moveTo>
                  <a:pt x="0" y="157170"/>
                </a:moveTo>
                <a:lnTo>
                  <a:pt x="342900" y="0"/>
                </a:lnTo>
                <a:lnTo>
                  <a:pt x="685800" y="93350"/>
                </a:lnTo>
                <a:lnTo>
                  <a:pt x="1028700" y="154973"/>
                </a:lnTo>
                <a:lnTo>
                  <a:pt x="1371600" y="154825"/>
                </a:lnTo>
                <a:lnTo>
                  <a:pt x="1714500" y="154825"/>
                </a:lnTo>
                <a:lnTo>
                  <a:pt x="2057400" y="154825"/>
                </a:lnTo>
                <a:lnTo>
                  <a:pt x="2400300" y="0"/>
                </a:lnTo>
                <a:lnTo>
                  <a:pt x="2743200" y="155508"/>
                </a:lnTo>
                <a:lnTo>
                  <a:pt x="3086100" y="0"/>
                </a:lnTo>
                <a:lnTo>
                  <a:pt x="3429000" y="0"/>
                </a:lnTo>
              </a:path>
            </a:pathLst>
          </a:custGeom>
          <a:noFill/>
          <a:ln w="9525">
            <a:solidFill>
              <a:srgbClr val="0072B2"/>
            </a:solidFill>
            <a:prstDash val="dash"/>
          </a:ln>
        </p:spPr>
      </p:sp>
      <p:sp>
        <p:nvSpPr>
          <p:cNvPr id="99" name="tangaroa_R_432_exact_anchor">
            <a:extLst>
              <a:ext uri="{FF2B5EF4-FFF2-40B4-BE49-F238E27FC236}">
                <ns2:creationId id="{0CE4C2B4-ADD2-408F-AA96-8876D06B2419}"/>
              </a:ext>
            </a:extLst>
          </p:cNvPr>
          <p:cNvSpPr>
            <a:spLocks noGrp="1"/>
          </p:cNvSpPr>
          <p:nvPr/>
        </p:nvSpPr>
        <p:spPr>
          <a:xfrm>
            <a:off x="9563100" y="2259894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72B2"/>
            </a:solidFill>
            <a:prstDash val="solid"/>
          </a:ln>
        </p:spPr>
      </p:sp>
      <p:sp>
        <p:nvSpPr>
          <p:cNvPr id="100" name="line_099">
            <a:extLst>
              <a:ext uri="{FF2B5EF4-FFF2-40B4-BE49-F238E27FC236}">
                <ns2:creationId id="{14FA1B31-83FC-409D-85D5-D9310AA64C76}"/>
              </a:ext>
            </a:extLst>
          </p:cNvPr>
          <p:cNvSpPr>
            <a:spLocks noGrp="1"/>
          </p:cNvSpPr>
          <p:nvPr/>
        </p:nvSpPr>
        <p:spPr>
          <a:xfrm>
            <a:off x="9601200" y="1619250"/>
            <a:ext cx="1943100" cy="678744"/>
          </a:xfrm>
          <a:custGeom>
            <a:pathLst>
              <a:path w="1943100" h="678744">
                <a:moveTo>
                  <a:pt x="0" y="678744"/>
                </a:moveTo>
                <a:lnTo>
                  <a:pt x="1943100" y="0"/>
                </a:lnTo>
              </a:path>
            </a:pathLst>
          </a:custGeom>
          <a:noFill/>
          <a:ln w="7620">
            <a:solidFill>
              <a:srgbClr val="0072B2"/>
            </a:solidFill>
            <a:prstDash val="solid"/>
          </a:ln>
        </p:spPr>
      </p:sp>
      <p:sp>
        <p:nvSpPr>
          <p:cNvPr id="101" name="text_100">
            <a:extLst>
              <a:ext uri="{FF2B5EF4-FFF2-40B4-BE49-F238E27FC236}">
                <ns2:creationId id="{01C0B0BE-75B6-4DE4-9453-083548895463}"/>
              </a:ext>
            </a:extLst>
          </p:cNvPr>
          <p:cNvSpPr>
            <a:spLocks noGrp="1"/>
          </p:cNvSpPr>
          <p:nvPr/>
        </p:nvSpPr>
        <p:spPr>
          <a:xfrm>
            <a:off x="11572875" y="1524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2" name="path_101">
            <a:extLst>
              <a:ext uri="{FF2B5EF4-FFF2-40B4-BE49-F238E27FC236}">
                <ns2:creationId id="{98CA9818-6C16-4453-832B-089A64742E4D}"/>
              </a:ext>
            </a:extLst>
          </p:cNvPr>
          <p:cNvSpPr>
            <a:spLocks noGrp="1"/>
          </p:cNvSpPr>
          <p:nvPr/>
        </p:nvSpPr>
        <p:spPr>
          <a:xfrm>
            <a:off x="7886700" y="1546816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3" name="tangaroa_R_track_462_trace">
            <a:extLst>
              <a:ext uri="{FF2B5EF4-FFF2-40B4-BE49-F238E27FC236}">
                <ns2:creationId id="{5F8E9FE9-729E-4FA5-92B6-7294E6B67C5F}"/>
              </a:ext>
            </a:extLst>
          </p:cNvPr>
          <p:cNvSpPr>
            <a:spLocks noGrp="1"/>
          </p:cNvSpPr>
          <p:nvPr/>
        </p:nvSpPr>
        <p:spPr>
          <a:xfrm>
            <a:off x="7886700" y="1546816"/>
            <a:ext cx="2057400" cy="55882"/>
          </a:xfrm>
          <a:custGeom>
            <a:pathLst>
              <a:path w="2057400" h="55882">
                <a:moveTo>
                  <a:pt x="0" y="31380"/>
                </a:moveTo>
                <a:lnTo>
                  <a:pt x="342900" y="33078"/>
                </a:lnTo>
                <a:lnTo>
                  <a:pt x="685800" y="26501"/>
                </a:lnTo>
                <a:lnTo>
                  <a:pt x="1028700" y="53303"/>
                </a:lnTo>
                <a:lnTo>
                  <a:pt x="1371600" y="55882"/>
                </a:lnTo>
                <a:lnTo>
                  <a:pt x="1714500" y="0"/>
                </a:lnTo>
                <a:lnTo>
                  <a:pt x="2057400" y="45361"/>
                </a:lnTo>
              </a:path>
            </a:pathLst>
          </a:custGeom>
          <a:noFill/>
          <a:ln w="17145">
            <a:solidFill>
              <a:srgbClr val="D55E00"/>
            </a:solidFill>
            <a:prstDash val="solid"/>
          </a:ln>
        </p:spPr>
      </p:sp>
      <p:sp>
        <p:nvSpPr>
          <p:cNvPr id="104" name="tangaroa_R_true_reference_462">
            <a:extLst>
              <a:ext uri="{FF2B5EF4-FFF2-40B4-BE49-F238E27FC236}">
                <ns2:creationId id="{AD9702D7-CA2B-408A-A6F7-ACB0066A513E}"/>
              </a:ext>
            </a:extLst>
          </p:cNvPr>
          <p:cNvSpPr>
            <a:spLocks noGrp="1"/>
          </p:cNvSpPr>
          <p:nvPr/>
        </p:nvSpPr>
        <p:spPr>
          <a:xfrm>
            <a:off x="7886700" y="1561126"/>
            <a:ext cx="2057400" cy="57289"/>
          </a:xfrm>
          <a:custGeom>
            <a:pathLst>
              <a:path w="2057400" h="57289">
                <a:moveTo>
                  <a:pt x="0" y="40760"/>
                </a:moveTo>
                <a:lnTo>
                  <a:pt x="342900" y="39394"/>
                </a:lnTo>
                <a:lnTo>
                  <a:pt x="685800" y="31275"/>
                </a:lnTo>
                <a:lnTo>
                  <a:pt x="1028700" y="57289"/>
                </a:lnTo>
                <a:lnTo>
                  <a:pt x="1371600" y="55923"/>
                </a:lnTo>
                <a:lnTo>
                  <a:pt x="1714500" y="0"/>
                </a:lnTo>
                <a:lnTo>
                  <a:pt x="2057400" y="45903"/>
                </a:lnTo>
              </a:path>
            </a:pathLst>
          </a:custGeom>
          <a:noFill/>
          <a:ln w="9525">
            <a:solidFill>
              <a:srgbClr val="D55E00"/>
            </a:solidFill>
            <a:prstDash val="dash"/>
          </a:ln>
        </p:spPr>
      </p:sp>
      <p:sp>
        <p:nvSpPr>
          <p:cNvPr id="105" name="tangaroa_R_462_exact_anchor">
            <a:extLst>
              <a:ext uri="{FF2B5EF4-FFF2-40B4-BE49-F238E27FC236}">
                <ns2:creationId id="{ADEFD815-01A5-4CF1-9BB7-E095C042488C}"/>
              </a:ext>
            </a:extLst>
          </p:cNvPr>
          <p:cNvSpPr>
            <a:spLocks noGrp="1"/>
          </p:cNvSpPr>
          <p:nvPr/>
        </p:nvSpPr>
        <p:spPr>
          <a:xfrm>
            <a:off x="9563100" y="1508716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D55E00"/>
            </a:solidFill>
            <a:prstDash val="solid"/>
          </a:ln>
        </p:spPr>
      </p:sp>
      <p:sp>
        <p:nvSpPr>
          <p:cNvPr id="106" name="line_105">
            <a:extLst>
              <a:ext uri="{FF2B5EF4-FFF2-40B4-BE49-F238E27FC236}">
                <ns2:creationId id="{5F870E91-6FCE-4BEC-9536-016E1594817D}"/>
              </a:ext>
            </a:extLst>
          </p:cNvPr>
          <p:cNvSpPr>
            <a:spLocks noGrp="1"/>
          </p:cNvSpPr>
          <p:nvPr/>
        </p:nvSpPr>
        <p:spPr>
          <a:xfrm>
            <a:off x="9601200" y="1546816"/>
            <a:ext cx="1943100" cy="307384"/>
          </a:xfrm>
          <a:custGeom>
            <a:pathLst>
              <a:path w="1943100" h="307384">
                <a:moveTo>
                  <a:pt x="0" y="0"/>
                </a:moveTo>
                <a:lnTo>
                  <a:pt x="1943100" y="307384"/>
                </a:lnTo>
              </a:path>
            </a:pathLst>
          </a:custGeom>
          <a:noFill/>
          <a:ln w="7620">
            <a:solidFill>
              <a:srgbClr val="D55E00"/>
            </a:solidFill>
            <a:prstDash val="solid"/>
          </a:ln>
        </p:spPr>
      </p:sp>
      <p:sp>
        <p:nvSpPr>
          <p:cNvPr id="107" name="text_106">
            <a:extLst>
              <a:ext uri="{FF2B5EF4-FFF2-40B4-BE49-F238E27FC236}">
                <ns2:creationId id="{FDD40E62-DC9B-4D0C-84ED-8A587B127EAD}"/>
              </a:ext>
            </a:extLst>
          </p:cNvPr>
          <p:cNvSpPr>
            <a:spLocks noGrp="1"/>
          </p:cNvSpPr>
          <p:nvPr/>
        </p:nvSpPr>
        <p:spPr>
          <a:xfrm>
            <a:off x="11572875" y="175895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8" name="path_107">
            <a:extLst>
              <a:ext uri="{FF2B5EF4-FFF2-40B4-BE49-F238E27FC236}">
                <ns2:creationId id="{8081C5B6-A520-488F-91F6-9254BA45A3A5}"/>
              </a:ext>
            </a:extLst>
          </p:cNvPr>
          <p:cNvSpPr>
            <a:spLocks noGrp="1"/>
          </p:cNvSpPr>
          <p:nvPr/>
        </p:nvSpPr>
        <p:spPr>
          <a:xfrm>
            <a:off x="7886700" y="1874669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9" name="tangaroa_R_track_388_trace">
            <a:extLst>
              <a:ext uri="{FF2B5EF4-FFF2-40B4-BE49-F238E27FC236}">
                <ns2:creationId id="{42BCE030-FAF9-44B4-B085-E445B64EF52B}"/>
              </a:ext>
            </a:extLst>
          </p:cNvPr>
          <p:cNvSpPr>
            <a:spLocks noGrp="1"/>
          </p:cNvSpPr>
          <p:nvPr/>
        </p:nvSpPr>
        <p:spPr>
          <a:xfrm>
            <a:off x="7886700" y="1874669"/>
            <a:ext cx="3429000" cy="60320"/>
          </a:xfrm>
          <a:custGeom>
            <a:pathLst>
              <a:path w="3429000" h="60320">
                <a:moveTo>
                  <a:pt x="0" y="47521"/>
                </a:moveTo>
                <a:lnTo>
                  <a:pt x="342900" y="45382"/>
                </a:lnTo>
                <a:lnTo>
                  <a:pt x="685800" y="46919"/>
                </a:lnTo>
                <a:lnTo>
                  <a:pt x="1028700" y="40966"/>
                </a:lnTo>
                <a:lnTo>
                  <a:pt x="1371600" y="60320"/>
                </a:lnTo>
                <a:lnTo>
                  <a:pt x="1714500" y="52314"/>
                </a:lnTo>
                <a:lnTo>
                  <a:pt x="2057400" y="51089"/>
                </a:lnTo>
                <a:lnTo>
                  <a:pt x="2400300" y="41793"/>
                </a:lnTo>
                <a:lnTo>
                  <a:pt x="2743200" y="0"/>
                </a:lnTo>
                <a:lnTo>
                  <a:pt x="3086100" y="14099"/>
                </a:lnTo>
                <a:lnTo>
                  <a:pt x="3429000" y="34690"/>
                </a:lnTo>
              </a:path>
            </a:pathLst>
          </a:custGeom>
          <a:noFill/>
          <a:ln w="17145">
            <a:solidFill>
              <a:srgbClr val="009E73"/>
            </a:solidFill>
            <a:prstDash val="solid"/>
          </a:ln>
        </p:spPr>
      </p:sp>
      <p:sp>
        <p:nvSpPr>
          <p:cNvPr id="110" name="tangaroa_R_true_reference_388">
            <a:extLst>
              <a:ext uri="{FF2B5EF4-FFF2-40B4-BE49-F238E27FC236}">
                <ns2:creationId id="{BFF28304-8C69-4564-BA04-AC325BF31586}"/>
              </a:ext>
            </a:extLst>
          </p:cNvPr>
          <p:cNvSpPr>
            <a:spLocks noGrp="1"/>
          </p:cNvSpPr>
          <p:nvPr/>
        </p:nvSpPr>
        <p:spPr>
          <a:xfrm>
            <a:off x="7886700" y="1883558"/>
            <a:ext cx="3429000" cy="65782"/>
          </a:xfrm>
          <a:custGeom>
            <a:pathLst>
              <a:path w="3429000" h="65782">
                <a:moveTo>
                  <a:pt x="0" y="52424"/>
                </a:moveTo>
                <a:lnTo>
                  <a:pt x="342900" y="51741"/>
                </a:lnTo>
                <a:lnTo>
                  <a:pt x="685800" y="51058"/>
                </a:lnTo>
                <a:lnTo>
                  <a:pt x="1028700" y="50375"/>
                </a:lnTo>
                <a:lnTo>
                  <a:pt x="1371600" y="65782"/>
                </a:lnTo>
                <a:lnTo>
                  <a:pt x="1714500" y="57737"/>
                </a:lnTo>
                <a:lnTo>
                  <a:pt x="2057400" y="57054"/>
                </a:lnTo>
                <a:lnTo>
                  <a:pt x="2400300" y="47790"/>
                </a:lnTo>
                <a:lnTo>
                  <a:pt x="2743200" y="0"/>
                </a:lnTo>
                <a:lnTo>
                  <a:pt x="3086100" y="19353"/>
                </a:lnTo>
                <a:lnTo>
                  <a:pt x="3429000" y="41439"/>
                </a:lnTo>
              </a:path>
            </a:pathLst>
          </a:custGeom>
          <a:noFill/>
          <a:ln w="9525">
            <a:solidFill>
              <a:srgbClr val="009E73"/>
            </a:solidFill>
            <a:prstDash val="dash"/>
          </a:ln>
        </p:spPr>
      </p:sp>
      <p:sp>
        <p:nvSpPr>
          <p:cNvPr id="111" name="tangaroa_R_388_exact_anchor">
            <a:extLst>
              <a:ext uri="{FF2B5EF4-FFF2-40B4-BE49-F238E27FC236}">
                <ns2:creationId id="{8E495272-4FAD-430E-8258-1041E078C542}"/>
              </a:ext>
            </a:extLst>
          </p:cNvPr>
          <p:cNvSpPr>
            <a:spLocks noGrp="1"/>
          </p:cNvSpPr>
          <p:nvPr/>
        </p:nvSpPr>
        <p:spPr>
          <a:xfrm>
            <a:off x="9563100" y="1888883"/>
            <a:ext cx="76200" cy="762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9E73"/>
            </a:solidFill>
            <a:prstDash val="solid"/>
          </a:ln>
        </p:spPr>
      </p:sp>
      <p:sp>
        <p:nvSpPr>
          <p:cNvPr id="112" name="line_111">
            <a:extLst>
              <a:ext uri="{FF2B5EF4-FFF2-40B4-BE49-F238E27FC236}">
                <ns2:creationId id="{D63552CF-215F-4F29-B809-C4BEE771DE64}"/>
              </a:ext>
            </a:extLst>
          </p:cNvPr>
          <p:cNvSpPr>
            <a:spLocks noGrp="1"/>
          </p:cNvSpPr>
          <p:nvPr/>
        </p:nvSpPr>
        <p:spPr>
          <a:xfrm>
            <a:off x="9601200" y="1926983"/>
            <a:ext cx="1943100" cy="162167"/>
          </a:xfrm>
          <a:custGeom>
            <a:pathLst>
              <a:path w="1943100" h="162167">
                <a:moveTo>
                  <a:pt x="0" y="0"/>
                </a:moveTo>
                <a:lnTo>
                  <a:pt x="1943100" y="162167"/>
                </a:lnTo>
              </a:path>
            </a:pathLst>
          </a:custGeom>
          <a:noFill/>
          <a:ln w="7620">
            <a:solidFill>
              <a:srgbClr val="009E73"/>
            </a:solidFill>
            <a:prstDash val="solid"/>
          </a:ln>
        </p:spPr>
      </p:sp>
      <p:sp>
        <p:nvSpPr>
          <p:cNvPr id="113" name="text_112">
            <a:extLst>
              <a:ext uri="{FF2B5EF4-FFF2-40B4-BE49-F238E27FC236}">
                <ns2:creationId id="{13E02EFE-CCFC-480C-8C19-D6BE60A06DD8}"/>
              </a:ext>
            </a:extLst>
          </p:cNvPr>
          <p:cNvSpPr>
            <a:spLocks noGrp="1"/>
          </p:cNvSpPr>
          <p:nvPr/>
        </p:nvSpPr>
        <p:spPr>
          <a:xfrm>
            <a:off x="11572875" y="1993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4" name="rect_113">
            <a:extLst>
              <a:ext uri="{FF2B5EF4-FFF2-40B4-BE49-F238E27FC236}">
                <ns2:creationId id="{9B44DECD-AC15-468F-8F3C-6C1B7D0D9266}"/>
              </a:ext>
            </a:extLst>
          </p:cNvPr>
          <p:cNvSpPr>
            <a:spLocks noGrp="1"/>
          </p:cNvSpPr>
          <p:nvPr/>
        </p:nvSpPr>
        <p:spPr>
          <a:xfrm>
            <a:off x="5029911" y="1476375"/>
            <a:ext cx="322144" cy="895350"/>
          </a:xfrm>
          <a:prstGeom prst="rect">
            <a:avLst/>
          </a:prstGeom>
          <a:noFill/>
          <a:ln w="11430">
            <a:solidFill>
              <a:srgbClr val="263238"/>
            </a:solidFill>
            <a:prstDash val="solid"/>
          </a:ln>
        </p:spPr>
      </p:sp>
      <p:sp>
        <p:nvSpPr>
          <p:cNvPr id="10000" name="Volume label: (c) 3D source snapshots">
            <a:extLst>
              <a:ext uri="{FF2B5EF4-FFF2-40B4-BE49-F238E27FC236}">
                <ns2:creationId id="{023834A2-F4E2-4CF9-A301-7D4E0569B22B}"/>
              </a:ext>
            </a:extLst>
          </p:cNvPr>
          <p:cNvSpPr>
            <a:spLocks noGrp="1"/>
          </p:cNvSpPr>
          <p:nvPr/>
        </p:nvSpPr>
        <p:spPr>
          <a:xfrm>
            <a:off x="76200" y="264795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3D source snapshots</a:t>
            </a:r>
          </a:p>
        </p:txBody>
      </p:sp>
      <p:sp>
        <p:nvSpPr>
          <p:cNvPr id="10001" name="Volume label: f139   t = 1.39">
            <a:extLst>
              <a:ext uri="{FF2B5EF4-FFF2-40B4-BE49-F238E27FC236}">
                <ns2:creationId id="{B2328D20-DB62-42DC-96BA-4BD5DE02864D}"/>
              </a:ext>
            </a:extLst>
          </p:cNvPr>
          <p:cNvSpPr>
            <a:spLocks noGrp="1"/>
          </p:cNvSpPr>
          <p:nvPr/>
        </p:nvSpPr>
        <p:spPr>
          <a:xfrm>
            <a:off x="152400" y="2914650"/>
            <a:ext cx="3771900" cy="2186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139</a:t>
            </a:r>
          </a:p>
        </p:txBody>
      </p:sp>
      <p:pic>
        <p:nvPicPr>
          <p:cNvPr id="10002" name="">
            <a:extLst>
              <a:ext uri="{FF2B5EF4-FFF2-40B4-BE49-F238E27FC236}">
                <ns2:creationId id="{C41B4F29-2D4B-4330-8906-1FF04661916C}"/>
              </a:ext>
            </a:extLst>
          </p:cNvPr>
          <p:cNvPicPr>
            <a:picLocks noChangeAspect="1"/>
          </p:cNvPicPr>
          <p:nvPr/>
        </p:nvPicPr>
        <p:blipFill>
          <a:blip ns3:embed="FrameView_R2a7a041d5050447c"/>
          <a:stretch/>
        </p:blipFill>
        <p:spPr>
          <a:xfrm>
            <a:off x="152400" y="3169754"/>
            <a:ext cx="3771900" cy="1374648"/>
          </a:xfrm>
          <a:prstGeom prst="rect">
            <a:avLst/>
          </a:prstGeom>
        </p:spPr>
      </p:pic>
      <p:sp>
        <p:nvSpPr>
          <p:cNvPr id="10003" name="Domain frame f139: corner 0-1">
            <a:extLst>
              <a:ext uri="{FF2B5EF4-FFF2-40B4-BE49-F238E27FC236}">
                <ns2:creationId id="{B85115DD-497C-4AE5-A1E9-9CE95AF60BCB}"/>
              </a:ext>
            </a:extLst>
          </p:cNvPr>
          <p:cNvSpPr>
            <a:spLocks noGrp="1"/>
          </p:cNvSpPr>
          <p:nvPr/>
        </p:nvSpPr>
        <p:spPr>
          <a:xfrm>
            <a:off x="227838" y="362278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04" name="Domain frame f139: corner 0-2">
            <a:extLst>
              <a:ext uri="{FF2B5EF4-FFF2-40B4-BE49-F238E27FC236}">
                <ns2:creationId id="{E13BE3B5-9677-4AB5-8CD1-D71156D2F09C}"/>
              </a:ext>
            </a:extLst>
          </p:cNvPr>
          <p:cNvSpPr>
            <a:spLocks noGrp="1"/>
          </p:cNvSpPr>
          <p:nvPr/>
        </p:nvSpPr>
        <p:spPr>
          <a:xfrm>
            <a:off x="227838" y="3905670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05" name="Domain frame f139: corner 0-4">
            <a:extLst>
              <a:ext uri="{FF2B5EF4-FFF2-40B4-BE49-F238E27FC236}">
                <ns2:creationId id="{552EE0F1-38FB-4C37-AA45-5D19E5464AB9}"/>
              </a:ext>
            </a:extLst>
          </p:cNvPr>
          <p:cNvSpPr>
            <a:spLocks noGrp="1"/>
          </p:cNvSpPr>
          <p:nvPr/>
        </p:nvSpPr>
        <p:spPr>
          <a:xfrm>
            <a:off x="227838" y="4248589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06" name="Domain frame f139: corner 1-3">
            <a:extLst>
              <a:ext uri="{FF2B5EF4-FFF2-40B4-BE49-F238E27FC236}">
                <ns2:creationId id="{FFC23417-755E-4C05-BF9B-F0EA0EB17E84}"/>
              </a:ext>
            </a:extLst>
          </p:cNvPr>
          <p:cNvSpPr>
            <a:spLocks noGrp="1"/>
          </p:cNvSpPr>
          <p:nvPr/>
        </p:nvSpPr>
        <p:spPr>
          <a:xfrm>
            <a:off x="227838" y="3279864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07" name="Domain frame f139: corner 1-5">
            <a:extLst>
              <a:ext uri="{FF2B5EF4-FFF2-40B4-BE49-F238E27FC236}">
                <ns2:creationId id="{6C0B0122-C87F-41BD-ABDA-98C4D26CEBB1}"/>
              </a:ext>
            </a:extLst>
          </p:cNvPr>
          <p:cNvSpPr>
            <a:spLocks noGrp="1"/>
          </p:cNvSpPr>
          <p:nvPr/>
        </p:nvSpPr>
        <p:spPr>
          <a:xfrm>
            <a:off x="227838" y="362278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08" name="Domain frame f139: corner 2-3">
            <a:extLst>
              <a:ext uri="{FF2B5EF4-FFF2-40B4-BE49-F238E27FC236}">
                <ns2:creationId id="{760AF4FE-CFB3-43D0-A3EE-59ABA72D76D7}"/>
              </a:ext>
            </a:extLst>
          </p:cNvPr>
          <p:cNvSpPr>
            <a:spLocks noGrp="1"/>
          </p:cNvSpPr>
          <p:nvPr/>
        </p:nvSpPr>
        <p:spPr>
          <a:xfrm>
            <a:off x="818594" y="327986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09" name="Domain frame f139: corner 2-6">
            <a:extLst>
              <a:ext uri="{FF2B5EF4-FFF2-40B4-BE49-F238E27FC236}">
                <ns2:creationId id="{A3CF4C14-51F8-4A64-8E24-731EBCFD41CB}"/>
              </a:ext>
            </a:extLst>
          </p:cNvPr>
          <p:cNvSpPr>
            <a:spLocks noGrp="1"/>
          </p:cNvSpPr>
          <p:nvPr/>
        </p:nvSpPr>
        <p:spPr>
          <a:xfrm>
            <a:off x="818594" y="3905670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10" name="Domain frame f139: corner 3-7">
            <a:extLst>
              <a:ext uri="{FF2B5EF4-FFF2-40B4-BE49-F238E27FC236}">
                <ns2:creationId id="{7CEEF146-F7ED-45D7-BD67-D0C2C3986D48}"/>
              </a:ext>
            </a:extLst>
          </p:cNvPr>
          <p:cNvSpPr>
            <a:spLocks noGrp="1"/>
          </p:cNvSpPr>
          <p:nvPr/>
        </p:nvSpPr>
        <p:spPr>
          <a:xfrm>
            <a:off x="818594" y="327986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11" name="Domain frame f139: corner 4-5">
            <a:extLst>
              <a:ext uri="{FF2B5EF4-FFF2-40B4-BE49-F238E27FC236}">
                <ns2:creationId id="{36403992-702B-4554-BF40-24A8051C1DA2}"/>
              </a:ext>
            </a:extLst>
          </p:cNvPr>
          <p:cNvSpPr>
            <a:spLocks noGrp="1"/>
          </p:cNvSpPr>
          <p:nvPr/>
        </p:nvSpPr>
        <p:spPr>
          <a:xfrm>
            <a:off x="3258106" y="380848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12" name="Domain frame f139: corner 4-6">
            <a:extLst>
              <a:ext uri="{FF2B5EF4-FFF2-40B4-BE49-F238E27FC236}">
                <ns2:creationId id="{78158B32-A230-4393-AB68-8F81A7572B8C}"/>
              </a:ext>
            </a:extLst>
          </p:cNvPr>
          <p:cNvSpPr>
            <a:spLocks noGrp="1"/>
          </p:cNvSpPr>
          <p:nvPr/>
        </p:nvSpPr>
        <p:spPr>
          <a:xfrm>
            <a:off x="3258106" y="4091373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13" name="Domain frame f139: corner 5-7">
            <a:extLst>
              <a:ext uri="{FF2B5EF4-FFF2-40B4-BE49-F238E27FC236}">
                <ns2:creationId id="{BC63985A-2ABD-4B6F-86C7-108FFD6CC894}"/>
              </a:ext>
            </a:extLst>
          </p:cNvPr>
          <p:cNvSpPr>
            <a:spLocks noGrp="1"/>
          </p:cNvSpPr>
          <p:nvPr/>
        </p:nvSpPr>
        <p:spPr>
          <a:xfrm>
            <a:off x="3258106" y="3465567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14" name="Domain frame f139: corner 6-7">
            <a:extLst>
              <a:ext uri="{FF2B5EF4-FFF2-40B4-BE49-F238E27FC236}">
                <ns2:creationId id="{E95F9BCA-90AA-4B46-87B7-503224B26963}"/>
              </a:ext>
            </a:extLst>
          </p:cNvPr>
          <p:cNvSpPr>
            <a:spLocks noGrp="1"/>
          </p:cNvSpPr>
          <p:nvPr/>
        </p:nvSpPr>
        <p:spPr>
          <a:xfrm>
            <a:off x="3848862" y="346556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15" name="Exact 3D extremum A, track 432, f139">
            <a:extLst>
              <a:ext uri="{FF2B5EF4-FFF2-40B4-BE49-F238E27FC236}">
                <ns2:creationId id="{1E314E27-D925-43A1-ABC1-A356AC86DCE8}"/>
              </a:ext>
            </a:extLst>
          </p:cNvPr>
          <p:cNvSpPr>
            <a:spLocks noGrp="1"/>
          </p:cNvSpPr>
          <p:nvPr/>
        </p:nvSpPr>
        <p:spPr>
          <a:xfrm>
            <a:off x="1199147" y="3975035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72B2"/>
            </a:solidFill>
          </a:ln>
        </p:spPr>
      </p:sp>
      <p:sp>
        <p:nvSpPr>
          <p:cNvPr id="10016" name="Volume label: A">
            <a:extLst>
              <a:ext uri="{FF2B5EF4-FFF2-40B4-BE49-F238E27FC236}">
                <ns2:creationId id="{ACB35B37-7D42-4AE0-86E0-634B7874BE53}"/>
              </a:ext>
            </a:extLst>
          </p:cNvPr>
          <p:cNvSpPr>
            <a:spLocks noGrp="1"/>
          </p:cNvSpPr>
          <p:nvPr/>
        </p:nvSpPr>
        <p:spPr>
          <a:xfrm>
            <a:off x="1311210" y="3795550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17" name="Exact 3D extremum B, track 462, f139">
            <a:extLst>
              <a:ext uri="{FF2B5EF4-FFF2-40B4-BE49-F238E27FC236}">
                <ns2:creationId id="{BDD2C7F6-8DB2-47ED-B8F1-8CD8252EBCE4}"/>
              </a:ext>
            </a:extLst>
          </p:cNvPr>
          <p:cNvSpPr>
            <a:spLocks noGrp="1"/>
          </p:cNvSpPr>
          <p:nvPr/>
        </p:nvSpPr>
        <p:spPr>
          <a:xfrm>
            <a:off x="2303769" y="4130217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D55E00"/>
            </a:solidFill>
          </a:ln>
        </p:spPr>
      </p:sp>
      <p:sp>
        <p:nvSpPr>
          <p:cNvPr id="10018" name="Volume label: B">
            <a:extLst>
              <a:ext uri="{FF2B5EF4-FFF2-40B4-BE49-F238E27FC236}">
                <ns2:creationId id="{A055C73E-1983-48E7-A0BC-6C9048B8C968}"/>
              </a:ext>
            </a:extLst>
          </p:cNvPr>
          <p:cNvSpPr>
            <a:spLocks noGrp="1"/>
          </p:cNvSpPr>
          <p:nvPr/>
        </p:nvSpPr>
        <p:spPr>
          <a:xfrm>
            <a:off x="2415834" y="3950733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19" name="Exact 3D extremum C, track 388, f139">
            <a:extLst>
              <a:ext uri="{FF2B5EF4-FFF2-40B4-BE49-F238E27FC236}">
                <ns2:creationId id="{7D9AD1A7-245B-4A12-91EA-1C2635B8EAF9}"/>
              </a:ext>
            </a:extLst>
          </p:cNvPr>
          <p:cNvSpPr>
            <a:spLocks noGrp="1"/>
          </p:cNvSpPr>
          <p:nvPr/>
        </p:nvSpPr>
        <p:spPr>
          <a:xfrm>
            <a:off x="3032560" y="3926917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9E73"/>
            </a:solidFill>
          </a:ln>
        </p:spPr>
      </p:sp>
      <p:sp>
        <p:nvSpPr>
          <p:cNvPr id="10020" name="Volume label: C">
            <a:extLst>
              <a:ext uri="{FF2B5EF4-FFF2-40B4-BE49-F238E27FC236}">
                <ns2:creationId id="{20CABF31-3E3C-4B92-B45E-B74688EDDB0E}"/>
              </a:ext>
            </a:extLst>
          </p:cNvPr>
          <p:cNvSpPr>
            <a:spLocks noGrp="1"/>
          </p:cNvSpPr>
          <p:nvPr/>
        </p:nvSpPr>
        <p:spPr>
          <a:xfrm>
            <a:off x="3144623" y="3747433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21" name="Volume label: x">
            <a:extLst>
              <a:ext uri="{FF2B5EF4-FFF2-40B4-BE49-F238E27FC236}">
                <ns2:creationId id="{50EFFA80-B469-4457-B21D-4088E1F7D8E1}"/>
              </a:ext>
            </a:extLst>
          </p:cNvPr>
          <p:cNvSpPr>
            <a:spLocks noGrp="1"/>
          </p:cNvSpPr>
          <p:nvPr/>
        </p:nvSpPr>
        <p:spPr>
          <a:xfrm>
            <a:off x="1742972" y="4368773"/>
            <a:ext cx="182217" cy="1822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022" name="Volume label: y">
            <a:extLst>
              <a:ext uri="{FF2B5EF4-FFF2-40B4-BE49-F238E27FC236}">
                <ns2:creationId id="{63711D5F-882A-45FB-B334-F402EEB311DE}"/>
              </a:ext>
            </a:extLst>
          </p:cNvPr>
          <p:cNvSpPr>
            <a:spLocks noGrp="1"/>
          </p:cNvSpPr>
          <p:nvPr/>
        </p:nvSpPr>
        <p:spPr>
          <a:xfrm>
            <a:off x="350109" y="4040687"/>
            <a:ext cx="182217" cy="1822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023" name="Volume label: z">
            <a:extLst>
              <a:ext uri="{FF2B5EF4-FFF2-40B4-BE49-F238E27FC236}">
                <ns2:creationId id="{CC9336A2-D52B-428F-AE2F-FFF49869A826}"/>
              </a:ext>
            </a:extLst>
          </p:cNvPr>
          <p:cNvSpPr>
            <a:spLocks noGrp="1"/>
          </p:cNvSpPr>
          <p:nvPr/>
        </p:nvSpPr>
        <p:spPr>
          <a:xfrm>
            <a:off x="45621" y="3881022"/>
            <a:ext cx="182217" cy="1822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4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0024" name="Volume label: f140   t = 1.40">
            <a:extLst>
              <a:ext uri="{FF2B5EF4-FFF2-40B4-BE49-F238E27FC236}">
                <ns2:creationId id="{CDC1BA51-0946-4EB2-ADA9-BFB7A624167A}"/>
              </a:ext>
            </a:extLst>
          </p:cNvPr>
          <p:cNvSpPr>
            <a:spLocks noGrp="1"/>
          </p:cNvSpPr>
          <p:nvPr/>
        </p:nvSpPr>
        <p:spPr>
          <a:xfrm>
            <a:off x="4057650" y="2914650"/>
            <a:ext cx="3771900" cy="2186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140</a:t>
            </a:r>
          </a:p>
        </p:txBody>
      </p:sp>
      <p:pic>
        <p:nvPicPr>
          <p:cNvPr id="10025" name="">
            <a:extLst>
              <a:ext uri="{FF2B5EF4-FFF2-40B4-BE49-F238E27FC236}">
                <ns2:creationId id="{9BFD9306-FF12-47C2-A85E-699ED4213C9E}"/>
              </a:ext>
            </a:extLst>
          </p:cNvPr>
          <p:cNvPicPr>
            <a:picLocks noChangeAspect="1"/>
          </p:cNvPicPr>
          <p:nvPr/>
        </p:nvPicPr>
        <p:blipFill>
          <a:blip ns3:embed="FrameView_R83e1c010b825496c"/>
          <a:stretch/>
        </p:blipFill>
        <p:spPr>
          <a:xfrm>
            <a:off x="4057650" y="3169754"/>
            <a:ext cx="3771900" cy="1374648"/>
          </a:xfrm>
          <a:prstGeom prst="rect">
            <a:avLst/>
          </a:prstGeom>
        </p:spPr>
      </p:pic>
      <p:sp>
        <p:nvSpPr>
          <p:cNvPr id="10026" name="Domain frame f140: corner 0-1">
            <a:extLst>
              <a:ext uri="{FF2B5EF4-FFF2-40B4-BE49-F238E27FC236}">
                <ns2:creationId id="{A6450AE9-8DC9-4580-9FD9-4841FA7B1986}"/>
              </a:ext>
            </a:extLst>
          </p:cNvPr>
          <p:cNvSpPr>
            <a:spLocks noGrp="1"/>
          </p:cNvSpPr>
          <p:nvPr/>
        </p:nvSpPr>
        <p:spPr>
          <a:xfrm>
            <a:off x="4133088" y="362278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27" name="Domain frame f140: corner 0-2">
            <a:extLst>
              <a:ext uri="{FF2B5EF4-FFF2-40B4-BE49-F238E27FC236}">
                <ns2:creationId id="{BAB0D9B3-3069-488D-867F-2F175B113126}"/>
              </a:ext>
            </a:extLst>
          </p:cNvPr>
          <p:cNvSpPr>
            <a:spLocks noGrp="1"/>
          </p:cNvSpPr>
          <p:nvPr/>
        </p:nvSpPr>
        <p:spPr>
          <a:xfrm>
            <a:off x="4133088" y="3905670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28" name="Domain frame f140: corner 0-4">
            <a:extLst>
              <a:ext uri="{FF2B5EF4-FFF2-40B4-BE49-F238E27FC236}">
                <ns2:creationId id="{AF369697-DC8D-4FDB-911C-BFD6F7613A12}"/>
              </a:ext>
            </a:extLst>
          </p:cNvPr>
          <p:cNvSpPr>
            <a:spLocks noGrp="1"/>
          </p:cNvSpPr>
          <p:nvPr/>
        </p:nvSpPr>
        <p:spPr>
          <a:xfrm>
            <a:off x="4133088" y="4248589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29" name="Domain frame f140: corner 1-3">
            <a:extLst>
              <a:ext uri="{FF2B5EF4-FFF2-40B4-BE49-F238E27FC236}">
                <ns2:creationId id="{ADCDFDED-3C87-4B45-B1BD-2CE68DA94A46}"/>
              </a:ext>
            </a:extLst>
          </p:cNvPr>
          <p:cNvSpPr>
            <a:spLocks noGrp="1"/>
          </p:cNvSpPr>
          <p:nvPr/>
        </p:nvSpPr>
        <p:spPr>
          <a:xfrm>
            <a:off x="4133088" y="3279864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0" name="Domain frame f140: corner 1-5">
            <a:extLst>
              <a:ext uri="{FF2B5EF4-FFF2-40B4-BE49-F238E27FC236}">
                <ns2:creationId id="{5675DB19-793E-4C58-A182-FEA6BE8CA5FE}"/>
              </a:ext>
            </a:extLst>
          </p:cNvPr>
          <p:cNvSpPr>
            <a:spLocks noGrp="1"/>
          </p:cNvSpPr>
          <p:nvPr/>
        </p:nvSpPr>
        <p:spPr>
          <a:xfrm>
            <a:off x="4133088" y="362278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1" name="Domain frame f140: corner 2-3">
            <a:extLst>
              <a:ext uri="{FF2B5EF4-FFF2-40B4-BE49-F238E27FC236}">
                <ns2:creationId id="{F67E2609-F2BE-4908-BDE1-4014D42587A6}"/>
              </a:ext>
            </a:extLst>
          </p:cNvPr>
          <p:cNvSpPr>
            <a:spLocks noGrp="1"/>
          </p:cNvSpPr>
          <p:nvPr/>
        </p:nvSpPr>
        <p:spPr>
          <a:xfrm>
            <a:off x="4723844" y="327986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32" name="Domain frame f140: corner 2-6">
            <a:extLst>
              <a:ext uri="{FF2B5EF4-FFF2-40B4-BE49-F238E27FC236}">
                <ns2:creationId id="{C82A9903-F8A4-4BE4-85C1-3D90718CFDC1}"/>
              </a:ext>
            </a:extLst>
          </p:cNvPr>
          <p:cNvSpPr>
            <a:spLocks noGrp="1"/>
          </p:cNvSpPr>
          <p:nvPr/>
        </p:nvSpPr>
        <p:spPr>
          <a:xfrm>
            <a:off x="4723844" y="3905670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33" name="Domain frame f140: corner 3-7">
            <a:extLst>
              <a:ext uri="{FF2B5EF4-FFF2-40B4-BE49-F238E27FC236}">
                <ns2:creationId id="{6BE832A8-0151-40F5-876E-F943356D1F3C}"/>
              </a:ext>
            </a:extLst>
          </p:cNvPr>
          <p:cNvSpPr>
            <a:spLocks noGrp="1"/>
          </p:cNvSpPr>
          <p:nvPr/>
        </p:nvSpPr>
        <p:spPr>
          <a:xfrm>
            <a:off x="4723844" y="327986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4" name="Domain frame f140: corner 4-5">
            <a:extLst>
              <a:ext uri="{FF2B5EF4-FFF2-40B4-BE49-F238E27FC236}">
                <ns2:creationId id="{1974CBB3-9DCF-4B3B-8559-045978DBB7F1}"/>
              </a:ext>
            </a:extLst>
          </p:cNvPr>
          <p:cNvSpPr>
            <a:spLocks noGrp="1"/>
          </p:cNvSpPr>
          <p:nvPr/>
        </p:nvSpPr>
        <p:spPr>
          <a:xfrm>
            <a:off x="7163356" y="380848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5" name="Domain frame f140: corner 4-6">
            <a:extLst>
              <a:ext uri="{FF2B5EF4-FFF2-40B4-BE49-F238E27FC236}">
                <ns2:creationId id="{3974FFAD-B76B-4C4E-8418-CF79527C9274}"/>
              </a:ext>
            </a:extLst>
          </p:cNvPr>
          <p:cNvSpPr>
            <a:spLocks noGrp="1"/>
          </p:cNvSpPr>
          <p:nvPr/>
        </p:nvSpPr>
        <p:spPr>
          <a:xfrm>
            <a:off x="7163356" y="4091373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6" name="Domain frame f140: corner 5-7">
            <a:extLst>
              <a:ext uri="{FF2B5EF4-FFF2-40B4-BE49-F238E27FC236}">
                <ns2:creationId id="{D897732C-785A-41EF-8E0C-607933BA1EC4}"/>
              </a:ext>
            </a:extLst>
          </p:cNvPr>
          <p:cNvSpPr>
            <a:spLocks noGrp="1"/>
          </p:cNvSpPr>
          <p:nvPr/>
        </p:nvSpPr>
        <p:spPr>
          <a:xfrm>
            <a:off x="7163356" y="3465567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7" name="Domain frame f140: corner 6-7">
            <a:extLst>
              <a:ext uri="{FF2B5EF4-FFF2-40B4-BE49-F238E27FC236}">
                <ns2:creationId id="{A6E0719B-B444-42CD-86DB-96AD6D870530}"/>
              </a:ext>
            </a:extLst>
          </p:cNvPr>
          <p:cNvSpPr>
            <a:spLocks noGrp="1"/>
          </p:cNvSpPr>
          <p:nvPr/>
        </p:nvSpPr>
        <p:spPr>
          <a:xfrm>
            <a:off x="7754112" y="346556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38" name="Exact 3D extremum A, track 432, f140">
            <a:extLst>
              <a:ext uri="{FF2B5EF4-FFF2-40B4-BE49-F238E27FC236}">
                <ns2:creationId id="{C66DEFCB-C208-412B-B5FA-1C915D7CBFA3}"/>
              </a:ext>
            </a:extLst>
          </p:cNvPr>
          <p:cNvSpPr>
            <a:spLocks noGrp="1"/>
          </p:cNvSpPr>
          <p:nvPr/>
        </p:nvSpPr>
        <p:spPr>
          <a:xfrm>
            <a:off x="5104397" y="3975035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72B2"/>
            </a:solidFill>
          </a:ln>
        </p:spPr>
      </p:sp>
      <p:sp>
        <p:nvSpPr>
          <p:cNvPr id="10039" name="Volume label: A">
            <a:extLst>
              <a:ext uri="{FF2B5EF4-FFF2-40B4-BE49-F238E27FC236}">
                <ns2:creationId id="{DCF3FED9-7685-41FF-9A63-322CA4CA9DFE}"/>
              </a:ext>
            </a:extLst>
          </p:cNvPr>
          <p:cNvSpPr>
            <a:spLocks noGrp="1"/>
          </p:cNvSpPr>
          <p:nvPr/>
        </p:nvSpPr>
        <p:spPr>
          <a:xfrm>
            <a:off x="5216460" y="3795550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40" name="Exact 3D extremum B, track 462, f140">
            <a:extLst>
              <a:ext uri="{FF2B5EF4-FFF2-40B4-BE49-F238E27FC236}">
                <ns2:creationId id="{696DEA51-9559-4676-BCA3-747AE05BCAF8}"/>
              </a:ext>
            </a:extLst>
          </p:cNvPr>
          <p:cNvSpPr>
            <a:spLocks noGrp="1"/>
          </p:cNvSpPr>
          <p:nvPr/>
        </p:nvSpPr>
        <p:spPr>
          <a:xfrm>
            <a:off x="6213022" y="4178959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D55E00"/>
            </a:solidFill>
          </a:ln>
        </p:spPr>
      </p:sp>
      <p:sp>
        <p:nvSpPr>
          <p:cNvPr id="10041" name="Volume label: B">
            <a:extLst>
              <a:ext uri="{FF2B5EF4-FFF2-40B4-BE49-F238E27FC236}">
                <ns2:creationId id="{BBF2719A-02C9-44CB-82B3-969323CFA387}"/>
              </a:ext>
            </a:extLst>
          </p:cNvPr>
          <p:cNvSpPr>
            <a:spLocks noGrp="1"/>
          </p:cNvSpPr>
          <p:nvPr/>
        </p:nvSpPr>
        <p:spPr>
          <a:xfrm>
            <a:off x="6325085" y="3999476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42" name="Exact 3D extremum C, track 388, f140">
            <a:extLst>
              <a:ext uri="{FF2B5EF4-FFF2-40B4-BE49-F238E27FC236}">
                <ns2:creationId id="{F2E2E272-4DCF-481D-B589-3F7B509C53E2}"/>
              </a:ext>
            </a:extLst>
          </p:cNvPr>
          <p:cNvSpPr>
            <a:spLocks noGrp="1"/>
          </p:cNvSpPr>
          <p:nvPr/>
        </p:nvSpPr>
        <p:spPr>
          <a:xfrm>
            <a:off x="6954778" y="3930075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9E73"/>
            </a:solidFill>
          </a:ln>
        </p:spPr>
      </p:sp>
      <p:sp>
        <p:nvSpPr>
          <p:cNvPr id="10043" name="Volume label: C">
            <a:extLst>
              <a:ext uri="{FF2B5EF4-FFF2-40B4-BE49-F238E27FC236}">
                <ns2:creationId id="{E76031F2-C594-40E0-A3DE-46AA0B72C020}"/>
              </a:ext>
            </a:extLst>
          </p:cNvPr>
          <p:cNvSpPr>
            <a:spLocks noGrp="1"/>
          </p:cNvSpPr>
          <p:nvPr/>
        </p:nvSpPr>
        <p:spPr>
          <a:xfrm>
            <a:off x="7066843" y="3750591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044" name="Volume label: f141   t = 1.41">
            <a:extLst>
              <a:ext uri="{FF2B5EF4-FFF2-40B4-BE49-F238E27FC236}">
                <ns2:creationId id="{086325EB-F5BD-4266-8669-2743E1C83862}"/>
              </a:ext>
            </a:extLst>
          </p:cNvPr>
          <p:cNvSpPr>
            <a:spLocks noGrp="1"/>
          </p:cNvSpPr>
          <p:nvPr/>
        </p:nvSpPr>
        <p:spPr>
          <a:xfrm>
            <a:off x="7962900" y="2914650"/>
            <a:ext cx="3771900" cy="2186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3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 141</a:t>
            </a:r>
          </a:p>
        </p:txBody>
      </p:sp>
      <p:pic>
        <p:nvPicPr>
          <p:cNvPr id="10045" name="">
            <a:extLst>
              <a:ext uri="{FF2B5EF4-FFF2-40B4-BE49-F238E27FC236}">
                <ns2:creationId id="{BFB97EFB-746A-4614-9D97-F468B5175A84}"/>
              </a:ext>
            </a:extLst>
          </p:cNvPr>
          <p:cNvPicPr>
            <a:picLocks noChangeAspect="1"/>
          </p:cNvPicPr>
          <p:nvPr/>
        </p:nvPicPr>
        <p:blipFill>
          <a:blip ns3:embed="FrameView_Rf17f8bde6fe240f7"/>
          <a:stretch/>
        </p:blipFill>
        <p:spPr>
          <a:xfrm>
            <a:off x="7962900" y="3169754"/>
            <a:ext cx="3771900" cy="1374648"/>
          </a:xfrm>
          <a:prstGeom prst="rect">
            <a:avLst/>
          </a:prstGeom>
        </p:spPr>
      </p:pic>
      <p:sp>
        <p:nvSpPr>
          <p:cNvPr id="10046" name="Domain frame f141: corner 0-1">
            <a:extLst>
              <a:ext uri="{FF2B5EF4-FFF2-40B4-BE49-F238E27FC236}">
                <ns2:creationId id="{593F85A4-231A-4335-9969-A5560C6A11F0}"/>
              </a:ext>
            </a:extLst>
          </p:cNvPr>
          <p:cNvSpPr>
            <a:spLocks noGrp="1"/>
          </p:cNvSpPr>
          <p:nvPr/>
        </p:nvSpPr>
        <p:spPr>
          <a:xfrm>
            <a:off x="8038338" y="362278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47" name="Domain frame f141: corner 0-2">
            <a:extLst>
              <a:ext uri="{FF2B5EF4-FFF2-40B4-BE49-F238E27FC236}">
                <ns2:creationId id="{CD9EFECA-4F2B-4AA3-8787-CCF9E83A1B14}"/>
              </a:ext>
            </a:extLst>
          </p:cNvPr>
          <p:cNvSpPr>
            <a:spLocks noGrp="1"/>
          </p:cNvSpPr>
          <p:nvPr/>
        </p:nvSpPr>
        <p:spPr>
          <a:xfrm>
            <a:off x="8038338" y="3905670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48" name="Domain frame f141: corner 0-4">
            <a:extLst>
              <a:ext uri="{FF2B5EF4-FFF2-40B4-BE49-F238E27FC236}">
                <ns2:creationId id="{BAC4EE36-7D16-42BF-AF0D-FFF63EDB478A}"/>
              </a:ext>
            </a:extLst>
          </p:cNvPr>
          <p:cNvSpPr>
            <a:spLocks noGrp="1"/>
          </p:cNvSpPr>
          <p:nvPr/>
        </p:nvSpPr>
        <p:spPr>
          <a:xfrm>
            <a:off x="8038338" y="4248589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49" name="Domain frame f141: corner 1-3">
            <a:extLst>
              <a:ext uri="{FF2B5EF4-FFF2-40B4-BE49-F238E27FC236}">
                <ns2:creationId id="{CCCDD479-5B04-4DAF-BDFD-C2E5D1757C23}"/>
              </a:ext>
            </a:extLst>
          </p:cNvPr>
          <p:cNvSpPr>
            <a:spLocks noGrp="1"/>
          </p:cNvSpPr>
          <p:nvPr/>
        </p:nvSpPr>
        <p:spPr>
          <a:xfrm>
            <a:off x="8038338" y="3279864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0" name="Domain frame f141: corner 1-5">
            <a:extLst>
              <a:ext uri="{FF2B5EF4-FFF2-40B4-BE49-F238E27FC236}">
                <ns2:creationId id="{95BC2DB6-D933-4915-BAE4-A0E88B7FFA90}"/>
              </a:ext>
            </a:extLst>
          </p:cNvPr>
          <p:cNvSpPr>
            <a:spLocks noGrp="1"/>
          </p:cNvSpPr>
          <p:nvPr/>
        </p:nvSpPr>
        <p:spPr>
          <a:xfrm>
            <a:off x="8038338" y="362278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1" name="Domain frame f141: corner 2-3">
            <a:extLst>
              <a:ext uri="{FF2B5EF4-FFF2-40B4-BE49-F238E27FC236}">
                <ns2:creationId id="{72A2C911-0669-4936-9529-EBDD64FCC0DC}"/>
              </a:ext>
            </a:extLst>
          </p:cNvPr>
          <p:cNvSpPr>
            <a:spLocks noGrp="1"/>
          </p:cNvSpPr>
          <p:nvPr/>
        </p:nvSpPr>
        <p:spPr>
          <a:xfrm>
            <a:off x="8629094" y="3279864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52" name="Domain frame f141: corner 2-6">
            <a:extLst>
              <a:ext uri="{FF2B5EF4-FFF2-40B4-BE49-F238E27FC236}">
                <ns2:creationId id="{02B37E07-084E-4D5A-92BB-E1DBA996B883}"/>
              </a:ext>
            </a:extLst>
          </p:cNvPr>
          <p:cNvSpPr>
            <a:spLocks noGrp="1"/>
          </p:cNvSpPr>
          <p:nvPr/>
        </p:nvSpPr>
        <p:spPr>
          <a:xfrm>
            <a:off x="8629094" y="3905670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B3BDC4"/>
            </a:solidFill>
            <a:prstDash val="dash"/>
          </a:ln>
        </p:spPr>
      </p:sp>
      <p:sp>
        <p:nvSpPr>
          <p:cNvPr id="10053" name="Domain frame f141: corner 3-7">
            <a:extLst>
              <a:ext uri="{FF2B5EF4-FFF2-40B4-BE49-F238E27FC236}">
                <ns2:creationId id="{2B53BDEE-ED28-48A2-8352-5AA2FE2A5E73}"/>
              </a:ext>
            </a:extLst>
          </p:cNvPr>
          <p:cNvSpPr>
            <a:spLocks noGrp="1"/>
          </p:cNvSpPr>
          <p:nvPr/>
        </p:nvSpPr>
        <p:spPr>
          <a:xfrm>
            <a:off x="8629094" y="3279864"/>
            <a:ext cx="3030268" cy="185702"/>
          </a:xfrm>
          <a:custGeom>
            <a:pathLst>
              <a:path w="3168007" h="194143">
                <a:moveTo>
                  <a:pt x="0" y="0"/>
                </a:moveTo>
                <a:lnTo>
                  <a:pt x="3168007" y="194143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4" name="Domain frame f141: corner 4-5">
            <a:extLst>
              <a:ext uri="{FF2B5EF4-FFF2-40B4-BE49-F238E27FC236}">
                <ns2:creationId id="{3D71D459-DE45-4E02-9563-856D80CECC86}"/>
              </a:ext>
            </a:extLst>
          </p:cNvPr>
          <p:cNvSpPr>
            <a:spLocks noGrp="1"/>
          </p:cNvSpPr>
          <p:nvPr/>
        </p:nvSpPr>
        <p:spPr>
          <a:xfrm>
            <a:off x="11068606" y="380848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5" name="Domain frame f141: corner 4-6">
            <a:extLst>
              <a:ext uri="{FF2B5EF4-FFF2-40B4-BE49-F238E27FC236}">
                <ns2:creationId id="{2C8E17F5-93CC-4A27-AE42-1D376D8E376D}"/>
              </a:ext>
            </a:extLst>
          </p:cNvPr>
          <p:cNvSpPr>
            <a:spLocks noGrp="1"/>
          </p:cNvSpPr>
          <p:nvPr/>
        </p:nvSpPr>
        <p:spPr>
          <a:xfrm>
            <a:off x="11068606" y="4091373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6" name="Domain frame f141: corner 5-7">
            <a:extLst>
              <a:ext uri="{FF2B5EF4-FFF2-40B4-BE49-F238E27FC236}">
                <ns2:creationId id="{9553A586-25E2-4E44-9D6E-597773D19B7F}"/>
              </a:ext>
            </a:extLst>
          </p:cNvPr>
          <p:cNvSpPr>
            <a:spLocks noGrp="1"/>
          </p:cNvSpPr>
          <p:nvPr/>
        </p:nvSpPr>
        <p:spPr>
          <a:xfrm>
            <a:off x="11068606" y="3465567"/>
            <a:ext cx="590756" cy="342920"/>
          </a:xfrm>
          <a:custGeom>
            <a:pathLst>
              <a:path w="617609" h="358507">
                <a:moveTo>
                  <a:pt x="0" y="358507"/>
                </a:moveTo>
                <a:lnTo>
                  <a:pt x="617609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7" name="Domain frame f141: corner 6-7">
            <a:extLst>
              <a:ext uri="{FF2B5EF4-FFF2-40B4-BE49-F238E27FC236}">
                <ns2:creationId id="{74CEA008-6B4D-4CB2-BC29-EF7F94A68084}"/>
              </a:ext>
            </a:extLst>
          </p:cNvPr>
          <p:cNvSpPr>
            <a:spLocks noGrp="1"/>
          </p:cNvSpPr>
          <p:nvPr/>
        </p:nvSpPr>
        <p:spPr>
          <a:xfrm>
            <a:off x="11659362" y="3465567"/>
            <a:ext cx="91" cy="625805"/>
          </a:xfrm>
          <a:custGeom>
            <a:pathLst>
              <a:path w="95" h="654251">
                <a:moveTo>
                  <a:pt x="0" y="654251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7B8790"/>
            </a:solidFill>
            <a:prstDash val="solid"/>
          </a:ln>
        </p:spPr>
      </p:sp>
      <p:sp>
        <p:nvSpPr>
          <p:cNvPr id="10058" name="Exact 3D extremum A, track 432, f141">
            <a:extLst>
              <a:ext uri="{FF2B5EF4-FFF2-40B4-BE49-F238E27FC236}">
                <ns2:creationId id="{37C3C9E6-FD8B-4D84-81A4-C4EE63D18825}"/>
              </a:ext>
            </a:extLst>
          </p:cNvPr>
          <p:cNvSpPr>
            <a:spLocks noGrp="1"/>
          </p:cNvSpPr>
          <p:nvPr/>
        </p:nvSpPr>
        <p:spPr>
          <a:xfrm>
            <a:off x="9009647" y="3975035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72B2"/>
            </a:solidFill>
          </a:ln>
        </p:spPr>
      </p:sp>
      <p:sp>
        <p:nvSpPr>
          <p:cNvPr id="10059" name="Volume label: A">
            <a:extLst>
              <a:ext uri="{FF2B5EF4-FFF2-40B4-BE49-F238E27FC236}">
                <ns2:creationId id="{3CF9C991-29EF-47F8-B6B7-44CA4C0C61B1}"/>
              </a:ext>
            </a:extLst>
          </p:cNvPr>
          <p:cNvSpPr>
            <a:spLocks noGrp="1"/>
          </p:cNvSpPr>
          <p:nvPr/>
        </p:nvSpPr>
        <p:spPr>
          <a:xfrm>
            <a:off x="9121710" y="3795550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60" name="Exact 3D extremum B, track 462, f141">
            <a:extLst>
              <a:ext uri="{FF2B5EF4-FFF2-40B4-BE49-F238E27FC236}">
                <ns2:creationId id="{878ACD74-1645-41E4-9AE0-B87A6E486E1D}"/>
              </a:ext>
            </a:extLst>
          </p:cNvPr>
          <p:cNvSpPr>
            <a:spLocks noGrp="1"/>
          </p:cNvSpPr>
          <p:nvPr/>
        </p:nvSpPr>
        <p:spPr>
          <a:xfrm>
            <a:off x="10161643" y="4129980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D55E00"/>
            </a:solidFill>
          </a:ln>
        </p:spPr>
      </p:sp>
      <p:sp>
        <p:nvSpPr>
          <p:cNvPr id="10061" name="Volume label: B">
            <a:extLst>
              <a:ext uri="{FF2B5EF4-FFF2-40B4-BE49-F238E27FC236}">
                <ns2:creationId id="{18CE936B-2430-4FE2-B9D2-303EEF81D01D}"/>
              </a:ext>
            </a:extLst>
          </p:cNvPr>
          <p:cNvSpPr>
            <a:spLocks noGrp="1"/>
          </p:cNvSpPr>
          <p:nvPr/>
        </p:nvSpPr>
        <p:spPr>
          <a:xfrm>
            <a:off x="10273706" y="3950495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62" name="Exact 3D extremum C, track 388, f141">
            <a:extLst>
              <a:ext uri="{FF2B5EF4-FFF2-40B4-BE49-F238E27FC236}">
                <ns2:creationId id="{161AA25D-5E51-427A-813A-312F3A42AD56}"/>
              </a:ext>
            </a:extLst>
          </p:cNvPr>
          <p:cNvSpPr>
            <a:spLocks noGrp="1"/>
          </p:cNvSpPr>
          <p:nvPr/>
        </p:nvSpPr>
        <p:spPr>
          <a:xfrm>
            <a:off x="10870164" y="3930696"/>
            <a:ext cx="78353" cy="78353"/>
          </a:xfrm>
          <a:prstGeom prst="ellipse">
            <a:avLst/>
          </a:prstGeom>
          <a:solidFill>
            <a:srgbClr val="FFFFFF"/>
          </a:solidFill>
          <a:ln w="16400">
            <a:solidFill>
              <a:srgbClr val="009E73"/>
            </a:solidFill>
          </a:ln>
        </p:spPr>
      </p:sp>
      <p:sp>
        <p:nvSpPr>
          <p:cNvPr id="10063" name="Volume label: C">
            <a:extLst>
              <a:ext uri="{FF2B5EF4-FFF2-40B4-BE49-F238E27FC236}">
                <ns2:creationId id="{C52BC52E-7F41-4403-8B4A-FCA0297D7DEA}"/>
              </a:ext>
            </a:extLst>
          </p:cNvPr>
          <p:cNvSpPr>
            <a:spLocks noGrp="1"/>
          </p:cNvSpPr>
          <p:nvPr/>
        </p:nvSpPr>
        <p:spPr>
          <a:xfrm>
            <a:off x="10982227" y="3751212"/>
            <a:ext cx="255104" cy="2277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1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91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899364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2026-10-19T02:13:20.1690000Z</dcterms:created>
  <dcterms:modified xsi:type="dcterms:W3CDTF">2026-10-19T02:13:20.1690000Z</dcterms:modified>
</coreProperties>
</file>