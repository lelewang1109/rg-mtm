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d7c80dc2904a6a" /><Relationship Type="http://schemas.openxmlformats.org/officeDocument/2006/relationships/extended-properties" Target="/docProps/app.xml" Id="R6d5177df23b04426" /><Relationship Type="http://schemas.openxmlformats.org/officeDocument/2006/relationships/officeDocument" Target="/ppt/presentation.xml" Id="Rddbc70413a8d4339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fdafd7be026f4b93"/>
  </p:sldMasterIdLst>
  <p:notesMasterIdLst>
    <p:notesMasterId r:id="R7cca6d21e0bd46f3"/>
  </p:notesMasterIdLst>
  <p:sldIdLst>
    <p:sldId id="256" r:id="R13e7bbda4a4d4e00"/>
  </p:sldIdLst>
  <p:sldSz cx="12801600" cy="666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15d1f668534c7f" /><Relationship Type="http://schemas.openxmlformats.org/officeDocument/2006/relationships/slideMaster" Target="/ppt/slideMasters/slideMaster1.xml" Id="Rfdafd7be026f4b93" /><Relationship Type="http://schemas.openxmlformats.org/officeDocument/2006/relationships/notesMaster" Target="/ppt/notesMasters/notesMaster1.xml" Id="R7cca6d21e0bd46f3" /><Relationship Type="http://schemas.openxmlformats.org/officeDocument/2006/relationships/presProps" Target="/ppt/presProps.xml" Id="R6521ade1fb264a0e" /><Relationship Type="http://schemas.openxmlformats.org/officeDocument/2006/relationships/tableStyles" Target="/ppt/tableStyles.xml" Id="Rd65b65cce2604b02" /><Relationship Type="http://schemas.openxmlformats.org/officeDocument/2006/relationships/slide" Target="/ppt/slides/slide1.xml" Id="R13e7bbda4a4d4e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49a969758f42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9e14378c964b09" /><Relationship Type="http://schemas.openxmlformats.org/officeDocument/2006/relationships/notesMaster" Target="/ppt/notesMasters/notesMaster1.xml" Id="R9a8e4737865e41b9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{"source": "saved real_case_studies/evidence", "case": "wildfire", "selection": {"t": 18, "witness": [7, 1, 8], "node": 871, "bound": 20.792130615669763, "tracks": [3, 48, 52], "persistent_three_frames": true, "H": 0.13921149643185637, "gain": 0.12121684405613914, "errorP": 0.14754482976518962, "errorR": 0.026327985709050483, "delta": 0.6350617768029346, "rule": "Among H&gt;2% frames with a witness triple matched in all three adjacent frames and positive P-to-R max-error reduction and measured cost, choose largest H (earliest tie). Descriptive selection, not unbiased performance evidence.", "snapshots": [17, 18, 19], "window": [13, 24]}, "identity": "computed positive-overlap Hungarian scalar-feature assignment; not physical entity truth", "baseline_vertical_semantics": "TMTM full native sample-rank domain; ST-MTM full shared discretized native domain; RG fixed physical directional reference domain. Baselines are not geographical coordinates.", "rendering": "exact saved anchors over native scalar maps; 3D display map is subsampled; no scientific values recomputed"}</a:t>
            </a:r>
          </a:p>
          <a:p>
            <a:r>
              <a:t>Temporal display revision: intermediate time columns interpolate existing saved profiles for display only. Integer-frame profiles, native extrema and metrics are unchanged before pixel integration. Broad bands and true order changes remain visible. See evidence/temporal_display20261023/provenance.json.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cd6cc24a3f49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815945e5494e6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50e8c99e1242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15cba83f574a8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2dca7da5ba47c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e2936cbdeb41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A07C64-86AE-4FF3-B8CA-CE3D207176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302933"/>
            <a:ext cx="10241280" cy="88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2C59AA1-80CA-4924-8F1A-A6A561FB9F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3352800"/>
            <a:ext cx="8961120" cy="67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32F4DC4-F7F2-49D0-85CA-BD92C85E90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540000"/>
            <a:ext cx="1024128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FE8434-B153-4193-97A3-3FADD3D7D2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B5E583E-6F07-44CD-89D3-6AA3FE1E98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1136142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60CF78-EA74-4550-9CB5-2956A175A2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1DE433F-9BAD-4F05-AB5C-01754F921B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4D84F7D-8D69-49C6-A25B-B56550803D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05DF43-02D0-4542-890B-28AB3A45EA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0069D1-408B-449A-8CC1-78326B27B3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05fcaf46e14551" /><Relationship Type="http://schemas.openxmlformats.org/officeDocument/2006/relationships/slideLayout" Target="/ppt/slideLayouts/slideLayout1.xml" Id="R5ed72a9e3df04570" /><Relationship Type="http://schemas.openxmlformats.org/officeDocument/2006/relationships/slideLayout" Target="/ppt/slideLayouts/slideLayout2.xml" Id="Rcd93ffde0dd54bb1" /><Relationship Type="http://schemas.openxmlformats.org/officeDocument/2006/relationships/slideLayout" Target="/ppt/slideLayouts/slideLayout3.xml" Id="Re85c781e9e1b4b5e" /><Relationship Type="http://schemas.openxmlformats.org/officeDocument/2006/relationships/slideLayout" Target="/ppt/slideLayouts/slideLayout4.xml" Id="Rba3e51475bf04547" /><Relationship Type="http://schemas.openxmlformats.org/officeDocument/2006/relationships/slideLayout" Target="/ppt/slideLayouts/slideLayout5.xml" Id="Rcda608db879547f8" /><Relationship Type="http://schemas.openxmlformats.org/officeDocument/2006/relationships/slideLayout" Target="/ppt/slideLayouts/slideLayout6.xml" Id="R8db34a06e88644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d72a9e3df04570"/>
    <p:sldLayoutId xmlns:r="http://schemas.openxmlformats.org/officeDocument/2006/relationships" id="2147483650" r:id="Rcd93ffde0dd54bb1"/>
    <p:sldLayoutId xmlns:r="http://schemas.openxmlformats.org/officeDocument/2006/relationships" id="2147483651" r:id="Re85c781e9e1b4b5e"/>
    <p:sldLayoutId xmlns:r="http://schemas.openxmlformats.org/officeDocument/2006/relationships" id="2147483652" r:id="Rba3e51475bf04547"/>
    <p:sldLayoutId xmlns:r="http://schemas.openxmlformats.org/officeDocument/2006/relationships" id="2147483653" r:id="Rcda608db879547f8"/>
    <p:sldLayoutId xmlns:r="http://schemas.openxmlformats.org/officeDocument/2006/relationships" id="2147483654" r:id="R8db34a06e88644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1858f188734495" /><Relationship Type="http://schemas.openxmlformats.org/officeDocument/2006/relationships/image" Target="/ppt/media/image.png" Id="Rb6d9912e3e7c4026" /><Relationship Type="http://schemas.openxmlformats.org/officeDocument/2006/relationships/image" Target="/ppt/media/image2.png" Id="R8b5e912cae284379" /><Relationship Type="http://schemas.openxmlformats.org/officeDocument/2006/relationships/image" Target="/ppt/media/image3.png" Id="Rcc20a1254fd94d03" /><Relationship Type="http://schemas.openxmlformats.org/officeDocument/2006/relationships/image" Target="/ppt/media/image4.png" Id="R0c60c8a170de45ed" /><Relationship Type="http://schemas.openxmlformats.org/officeDocument/2006/relationships/image" Target="/ppt/media/image5.png" Id="Rdd2320b7b80e4b36" /><Relationship Type="http://schemas.openxmlformats.org/officeDocument/2006/relationships/image" Target="/ppt/media/image6.png" Id="Rf8231da426fa4555" /><Relationship Type="http://schemas.openxmlformats.org/officeDocument/2006/relationships/image" Target="/ppt/media/image7.png" Id="R7d729d5a72b44c75" /><Relationship Type="http://schemas.openxmlformats.org/officeDocument/2006/relationships/image" Target="/ppt/media/image8.png" Id="R58f2aa0e22f34a9d" /><Relationship Type="http://schemas.openxmlformats.org/officeDocument/2006/relationships/image" Target="/ppt/media/image9.png" Id="Ra26b157e54324851" /><Relationship Type="http://schemas.openxmlformats.org/officeDocument/2006/relationships/image" Target="/ppt/media/image10.png" Id="Rf4949b24bba44744" /><Relationship Type="http://schemas.openxmlformats.org/officeDocument/2006/relationships/image" Target="/ppt/media/image11.png" Id="Rbf2256151a064c31" /><Relationship Type="http://schemas.openxmlformats.org/officeDocument/2006/relationships/image" Target="/ppt/media/image12.png" Id="R77eeebd76d974dcc" /><Relationship Type="http://schemas.openxmlformats.org/officeDocument/2006/relationships/notesSlide" Target="/ppt/notesSlides/notesSlide1.xml" Id="Ref4ceaa99d4849ed" /><Relationship Id="Refined_Rf3f44c2f36d24aa8" Type="http://schemas.openxmlformats.org/officeDocument/2006/relationships/image" Target="/ppt/fig8_refined_media/image.png"/><Relationship Id="Refined_R07d59643cd9a422d" Type="http://schemas.openxmlformats.org/officeDocument/2006/relationships/image" Target="/ppt/fig8_refined_media/image2.png"/><Relationship Id="Refined_R2e19184622464edc" Type="http://schemas.openxmlformats.org/officeDocument/2006/relationships/image" Target="/ppt/fig8_refined_media/image3.png"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text_001">
            <a:extLst>
              <a:ext uri="{FF2B5EF4-FFF2-40B4-BE49-F238E27FC236}">
                <ns2:creationId id="{585F1D43-407E-4EBF-A5F2-BBCADEFA9B9E}"/>
              </a:ext>
            </a:extLst>
          </p:cNvPr>
          <p:cNvSpPr>
            <a:spLocks noGrp="1"/>
          </p:cNvSpPr>
          <p:nvPr/>
        </p:nvSpPr>
        <p:spPr>
          <a:xfrm>
            <a:off x="1438275" y="85725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Full sequence (30 frames); vertical guide: f18</a:t>
            </a:r>
          </a:p>
        </p:txBody>
      </p:sp>
      <p:sp>
        <p:nvSpPr>
          <p:cNvPr id="3" name="text_002">
            <a:extLst>
              <a:ext uri="{FF2B5EF4-FFF2-40B4-BE49-F238E27FC236}">
                <ns2:creationId id="{31CC7CDF-1880-42AF-8D17-585E6F44C054}"/>
              </a:ext>
            </a:extLst>
          </p:cNvPr>
          <p:cNvSpPr>
            <a:spLocks noGrp="1"/>
          </p:cNvSpPr>
          <p:nvPr/>
        </p:nvSpPr>
        <p:spPr>
          <a:xfrm>
            <a:off x="8372475" y="85725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Local window: exact anchors</a:t>
            </a:r>
          </a:p>
        </p:txBody>
      </p:sp>
      <p:sp>
        <p:nvSpPr>
          <p:cNvPr id="4" name="text_003">
            <a:extLst>
              <a:ext uri="{FF2B5EF4-FFF2-40B4-BE49-F238E27FC236}">
                <ns2:creationId id="{245A7679-1AA9-498A-9C1E-201FF760B1D0}"/>
              </a:ext>
            </a:extLst>
          </p:cNvPr>
          <p:cNvSpPr>
            <a:spLocks noGrp="1"/>
          </p:cNvSpPr>
          <p:nvPr/>
        </p:nvSpPr>
        <p:spPr>
          <a:xfrm>
            <a:off x="152400" y="504825"/>
            <a:ext cx="10572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TMTM</a:t>
            </a:r>
          </a:p>
        </p:txBody>
      </p:sp>
      <p:pic>
        <p:nvPicPr>
          <p:cNvPr id="6" name="">
            <a:extLst>
              <a:ext uri="{FF2B5EF4-FFF2-40B4-BE49-F238E27FC236}">
                <ns2:creationId id="{71BCE1AB-989F-431D-9699-44DDF7C95E3B}"/>
              </a:ext>
            </a:extLst>
          </p:cNvPr>
          <p:cNvPicPr>
            <a:picLocks noChangeAspect="1"/>
          </p:cNvPicPr>
          <p:nvPr/>
        </p:nvPicPr>
        <p:blipFill>
          <a:blip r:embed="Rb6d9912e3e7c4026"/>
          <a:stretch/>
        </p:blipFill>
        <p:spPr>
          <a:xfrm>
            <a:off x="1457325" y="457200"/>
            <a:ext cx="5886450" cy="666750"/>
          </a:xfrm>
          <a:prstGeom prst="rect">
            <a:avLst/>
          </a:prstGeom>
        </p:spPr>
      </p:pic>
      <p:sp>
        <p:nvSpPr>
          <p:cNvPr id="7" name="line_006">
            <a:extLst>
              <a:ext uri="{FF2B5EF4-FFF2-40B4-BE49-F238E27FC236}">
                <ns2:creationId id="{8A8DEFEA-5D96-4A52-8D66-581B5CF2140F}"/>
              </a:ext>
            </a:extLst>
          </p:cNvPr>
          <p:cNvSpPr>
            <a:spLocks noGrp="1"/>
          </p:cNvSpPr>
          <p:nvPr/>
        </p:nvSpPr>
        <p:spPr>
          <a:xfrm>
            <a:off x="5087303" y="457200"/>
            <a:ext cx="95" cy="666750"/>
          </a:xfrm>
          <a:custGeom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8" name="rect_007">
            <a:extLst>
              <a:ext uri="{FF2B5EF4-FFF2-40B4-BE49-F238E27FC236}">
                <ns2:creationId id="{6472DB64-04E9-46BC-ABF0-2A1482B346CD}"/>
              </a:ext>
            </a:extLst>
          </p:cNvPr>
          <p:cNvSpPr>
            <a:spLocks noGrp="1"/>
          </p:cNvSpPr>
          <p:nvPr/>
        </p:nvSpPr>
        <p:spPr>
          <a:xfrm>
            <a:off x="1457325" y="457200"/>
            <a:ext cx="5886450" cy="6667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9" name="text_008">
            <a:extLst>
              <a:ext uri="{FF2B5EF4-FFF2-40B4-BE49-F238E27FC236}">
                <ns2:creationId id="{7CE233F9-E3E5-4F59-8DDF-46B3FCF310C7}"/>
              </a:ext>
            </a:extLst>
          </p:cNvPr>
          <p:cNvSpPr>
            <a:spLocks noGrp="1"/>
          </p:cNvSpPr>
          <p:nvPr/>
        </p:nvSpPr>
        <p:spPr>
          <a:xfrm>
            <a:off x="1085850" y="102870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text_009">
            <a:extLst>
              <a:ext uri="{FF2B5EF4-FFF2-40B4-BE49-F238E27FC236}">
                <ns2:creationId id="{FAE45460-30AE-4A97-B955-D831AB17687D}"/>
              </a:ext>
            </a:extLst>
          </p:cNvPr>
          <p:cNvSpPr>
            <a:spLocks noGrp="1"/>
          </p:cNvSpPr>
          <p:nvPr/>
        </p:nvSpPr>
        <p:spPr>
          <a:xfrm>
            <a:off x="1085850" y="36195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text_010">
            <a:extLst>
              <a:ext uri="{FF2B5EF4-FFF2-40B4-BE49-F238E27FC236}">
                <ns2:creationId id="{4BBF564F-483D-4F97-9BC5-4559A8D68E2E}"/>
              </a:ext>
            </a:extLst>
          </p:cNvPr>
          <p:cNvSpPr>
            <a:spLocks noGrp="1"/>
          </p:cNvSpPr>
          <p:nvPr/>
        </p:nvSpPr>
        <p:spPr>
          <a:xfrm>
            <a:off x="1364933" y="11525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text_011">
            <a:extLst>
              <a:ext uri="{FF2B5EF4-FFF2-40B4-BE49-F238E27FC236}">
                <ns2:creationId id="{04951498-03DA-4393-9F6B-702E305C3D5E}"/>
              </a:ext>
            </a:extLst>
          </p:cNvPr>
          <p:cNvSpPr>
            <a:spLocks noGrp="1"/>
          </p:cNvSpPr>
          <p:nvPr/>
        </p:nvSpPr>
        <p:spPr>
          <a:xfrm>
            <a:off x="7055167" y="11525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13" name="wildfire_TMTM_3_exact_anchor">
            <a:extLst>
              <a:ext uri="{FF2B5EF4-FFF2-40B4-BE49-F238E27FC236}">
                <ns2:creationId id="{0D26E80D-53C8-4029-A817-13A1B9F1DB00}"/>
              </a:ext>
            </a:extLst>
          </p:cNvPr>
          <p:cNvSpPr>
            <a:spLocks noGrp="1"/>
          </p:cNvSpPr>
          <p:nvPr/>
        </p:nvSpPr>
        <p:spPr>
          <a:xfrm>
            <a:off x="5049203" y="723900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14" name="wildfire_TMTM_48_exact_anchor">
            <a:extLst>
              <a:ext uri="{FF2B5EF4-FFF2-40B4-BE49-F238E27FC236}">
                <ns2:creationId id="{98128491-6B98-41FA-A85D-71AEBF18B638}"/>
              </a:ext>
            </a:extLst>
          </p:cNvPr>
          <p:cNvSpPr>
            <a:spLocks noGrp="1"/>
          </p:cNvSpPr>
          <p:nvPr/>
        </p:nvSpPr>
        <p:spPr>
          <a:xfrm>
            <a:off x="5049203" y="630767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15" name="wildfire_TMTM_52_exact_anchor">
            <a:extLst>
              <a:ext uri="{FF2B5EF4-FFF2-40B4-BE49-F238E27FC236}">
                <ns2:creationId id="{CA342CB3-46C3-4F45-8610-F4D0391E64D6}"/>
              </a:ext>
            </a:extLst>
          </p:cNvPr>
          <p:cNvSpPr>
            <a:spLocks noGrp="1"/>
          </p:cNvSpPr>
          <p:nvPr/>
        </p:nvSpPr>
        <p:spPr>
          <a:xfrm>
            <a:off x="5049203" y="878254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pic>
        <p:nvPicPr>
          <p:cNvPr id="16" name="">
            <a:extLst>
              <a:ext uri="{FF2B5EF4-FFF2-40B4-BE49-F238E27FC236}">
                <ns2:creationId id="{BF18E07E-A730-4B25-BBF8-AC2529BB17EC}"/>
              </a:ext>
            </a:extLst>
          </p:cNvPr>
          <p:cNvPicPr>
            <a:picLocks noChangeAspect="1"/>
          </p:cNvPicPr>
          <p:nvPr/>
        </p:nvPicPr>
        <p:blipFill>
          <a:blip r:embed="R8b5e912cae284379"/>
          <a:stretch/>
        </p:blipFill>
        <p:spPr>
          <a:xfrm>
            <a:off x="8439150" y="457200"/>
            <a:ext cx="3771900" cy="666750"/>
          </a:xfrm>
          <a:prstGeom prst="rect">
            <a:avLst/>
          </a:prstGeom>
        </p:spPr>
      </p:pic>
      <p:sp>
        <p:nvSpPr>
          <p:cNvPr id="17" name="line_016">
            <a:extLst>
              <a:ext uri="{FF2B5EF4-FFF2-40B4-BE49-F238E27FC236}">
                <ns2:creationId id="{D21F8C7F-BDBC-4F9E-98CE-9DC8CF9ABFFD}"/>
              </a:ext>
            </a:extLst>
          </p:cNvPr>
          <p:cNvSpPr>
            <a:spLocks noGrp="1"/>
          </p:cNvSpPr>
          <p:nvPr/>
        </p:nvSpPr>
        <p:spPr>
          <a:xfrm>
            <a:off x="10325100" y="457200"/>
            <a:ext cx="95" cy="666750"/>
          </a:xfrm>
          <a:custGeom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18" name="rect_017">
            <a:extLst>
              <a:ext uri="{FF2B5EF4-FFF2-40B4-BE49-F238E27FC236}">
                <ns2:creationId id="{854FE06C-7625-44E3-867A-5F120BD92FE7}"/>
              </a:ext>
            </a:extLst>
          </p:cNvPr>
          <p:cNvSpPr>
            <a:spLocks noGrp="1"/>
          </p:cNvSpPr>
          <p:nvPr/>
        </p:nvSpPr>
        <p:spPr>
          <a:xfrm>
            <a:off x="8439150" y="457200"/>
            <a:ext cx="3771900" cy="6667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19" name="text_018">
            <a:extLst>
              <a:ext uri="{FF2B5EF4-FFF2-40B4-BE49-F238E27FC236}">
                <ns2:creationId id="{D418EBB0-F2A0-4506-A6B7-28F513DD3701}"/>
              </a:ext>
            </a:extLst>
          </p:cNvPr>
          <p:cNvSpPr>
            <a:spLocks noGrp="1"/>
          </p:cNvSpPr>
          <p:nvPr/>
        </p:nvSpPr>
        <p:spPr>
          <a:xfrm>
            <a:off x="8067675" y="102870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0.24</a:t>
            </a:r>
          </a:p>
        </p:txBody>
      </p:sp>
      <p:sp>
        <p:nvSpPr>
          <p:cNvPr id="20" name="text_019">
            <a:extLst>
              <a:ext uri="{FF2B5EF4-FFF2-40B4-BE49-F238E27FC236}">
                <ns2:creationId id="{65A74079-90FB-403B-8E12-6B0EBEA32A32}"/>
              </a:ext>
            </a:extLst>
          </p:cNvPr>
          <p:cNvSpPr>
            <a:spLocks noGrp="1"/>
          </p:cNvSpPr>
          <p:nvPr/>
        </p:nvSpPr>
        <p:spPr>
          <a:xfrm>
            <a:off x="8067675" y="36195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0.73</a:t>
            </a:r>
          </a:p>
        </p:txBody>
      </p:sp>
      <p:sp>
        <p:nvSpPr>
          <p:cNvPr id="21" name="text_020">
            <a:extLst>
              <a:ext uri="{FF2B5EF4-FFF2-40B4-BE49-F238E27FC236}">
                <ns2:creationId id="{0045748E-84DF-452C-A117-F982ADE7DCDA}"/>
              </a:ext>
            </a:extLst>
          </p:cNvPr>
          <p:cNvSpPr>
            <a:spLocks noGrp="1"/>
          </p:cNvSpPr>
          <p:nvPr/>
        </p:nvSpPr>
        <p:spPr>
          <a:xfrm>
            <a:off x="8420100" y="11525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2" name="text_021">
            <a:extLst>
              <a:ext uri="{FF2B5EF4-FFF2-40B4-BE49-F238E27FC236}">
                <ns2:creationId id="{99D51B9D-5B40-46AE-BED2-72005DCD04C5}"/>
              </a:ext>
            </a:extLst>
          </p:cNvPr>
          <p:cNvSpPr>
            <a:spLocks noGrp="1"/>
          </p:cNvSpPr>
          <p:nvPr/>
        </p:nvSpPr>
        <p:spPr>
          <a:xfrm>
            <a:off x="11849100" y="11525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23" name="path_022">
            <a:extLst>
              <a:ext uri="{FF2B5EF4-FFF2-40B4-BE49-F238E27FC236}">
                <ns2:creationId id="{B32188F1-46B2-429B-9B17-EFF051089C95}"/>
              </a:ext>
            </a:extLst>
          </p:cNvPr>
          <p:cNvSpPr>
            <a:spLocks noGrp="1"/>
          </p:cNvSpPr>
          <p:nvPr/>
        </p:nvSpPr>
        <p:spPr>
          <a:xfrm>
            <a:off x="8610600" y="686324"/>
            <a:ext cx="3429000" cy="131255"/>
          </a:xfrm>
          <a:custGeom>
            <a:pathLst>
              <a:path w="3429000" h="131255">
                <a:moveTo>
                  <a:pt x="0" y="109325"/>
                </a:moveTo>
                <a:lnTo>
                  <a:pt x="342900" y="53680"/>
                </a:lnTo>
                <a:lnTo>
                  <a:pt x="685800" y="18985"/>
                </a:lnTo>
                <a:lnTo>
                  <a:pt x="1028700" y="46807"/>
                </a:lnTo>
                <a:lnTo>
                  <a:pt x="1371600" y="32405"/>
                </a:lnTo>
                <a:lnTo>
                  <a:pt x="1714500" y="25204"/>
                </a:lnTo>
                <a:lnTo>
                  <a:pt x="2057400" y="9165"/>
                </a:lnTo>
                <a:lnTo>
                  <a:pt x="2400300" y="14729"/>
                </a:lnTo>
                <a:lnTo>
                  <a:pt x="2743200" y="131255"/>
                </a:lnTo>
                <a:lnTo>
                  <a:pt x="3086100" y="8838"/>
                </a:lnTo>
                <a:lnTo>
                  <a:pt x="3429000" y="0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24" name="wildfire_TMTM_track_3_trace">
            <a:extLst>
              <a:ext uri="{FF2B5EF4-FFF2-40B4-BE49-F238E27FC236}">
                <ns2:creationId id="{5D9E0E51-30EF-44B3-981F-7A3E5C67C1E2}"/>
              </a:ext>
            </a:extLst>
          </p:cNvPr>
          <p:cNvSpPr>
            <a:spLocks noGrp="1"/>
          </p:cNvSpPr>
          <p:nvPr/>
        </p:nvSpPr>
        <p:spPr>
          <a:xfrm>
            <a:off x="8610600" y="686324"/>
            <a:ext cx="3429000" cy="131255"/>
          </a:xfrm>
          <a:custGeom>
            <a:pathLst>
              <a:path w="3429000" h="131255">
                <a:moveTo>
                  <a:pt x="0" y="109325"/>
                </a:moveTo>
                <a:lnTo>
                  <a:pt x="342900" y="53680"/>
                </a:lnTo>
                <a:lnTo>
                  <a:pt x="685800" y="18985"/>
                </a:lnTo>
                <a:lnTo>
                  <a:pt x="1028700" y="46807"/>
                </a:lnTo>
                <a:lnTo>
                  <a:pt x="1371600" y="32405"/>
                </a:lnTo>
                <a:lnTo>
                  <a:pt x="1714500" y="25204"/>
                </a:lnTo>
                <a:lnTo>
                  <a:pt x="2057400" y="9165"/>
                </a:lnTo>
                <a:lnTo>
                  <a:pt x="2400300" y="14729"/>
                </a:lnTo>
                <a:lnTo>
                  <a:pt x="2743200" y="131255"/>
                </a:lnTo>
                <a:lnTo>
                  <a:pt x="3086100" y="8838"/>
                </a:lnTo>
                <a:lnTo>
                  <a:pt x="3429000" y="0"/>
                </a:lnTo>
              </a:path>
            </a:pathLst>
          </a:custGeom>
          <a:noFill/>
          <a:ln w="17145">
            <a:solidFill>
              <a:srgbClr val="0072B2"/>
            </a:solidFill>
            <a:prstDash val="solid"/>
          </a:ln>
        </p:spPr>
      </p:sp>
      <p:sp>
        <p:nvSpPr>
          <p:cNvPr id="25" name="wildfire_TMTM_3_exact_anchor">
            <a:extLst>
              <a:ext uri="{FF2B5EF4-FFF2-40B4-BE49-F238E27FC236}">
                <ns2:creationId id="{D689CF45-CB2B-4460-AE23-FC11753DE2AB}"/>
              </a:ext>
            </a:extLst>
          </p:cNvPr>
          <p:cNvSpPr>
            <a:spLocks noGrp="1"/>
          </p:cNvSpPr>
          <p:nvPr/>
        </p:nvSpPr>
        <p:spPr>
          <a:xfrm>
            <a:off x="10287000" y="673427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28" name="path_027">
            <a:extLst>
              <a:ext uri="{FF2B5EF4-FFF2-40B4-BE49-F238E27FC236}">
                <ns2:creationId id="{61C9D394-28A5-4ED3-928E-E1288A605EC0}"/>
              </a:ext>
            </a:extLst>
          </p:cNvPr>
          <p:cNvSpPr>
            <a:spLocks noGrp="1"/>
          </p:cNvSpPr>
          <p:nvPr/>
        </p:nvSpPr>
        <p:spPr>
          <a:xfrm>
            <a:off x="9639300" y="524301"/>
            <a:ext cx="2400300" cy="462503"/>
          </a:xfrm>
          <a:custGeom>
            <a:pathLst>
              <a:path w="2400300" h="462503">
                <a:moveTo>
                  <a:pt x="0" y="462503"/>
                </a:moveTo>
                <a:lnTo>
                  <a:pt x="342900" y="41570"/>
                </a:lnTo>
                <a:lnTo>
                  <a:pt x="685800" y="0"/>
                </a:lnTo>
                <a:lnTo>
                  <a:pt x="1028700" y="305716"/>
                </a:lnTo>
                <a:lnTo>
                  <a:pt x="1371600" y="330265"/>
                </a:lnTo>
                <a:lnTo>
                  <a:pt x="1714500" y="22258"/>
                </a:lnTo>
                <a:lnTo>
                  <a:pt x="2057400" y="19966"/>
                </a:lnTo>
                <a:lnTo>
                  <a:pt x="2400300" y="363652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29" name="wildfire_TMTM_track_48_trace">
            <a:extLst>
              <a:ext uri="{FF2B5EF4-FFF2-40B4-BE49-F238E27FC236}">
                <ns2:creationId id="{684D3FA2-3597-4460-A733-4A6F45A67654}"/>
              </a:ext>
            </a:extLst>
          </p:cNvPr>
          <p:cNvSpPr>
            <a:spLocks noGrp="1"/>
          </p:cNvSpPr>
          <p:nvPr/>
        </p:nvSpPr>
        <p:spPr>
          <a:xfrm>
            <a:off x="9639300" y="524301"/>
            <a:ext cx="2400300" cy="462503"/>
          </a:xfrm>
          <a:custGeom>
            <a:pathLst>
              <a:path w="2400300" h="462503">
                <a:moveTo>
                  <a:pt x="0" y="462503"/>
                </a:moveTo>
                <a:lnTo>
                  <a:pt x="342900" y="41570"/>
                </a:lnTo>
                <a:lnTo>
                  <a:pt x="685800" y="0"/>
                </a:lnTo>
                <a:lnTo>
                  <a:pt x="1028700" y="305716"/>
                </a:lnTo>
                <a:lnTo>
                  <a:pt x="1371600" y="330265"/>
                </a:lnTo>
                <a:lnTo>
                  <a:pt x="1714500" y="22258"/>
                </a:lnTo>
                <a:lnTo>
                  <a:pt x="2057400" y="19966"/>
                </a:lnTo>
                <a:lnTo>
                  <a:pt x="2400300" y="363652"/>
                </a:lnTo>
              </a:path>
            </a:pathLst>
          </a:custGeom>
          <a:noFill/>
          <a:ln w="17145">
            <a:solidFill>
              <a:srgbClr val="D55E00"/>
            </a:solidFill>
            <a:prstDash val="solid"/>
          </a:ln>
        </p:spPr>
      </p:sp>
      <p:sp>
        <p:nvSpPr>
          <p:cNvPr id="30" name="wildfire_TMTM_48_exact_anchor">
            <a:extLst>
              <a:ext uri="{FF2B5EF4-FFF2-40B4-BE49-F238E27FC236}">
                <ns2:creationId id="{DB16A23A-E955-4C2A-9C3E-F0E7C75F71F4}"/>
              </a:ext>
            </a:extLst>
          </p:cNvPr>
          <p:cNvSpPr>
            <a:spLocks noGrp="1"/>
          </p:cNvSpPr>
          <p:nvPr/>
        </p:nvSpPr>
        <p:spPr>
          <a:xfrm>
            <a:off x="10287000" y="486201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33" name="path_032">
            <a:extLst>
              <a:ext uri="{FF2B5EF4-FFF2-40B4-BE49-F238E27FC236}">
                <ns2:creationId id="{3DACDB14-88AE-445A-B29D-91DA6A87416F}"/>
              </a:ext>
            </a:extLst>
          </p:cNvPr>
          <p:cNvSpPr>
            <a:spLocks noGrp="1"/>
          </p:cNvSpPr>
          <p:nvPr/>
        </p:nvSpPr>
        <p:spPr>
          <a:xfrm>
            <a:off x="9982200" y="1021826"/>
            <a:ext cx="685800" cy="35023"/>
          </a:xfrm>
          <a:custGeom>
            <a:pathLst>
              <a:path w="685800" h="35023">
                <a:moveTo>
                  <a:pt x="0" y="18003"/>
                </a:moveTo>
                <a:lnTo>
                  <a:pt x="342900" y="0"/>
                </a:lnTo>
                <a:lnTo>
                  <a:pt x="685800" y="35023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34" name="wildfire_TMTM_track_52_trace">
            <a:extLst>
              <a:ext uri="{FF2B5EF4-FFF2-40B4-BE49-F238E27FC236}">
                <ns2:creationId id="{BC47B5B6-3E26-4A57-8938-BBDE1D5A19FA}"/>
              </a:ext>
            </a:extLst>
          </p:cNvPr>
          <p:cNvSpPr>
            <a:spLocks noGrp="1"/>
          </p:cNvSpPr>
          <p:nvPr/>
        </p:nvSpPr>
        <p:spPr>
          <a:xfrm>
            <a:off x="9982200" y="1021826"/>
            <a:ext cx="685800" cy="35023"/>
          </a:xfrm>
          <a:custGeom>
            <a:pathLst>
              <a:path w="685800" h="35023">
                <a:moveTo>
                  <a:pt x="0" y="18003"/>
                </a:moveTo>
                <a:lnTo>
                  <a:pt x="342900" y="0"/>
                </a:lnTo>
                <a:lnTo>
                  <a:pt x="685800" y="35023"/>
                </a:lnTo>
              </a:path>
            </a:pathLst>
          </a:custGeom>
          <a:noFill/>
          <a:ln w="17145">
            <a:solidFill>
              <a:srgbClr val="009E73"/>
            </a:solidFill>
            <a:prstDash val="solid"/>
          </a:ln>
        </p:spPr>
      </p:sp>
      <p:sp>
        <p:nvSpPr>
          <p:cNvPr id="35" name="wildfire_TMTM_52_exact_anchor">
            <a:extLst>
              <a:ext uri="{FF2B5EF4-FFF2-40B4-BE49-F238E27FC236}">
                <ns2:creationId id="{F15F75AF-2F2B-4268-934E-33A2B50AC5D9}"/>
              </a:ext>
            </a:extLst>
          </p:cNvPr>
          <p:cNvSpPr>
            <a:spLocks noGrp="1"/>
          </p:cNvSpPr>
          <p:nvPr/>
        </p:nvSpPr>
        <p:spPr>
          <a:xfrm>
            <a:off x="10287000" y="983726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sp>
        <p:nvSpPr>
          <p:cNvPr id="38" name="rect_037">
            <a:extLst>
              <a:ext uri="{FF2B5EF4-FFF2-40B4-BE49-F238E27FC236}">
                <ns2:creationId id="{A88528EF-EABD-4F31-82C1-230947E001CB}"/>
              </a:ext>
            </a:extLst>
          </p:cNvPr>
          <p:cNvSpPr>
            <a:spLocks noGrp="1"/>
          </p:cNvSpPr>
          <p:nvPr/>
        </p:nvSpPr>
        <p:spPr>
          <a:xfrm>
            <a:off x="4008120" y="457200"/>
            <a:ext cx="2158365" cy="666750"/>
          </a:xfrm>
          <a:prstGeom prst="rect">
            <a:avLst/>
          </a:prstGeom>
          <a:noFill/>
          <a:ln w="11430">
            <a:solidFill>
              <a:srgbClr val="263238"/>
            </a:solidFill>
            <a:prstDash val="solid"/>
          </a:ln>
        </p:spPr>
      </p:sp>
      <p:sp>
        <p:nvSpPr>
          <p:cNvPr id="39" name="text_038">
            <a:extLst>
              <a:ext uri="{FF2B5EF4-FFF2-40B4-BE49-F238E27FC236}">
                <ns2:creationId id="{825FB271-EA8B-4BEC-942D-9964AC04BBDD}"/>
              </a:ext>
            </a:extLst>
          </p:cNvPr>
          <p:cNvSpPr>
            <a:spLocks noGrp="1"/>
          </p:cNvSpPr>
          <p:nvPr/>
        </p:nvSpPr>
        <p:spPr>
          <a:xfrm>
            <a:off x="152400" y="1390650"/>
            <a:ext cx="10572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ST-MTM</a:t>
            </a:r>
          </a:p>
        </p:txBody>
      </p:sp>
      <p:pic>
        <p:nvPicPr>
          <p:cNvPr id="41" name="">
            <a:extLst>
              <a:ext uri="{FF2B5EF4-FFF2-40B4-BE49-F238E27FC236}">
                <ns2:creationId id="{D9D81043-956A-4954-B128-D158CB894665}"/>
              </a:ext>
            </a:extLst>
          </p:cNvPr>
          <p:cNvPicPr>
            <a:picLocks noChangeAspect="1"/>
          </p:cNvPicPr>
          <p:nvPr/>
        </p:nvPicPr>
        <p:blipFill>
          <a:blip r:embed="Rcc20a1254fd94d03"/>
          <a:stretch/>
        </p:blipFill>
        <p:spPr>
          <a:xfrm>
            <a:off x="1457325" y="1343025"/>
            <a:ext cx="5886450" cy="666750"/>
          </a:xfrm>
          <a:prstGeom prst="rect">
            <a:avLst/>
          </a:prstGeom>
        </p:spPr>
      </p:pic>
      <p:sp>
        <p:nvSpPr>
          <p:cNvPr id="42" name="line_041">
            <a:extLst>
              <a:ext uri="{FF2B5EF4-FFF2-40B4-BE49-F238E27FC236}">
                <ns2:creationId id="{CFCEBD60-B9D3-4F0A-8C3A-60CB4B4F0F9F}"/>
              </a:ext>
            </a:extLst>
          </p:cNvPr>
          <p:cNvSpPr>
            <a:spLocks noGrp="1"/>
          </p:cNvSpPr>
          <p:nvPr/>
        </p:nvSpPr>
        <p:spPr>
          <a:xfrm>
            <a:off x="5087303" y="1343025"/>
            <a:ext cx="95" cy="666750"/>
          </a:xfrm>
          <a:custGeom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43" name="rect_042">
            <a:extLst>
              <a:ext uri="{FF2B5EF4-FFF2-40B4-BE49-F238E27FC236}">
                <ns2:creationId id="{ED21B073-FFC8-452D-AADD-6908489D515A}"/>
              </a:ext>
            </a:extLst>
          </p:cNvPr>
          <p:cNvSpPr>
            <a:spLocks noGrp="1"/>
          </p:cNvSpPr>
          <p:nvPr/>
        </p:nvSpPr>
        <p:spPr>
          <a:xfrm>
            <a:off x="1457325" y="1343025"/>
            <a:ext cx="5886450" cy="6667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44" name="text_043">
            <a:extLst>
              <a:ext uri="{FF2B5EF4-FFF2-40B4-BE49-F238E27FC236}">
                <ns2:creationId id="{686F8BAD-B2A2-496A-9FF0-2385C0F9A4AB}"/>
              </a:ext>
            </a:extLst>
          </p:cNvPr>
          <p:cNvSpPr>
            <a:spLocks noGrp="1"/>
          </p:cNvSpPr>
          <p:nvPr/>
        </p:nvSpPr>
        <p:spPr>
          <a:xfrm>
            <a:off x="1085850" y="1914525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5" name="text_044">
            <a:extLst>
              <a:ext uri="{FF2B5EF4-FFF2-40B4-BE49-F238E27FC236}">
                <ns2:creationId id="{34EF9672-F883-4771-9EBF-DF019B69E150}"/>
              </a:ext>
            </a:extLst>
          </p:cNvPr>
          <p:cNvSpPr>
            <a:spLocks noGrp="1"/>
          </p:cNvSpPr>
          <p:nvPr/>
        </p:nvSpPr>
        <p:spPr>
          <a:xfrm>
            <a:off x="1085850" y="1247775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6" name="text_045">
            <a:extLst>
              <a:ext uri="{FF2B5EF4-FFF2-40B4-BE49-F238E27FC236}">
                <ns2:creationId id="{0FC56281-22D7-45BC-B560-B1044754F00A}"/>
              </a:ext>
            </a:extLst>
          </p:cNvPr>
          <p:cNvSpPr>
            <a:spLocks noGrp="1"/>
          </p:cNvSpPr>
          <p:nvPr/>
        </p:nvSpPr>
        <p:spPr>
          <a:xfrm>
            <a:off x="1364933" y="20383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7" name="text_046">
            <a:extLst>
              <a:ext uri="{FF2B5EF4-FFF2-40B4-BE49-F238E27FC236}">
                <ns2:creationId id="{7A6A70E8-61FE-476F-90D7-07D1A85BF0D0}"/>
              </a:ext>
            </a:extLst>
          </p:cNvPr>
          <p:cNvSpPr>
            <a:spLocks noGrp="1"/>
          </p:cNvSpPr>
          <p:nvPr/>
        </p:nvSpPr>
        <p:spPr>
          <a:xfrm>
            <a:off x="7055167" y="20383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48" name="wildfire_ST-MTM_3_exact_anchor">
            <a:extLst>
              <a:ext uri="{FF2B5EF4-FFF2-40B4-BE49-F238E27FC236}">
                <ns2:creationId id="{9160D2CC-9A91-4A54-A2CA-337FCD7C9F3E}"/>
              </a:ext>
            </a:extLst>
          </p:cNvPr>
          <p:cNvSpPr>
            <a:spLocks noGrp="1"/>
          </p:cNvSpPr>
          <p:nvPr/>
        </p:nvSpPr>
        <p:spPr>
          <a:xfrm>
            <a:off x="5049203" y="1584719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49" name="wildfire_ST-MTM_48_exact_anchor">
            <a:extLst>
              <a:ext uri="{FF2B5EF4-FFF2-40B4-BE49-F238E27FC236}">
                <ns2:creationId id="{E6D7326C-29D8-49C2-B786-5781B8C1A737}"/>
              </a:ext>
            </a:extLst>
          </p:cNvPr>
          <p:cNvSpPr>
            <a:spLocks noGrp="1"/>
          </p:cNvSpPr>
          <p:nvPr/>
        </p:nvSpPr>
        <p:spPr>
          <a:xfrm>
            <a:off x="5049203" y="1789271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50" name="wildfire_ST-MTM_52_exact_anchor">
            <a:extLst>
              <a:ext uri="{FF2B5EF4-FFF2-40B4-BE49-F238E27FC236}">
                <ns2:creationId id="{CC074555-926D-456E-8A64-FB1BC1BB997F}"/>
              </a:ext>
            </a:extLst>
          </p:cNvPr>
          <p:cNvSpPr>
            <a:spLocks noGrp="1"/>
          </p:cNvSpPr>
          <p:nvPr/>
        </p:nvSpPr>
        <p:spPr>
          <a:xfrm>
            <a:off x="5049203" y="1431956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pic>
        <p:nvPicPr>
          <p:cNvPr id="51" name="">
            <a:extLst>
              <a:ext uri="{FF2B5EF4-FFF2-40B4-BE49-F238E27FC236}">
                <ns2:creationId id="{CD22A2BD-3B74-4C88-B4FA-74FA1A83ED0F}"/>
              </a:ext>
            </a:extLst>
          </p:cNvPr>
          <p:cNvPicPr>
            <a:picLocks noChangeAspect="1"/>
          </p:cNvPicPr>
          <p:nvPr/>
        </p:nvPicPr>
        <p:blipFill>
          <a:blip r:embed="R0c60c8a170de45ed"/>
          <a:stretch/>
        </p:blipFill>
        <p:spPr>
          <a:xfrm>
            <a:off x="8439150" y="1343025"/>
            <a:ext cx="3771900" cy="666750"/>
          </a:xfrm>
          <a:prstGeom prst="rect">
            <a:avLst/>
          </a:prstGeom>
        </p:spPr>
      </p:pic>
      <p:sp>
        <p:nvSpPr>
          <p:cNvPr id="52" name="line_051">
            <a:extLst>
              <a:ext uri="{FF2B5EF4-FFF2-40B4-BE49-F238E27FC236}">
                <ns2:creationId id="{2B99E7A7-6567-48EE-A15F-52955895A333}"/>
              </a:ext>
            </a:extLst>
          </p:cNvPr>
          <p:cNvSpPr>
            <a:spLocks noGrp="1"/>
          </p:cNvSpPr>
          <p:nvPr/>
        </p:nvSpPr>
        <p:spPr>
          <a:xfrm>
            <a:off x="10325100" y="1343025"/>
            <a:ext cx="95" cy="666750"/>
          </a:xfrm>
          <a:custGeom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53" name="rect_052">
            <a:extLst>
              <a:ext uri="{FF2B5EF4-FFF2-40B4-BE49-F238E27FC236}">
                <ns2:creationId id="{AFD726DC-A6A5-4397-8238-ECB30316967A}"/>
              </a:ext>
            </a:extLst>
          </p:cNvPr>
          <p:cNvSpPr>
            <a:spLocks noGrp="1"/>
          </p:cNvSpPr>
          <p:nvPr/>
        </p:nvSpPr>
        <p:spPr>
          <a:xfrm>
            <a:off x="8439150" y="1343025"/>
            <a:ext cx="3771900" cy="6667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54" name="text_053">
            <a:extLst>
              <a:ext uri="{FF2B5EF4-FFF2-40B4-BE49-F238E27FC236}">
                <ns2:creationId id="{13D513A5-0D2F-4C7A-8F9D-BC6F55F7DB99}"/>
              </a:ext>
            </a:extLst>
          </p:cNvPr>
          <p:cNvSpPr>
            <a:spLocks noGrp="1"/>
          </p:cNvSpPr>
          <p:nvPr/>
        </p:nvSpPr>
        <p:spPr>
          <a:xfrm>
            <a:off x="8067675" y="1914525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0.16</a:t>
            </a:r>
          </a:p>
        </p:txBody>
      </p:sp>
      <p:sp>
        <p:nvSpPr>
          <p:cNvPr id="55" name="text_054">
            <a:extLst>
              <a:ext uri="{FF2B5EF4-FFF2-40B4-BE49-F238E27FC236}">
                <ns2:creationId id="{F74C1FD4-009F-408D-8114-45D19D1C75F6}"/>
              </a:ext>
            </a:extLst>
          </p:cNvPr>
          <p:cNvSpPr>
            <a:spLocks noGrp="1"/>
          </p:cNvSpPr>
          <p:nvPr/>
        </p:nvSpPr>
        <p:spPr>
          <a:xfrm>
            <a:off x="8067675" y="1247775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0.86</a:t>
            </a:r>
          </a:p>
        </p:txBody>
      </p:sp>
      <p:sp>
        <p:nvSpPr>
          <p:cNvPr id="56" name="text_055">
            <a:extLst>
              <a:ext uri="{FF2B5EF4-FFF2-40B4-BE49-F238E27FC236}">
                <ns2:creationId id="{10177CAC-EBE5-425E-BAF9-5F6F7B51A30B}"/>
              </a:ext>
            </a:extLst>
          </p:cNvPr>
          <p:cNvSpPr>
            <a:spLocks noGrp="1"/>
          </p:cNvSpPr>
          <p:nvPr/>
        </p:nvSpPr>
        <p:spPr>
          <a:xfrm>
            <a:off x="8420100" y="20383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7" name="text_056">
            <a:extLst>
              <a:ext uri="{FF2B5EF4-FFF2-40B4-BE49-F238E27FC236}">
                <ns2:creationId id="{000B9C79-A3D7-4416-BDD4-D6E4BD106782}"/>
              </a:ext>
            </a:extLst>
          </p:cNvPr>
          <p:cNvSpPr>
            <a:spLocks noGrp="1"/>
          </p:cNvSpPr>
          <p:nvPr/>
        </p:nvSpPr>
        <p:spPr>
          <a:xfrm>
            <a:off x="11849100" y="20383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8" name="path_057">
            <a:extLst>
              <a:ext uri="{FF2B5EF4-FFF2-40B4-BE49-F238E27FC236}">
                <ns2:creationId id="{F9793FB5-797F-47C5-85AC-E3061D90BD87}"/>
              </a:ext>
            </a:extLst>
          </p:cNvPr>
          <p:cNvSpPr>
            <a:spLocks noGrp="1"/>
          </p:cNvSpPr>
          <p:nvPr/>
        </p:nvSpPr>
        <p:spPr>
          <a:xfrm>
            <a:off x="8610600" y="1522499"/>
            <a:ext cx="3429000" cy="336630"/>
          </a:xfrm>
          <a:custGeom>
            <a:pathLst>
              <a:path w="3429000" h="336630">
                <a:moveTo>
                  <a:pt x="0" y="47891"/>
                </a:moveTo>
                <a:lnTo>
                  <a:pt x="342900" y="0"/>
                </a:lnTo>
                <a:lnTo>
                  <a:pt x="685800" y="13949"/>
                </a:lnTo>
                <a:lnTo>
                  <a:pt x="1028700" y="54400"/>
                </a:lnTo>
                <a:lnTo>
                  <a:pt x="1371600" y="92527"/>
                </a:lnTo>
                <a:lnTo>
                  <a:pt x="1714500" y="86482"/>
                </a:lnTo>
                <a:lnTo>
                  <a:pt x="2057400" y="55330"/>
                </a:lnTo>
                <a:lnTo>
                  <a:pt x="2400300" y="22318"/>
                </a:lnTo>
                <a:lnTo>
                  <a:pt x="2743200" y="15809"/>
                </a:lnTo>
                <a:lnTo>
                  <a:pt x="3086100" y="162735"/>
                </a:lnTo>
                <a:lnTo>
                  <a:pt x="3429000" y="336630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59" name="wildfire_ST-MTM_track_3_trace">
            <a:extLst>
              <a:ext uri="{FF2B5EF4-FFF2-40B4-BE49-F238E27FC236}">
                <ns2:creationId id="{36C4870B-DD48-412C-8D15-AC01B815B1DB}"/>
              </a:ext>
            </a:extLst>
          </p:cNvPr>
          <p:cNvSpPr>
            <a:spLocks noGrp="1"/>
          </p:cNvSpPr>
          <p:nvPr/>
        </p:nvSpPr>
        <p:spPr>
          <a:xfrm>
            <a:off x="8610600" y="1522499"/>
            <a:ext cx="3429000" cy="336630"/>
          </a:xfrm>
          <a:custGeom>
            <a:pathLst>
              <a:path w="3429000" h="336630">
                <a:moveTo>
                  <a:pt x="0" y="47891"/>
                </a:moveTo>
                <a:lnTo>
                  <a:pt x="342900" y="0"/>
                </a:lnTo>
                <a:lnTo>
                  <a:pt x="685800" y="13949"/>
                </a:lnTo>
                <a:lnTo>
                  <a:pt x="1028700" y="54400"/>
                </a:lnTo>
                <a:lnTo>
                  <a:pt x="1371600" y="92527"/>
                </a:lnTo>
                <a:lnTo>
                  <a:pt x="1714500" y="86482"/>
                </a:lnTo>
                <a:lnTo>
                  <a:pt x="2057400" y="55330"/>
                </a:lnTo>
                <a:lnTo>
                  <a:pt x="2400300" y="22318"/>
                </a:lnTo>
                <a:lnTo>
                  <a:pt x="2743200" y="15809"/>
                </a:lnTo>
                <a:lnTo>
                  <a:pt x="3086100" y="162735"/>
                </a:lnTo>
                <a:lnTo>
                  <a:pt x="3429000" y="336630"/>
                </a:lnTo>
              </a:path>
            </a:pathLst>
          </a:custGeom>
          <a:noFill/>
          <a:ln w="17145">
            <a:solidFill>
              <a:srgbClr val="0072B2"/>
            </a:solidFill>
            <a:prstDash val="solid"/>
          </a:ln>
        </p:spPr>
      </p:sp>
      <p:sp>
        <p:nvSpPr>
          <p:cNvPr id="60" name="wildfire_ST-MTM_3_exact_anchor">
            <a:extLst>
              <a:ext uri="{FF2B5EF4-FFF2-40B4-BE49-F238E27FC236}">
                <ns2:creationId id="{0F323514-93F7-4B33-93DD-B26897E6FB43}"/>
              </a:ext>
            </a:extLst>
          </p:cNvPr>
          <p:cNvSpPr>
            <a:spLocks noGrp="1"/>
          </p:cNvSpPr>
          <p:nvPr/>
        </p:nvSpPr>
        <p:spPr>
          <a:xfrm>
            <a:off x="10287000" y="1570881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63" name="path_062">
            <a:extLst>
              <a:ext uri="{FF2B5EF4-FFF2-40B4-BE49-F238E27FC236}">
                <ns2:creationId id="{A21FCEAE-FC16-4175-849E-24E433C99CB4}"/>
              </a:ext>
            </a:extLst>
          </p:cNvPr>
          <p:cNvSpPr>
            <a:spLocks noGrp="1"/>
          </p:cNvSpPr>
          <p:nvPr/>
        </p:nvSpPr>
        <p:spPr>
          <a:xfrm>
            <a:off x="9639300" y="1480188"/>
            <a:ext cx="2400300" cy="481697"/>
          </a:xfrm>
          <a:custGeom>
            <a:pathLst>
              <a:path w="2400300" h="481697">
                <a:moveTo>
                  <a:pt x="0" y="435666"/>
                </a:moveTo>
                <a:lnTo>
                  <a:pt x="342900" y="414743"/>
                </a:lnTo>
                <a:lnTo>
                  <a:pt x="685800" y="420787"/>
                </a:lnTo>
                <a:lnTo>
                  <a:pt x="1028700" y="404979"/>
                </a:lnTo>
                <a:lnTo>
                  <a:pt x="1371600" y="435666"/>
                </a:lnTo>
                <a:lnTo>
                  <a:pt x="1714500" y="481697"/>
                </a:lnTo>
                <a:lnTo>
                  <a:pt x="2057400" y="0"/>
                </a:lnTo>
                <a:lnTo>
                  <a:pt x="2400300" y="59515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64" name="wildfire_ST-MTM_track_48_trace">
            <a:extLst>
              <a:ext uri="{FF2B5EF4-FFF2-40B4-BE49-F238E27FC236}">
                <ns2:creationId id="{7C47CD09-04CF-4ADF-B17F-7B2CF004B4D8}"/>
              </a:ext>
            </a:extLst>
          </p:cNvPr>
          <p:cNvSpPr>
            <a:spLocks noGrp="1"/>
          </p:cNvSpPr>
          <p:nvPr/>
        </p:nvSpPr>
        <p:spPr>
          <a:xfrm>
            <a:off x="9639300" y="1480188"/>
            <a:ext cx="2400300" cy="481697"/>
          </a:xfrm>
          <a:custGeom>
            <a:pathLst>
              <a:path w="2400300" h="481697">
                <a:moveTo>
                  <a:pt x="0" y="435666"/>
                </a:moveTo>
                <a:lnTo>
                  <a:pt x="342900" y="414743"/>
                </a:lnTo>
                <a:lnTo>
                  <a:pt x="685800" y="420787"/>
                </a:lnTo>
                <a:lnTo>
                  <a:pt x="1028700" y="404979"/>
                </a:lnTo>
                <a:lnTo>
                  <a:pt x="1371600" y="435666"/>
                </a:lnTo>
                <a:lnTo>
                  <a:pt x="1714500" y="481697"/>
                </a:lnTo>
                <a:lnTo>
                  <a:pt x="2057400" y="0"/>
                </a:lnTo>
                <a:lnTo>
                  <a:pt x="2400300" y="59515"/>
                </a:lnTo>
              </a:path>
            </a:pathLst>
          </a:custGeom>
          <a:noFill/>
          <a:ln w="17145">
            <a:solidFill>
              <a:srgbClr val="D55E00"/>
            </a:solidFill>
            <a:prstDash val="solid"/>
          </a:ln>
        </p:spPr>
      </p:sp>
      <p:sp>
        <p:nvSpPr>
          <p:cNvPr id="65" name="wildfire_ST-MTM_48_exact_anchor">
            <a:extLst>
              <a:ext uri="{FF2B5EF4-FFF2-40B4-BE49-F238E27FC236}">
                <ns2:creationId id="{3EFAD90B-3DEC-4CC0-B5D0-F0A98DD23678}"/>
              </a:ext>
            </a:extLst>
          </p:cNvPr>
          <p:cNvSpPr>
            <a:spLocks noGrp="1"/>
          </p:cNvSpPr>
          <p:nvPr/>
        </p:nvSpPr>
        <p:spPr>
          <a:xfrm>
            <a:off x="10287000" y="1862875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68" name="path_067">
            <a:extLst>
              <a:ext uri="{FF2B5EF4-FFF2-40B4-BE49-F238E27FC236}">
                <ns2:creationId id="{45ACE809-8B3E-4242-9151-6EE8784EDFA8}"/>
              </a:ext>
            </a:extLst>
          </p:cNvPr>
          <p:cNvSpPr>
            <a:spLocks noGrp="1"/>
          </p:cNvSpPr>
          <p:nvPr/>
        </p:nvSpPr>
        <p:spPr>
          <a:xfrm>
            <a:off x="9982200" y="1390916"/>
            <a:ext cx="685800" cy="43706"/>
          </a:xfrm>
          <a:custGeom>
            <a:pathLst>
              <a:path w="685800" h="43706">
                <a:moveTo>
                  <a:pt x="0" y="465"/>
                </a:moveTo>
                <a:lnTo>
                  <a:pt x="342900" y="0"/>
                </a:lnTo>
                <a:lnTo>
                  <a:pt x="685800" y="43706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69" name="wildfire_ST-MTM_track_52_trace">
            <a:extLst>
              <a:ext uri="{FF2B5EF4-FFF2-40B4-BE49-F238E27FC236}">
                <ns2:creationId id="{425CC1B0-7B02-4DCB-9A19-E2D7F59628F2}"/>
              </a:ext>
            </a:extLst>
          </p:cNvPr>
          <p:cNvSpPr>
            <a:spLocks noGrp="1"/>
          </p:cNvSpPr>
          <p:nvPr/>
        </p:nvSpPr>
        <p:spPr>
          <a:xfrm>
            <a:off x="9982200" y="1390916"/>
            <a:ext cx="685800" cy="43706"/>
          </a:xfrm>
          <a:custGeom>
            <a:pathLst>
              <a:path w="685800" h="43706">
                <a:moveTo>
                  <a:pt x="0" y="465"/>
                </a:moveTo>
                <a:lnTo>
                  <a:pt x="342900" y="0"/>
                </a:lnTo>
                <a:lnTo>
                  <a:pt x="685800" y="43706"/>
                </a:lnTo>
              </a:path>
            </a:pathLst>
          </a:custGeom>
          <a:noFill/>
          <a:ln w="17145">
            <a:solidFill>
              <a:srgbClr val="009E73"/>
            </a:solidFill>
            <a:prstDash val="solid"/>
          </a:ln>
        </p:spPr>
      </p:sp>
      <p:sp>
        <p:nvSpPr>
          <p:cNvPr id="70" name="wildfire_ST-MTM_52_exact_anchor">
            <a:extLst>
              <a:ext uri="{FF2B5EF4-FFF2-40B4-BE49-F238E27FC236}">
                <ns2:creationId id="{8EF49679-6610-4FD9-8B90-EB946283977A}"/>
              </a:ext>
            </a:extLst>
          </p:cNvPr>
          <p:cNvSpPr>
            <a:spLocks noGrp="1"/>
          </p:cNvSpPr>
          <p:nvPr/>
        </p:nvSpPr>
        <p:spPr>
          <a:xfrm>
            <a:off x="10287000" y="1352816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sp>
        <p:nvSpPr>
          <p:cNvPr id="73" name="rect_072">
            <a:extLst>
              <a:ext uri="{FF2B5EF4-FFF2-40B4-BE49-F238E27FC236}">
                <ns2:creationId id="{B8D0DF60-FDB9-4EC9-915C-8E473C5C1170}"/>
              </a:ext>
            </a:extLst>
          </p:cNvPr>
          <p:cNvSpPr>
            <a:spLocks noGrp="1"/>
          </p:cNvSpPr>
          <p:nvPr/>
        </p:nvSpPr>
        <p:spPr>
          <a:xfrm>
            <a:off x="4008120" y="1343025"/>
            <a:ext cx="2158365" cy="666750"/>
          </a:xfrm>
          <a:prstGeom prst="rect">
            <a:avLst/>
          </a:prstGeom>
          <a:noFill/>
          <a:ln w="11430">
            <a:solidFill>
              <a:srgbClr val="263238"/>
            </a:solidFill>
            <a:prstDash val="solid"/>
          </a:ln>
        </p:spPr>
      </p:sp>
      <p:sp>
        <p:nvSpPr>
          <p:cNvPr id="74" name="text_073">
            <a:extLst>
              <a:ext uri="{FF2B5EF4-FFF2-40B4-BE49-F238E27FC236}">
                <ns2:creationId id="{B9E26A93-8825-48AE-89BC-8B6D2C4FE17E}"/>
              </a:ext>
            </a:extLst>
          </p:cNvPr>
          <p:cNvSpPr>
            <a:spLocks noGrp="1"/>
          </p:cNvSpPr>
          <p:nvPr/>
        </p:nvSpPr>
        <p:spPr>
          <a:xfrm>
            <a:off x="152400" y="2276475"/>
            <a:ext cx="10572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RG-P</a:t>
            </a:r>
          </a:p>
        </p:txBody>
      </p:sp>
      <p:pic>
        <p:nvPicPr>
          <p:cNvPr id="76" name="">
            <a:extLst>
              <a:ext uri="{FF2B5EF4-FFF2-40B4-BE49-F238E27FC236}">
                <ns2:creationId id="{5398122F-2ECF-4D5F-9106-57EC8DE80AC9}"/>
              </a:ext>
            </a:extLst>
          </p:cNvPr>
          <p:cNvPicPr>
            <a:picLocks noChangeAspect="1"/>
          </p:cNvPicPr>
          <p:nvPr/>
        </p:nvPicPr>
        <p:blipFill>
          <a:blip r:embed="Rdd2320b7b80e4b36"/>
          <a:stretch/>
        </p:blipFill>
        <p:spPr>
          <a:xfrm>
            <a:off x="1457325" y="2228850"/>
            <a:ext cx="5886450" cy="666750"/>
          </a:xfrm>
          <a:prstGeom prst="rect">
            <a:avLst/>
          </a:prstGeom>
        </p:spPr>
      </p:pic>
      <p:sp>
        <p:nvSpPr>
          <p:cNvPr id="77" name="line_076">
            <a:extLst>
              <a:ext uri="{FF2B5EF4-FFF2-40B4-BE49-F238E27FC236}">
                <ns2:creationId id="{297CE8D5-059E-4F81-865B-4082B7601DF0}"/>
              </a:ext>
            </a:extLst>
          </p:cNvPr>
          <p:cNvSpPr>
            <a:spLocks noGrp="1"/>
          </p:cNvSpPr>
          <p:nvPr/>
        </p:nvSpPr>
        <p:spPr>
          <a:xfrm>
            <a:off x="5087303" y="2228850"/>
            <a:ext cx="95" cy="666750"/>
          </a:xfrm>
          <a:custGeom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78" name="rect_077">
            <a:extLst>
              <a:ext uri="{FF2B5EF4-FFF2-40B4-BE49-F238E27FC236}">
                <ns2:creationId id="{B678553D-9039-4FC4-816D-21DB1B8AF8CD}"/>
              </a:ext>
            </a:extLst>
          </p:cNvPr>
          <p:cNvSpPr>
            <a:spLocks noGrp="1"/>
          </p:cNvSpPr>
          <p:nvPr/>
        </p:nvSpPr>
        <p:spPr>
          <a:xfrm>
            <a:off x="1457325" y="2228850"/>
            <a:ext cx="5886450" cy="6667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79" name="text_078">
            <a:extLst>
              <a:ext uri="{FF2B5EF4-FFF2-40B4-BE49-F238E27FC236}">
                <ns2:creationId id="{02C5B329-8E4C-4174-8E81-67232211D89A}"/>
              </a:ext>
            </a:extLst>
          </p:cNvPr>
          <p:cNvSpPr>
            <a:spLocks noGrp="1"/>
          </p:cNvSpPr>
          <p:nvPr/>
        </p:nvSpPr>
        <p:spPr>
          <a:xfrm>
            <a:off x="1085850" y="280035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0" name="text_079">
            <a:extLst>
              <a:ext uri="{FF2B5EF4-FFF2-40B4-BE49-F238E27FC236}">
                <ns2:creationId id="{EBCCB282-8E4A-4A41-83A4-A9102E2B09AE}"/>
              </a:ext>
            </a:extLst>
          </p:cNvPr>
          <p:cNvSpPr>
            <a:spLocks noGrp="1"/>
          </p:cNvSpPr>
          <p:nvPr/>
        </p:nvSpPr>
        <p:spPr>
          <a:xfrm>
            <a:off x="1085850" y="213360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1" name="text_080">
            <a:extLst>
              <a:ext uri="{FF2B5EF4-FFF2-40B4-BE49-F238E27FC236}">
                <ns2:creationId id="{F8DFD3B0-1953-4A96-8BDF-C10069CB9EEE}"/>
              </a:ext>
            </a:extLst>
          </p:cNvPr>
          <p:cNvSpPr>
            <a:spLocks noGrp="1"/>
          </p:cNvSpPr>
          <p:nvPr/>
        </p:nvSpPr>
        <p:spPr>
          <a:xfrm>
            <a:off x="1364933" y="29241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2" name="text_081">
            <a:extLst>
              <a:ext uri="{FF2B5EF4-FFF2-40B4-BE49-F238E27FC236}">
                <ns2:creationId id="{F8659525-0C98-488A-A476-EC76D69D7502}"/>
              </a:ext>
            </a:extLst>
          </p:cNvPr>
          <p:cNvSpPr>
            <a:spLocks noGrp="1"/>
          </p:cNvSpPr>
          <p:nvPr/>
        </p:nvSpPr>
        <p:spPr>
          <a:xfrm>
            <a:off x="7055167" y="29241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83" name="wildfire_P_3_exact_anchor">
            <a:extLst>
              <a:ext uri="{FF2B5EF4-FFF2-40B4-BE49-F238E27FC236}">
                <ns2:creationId id="{9904228B-620A-4E07-A880-732E6BBC7DF0}"/>
              </a:ext>
            </a:extLst>
          </p:cNvPr>
          <p:cNvSpPr>
            <a:spLocks noGrp="1"/>
          </p:cNvSpPr>
          <p:nvPr/>
        </p:nvSpPr>
        <p:spPr>
          <a:xfrm>
            <a:off x="5049203" y="2728613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84" name="wildfire_P_48_exact_anchor">
            <a:extLst>
              <a:ext uri="{FF2B5EF4-FFF2-40B4-BE49-F238E27FC236}">
                <ns2:creationId id="{2EE65550-3A5B-43DE-8749-FBA2E65F5BC6}"/>
              </a:ext>
            </a:extLst>
          </p:cNvPr>
          <p:cNvSpPr>
            <a:spLocks noGrp="1"/>
          </p:cNvSpPr>
          <p:nvPr/>
        </p:nvSpPr>
        <p:spPr>
          <a:xfrm>
            <a:off x="5049203" y="2499424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85" name="wildfire_P_52_exact_anchor">
            <a:extLst>
              <a:ext uri="{FF2B5EF4-FFF2-40B4-BE49-F238E27FC236}">
                <ns2:creationId id="{64100E6A-273F-4404-A2E8-606114936761}"/>
              </a:ext>
            </a:extLst>
          </p:cNvPr>
          <p:cNvSpPr>
            <a:spLocks noGrp="1"/>
          </p:cNvSpPr>
          <p:nvPr/>
        </p:nvSpPr>
        <p:spPr>
          <a:xfrm>
            <a:off x="5049203" y="2491376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pic>
        <p:nvPicPr>
          <p:cNvPr id="86" name="">
            <a:extLst>
              <a:ext uri="{FF2B5EF4-FFF2-40B4-BE49-F238E27FC236}">
                <ns2:creationId id="{39C48359-BDE7-4E22-8EAA-BF7C213BF4C7}"/>
              </a:ext>
            </a:extLst>
          </p:cNvPr>
          <p:cNvPicPr>
            <a:picLocks noChangeAspect="1"/>
          </p:cNvPicPr>
          <p:nvPr/>
        </p:nvPicPr>
        <p:blipFill>
          <a:blip r:embed="Rf8231da426fa4555"/>
          <a:stretch/>
        </p:blipFill>
        <p:spPr>
          <a:xfrm>
            <a:off x="8439150" y="2228850"/>
            <a:ext cx="3771900" cy="666750"/>
          </a:xfrm>
          <a:prstGeom prst="rect">
            <a:avLst/>
          </a:prstGeom>
        </p:spPr>
      </p:pic>
      <p:sp>
        <p:nvSpPr>
          <p:cNvPr id="87" name="line_086">
            <a:extLst>
              <a:ext uri="{FF2B5EF4-FFF2-40B4-BE49-F238E27FC236}">
                <ns2:creationId id="{1453586D-44B0-4DB2-B599-3B58DDE21A28}"/>
              </a:ext>
            </a:extLst>
          </p:cNvPr>
          <p:cNvSpPr>
            <a:spLocks noGrp="1"/>
          </p:cNvSpPr>
          <p:nvPr/>
        </p:nvSpPr>
        <p:spPr>
          <a:xfrm>
            <a:off x="10325100" y="2228850"/>
            <a:ext cx="95" cy="666750"/>
          </a:xfrm>
          <a:custGeom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88" name="rect_087">
            <a:extLst>
              <a:ext uri="{FF2B5EF4-FFF2-40B4-BE49-F238E27FC236}">
                <ns2:creationId id="{CC3829C7-951D-4634-9900-0B896C91E53E}"/>
              </a:ext>
            </a:extLst>
          </p:cNvPr>
          <p:cNvSpPr>
            <a:spLocks noGrp="1"/>
          </p:cNvSpPr>
          <p:nvPr/>
        </p:nvSpPr>
        <p:spPr>
          <a:xfrm>
            <a:off x="8439150" y="2228850"/>
            <a:ext cx="3771900" cy="6667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89" name="text_088">
            <a:extLst>
              <a:ext uri="{FF2B5EF4-FFF2-40B4-BE49-F238E27FC236}">
                <ns2:creationId id="{CE6FD94A-6EDA-48A2-BFD6-67440AF5FC07}"/>
              </a:ext>
            </a:extLst>
          </p:cNvPr>
          <p:cNvSpPr>
            <a:spLocks noGrp="1"/>
          </p:cNvSpPr>
          <p:nvPr/>
        </p:nvSpPr>
        <p:spPr>
          <a:xfrm>
            <a:off x="8067675" y="280035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0.10</a:t>
            </a:r>
          </a:p>
        </p:txBody>
      </p:sp>
      <p:sp>
        <p:nvSpPr>
          <p:cNvPr id="90" name="text_089">
            <a:extLst>
              <a:ext uri="{FF2B5EF4-FFF2-40B4-BE49-F238E27FC236}">
                <ns2:creationId id="{328CAAB9-F3B5-4907-BBA9-477627FE5B50}"/>
              </a:ext>
            </a:extLst>
          </p:cNvPr>
          <p:cNvSpPr>
            <a:spLocks noGrp="1"/>
          </p:cNvSpPr>
          <p:nvPr/>
        </p:nvSpPr>
        <p:spPr>
          <a:xfrm>
            <a:off x="8067675" y="213360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0.75</a:t>
            </a:r>
          </a:p>
        </p:txBody>
      </p:sp>
      <p:sp>
        <p:nvSpPr>
          <p:cNvPr id="91" name="text_090">
            <a:extLst>
              <a:ext uri="{FF2B5EF4-FFF2-40B4-BE49-F238E27FC236}">
                <ns2:creationId id="{FCFAD733-DA7F-46CE-9FFB-27EBD85EBC93}"/>
              </a:ext>
            </a:extLst>
          </p:cNvPr>
          <p:cNvSpPr>
            <a:spLocks noGrp="1"/>
          </p:cNvSpPr>
          <p:nvPr/>
        </p:nvSpPr>
        <p:spPr>
          <a:xfrm>
            <a:off x="8420100" y="29241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92" name="text_091">
            <a:extLst>
              <a:ext uri="{FF2B5EF4-FFF2-40B4-BE49-F238E27FC236}">
                <ns2:creationId id="{F7E64382-193D-4E42-864D-7687790ED55F}"/>
              </a:ext>
            </a:extLst>
          </p:cNvPr>
          <p:cNvSpPr>
            <a:spLocks noGrp="1"/>
          </p:cNvSpPr>
          <p:nvPr/>
        </p:nvSpPr>
        <p:spPr>
          <a:xfrm>
            <a:off x="11849100" y="29241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93" name="path_092">
            <a:extLst>
              <a:ext uri="{FF2B5EF4-FFF2-40B4-BE49-F238E27FC236}">
                <ns2:creationId id="{B0E38D21-FAD1-414E-ABA7-6B7426371442}"/>
              </a:ext>
            </a:extLst>
          </p:cNvPr>
          <p:cNvSpPr>
            <a:spLocks noGrp="1"/>
          </p:cNvSpPr>
          <p:nvPr/>
        </p:nvSpPr>
        <p:spPr>
          <a:xfrm>
            <a:off x="8610600" y="2629817"/>
            <a:ext cx="3429000" cy="197252"/>
          </a:xfrm>
          <a:custGeom>
            <a:pathLst>
              <a:path w="3429000" h="197252">
                <a:moveTo>
                  <a:pt x="0" y="128335"/>
                </a:moveTo>
                <a:lnTo>
                  <a:pt x="342900" y="197252"/>
                </a:lnTo>
                <a:lnTo>
                  <a:pt x="685800" y="147638"/>
                </a:lnTo>
                <a:lnTo>
                  <a:pt x="1028700" y="115543"/>
                </a:lnTo>
                <a:lnTo>
                  <a:pt x="1371600" y="64365"/>
                </a:lnTo>
                <a:lnTo>
                  <a:pt x="1714500" y="171474"/>
                </a:lnTo>
                <a:lnTo>
                  <a:pt x="2057400" y="0"/>
                </a:lnTo>
                <a:lnTo>
                  <a:pt x="2400300" y="74260"/>
                </a:lnTo>
                <a:lnTo>
                  <a:pt x="2743200" y="148736"/>
                </a:lnTo>
                <a:lnTo>
                  <a:pt x="3086100" y="175215"/>
                </a:lnTo>
                <a:lnTo>
                  <a:pt x="3429000" y="195500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94" name="wildfire_P_track_3_trace">
            <a:extLst>
              <a:ext uri="{FF2B5EF4-FFF2-40B4-BE49-F238E27FC236}">
                <ns2:creationId id="{C102D3EC-2DBD-4EC9-9BA8-F6AB7EAA45A1}"/>
              </a:ext>
            </a:extLst>
          </p:cNvPr>
          <p:cNvSpPr>
            <a:spLocks noGrp="1"/>
          </p:cNvSpPr>
          <p:nvPr/>
        </p:nvSpPr>
        <p:spPr>
          <a:xfrm>
            <a:off x="8610600" y="2629817"/>
            <a:ext cx="3429000" cy="197252"/>
          </a:xfrm>
          <a:custGeom>
            <a:pathLst>
              <a:path w="3429000" h="197252">
                <a:moveTo>
                  <a:pt x="0" y="128335"/>
                </a:moveTo>
                <a:lnTo>
                  <a:pt x="342900" y="197252"/>
                </a:lnTo>
                <a:lnTo>
                  <a:pt x="685800" y="147638"/>
                </a:lnTo>
                <a:lnTo>
                  <a:pt x="1028700" y="115543"/>
                </a:lnTo>
                <a:lnTo>
                  <a:pt x="1371600" y="64365"/>
                </a:lnTo>
                <a:lnTo>
                  <a:pt x="1714500" y="171474"/>
                </a:lnTo>
                <a:lnTo>
                  <a:pt x="2057400" y="0"/>
                </a:lnTo>
                <a:lnTo>
                  <a:pt x="2400300" y="74260"/>
                </a:lnTo>
                <a:lnTo>
                  <a:pt x="2743200" y="148736"/>
                </a:lnTo>
                <a:lnTo>
                  <a:pt x="3086100" y="175215"/>
                </a:lnTo>
                <a:lnTo>
                  <a:pt x="3429000" y="195500"/>
                </a:lnTo>
              </a:path>
            </a:pathLst>
          </a:custGeom>
          <a:noFill/>
          <a:ln w="17145">
            <a:solidFill>
              <a:srgbClr val="0072B2"/>
            </a:solidFill>
            <a:prstDash val="solid"/>
          </a:ln>
        </p:spPr>
      </p:sp>
      <p:sp>
        <p:nvSpPr>
          <p:cNvPr id="95" name="wildfire_P_true_reference_3">
            <a:extLst>
              <a:ext uri="{FF2B5EF4-FFF2-40B4-BE49-F238E27FC236}">
                <ns2:creationId id="{610DA25C-6958-4B7A-A924-897BF490E013}"/>
              </a:ext>
            </a:extLst>
          </p:cNvPr>
          <p:cNvSpPr>
            <a:spLocks noGrp="1"/>
          </p:cNvSpPr>
          <p:nvPr/>
        </p:nvSpPr>
        <p:spPr>
          <a:xfrm>
            <a:off x="8610600" y="2742457"/>
            <a:ext cx="3429000" cy="101496"/>
          </a:xfrm>
          <a:custGeom>
            <a:pathLst>
              <a:path w="3429000" h="101496">
                <a:moveTo>
                  <a:pt x="0" y="83753"/>
                </a:moveTo>
                <a:lnTo>
                  <a:pt x="342900" y="84462"/>
                </a:lnTo>
                <a:lnTo>
                  <a:pt x="685800" y="83753"/>
                </a:lnTo>
                <a:lnTo>
                  <a:pt x="1028700" y="67428"/>
                </a:lnTo>
                <a:lnTo>
                  <a:pt x="1371600" y="75236"/>
                </a:lnTo>
                <a:lnTo>
                  <a:pt x="1714500" y="83753"/>
                </a:lnTo>
                <a:lnTo>
                  <a:pt x="2057400" y="0"/>
                </a:lnTo>
                <a:lnTo>
                  <a:pt x="2400300" y="59619"/>
                </a:lnTo>
                <a:lnTo>
                  <a:pt x="2743200" y="101496"/>
                </a:lnTo>
                <a:lnTo>
                  <a:pt x="3086100" y="68136"/>
                </a:lnTo>
                <a:lnTo>
                  <a:pt x="3429000" y="76653"/>
                </a:lnTo>
              </a:path>
            </a:pathLst>
          </a:custGeom>
          <a:noFill/>
          <a:ln w="9525">
            <a:solidFill>
              <a:srgbClr val="0072B2"/>
            </a:solidFill>
            <a:prstDash val="dash"/>
          </a:ln>
        </p:spPr>
      </p:sp>
      <p:sp>
        <p:nvSpPr>
          <p:cNvPr id="96" name="wildfire_P_3_exact_anchor">
            <a:extLst>
              <a:ext uri="{FF2B5EF4-FFF2-40B4-BE49-F238E27FC236}">
                <ns2:creationId id="{30862062-DCAD-4DB7-95A8-F6F0611884F0}"/>
              </a:ext>
            </a:extLst>
          </p:cNvPr>
          <p:cNvSpPr>
            <a:spLocks noGrp="1"/>
          </p:cNvSpPr>
          <p:nvPr/>
        </p:nvSpPr>
        <p:spPr>
          <a:xfrm>
            <a:off x="10287000" y="2763191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99" name="path_098">
            <a:extLst>
              <a:ext uri="{FF2B5EF4-FFF2-40B4-BE49-F238E27FC236}">
                <ns2:creationId id="{99B838E2-5526-429C-9A39-FC2234D1E59A}"/>
              </a:ext>
            </a:extLst>
          </p:cNvPr>
          <p:cNvSpPr>
            <a:spLocks noGrp="1"/>
          </p:cNvSpPr>
          <p:nvPr/>
        </p:nvSpPr>
        <p:spPr>
          <a:xfrm>
            <a:off x="9639300" y="2280638"/>
            <a:ext cx="2400300" cy="167112"/>
          </a:xfrm>
          <a:custGeom>
            <a:pathLst>
              <a:path w="2400300" h="167112">
                <a:moveTo>
                  <a:pt x="0" y="6877"/>
                </a:moveTo>
                <a:lnTo>
                  <a:pt x="342900" y="136488"/>
                </a:lnTo>
                <a:lnTo>
                  <a:pt x="685800" y="167112"/>
                </a:lnTo>
                <a:lnTo>
                  <a:pt x="1028700" y="18674"/>
                </a:lnTo>
                <a:lnTo>
                  <a:pt x="1371600" y="15271"/>
                </a:lnTo>
                <a:lnTo>
                  <a:pt x="1714500" y="0"/>
                </a:lnTo>
                <a:lnTo>
                  <a:pt x="2057400" y="119168"/>
                </a:lnTo>
                <a:lnTo>
                  <a:pt x="2400300" y="143015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00" name="wildfire_P_track_48_trace">
            <a:extLst>
              <a:ext uri="{FF2B5EF4-FFF2-40B4-BE49-F238E27FC236}">
                <ns2:creationId id="{89CB6B32-DD69-438A-BB2B-39113E66EF75}"/>
              </a:ext>
            </a:extLst>
          </p:cNvPr>
          <p:cNvSpPr>
            <a:spLocks noGrp="1"/>
          </p:cNvSpPr>
          <p:nvPr/>
        </p:nvSpPr>
        <p:spPr>
          <a:xfrm>
            <a:off x="9639300" y="2280638"/>
            <a:ext cx="2400300" cy="167112"/>
          </a:xfrm>
          <a:custGeom>
            <a:pathLst>
              <a:path w="2400300" h="167112">
                <a:moveTo>
                  <a:pt x="0" y="6877"/>
                </a:moveTo>
                <a:lnTo>
                  <a:pt x="342900" y="136488"/>
                </a:lnTo>
                <a:lnTo>
                  <a:pt x="685800" y="167112"/>
                </a:lnTo>
                <a:lnTo>
                  <a:pt x="1028700" y="18674"/>
                </a:lnTo>
                <a:lnTo>
                  <a:pt x="1371600" y="15271"/>
                </a:lnTo>
                <a:lnTo>
                  <a:pt x="1714500" y="0"/>
                </a:lnTo>
                <a:lnTo>
                  <a:pt x="2057400" y="119168"/>
                </a:lnTo>
                <a:lnTo>
                  <a:pt x="2400300" y="143015"/>
                </a:lnTo>
              </a:path>
            </a:pathLst>
          </a:custGeom>
          <a:noFill/>
          <a:ln w="17145">
            <a:solidFill>
              <a:srgbClr val="D55E00"/>
            </a:solidFill>
            <a:prstDash val="solid"/>
          </a:ln>
        </p:spPr>
      </p:sp>
      <p:sp>
        <p:nvSpPr>
          <p:cNvPr id="101" name="wildfire_P_true_reference_48">
            <a:extLst>
              <a:ext uri="{FF2B5EF4-FFF2-40B4-BE49-F238E27FC236}">
                <ns2:creationId id="{9ACBC3E4-9E09-4CB2-A3AB-C96E2ED3F4BF}"/>
              </a:ext>
            </a:extLst>
          </p:cNvPr>
          <p:cNvSpPr>
            <a:spLocks noGrp="1"/>
          </p:cNvSpPr>
          <p:nvPr/>
        </p:nvSpPr>
        <p:spPr>
          <a:xfrm>
            <a:off x="9639300" y="2295998"/>
            <a:ext cx="2400300" cy="8517"/>
          </a:xfrm>
          <a:custGeom>
            <a:pathLst>
              <a:path w="2400300" h="8517">
                <a:moveTo>
                  <a:pt x="0" y="0"/>
                </a:moveTo>
                <a:lnTo>
                  <a:pt x="342900" y="0"/>
                </a:lnTo>
                <a:lnTo>
                  <a:pt x="685800" y="0"/>
                </a:lnTo>
                <a:lnTo>
                  <a:pt x="1028700" y="0"/>
                </a:lnTo>
                <a:lnTo>
                  <a:pt x="1371600" y="8517"/>
                </a:lnTo>
                <a:lnTo>
                  <a:pt x="1714500" y="0"/>
                </a:lnTo>
                <a:lnTo>
                  <a:pt x="2057400" y="0"/>
                </a:lnTo>
                <a:lnTo>
                  <a:pt x="2400300" y="0"/>
                </a:lnTo>
              </a:path>
            </a:pathLst>
          </a:custGeom>
          <a:noFill/>
          <a:ln w="9525">
            <a:solidFill>
              <a:srgbClr val="D55E00"/>
            </a:solidFill>
            <a:prstDash val="dash"/>
          </a:ln>
        </p:spPr>
      </p:sp>
      <p:sp>
        <p:nvSpPr>
          <p:cNvPr id="102" name="wildfire_P_48_exact_anchor">
            <a:extLst>
              <a:ext uri="{FF2B5EF4-FFF2-40B4-BE49-F238E27FC236}">
                <ns2:creationId id="{4F83D95F-F3A1-4DFF-A91C-AFCF2DF2E56E}"/>
              </a:ext>
            </a:extLst>
          </p:cNvPr>
          <p:cNvSpPr>
            <a:spLocks noGrp="1"/>
          </p:cNvSpPr>
          <p:nvPr/>
        </p:nvSpPr>
        <p:spPr>
          <a:xfrm>
            <a:off x="10287000" y="2409650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105" name="path_104">
            <a:extLst>
              <a:ext uri="{FF2B5EF4-FFF2-40B4-BE49-F238E27FC236}">
                <ns2:creationId id="{39AEC1A6-EAC7-48D8-8276-A7FDCE062F4A}"/>
              </a:ext>
            </a:extLst>
          </p:cNvPr>
          <p:cNvSpPr>
            <a:spLocks noGrp="1"/>
          </p:cNvSpPr>
          <p:nvPr/>
        </p:nvSpPr>
        <p:spPr>
          <a:xfrm>
            <a:off x="9982200" y="2435335"/>
            <a:ext cx="685800" cy="275264"/>
          </a:xfrm>
          <a:custGeom>
            <a:pathLst>
              <a:path w="685800" h="275264">
                <a:moveTo>
                  <a:pt x="0" y="275264"/>
                </a:moveTo>
                <a:lnTo>
                  <a:pt x="342900" y="0"/>
                </a:lnTo>
                <a:lnTo>
                  <a:pt x="685800" y="230109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06" name="wildfire_P_track_52_trace">
            <a:extLst>
              <a:ext uri="{FF2B5EF4-FFF2-40B4-BE49-F238E27FC236}">
                <ns2:creationId id="{2EA98CCE-BE7A-4335-9940-93D011243F5C}"/>
              </a:ext>
            </a:extLst>
          </p:cNvPr>
          <p:cNvSpPr>
            <a:spLocks noGrp="1"/>
          </p:cNvSpPr>
          <p:nvPr/>
        </p:nvSpPr>
        <p:spPr>
          <a:xfrm>
            <a:off x="9982200" y="2435335"/>
            <a:ext cx="685800" cy="275264"/>
          </a:xfrm>
          <a:custGeom>
            <a:pathLst>
              <a:path w="685800" h="275264">
                <a:moveTo>
                  <a:pt x="0" y="275264"/>
                </a:moveTo>
                <a:lnTo>
                  <a:pt x="342900" y="0"/>
                </a:lnTo>
                <a:lnTo>
                  <a:pt x="685800" y="230109"/>
                </a:lnTo>
              </a:path>
            </a:pathLst>
          </a:custGeom>
          <a:noFill/>
          <a:ln w="17145">
            <a:solidFill>
              <a:srgbClr val="009E73"/>
            </a:solidFill>
            <a:prstDash val="solid"/>
          </a:ln>
        </p:spPr>
      </p:sp>
      <p:sp>
        <p:nvSpPr>
          <p:cNvPr id="107" name="wildfire_P_true_reference_52">
            <a:extLst>
              <a:ext uri="{FF2B5EF4-FFF2-40B4-BE49-F238E27FC236}">
                <ns2:creationId id="{19D9F92C-300C-4DFF-AD83-89E039A35F6B}"/>
              </a:ext>
            </a:extLst>
          </p:cNvPr>
          <p:cNvSpPr>
            <a:spLocks noGrp="1"/>
          </p:cNvSpPr>
          <p:nvPr/>
        </p:nvSpPr>
        <p:spPr>
          <a:xfrm>
            <a:off x="9982200" y="2569945"/>
            <a:ext cx="685800" cy="95"/>
          </a:xfrm>
          <a:custGeom>
            <a:pathLst>
              <a:path w="685800" h="95">
                <a:moveTo>
                  <a:pt x="0" y="0"/>
                </a:moveTo>
                <a:lnTo>
                  <a:pt x="342900" y="0"/>
                </a:lnTo>
                <a:lnTo>
                  <a:pt x="685800" y="0"/>
                </a:lnTo>
              </a:path>
            </a:pathLst>
          </a:custGeom>
          <a:noFill/>
          <a:ln w="9525">
            <a:solidFill>
              <a:srgbClr val="009E73"/>
            </a:solidFill>
            <a:prstDash val="dash"/>
          </a:ln>
        </p:spPr>
      </p:sp>
      <p:sp>
        <p:nvSpPr>
          <p:cNvPr id="108" name="wildfire_P_52_exact_anchor">
            <a:extLst>
              <a:ext uri="{FF2B5EF4-FFF2-40B4-BE49-F238E27FC236}">
                <ns2:creationId id="{95A58A93-C056-435B-8B3F-14817B85E026}"/>
              </a:ext>
            </a:extLst>
          </p:cNvPr>
          <p:cNvSpPr>
            <a:spLocks noGrp="1"/>
          </p:cNvSpPr>
          <p:nvPr/>
        </p:nvSpPr>
        <p:spPr>
          <a:xfrm>
            <a:off x="10287000" y="2397235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sp>
        <p:nvSpPr>
          <p:cNvPr id="111" name="rect_110">
            <a:extLst>
              <a:ext uri="{FF2B5EF4-FFF2-40B4-BE49-F238E27FC236}">
                <ns2:creationId id="{9D197AE9-1D16-4092-BFB9-C2BA6925FF8A}"/>
              </a:ext>
            </a:extLst>
          </p:cNvPr>
          <p:cNvSpPr>
            <a:spLocks noGrp="1"/>
          </p:cNvSpPr>
          <p:nvPr/>
        </p:nvSpPr>
        <p:spPr>
          <a:xfrm>
            <a:off x="4008120" y="2228850"/>
            <a:ext cx="2158365" cy="666750"/>
          </a:xfrm>
          <a:prstGeom prst="rect">
            <a:avLst/>
          </a:prstGeom>
          <a:noFill/>
          <a:ln w="11430">
            <a:solidFill>
              <a:srgbClr val="263238"/>
            </a:solidFill>
            <a:prstDash val="solid"/>
          </a:ln>
        </p:spPr>
      </p:sp>
      <p:sp>
        <p:nvSpPr>
          <p:cNvPr id="112" name="text_111">
            <a:extLst>
              <a:ext uri="{FF2B5EF4-FFF2-40B4-BE49-F238E27FC236}">
                <ns2:creationId id="{484E251D-F240-4B89-B225-E9030BABB394}"/>
              </a:ext>
            </a:extLst>
          </p:cNvPr>
          <p:cNvSpPr>
            <a:spLocks noGrp="1"/>
          </p:cNvSpPr>
          <p:nvPr/>
        </p:nvSpPr>
        <p:spPr>
          <a:xfrm>
            <a:off x="152400" y="3162300"/>
            <a:ext cx="10572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RG-R20</a:t>
            </a:r>
          </a:p>
        </p:txBody>
      </p:sp>
      <p:pic>
        <p:nvPicPr>
          <p:cNvPr id="114" name="">
            <a:extLst>
              <a:ext uri="{FF2B5EF4-FFF2-40B4-BE49-F238E27FC236}">
                <ns2:creationId id="{B4695A5C-CF5A-4F78-9EC1-F7F4B462915F}"/>
              </a:ext>
            </a:extLst>
          </p:cNvPr>
          <p:cNvPicPr>
            <a:picLocks noChangeAspect="1"/>
          </p:cNvPicPr>
          <p:nvPr/>
        </p:nvPicPr>
        <p:blipFill>
          <a:blip r:embed="R7d729d5a72b44c75"/>
          <a:stretch/>
        </p:blipFill>
        <p:spPr>
          <a:xfrm>
            <a:off x="1457325" y="3114675"/>
            <a:ext cx="5886450" cy="666750"/>
          </a:xfrm>
          <a:prstGeom prst="rect">
            <a:avLst/>
          </a:prstGeom>
        </p:spPr>
      </p:pic>
      <p:sp>
        <p:nvSpPr>
          <p:cNvPr id="115" name="line_114">
            <a:extLst>
              <a:ext uri="{FF2B5EF4-FFF2-40B4-BE49-F238E27FC236}">
                <ns2:creationId id="{F344CAC8-67DF-463E-BC9D-DB1746B96CBF}"/>
              </a:ext>
            </a:extLst>
          </p:cNvPr>
          <p:cNvSpPr>
            <a:spLocks noGrp="1"/>
          </p:cNvSpPr>
          <p:nvPr/>
        </p:nvSpPr>
        <p:spPr>
          <a:xfrm>
            <a:off x="5087303" y="3114675"/>
            <a:ext cx="95" cy="666750"/>
          </a:xfrm>
          <a:custGeom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116" name="rect_115">
            <a:extLst>
              <a:ext uri="{FF2B5EF4-FFF2-40B4-BE49-F238E27FC236}">
                <ns2:creationId id="{F86D4BF1-F53B-456D-8311-5B7A16CF4C7A}"/>
              </a:ext>
            </a:extLst>
          </p:cNvPr>
          <p:cNvSpPr>
            <a:spLocks noGrp="1"/>
          </p:cNvSpPr>
          <p:nvPr/>
        </p:nvSpPr>
        <p:spPr>
          <a:xfrm>
            <a:off x="1457325" y="3114675"/>
            <a:ext cx="5886450" cy="6667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117" name="text_116">
            <a:extLst>
              <a:ext uri="{FF2B5EF4-FFF2-40B4-BE49-F238E27FC236}">
                <ns2:creationId id="{E69135E4-C3C0-4172-961C-34D5732EF070}"/>
              </a:ext>
            </a:extLst>
          </p:cNvPr>
          <p:cNvSpPr>
            <a:spLocks noGrp="1"/>
          </p:cNvSpPr>
          <p:nvPr/>
        </p:nvSpPr>
        <p:spPr>
          <a:xfrm>
            <a:off x="1085850" y="3686175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8" name="text_117">
            <a:extLst>
              <a:ext uri="{FF2B5EF4-FFF2-40B4-BE49-F238E27FC236}">
                <ns2:creationId id="{F0FD17F9-12D9-4F00-9D21-3C2332A83041}"/>
              </a:ext>
            </a:extLst>
          </p:cNvPr>
          <p:cNvSpPr>
            <a:spLocks noGrp="1"/>
          </p:cNvSpPr>
          <p:nvPr/>
        </p:nvSpPr>
        <p:spPr>
          <a:xfrm>
            <a:off x="1085850" y="3019425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9" name="text_118">
            <a:extLst>
              <a:ext uri="{FF2B5EF4-FFF2-40B4-BE49-F238E27FC236}">
                <ns2:creationId id="{A2BA31B2-B52E-40F6-B2E8-601977E460EA}"/>
              </a:ext>
            </a:extLst>
          </p:cNvPr>
          <p:cNvSpPr>
            <a:spLocks noGrp="1"/>
          </p:cNvSpPr>
          <p:nvPr/>
        </p:nvSpPr>
        <p:spPr>
          <a:xfrm>
            <a:off x="1364933" y="3810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0" name="text_119">
            <a:extLst>
              <a:ext uri="{FF2B5EF4-FFF2-40B4-BE49-F238E27FC236}">
                <ns2:creationId id="{78837675-5225-411C-9B24-7343CFF6B2FD}"/>
              </a:ext>
            </a:extLst>
          </p:cNvPr>
          <p:cNvSpPr>
            <a:spLocks noGrp="1"/>
          </p:cNvSpPr>
          <p:nvPr/>
        </p:nvSpPr>
        <p:spPr>
          <a:xfrm>
            <a:off x="7055167" y="3810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121" name="wildfire_R_3_exact_anchor">
            <a:extLst>
              <a:ext uri="{FF2B5EF4-FFF2-40B4-BE49-F238E27FC236}">
                <ns2:creationId id="{A2984D05-9919-4B90-B3B5-7279895961B0}"/>
              </a:ext>
            </a:extLst>
          </p:cNvPr>
          <p:cNvSpPr>
            <a:spLocks noGrp="1"/>
          </p:cNvSpPr>
          <p:nvPr/>
        </p:nvSpPr>
        <p:spPr>
          <a:xfrm>
            <a:off x="5049203" y="3632556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122" name="wildfire_R_48_exact_anchor">
            <a:extLst>
              <a:ext uri="{FF2B5EF4-FFF2-40B4-BE49-F238E27FC236}">
                <ns2:creationId id="{7DD1E69A-B425-48C0-8A79-E4D5B742E7F9}"/>
              </a:ext>
            </a:extLst>
          </p:cNvPr>
          <p:cNvSpPr>
            <a:spLocks noGrp="1"/>
          </p:cNvSpPr>
          <p:nvPr/>
        </p:nvSpPr>
        <p:spPr>
          <a:xfrm>
            <a:off x="5049203" y="3273547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123" name="wildfire_R_52_exact_anchor">
            <a:extLst>
              <a:ext uri="{FF2B5EF4-FFF2-40B4-BE49-F238E27FC236}">
                <ns2:creationId id="{AD123C6C-036D-4793-94FC-9E868B064571}"/>
              </a:ext>
            </a:extLst>
          </p:cNvPr>
          <p:cNvSpPr>
            <a:spLocks noGrp="1"/>
          </p:cNvSpPr>
          <p:nvPr/>
        </p:nvSpPr>
        <p:spPr>
          <a:xfrm>
            <a:off x="5049203" y="3462048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pic>
        <p:nvPicPr>
          <p:cNvPr id="124" name="">
            <a:extLst>
              <a:ext uri="{FF2B5EF4-FFF2-40B4-BE49-F238E27FC236}">
                <ns2:creationId id="{272B4CFE-6BB6-421E-A97E-54A2B142E164}"/>
              </a:ext>
            </a:extLst>
          </p:cNvPr>
          <p:cNvPicPr>
            <a:picLocks noChangeAspect="1"/>
          </p:cNvPicPr>
          <p:nvPr/>
        </p:nvPicPr>
        <p:blipFill>
          <a:blip r:embed="R58f2aa0e22f34a9d"/>
          <a:stretch/>
        </p:blipFill>
        <p:spPr>
          <a:xfrm>
            <a:off x="8439150" y="3114675"/>
            <a:ext cx="3771900" cy="666750"/>
          </a:xfrm>
          <a:prstGeom prst="rect">
            <a:avLst/>
          </a:prstGeom>
        </p:spPr>
      </p:pic>
      <p:sp>
        <p:nvSpPr>
          <p:cNvPr id="125" name="line_124">
            <a:extLst>
              <a:ext uri="{FF2B5EF4-FFF2-40B4-BE49-F238E27FC236}">
                <ns2:creationId id="{ED67D55B-2A0C-411E-9A44-99C2252B0837}"/>
              </a:ext>
            </a:extLst>
          </p:cNvPr>
          <p:cNvSpPr>
            <a:spLocks noGrp="1"/>
          </p:cNvSpPr>
          <p:nvPr/>
        </p:nvSpPr>
        <p:spPr>
          <a:xfrm>
            <a:off x="10325100" y="3114675"/>
            <a:ext cx="95" cy="666750"/>
          </a:xfrm>
          <a:custGeom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126" name="rect_125">
            <a:extLst>
              <a:ext uri="{FF2B5EF4-FFF2-40B4-BE49-F238E27FC236}">
                <ns2:creationId id="{84286569-BFCE-4409-A330-03E61D649F55}"/>
              </a:ext>
            </a:extLst>
          </p:cNvPr>
          <p:cNvSpPr>
            <a:spLocks noGrp="1"/>
          </p:cNvSpPr>
          <p:nvPr/>
        </p:nvSpPr>
        <p:spPr>
          <a:xfrm>
            <a:off x="8439150" y="3114675"/>
            <a:ext cx="3771900" cy="6667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127" name="text_126">
            <a:extLst>
              <a:ext uri="{FF2B5EF4-FFF2-40B4-BE49-F238E27FC236}">
                <ns2:creationId id="{4350426D-561A-4046-A5D8-B77F93BDB99C}"/>
              </a:ext>
            </a:extLst>
          </p:cNvPr>
          <p:cNvSpPr>
            <a:spLocks noGrp="1"/>
          </p:cNvSpPr>
          <p:nvPr/>
        </p:nvSpPr>
        <p:spPr>
          <a:xfrm>
            <a:off x="8067675" y="3686175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0.10</a:t>
            </a:r>
          </a:p>
        </p:txBody>
      </p:sp>
      <p:sp>
        <p:nvSpPr>
          <p:cNvPr id="128" name="text_127">
            <a:extLst>
              <a:ext uri="{FF2B5EF4-FFF2-40B4-BE49-F238E27FC236}">
                <ns2:creationId id="{962C16BB-24CB-49E6-AB16-4E03C4252D0E}"/>
              </a:ext>
            </a:extLst>
          </p:cNvPr>
          <p:cNvSpPr>
            <a:spLocks noGrp="1"/>
          </p:cNvSpPr>
          <p:nvPr/>
        </p:nvSpPr>
        <p:spPr>
          <a:xfrm>
            <a:off x="8067675" y="3019425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0.76</a:t>
            </a:r>
          </a:p>
        </p:txBody>
      </p:sp>
      <p:sp>
        <p:nvSpPr>
          <p:cNvPr id="129" name="text_128">
            <a:extLst>
              <a:ext uri="{FF2B5EF4-FFF2-40B4-BE49-F238E27FC236}">
                <ns2:creationId id="{DBCA3741-658D-44E6-834B-64C95F369A1C}"/>
              </a:ext>
            </a:extLst>
          </p:cNvPr>
          <p:cNvSpPr>
            <a:spLocks noGrp="1"/>
          </p:cNvSpPr>
          <p:nvPr/>
        </p:nvSpPr>
        <p:spPr>
          <a:xfrm>
            <a:off x="8420100" y="3810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30" name="text_129">
            <a:extLst>
              <a:ext uri="{FF2B5EF4-FFF2-40B4-BE49-F238E27FC236}">
                <ns2:creationId id="{75D1CC35-BDCB-40BD-8485-2E55E578E600}"/>
              </a:ext>
            </a:extLst>
          </p:cNvPr>
          <p:cNvSpPr>
            <a:spLocks noGrp="1"/>
          </p:cNvSpPr>
          <p:nvPr/>
        </p:nvSpPr>
        <p:spPr>
          <a:xfrm>
            <a:off x="11849100" y="3810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131" name="path_130">
            <a:extLst>
              <a:ext uri="{FF2B5EF4-FFF2-40B4-BE49-F238E27FC236}">
                <ns2:creationId id="{2437DCA4-B46D-41C4-AB22-88306C97A440}"/>
              </a:ext>
            </a:extLst>
          </p:cNvPr>
          <p:cNvSpPr>
            <a:spLocks noGrp="1"/>
          </p:cNvSpPr>
          <p:nvPr/>
        </p:nvSpPr>
        <p:spPr>
          <a:xfrm>
            <a:off x="8610600" y="3635872"/>
            <a:ext cx="3429000" cy="95167"/>
          </a:xfrm>
          <a:custGeom>
            <a:pathLst>
              <a:path w="3429000" h="95167">
                <a:moveTo>
                  <a:pt x="0" y="80081"/>
                </a:moveTo>
                <a:lnTo>
                  <a:pt x="342900" y="79256"/>
                </a:lnTo>
                <a:lnTo>
                  <a:pt x="685800" y="77132"/>
                </a:lnTo>
                <a:lnTo>
                  <a:pt x="1028700" y="64077"/>
                </a:lnTo>
                <a:lnTo>
                  <a:pt x="1371600" y="14067"/>
                </a:lnTo>
                <a:lnTo>
                  <a:pt x="1714500" y="75076"/>
                </a:lnTo>
                <a:lnTo>
                  <a:pt x="2057400" y="0"/>
                </a:lnTo>
                <a:lnTo>
                  <a:pt x="2400300" y="54976"/>
                </a:lnTo>
                <a:lnTo>
                  <a:pt x="2743200" y="95167"/>
                </a:lnTo>
                <a:lnTo>
                  <a:pt x="3086100" y="57630"/>
                </a:lnTo>
                <a:lnTo>
                  <a:pt x="3429000" y="73040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32" name="wildfire_R_track_3_trace">
            <a:extLst>
              <a:ext uri="{FF2B5EF4-FFF2-40B4-BE49-F238E27FC236}">
                <ns2:creationId id="{63A87208-0D83-41C1-B07C-09167A55F326}"/>
              </a:ext>
            </a:extLst>
          </p:cNvPr>
          <p:cNvSpPr>
            <a:spLocks noGrp="1"/>
          </p:cNvSpPr>
          <p:nvPr/>
        </p:nvSpPr>
        <p:spPr>
          <a:xfrm>
            <a:off x="8610600" y="3635872"/>
            <a:ext cx="3429000" cy="95167"/>
          </a:xfrm>
          <a:custGeom>
            <a:pathLst>
              <a:path w="3429000" h="95167">
                <a:moveTo>
                  <a:pt x="0" y="80081"/>
                </a:moveTo>
                <a:lnTo>
                  <a:pt x="342900" y="79256"/>
                </a:lnTo>
                <a:lnTo>
                  <a:pt x="685800" y="77132"/>
                </a:lnTo>
                <a:lnTo>
                  <a:pt x="1028700" y="64077"/>
                </a:lnTo>
                <a:lnTo>
                  <a:pt x="1371600" y="14067"/>
                </a:lnTo>
                <a:lnTo>
                  <a:pt x="1714500" y="75076"/>
                </a:lnTo>
                <a:lnTo>
                  <a:pt x="2057400" y="0"/>
                </a:lnTo>
                <a:lnTo>
                  <a:pt x="2400300" y="54976"/>
                </a:lnTo>
                <a:lnTo>
                  <a:pt x="2743200" y="95167"/>
                </a:lnTo>
                <a:lnTo>
                  <a:pt x="3086100" y="57630"/>
                </a:lnTo>
                <a:lnTo>
                  <a:pt x="3429000" y="73040"/>
                </a:lnTo>
              </a:path>
            </a:pathLst>
          </a:custGeom>
          <a:noFill/>
          <a:ln w="17145">
            <a:solidFill>
              <a:srgbClr val="0072B2"/>
            </a:solidFill>
            <a:prstDash val="solid"/>
          </a:ln>
        </p:spPr>
      </p:sp>
      <p:sp>
        <p:nvSpPr>
          <p:cNvPr id="133" name="wildfire_R_true_reference_3">
            <a:extLst>
              <a:ext uri="{FF2B5EF4-FFF2-40B4-BE49-F238E27FC236}">
                <ns2:creationId id="{558FDCE0-E5EA-4EA8-9FD1-A083FFBB98EF}"/>
              </a:ext>
            </a:extLst>
          </p:cNvPr>
          <p:cNvSpPr>
            <a:spLocks noGrp="1"/>
          </p:cNvSpPr>
          <p:nvPr/>
        </p:nvSpPr>
        <p:spPr>
          <a:xfrm>
            <a:off x="8610600" y="3626457"/>
            <a:ext cx="3429000" cy="98815"/>
          </a:xfrm>
          <a:custGeom>
            <a:pathLst>
              <a:path w="3429000" h="98815">
                <a:moveTo>
                  <a:pt x="0" y="81541"/>
                </a:moveTo>
                <a:lnTo>
                  <a:pt x="342900" y="82231"/>
                </a:lnTo>
                <a:lnTo>
                  <a:pt x="685800" y="81541"/>
                </a:lnTo>
                <a:lnTo>
                  <a:pt x="1028700" y="65647"/>
                </a:lnTo>
                <a:lnTo>
                  <a:pt x="1371600" y="73249"/>
                </a:lnTo>
                <a:lnTo>
                  <a:pt x="1714500" y="81541"/>
                </a:lnTo>
                <a:lnTo>
                  <a:pt x="2057400" y="0"/>
                </a:lnTo>
                <a:lnTo>
                  <a:pt x="2400300" y="58045"/>
                </a:lnTo>
                <a:lnTo>
                  <a:pt x="2743200" y="98815"/>
                </a:lnTo>
                <a:lnTo>
                  <a:pt x="3086100" y="66337"/>
                </a:lnTo>
                <a:lnTo>
                  <a:pt x="3429000" y="74629"/>
                </a:lnTo>
              </a:path>
            </a:pathLst>
          </a:custGeom>
          <a:noFill/>
          <a:ln w="9525">
            <a:solidFill>
              <a:srgbClr val="0072B2"/>
            </a:solidFill>
            <a:prstDash val="dash"/>
          </a:ln>
        </p:spPr>
      </p:sp>
      <p:sp>
        <p:nvSpPr>
          <p:cNvPr id="134" name="wildfire_R_3_exact_anchor">
            <a:extLst>
              <a:ext uri="{FF2B5EF4-FFF2-40B4-BE49-F238E27FC236}">
                <ns2:creationId id="{16171DBC-ACB0-4072-BA1F-FE610FA38706}"/>
              </a:ext>
            </a:extLst>
          </p:cNvPr>
          <p:cNvSpPr>
            <a:spLocks noGrp="1"/>
          </p:cNvSpPr>
          <p:nvPr/>
        </p:nvSpPr>
        <p:spPr>
          <a:xfrm>
            <a:off x="10287000" y="3672847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137" name="path_136">
            <a:extLst>
              <a:ext uri="{FF2B5EF4-FFF2-40B4-BE49-F238E27FC236}">
                <ns2:creationId id="{D8E4015F-E51F-4E2E-8D89-F37DAFD74330}"/>
              </a:ext>
            </a:extLst>
          </p:cNvPr>
          <p:cNvSpPr>
            <a:spLocks noGrp="1"/>
          </p:cNvSpPr>
          <p:nvPr/>
        </p:nvSpPr>
        <p:spPr>
          <a:xfrm>
            <a:off x="9639300" y="3164817"/>
            <a:ext cx="2400300" cy="31731"/>
          </a:xfrm>
          <a:custGeom>
            <a:pathLst>
              <a:path w="2400300" h="31731">
                <a:moveTo>
                  <a:pt x="0" y="18754"/>
                </a:moveTo>
                <a:lnTo>
                  <a:pt x="342900" y="0"/>
                </a:lnTo>
                <a:lnTo>
                  <a:pt x="685800" y="6958"/>
                </a:lnTo>
                <a:lnTo>
                  <a:pt x="1028700" y="17558"/>
                </a:lnTo>
                <a:lnTo>
                  <a:pt x="1371600" y="31731"/>
                </a:lnTo>
                <a:lnTo>
                  <a:pt x="1714500" y="18628"/>
                </a:lnTo>
                <a:lnTo>
                  <a:pt x="2057400" y="28675"/>
                </a:lnTo>
                <a:lnTo>
                  <a:pt x="2400300" y="27525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38" name="wildfire_R_track_48_trace">
            <a:extLst>
              <a:ext uri="{FF2B5EF4-FFF2-40B4-BE49-F238E27FC236}">
                <ns2:creationId id="{6F21D3A1-174B-42DD-8E8E-5296C41AF103}"/>
              </a:ext>
            </a:extLst>
          </p:cNvPr>
          <p:cNvSpPr>
            <a:spLocks noGrp="1"/>
          </p:cNvSpPr>
          <p:nvPr/>
        </p:nvSpPr>
        <p:spPr>
          <a:xfrm>
            <a:off x="9639300" y="3164817"/>
            <a:ext cx="2400300" cy="31731"/>
          </a:xfrm>
          <a:custGeom>
            <a:pathLst>
              <a:path w="2400300" h="31731">
                <a:moveTo>
                  <a:pt x="0" y="18754"/>
                </a:moveTo>
                <a:lnTo>
                  <a:pt x="342900" y="0"/>
                </a:lnTo>
                <a:lnTo>
                  <a:pt x="685800" y="6958"/>
                </a:lnTo>
                <a:lnTo>
                  <a:pt x="1028700" y="17558"/>
                </a:lnTo>
                <a:lnTo>
                  <a:pt x="1371600" y="31731"/>
                </a:lnTo>
                <a:lnTo>
                  <a:pt x="1714500" y="18628"/>
                </a:lnTo>
                <a:lnTo>
                  <a:pt x="2057400" y="28675"/>
                </a:lnTo>
                <a:lnTo>
                  <a:pt x="2400300" y="27525"/>
                </a:lnTo>
              </a:path>
            </a:pathLst>
          </a:custGeom>
          <a:noFill/>
          <a:ln w="17145">
            <a:solidFill>
              <a:srgbClr val="D55E00"/>
            </a:solidFill>
            <a:prstDash val="solid"/>
          </a:ln>
        </p:spPr>
      </p:sp>
      <p:sp>
        <p:nvSpPr>
          <p:cNvPr id="139" name="wildfire_R_true_reference_48">
            <a:extLst>
              <a:ext uri="{FF2B5EF4-FFF2-40B4-BE49-F238E27FC236}">
                <ns2:creationId id="{E7C0088A-BEB6-4F1B-BB6B-A280F57ACA53}"/>
              </a:ext>
            </a:extLst>
          </p:cNvPr>
          <p:cNvSpPr>
            <a:spLocks noGrp="1"/>
          </p:cNvSpPr>
          <p:nvPr/>
        </p:nvSpPr>
        <p:spPr>
          <a:xfrm>
            <a:off x="9639300" y="3191790"/>
            <a:ext cx="2400300" cy="8292"/>
          </a:xfrm>
          <a:custGeom>
            <a:pathLst>
              <a:path w="2400300" h="8292">
                <a:moveTo>
                  <a:pt x="0" y="0"/>
                </a:moveTo>
                <a:lnTo>
                  <a:pt x="342900" y="0"/>
                </a:lnTo>
                <a:lnTo>
                  <a:pt x="685800" y="0"/>
                </a:lnTo>
                <a:lnTo>
                  <a:pt x="1028700" y="0"/>
                </a:lnTo>
                <a:lnTo>
                  <a:pt x="1371600" y="8292"/>
                </a:lnTo>
                <a:lnTo>
                  <a:pt x="1714500" y="0"/>
                </a:lnTo>
                <a:lnTo>
                  <a:pt x="2057400" y="0"/>
                </a:lnTo>
                <a:lnTo>
                  <a:pt x="2400300" y="0"/>
                </a:lnTo>
              </a:path>
            </a:pathLst>
          </a:custGeom>
          <a:noFill/>
          <a:ln w="9525">
            <a:solidFill>
              <a:srgbClr val="D55E00"/>
            </a:solidFill>
            <a:prstDash val="dash"/>
          </a:ln>
        </p:spPr>
      </p:sp>
      <p:sp>
        <p:nvSpPr>
          <p:cNvPr id="140" name="wildfire_R_48_exact_anchor">
            <a:extLst>
              <a:ext uri="{FF2B5EF4-FFF2-40B4-BE49-F238E27FC236}">
                <ns2:creationId id="{868D62A8-2F70-437D-84C4-42F3389847B1}"/>
              </a:ext>
            </a:extLst>
          </p:cNvPr>
          <p:cNvSpPr>
            <a:spLocks noGrp="1"/>
          </p:cNvSpPr>
          <p:nvPr/>
        </p:nvSpPr>
        <p:spPr>
          <a:xfrm>
            <a:off x="10287000" y="3133675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143" name="path_142">
            <a:extLst>
              <a:ext uri="{FF2B5EF4-FFF2-40B4-BE49-F238E27FC236}">
                <ns2:creationId id="{78178995-D39E-456F-97D0-35D9B1A45575}"/>
              </a:ext>
            </a:extLst>
          </p:cNvPr>
          <p:cNvSpPr>
            <a:spLocks noGrp="1"/>
          </p:cNvSpPr>
          <p:nvPr/>
        </p:nvSpPr>
        <p:spPr>
          <a:xfrm>
            <a:off x="9982200" y="3408828"/>
            <a:ext cx="685800" cy="59088"/>
          </a:xfrm>
          <a:custGeom>
            <a:pathLst>
              <a:path w="685800" h="59088">
                <a:moveTo>
                  <a:pt x="0" y="0"/>
                </a:moveTo>
                <a:lnTo>
                  <a:pt x="342900" y="46045"/>
                </a:lnTo>
                <a:lnTo>
                  <a:pt x="685800" y="59088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44" name="wildfire_R_track_52_trace">
            <a:extLst>
              <a:ext uri="{FF2B5EF4-FFF2-40B4-BE49-F238E27FC236}">
                <ns2:creationId id="{A45B6052-8983-4BB1-AAF9-50F6A2425429}"/>
              </a:ext>
            </a:extLst>
          </p:cNvPr>
          <p:cNvSpPr>
            <a:spLocks noGrp="1"/>
          </p:cNvSpPr>
          <p:nvPr/>
        </p:nvSpPr>
        <p:spPr>
          <a:xfrm>
            <a:off x="9982200" y="3408828"/>
            <a:ext cx="685800" cy="59088"/>
          </a:xfrm>
          <a:custGeom>
            <a:pathLst>
              <a:path w="685800" h="59088">
                <a:moveTo>
                  <a:pt x="0" y="0"/>
                </a:moveTo>
                <a:lnTo>
                  <a:pt x="342900" y="46045"/>
                </a:lnTo>
                <a:lnTo>
                  <a:pt x="685800" y="59088"/>
                </a:lnTo>
              </a:path>
            </a:pathLst>
          </a:custGeom>
          <a:noFill/>
          <a:ln w="17145">
            <a:solidFill>
              <a:srgbClr val="009E73"/>
            </a:solidFill>
            <a:prstDash val="solid"/>
          </a:ln>
        </p:spPr>
      </p:sp>
      <p:sp>
        <p:nvSpPr>
          <p:cNvPr id="145" name="wildfire_R_true_reference_52">
            <a:extLst>
              <a:ext uri="{FF2B5EF4-FFF2-40B4-BE49-F238E27FC236}">
                <ns2:creationId id="{808D67F4-D9A2-4A2D-A4A7-DAD5C9F20EE2}"/>
              </a:ext>
            </a:extLst>
          </p:cNvPr>
          <p:cNvSpPr>
            <a:spLocks noGrp="1"/>
          </p:cNvSpPr>
          <p:nvPr/>
        </p:nvSpPr>
        <p:spPr>
          <a:xfrm>
            <a:off x="9982200" y="3458501"/>
            <a:ext cx="685800" cy="95"/>
          </a:xfrm>
          <a:custGeom>
            <a:pathLst>
              <a:path w="685800" h="95">
                <a:moveTo>
                  <a:pt x="0" y="0"/>
                </a:moveTo>
                <a:lnTo>
                  <a:pt x="342900" y="0"/>
                </a:lnTo>
                <a:lnTo>
                  <a:pt x="685800" y="0"/>
                </a:lnTo>
              </a:path>
            </a:pathLst>
          </a:custGeom>
          <a:noFill/>
          <a:ln w="9525">
            <a:solidFill>
              <a:srgbClr val="009E73"/>
            </a:solidFill>
            <a:prstDash val="dash"/>
          </a:ln>
        </p:spPr>
      </p:sp>
      <p:sp>
        <p:nvSpPr>
          <p:cNvPr id="146" name="wildfire_R_52_exact_anchor">
            <a:extLst>
              <a:ext uri="{FF2B5EF4-FFF2-40B4-BE49-F238E27FC236}">
                <ns2:creationId id="{74D189A4-1401-40A3-8A18-F7C6A7A01DEE}"/>
              </a:ext>
            </a:extLst>
          </p:cNvPr>
          <p:cNvSpPr>
            <a:spLocks noGrp="1"/>
          </p:cNvSpPr>
          <p:nvPr/>
        </p:nvSpPr>
        <p:spPr>
          <a:xfrm>
            <a:off x="10287000" y="3416773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sp>
        <p:nvSpPr>
          <p:cNvPr id="149" name="rect_148">
            <a:extLst>
              <a:ext uri="{FF2B5EF4-FFF2-40B4-BE49-F238E27FC236}">
                <ns2:creationId id="{F30F036B-0B07-4EF2-8605-51B6025B4164}"/>
              </a:ext>
            </a:extLst>
          </p:cNvPr>
          <p:cNvSpPr>
            <a:spLocks noGrp="1"/>
          </p:cNvSpPr>
          <p:nvPr/>
        </p:nvSpPr>
        <p:spPr>
          <a:xfrm>
            <a:off x="4008120" y="3114675"/>
            <a:ext cx="2158365" cy="666750"/>
          </a:xfrm>
          <a:prstGeom prst="rect">
            <a:avLst/>
          </a:prstGeom>
          <a:noFill/>
          <a:ln w="11430">
            <a:solidFill>
              <a:srgbClr val="263238"/>
            </a:solidFill>
            <a:prstDash val="solid"/>
          </a:ln>
        </p:spPr>
      </p:sp>
      <p:sp>
        <p:nvSpPr>
          <p:cNvPr id="10000" name="TMTM A endpoint leader">
            <a:extLst>
              <a:ext uri="{FF2B5EF4-FFF2-40B4-BE49-F238E27FC236}">
                <ns2:creationId id="{9A553663-425F-4977-92B3-C102C5F574AC}"/>
              </a:ext>
            </a:extLst>
          </p:cNvPr>
          <p:cNvSpPr>
            <a:spLocks noGrp="1"/>
          </p:cNvSpPr>
          <p:nvPr/>
        </p:nvSpPr>
        <p:spPr>
          <a:xfrm>
            <a:off x="12068175" y="686324"/>
            <a:ext cx="200025" cy="95"/>
          </a:xfrm>
          <a:custGeom>
            <a:pathLst>
              <a:path w="200025" h="95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8573">
            <a:solidFill>
              <a:srgbClr val="0072B2"/>
            </a:solidFill>
          </a:ln>
        </p:spPr>
      </p:sp>
      <p:sp>
        <p:nvSpPr>
          <p:cNvPr id="10001" name="A">
            <a:extLst>
              <a:ext uri="{FF2B5EF4-FFF2-40B4-BE49-F238E27FC236}">
                <ns2:creationId id="{77C6F0DF-F64B-4476-B008-B58FBB0FEF0A}"/>
              </a:ext>
            </a:extLst>
          </p:cNvPr>
          <p:cNvSpPr>
            <a:spLocks noGrp="1"/>
          </p:cNvSpPr>
          <p:nvPr/>
        </p:nvSpPr>
        <p:spPr>
          <a:xfrm>
            <a:off x="12296775" y="581549"/>
            <a:ext cx="2476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002" name="TMTM B endpoint leader">
            <a:extLst>
              <a:ext uri="{FF2B5EF4-FFF2-40B4-BE49-F238E27FC236}">
                <ns2:creationId id="{8ED88B7B-9B40-4E87-A541-93395F164665}"/>
              </a:ext>
            </a:extLst>
          </p:cNvPr>
          <p:cNvSpPr>
            <a:spLocks noGrp="1"/>
          </p:cNvSpPr>
          <p:nvPr/>
        </p:nvSpPr>
        <p:spPr>
          <a:xfrm>
            <a:off x="12068175" y="887953"/>
            <a:ext cx="200025" cy="95"/>
          </a:xfrm>
          <a:custGeom>
            <a:pathLst>
              <a:path w="200025" h="95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8573">
            <a:solidFill>
              <a:srgbClr val="D55E00"/>
            </a:solidFill>
          </a:ln>
        </p:spPr>
      </p:sp>
      <p:sp>
        <p:nvSpPr>
          <p:cNvPr id="10003" name="B">
            <a:extLst>
              <a:ext uri="{FF2B5EF4-FFF2-40B4-BE49-F238E27FC236}">
                <ns2:creationId id="{41CE999F-A04A-46C5-94A1-23ED88B90CF9}"/>
              </a:ext>
            </a:extLst>
          </p:cNvPr>
          <p:cNvSpPr>
            <a:spLocks noGrp="1"/>
          </p:cNvSpPr>
          <p:nvPr/>
        </p:nvSpPr>
        <p:spPr>
          <a:xfrm>
            <a:off x="12296775" y="783178"/>
            <a:ext cx="2476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004" name="TMTM C endpoint leader">
            <a:extLst>
              <a:ext uri="{FF2B5EF4-FFF2-40B4-BE49-F238E27FC236}">
                <ns2:creationId id="{2685BBE7-CB3A-46E3-A3DF-FCFD36F70464}"/>
              </a:ext>
            </a:extLst>
          </p:cNvPr>
          <p:cNvSpPr>
            <a:spLocks noGrp="1"/>
          </p:cNvSpPr>
          <p:nvPr/>
        </p:nvSpPr>
        <p:spPr>
          <a:xfrm>
            <a:off x="10696575" y="1056849"/>
            <a:ext cx="66675" cy="95"/>
          </a:xfrm>
          <a:custGeom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573">
            <a:solidFill>
              <a:srgbClr val="009E73"/>
            </a:solidFill>
          </a:ln>
        </p:spPr>
      </p:sp>
      <p:sp>
        <p:nvSpPr>
          <p:cNvPr id="10005" name="C">
            <a:extLst>
              <a:ext uri="{FF2B5EF4-FFF2-40B4-BE49-F238E27FC236}">
                <ns2:creationId id="{BEFB45B4-C2CA-4C70-8371-243C61B94854}"/>
              </a:ext>
            </a:extLst>
          </p:cNvPr>
          <p:cNvSpPr>
            <a:spLocks noGrp="1"/>
          </p:cNvSpPr>
          <p:nvPr/>
        </p:nvSpPr>
        <p:spPr>
          <a:xfrm>
            <a:off x="10791825" y="952074"/>
            <a:ext cx="2476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006" name="ST-MTM A endpoint leader">
            <a:extLst>
              <a:ext uri="{FF2B5EF4-FFF2-40B4-BE49-F238E27FC236}">
                <ns2:creationId id="{7C651B83-83ED-439E-9DD4-8FF6074A3483}"/>
              </a:ext>
            </a:extLst>
          </p:cNvPr>
          <p:cNvSpPr>
            <a:spLocks noGrp="1"/>
          </p:cNvSpPr>
          <p:nvPr/>
        </p:nvSpPr>
        <p:spPr>
          <a:xfrm>
            <a:off x="12068175" y="1859129"/>
            <a:ext cx="200025" cy="95"/>
          </a:xfrm>
          <a:custGeom>
            <a:pathLst>
              <a:path w="200025" h="95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8573">
            <a:solidFill>
              <a:srgbClr val="0072B2"/>
            </a:solidFill>
          </a:ln>
        </p:spPr>
      </p:sp>
      <p:sp>
        <p:nvSpPr>
          <p:cNvPr id="10007" name="A">
            <a:extLst>
              <a:ext uri="{FF2B5EF4-FFF2-40B4-BE49-F238E27FC236}">
                <ns2:creationId id="{8FA38F65-B8EC-4839-8E5A-2CBC56D0612A}"/>
              </a:ext>
            </a:extLst>
          </p:cNvPr>
          <p:cNvSpPr>
            <a:spLocks noGrp="1"/>
          </p:cNvSpPr>
          <p:nvPr/>
        </p:nvSpPr>
        <p:spPr>
          <a:xfrm>
            <a:off x="12296775" y="1754354"/>
            <a:ext cx="2476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008" name="ST-MTM B endpoint leader">
            <a:extLst>
              <a:ext uri="{FF2B5EF4-FFF2-40B4-BE49-F238E27FC236}">
                <ns2:creationId id="{69957995-7AEC-41EC-AA49-CC9D339FBCAD}"/>
              </a:ext>
            </a:extLst>
          </p:cNvPr>
          <p:cNvSpPr>
            <a:spLocks noGrp="1"/>
          </p:cNvSpPr>
          <p:nvPr/>
        </p:nvSpPr>
        <p:spPr>
          <a:xfrm>
            <a:off x="12068175" y="1539702"/>
            <a:ext cx="200025" cy="95"/>
          </a:xfrm>
          <a:custGeom>
            <a:pathLst>
              <a:path w="200025" h="95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8573">
            <a:solidFill>
              <a:srgbClr val="D55E00"/>
            </a:solidFill>
          </a:ln>
        </p:spPr>
      </p:sp>
      <p:sp>
        <p:nvSpPr>
          <p:cNvPr id="10009" name="B">
            <a:extLst>
              <a:ext uri="{FF2B5EF4-FFF2-40B4-BE49-F238E27FC236}">
                <ns2:creationId id="{C8435ED0-0E50-43C1-8413-A89F496D8302}"/>
              </a:ext>
            </a:extLst>
          </p:cNvPr>
          <p:cNvSpPr>
            <a:spLocks noGrp="1"/>
          </p:cNvSpPr>
          <p:nvPr/>
        </p:nvSpPr>
        <p:spPr>
          <a:xfrm>
            <a:off x="12296775" y="1434927"/>
            <a:ext cx="2476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010" name="ST-MTM C endpoint leader">
            <a:extLst>
              <a:ext uri="{FF2B5EF4-FFF2-40B4-BE49-F238E27FC236}">
                <ns2:creationId id="{F6765327-36B6-46E8-8805-24CD1779B37D}"/>
              </a:ext>
            </a:extLst>
          </p:cNvPr>
          <p:cNvSpPr>
            <a:spLocks noGrp="1"/>
          </p:cNvSpPr>
          <p:nvPr/>
        </p:nvSpPr>
        <p:spPr>
          <a:xfrm>
            <a:off x="10696575" y="1434622"/>
            <a:ext cx="66675" cy="95"/>
          </a:xfrm>
          <a:custGeom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573">
            <a:solidFill>
              <a:srgbClr val="009E73"/>
            </a:solidFill>
          </a:ln>
        </p:spPr>
      </p:sp>
      <p:sp>
        <p:nvSpPr>
          <p:cNvPr id="10011" name="C">
            <a:extLst>
              <a:ext uri="{FF2B5EF4-FFF2-40B4-BE49-F238E27FC236}">
                <ns2:creationId id="{EE9ED79B-9193-446E-94D1-21CED8CE94B5}"/>
              </a:ext>
            </a:extLst>
          </p:cNvPr>
          <p:cNvSpPr>
            <a:spLocks noGrp="1"/>
          </p:cNvSpPr>
          <p:nvPr/>
        </p:nvSpPr>
        <p:spPr>
          <a:xfrm>
            <a:off x="10791825" y="1329847"/>
            <a:ext cx="2476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012" name="P A endpoint leader">
            <a:extLst>
              <a:ext uri="{FF2B5EF4-FFF2-40B4-BE49-F238E27FC236}">
                <ns2:creationId id="{BC5352A1-D420-4B95-A62D-4E5C612B2C2E}"/>
              </a:ext>
            </a:extLst>
          </p:cNvPr>
          <p:cNvSpPr>
            <a:spLocks noGrp="1"/>
          </p:cNvSpPr>
          <p:nvPr/>
        </p:nvSpPr>
        <p:spPr>
          <a:xfrm>
            <a:off x="12068175" y="2825316"/>
            <a:ext cx="200025" cy="95"/>
          </a:xfrm>
          <a:custGeom>
            <a:pathLst>
              <a:path w="200025" h="95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8573">
            <a:solidFill>
              <a:srgbClr val="0072B2"/>
            </a:solidFill>
          </a:ln>
        </p:spPr>
      </p:sp>
      <p:sp>
        <p:nvSpPr>
          <p:cNvPr id="10013" name="A">
            <a:extLst>
              <a:ext uri="{FF2B5EF4-FFF2-40B4-BE49-F238E27FC236}">
                <ns2:creationId id="{0C52274B-C778-485C-B07C-F5652F4FDE82}"/>
              </a:ext>
            </a:extLst>
          </p:cNvPr>
          <p:cNvSpPr>
            <a:spLocks noGrp="1"/>
          </p:cNvSpPr>
          <p:nvPr/>
        </p:nvSpPr>
        <p:spPr>
          <a:xfrm>
            <a:off x="12296775" y="2720541"/>
            <a:ext cx="2476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014" name="P B endpoint leader">
            <a:extLst>
              <a:ext uri="{FF2B5EF4-FFF2-40B4-BE49-F238E27FC236}">
                <ns2:creationId id="{93011C28-CD4E-442A-AA9B-900C2B25F984}"/>
              </a:ext>
            </a:extLst>
          </p:cNvPr>
          <p:cNvSpPr>
            <a:spLocks noGrp="1"/>
          </p:cNvSpPr>
          <p:nvPr/>
        </p:nvSpPr>
        <p:spPr>
          <a:xfrm>
            <a:off x="12068175" y="2423653"/>
            <a:ext cx="200025" cy="95"/>
          </a:xfrm>
          <a:custGeom>
            <a:pathLst>
              <a:path w="200025" h="95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8573">
            <a:solidFill>
              <a:srgbClr val="D55E00"/>
            </a:solidFill>
          </a:ln>
        </p:spPr>
      </p:sp>
      <p:sp>
        <p:nvSpPr>
          <p:cNvPr id="10015" name="B">
            <a:extLst>
              <a:ext uri="{FF2B5EF4-FFF2-40B4-BE49-F238E27FC236}">
                <ns2:creationId id="{BA012CFE-AC02-4C61-A74B-C052527E1933}"/>
              </a:ext>
            </a:extLst>
          </p:cNvPr>
          <p:cNvSpPr>
            <a:spLocks noGrp="1"/>
          </p:cNvSpPr>
          <p:nvPr/>
        </p:nvSpPr>
        <p:spPr>
          <a:xfrm>
            <a:off x="12296775" y="2318878"/>
            <a:ext cx="2476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016" name="P C endpoint leader">
            <a:extLst>
              <a:ext uri="{FF2B5EF4-FFF2-40B4-BE49-F238E27FC236}">
                <ns2:creationId id="{4EF5E1A5-82C3-4E0A-B0B8-08DE4C91AAB4}"/>
              </a:ext>
            </a:extLst>
          </p:cNvPr>
          <p:cNvSpPr>
            <a:spLocks noGrp="1"/>
          </p:cNvSpPr>
          <p:nvPr/>
        </p:nvSpPr>
        <p:spPr>
          <a:xfrm>
            <a:off x="10696575" y="2665444"/>
            <a:ext cx="66675" cy="95"/>
          </a:xfrm>
          <a:custGeom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573">
            <a:solidFill>
              <a:srgbClr val="009E73"/>
            </a:solidFill>
          </a:ln>
        </p:spPr>
      </p:sp>
      <p:sp>
        <p:nvSpPr>
          <p:cNvPr id="10017" name="C">
            <a:extLst>
              <a:ext uri="{FF2B5EF4-FFF2-40B4-BE49-F238E27FC236}">
                <ns2:creationId id="{DC096426-CBBC-4C78-B2B4-40E2747C7646}"/>
              </a:ext>
            </a:extLst>
          </p:cNvPr>
          <p:cNvSpPr>
            <a:spLocks noGrp="1"/>
          </p:cNvSpPr>
          <p:nvPr/>
        </p:nvSpPr>
        <p:spPr>
          <a:xfrm>
            <a:off x="10791825" y="2560669"/>
            <a:ext cx="2476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018" name="R A endpoint leader">
            <a:extLst>
              <a:ext uri="{FF2B5EF4-FFF2-40B4-BE49-F238E27FC236}">
                <ns2:creationId id="{4789B523-5AB2-4B2D-B469-B8296A15818E}"/>
              </a:ext>
            </a:extLst>
          </p:cNvPr>
          <p:cNvSpPr>
            <a:spLocks noGrp="1"/>
          </p:cNvSpPr>
          <p:nvPr/>
        </p:nvSpPr>
        <p:spPr>
          <a:xfrm>
            <a:off x="12068175" y="3708911"/>
            <a:ext cx="200025" cy="95"/>
          </a:xfrm>
          <a:custGeom>
            <a:pathLst>
              <a:path w="200025" h="95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8573">
            <a:solidFill>
              <a:srgbClr val="0072B2"/>
            </a:solidFill>
          </a:ln>
        </p:spPr>
      </p:sp>
      <p:sp>
        <p:nvSpPr>
          <p:cNvPr id="10019" name="A">
            <a:extLst>
              <a:ext uri="{FF2B5EF4-FFF2-40B4-BE49-F238E27FC236}">
                <ns2:creationId id="{6AC2726B-34B6-4D49-9D53-61BCD6C25CB9}"/>
              </a:ext>
            </a:extLst>
          </p:cNvPr>
          <p:cNvSpPr>
            <a:spLocks noGrp="1"/>
          </p:cNvSpPr>
          <p:nvPr/>
        </p:nvSpPr>
        <p:spPr>
          <a:xfrm>
            <a:off x="12296775" y="3604136"/>
            <a:ext cx="2476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020" name="R B endpoint leader">
            <a:extLst>
              <a:ext uri="{FF2B5EF4-FFF2-40B4-BE49-F238E27FC236}">
                <ns2:creationId id="{BE2EEF9E-417C-4CBC-BC09-DDE37138C1E7}"/>
              </a:ext>
            </a:extLst>
          </p:cNvPr>
          <p:cNvSpPr>
            <a:spLocks noGrp="1"/>
          </p:cNvSpPr>
          <p:nvPr/>
        </p:nvSpPr>
        <p:spPr>
          <a:xfrm>
            <a:off x="12068175" y="3192343"/>
            <a:ext cx="200025" cy="95"/>
          </a:xfrm>
          <a:custGeom>
            <a:pathLst>
              <a:path w="200025" h="95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8573">
            <a:solidFill>
              <a:srgbClr val="D55E00"/>
            </a:solidFill>
          </a:ln>
        </p:spPr>
      </p:sp>
      <p:sp>
        <p:nvSpPr>
          <p:cNvPr id="10021" name="B">
            <a:extLst>
              <a:ext uri="{FF2B5EF4-FFF2-40B4-BE49-F238E27FC236}">
                <ns2:creationId id="{C3749B5D-E833-418E-AAA6-AC7280512908}"/>
              </a:ext>
            </a:extLst>
          </p:cNvPr>
          <p:cNvSpPr>
            <a:spLocks noGrp="1"/>
          </p:cNvSpPr>
          <p:nvPr/>
        </p:nvSpPr>
        <p:spPr>
          <a:xfrm>
            <a:off x="12296775" y="3087568"/>
            <a:ext cx="2476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022" name="R C endpoint leader">
            <a:extLst>
              <a:ext uri="{FF2B5EF4-FFF2-40B4-BE49-F238E27FC236}">
                <ns2:creationId id="{263CC176-C4A7-4D0D-A3EA-81E86A0CFC7E}"/>
              </a:ext>
            </a:extLst>
          </p:cNvPr>
          <p:cNvSpPr>
            <a:spLocks noGrp="1"/>
          </p:cNvSpPr>
          <p:nvPr/>
        </p:nvSpPr>
        <p:spPr>
          <a:xfrm>
            <a:off x="10696575" y="3467916"/>
            <a:ext cx="66675" cy="95"/>
          </a:xfrm>
          <a:custGeom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573">
            <a:solidFill>
              <a:srgbClr val="009E73"/>
            </a:solidFill>
          </a:ln>
        </p:spPr>
      </p:sp>
      <p:sp>
        <p:nvSpPr>
          <p:cNvPr id="10023" name="C">
            <a:extLst>
              <a:ext uri="{FF2B5EF4-FFF2-40B4-BE49-F238E27FC236}">
                <ns2:creationId id="{D55B2F07-C45C-4861-8071-6375AEB1FBE4}"/>
              </a:ext>
            </a:extLst>
          </p:cNvPr>
          <p:cNvSpPr>
            <a:spLocks noGrp="1"/>
          </p:cNvSpPr>
          <p:nvPr/>
        </p:nvSpPr>
        <p:spPr>
          <a:xfrm>
            <a:off x="10791825" y="3363141"/>
            <a:ext cx="2476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024" name="(c) Source snapshots">
            <a:extLst>
              <a:ext uri="{FF2B5EF4-FFF2-40B4-BE49-F238E27FC236}">
                <ns2:creationId id="{DC3B11CA-744A-4086-A4B3-0E81A92AA19A}"/>
              </a:ext>
            </a:extLst>
          </p:cNvPr>
          <p:cNvSpPr>
            <a:spLocks noGrp="1"/>
          </p:cNvSpPr>
          <p:nvPr/>
        </p:nvSpPr>
        <p:spPr>
          <a:xfrm>
            <a:off x="152400" y="4133850"/>
            <a:ext cx="57150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(c) Source snapshots</a:t>
            </a:r>
          </a:p>
        </p:txBody>
      </p:sp>
      <p:sp>
        <p:nvSpPr>
          <p:cNvPr id="10025" name="f17   2019-12-05">
            <a:extLst>
              <a:ext uri="{FF2B5EF4-FFF2-40B4-BE49-F238E27FC236}">
                <ns2:creationId id="{0C7D45C5-5764-4C21-B6DE-58DEF40BC21A}"/>
              </a:ext>
            </a:extLst>
          </p:cNvPr>
          <p:cNvSpPr>
            <a:spLocks noGrp="1"/>
          </p:cNvSpPr>
          <p:nvPr/>
        </p:nvSpPr>
        <p:spPr>
          <a:xfrm>
            <a:off x="600075" y="4400550"/>
            <a:ext cx="30670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 17</a:t>
            </a:r>
          </a:p>
        </p:txBody>
      </p:sp>
      <p:pic>
        <p:nvPicPr>
          <p:cNvPr id="10026" name="">
            <a:extLst>
              <a:ext uri="{FF2B5EF4-FFF2-40B4-BE49-F238E27FC236}">
                <ns2:creationId id="{3621CFEB-6755-47F7-A439-B3FF399BC448}"/>
              </a:ext>
            </a:extLst>
          </p:cNvPr>
          <p:cNvPicPr>
            <a:picLocks noChangeAspect="1"/>
          </p:cNvPicPr>
          <p:nvPr/>
        </p:nvPicPr>
        <p:blipFill>
          <a:blip r:embed="Refined_Rf3f44c2f36d24aa8"/>
          <a:stretch/>
        </p:blipFill>
        <p:spPr>
          <a:xfrm>
            <a:off x="1219200" y="4667250"/>
            <a:ext cx="1828800" cy="1828800"/>
          </a:xfrm>
          <a:prstGeom prst="rect">
            <a:avLst/>
          </a:prstGeom>
        </p:spPr>
      </p:pic>
      <p:sp>
        <p:nvSpPr>
          <p:cNvPr id="10027" name="Source domain 0-120">
            <a:extLst>
              <a:ext uri="{FF2B5EF4-FFF2-40B4-BE49-F238E27FC236}">
                <ns2:creationId id="{B4D11E98-83F5-48C3-9B58-18071908C9B3}"/>
              </a:ext>
            </a:extLst>
          </p:cNvPr>
          <p:cNvSpPr>
            <a:spLocks noGrp="1"/>
          </p:cNvSpPr>
          <p:nvPr/>
        </p:nvSpPr>
        <p:spPr>
          <a:xfrm>
            <a:off x="1219200" y="4667250"/>
            <a:ext cx="1828800" cy="1828800"/>
          </a:xfrm>
          <a:prstGeom prst="rect">
            <a:avLst/>
          </a:prstGeom>
          <a:noFill/>
          <a:ln w="7620">
            <a:solidFill>
              <a:srgbClr val="B8C0C8"/>
            </a:solidFill>
          </a:ln>
        </p:spPr>
      </p:sp>
      <p:sp>
        <p:nvSpPr>
          <p:cNvPr id="10028" name="Fixed projection direction">
            <a:extLst>
              <a:ext uri="{FF2B5EF4-FFF2-40B4-BE49-F238E27FC236}">
                <ns2:creationId id="{75D42CB6-0B71-4BC0-900C-2055C01D3DED}"/>
              </a:ext>
            </a:extLst>
          </p:cNvPr>
          <p:cNvSpPr>
            <a:spLocks noGrp="1"/>
          </p:cNvSpPr>
          <p:nvPr/>
        </p:nvSpPr>
        <p:spPr>
          <a:xfrm>
            <a:off x="1490185" y="5977890"/>
            <a:ext cx="247175" cy="269601"/>
          </a:xfrm>
          <a:custGeom>
            <a:pathLst>
              <a:path w="247175" h="269601">
                <a:moveTo>
                  <a:pt x="247175" y="0"/>
                </a:moveTo>
                <a:lnTo>
                  <a:pt x="0" y="269601"/>
                </a:lnTo>
              </a:path>
            </a:pathLst>
          </a:custGeom>
          <a:noFill/>
          <a:ln w="14288">
            <a:solidFill>
              <a:srgbClr val="65717B"/>
            </a:solidFill>
          </a:ln>
        </p:spPr>
      </p:sp>
      <p:sp>
        <p:nvSpPr>
          <p:cNvPr id="10029" name="Scientific line">
            <a:extLst>
              <a:ext uri="{FF2B5EF4-FFF2-40B4-BE49-F238E27FC236}">
                <ns2:creationId id="{041F6083-AF9B-4688-99CD-C5424B2CB885}"/>
              </a:ext>
            </a:extLst>
          </p:cNvPr>
          <p:cNvSpPr>
            <a:spLocks noGrp="1"/>
          </p:cNvSpPr>
          <p:nvPr/>
        </p:nvSpPr>
        <p:spPr>
          <a:xfrm>
            <a:off x="1490185" y="6217656"/>
            <a:ext cx="66121" cy="29836"/>
          </a:xfrm>
          <a:custGeom>
            <a:pathLst>
              <a:path w="66121" h="29836">
                <a:moveTo>
                  <a:pt x="66121" y="0"/>
                </a:moveTo>
                <a:lnTo>
                  <a:pt x="0" y="29836"/>
                </a:lnTo>
              </a:path>
            </a:pathLst>
          </a:custGeom>
          <a:noFill/>
          <a:ln w="14288">
            <a:solidFill>
              <a:srgbClr val="65717B"/>
            </a:solidFill>
          </a:ln>
        </p:spPr>
      </p:sp>
      <p:sp>
        <p:nvSpPr>
          <p:cNvPr id="10030" name="Scientific line">
            <a:extLst>
              <a:ext uri="{FF2B5EF4-FFF2-40B4-BE49-F238E27FC236}">
                <ns2:creationId id="{D941EECD-5239-413E-A036-64546D51C15B}"/>
              </a:ext>
            </a:extLst>
          </p:cNvPr>
          <p:cNvSpPr>
            <a:spLocks noGrp="1"/>
          </p:cNvSpPr>
          <p:nvPr/>
        </p:nvSpPr>
        <p:spPr>
          <a:xfrm>
            <a:off x="1490185" y="6179035"/>
            <a:ext cx="23995" cy="68457"/>
          </a:xfrm>
          <a:custGeom>
            <a:pathLst>
              <a:path w="23995" h="68457">
                <a:moveTo>
                  <a:pt x="23995" y="0"/>
                </a:moveTo>
                <a:lnTo>
                  <a:pt x="0" y="68457"/>
                </a:lnTo>
              </a:path>
            </a:pathLst>
          </a:custGeom>
          <a:noFill/>
          <a:ln w="14288">
            <a:solidFill>
              <a:srgbClr val="65717B"/>
            </a:solidFill>
          </a:ln>
        </p:spPr>
      </p:sp>
      <p:sp>
        <p:nvSpPr>
          <p:cNvPr id="10031" name="d">
            <a:extLst>
              <a:ext uri="{FF2B5EF4-FFF2-40B4-BE49-F238E27FC236}">
                <ns2:creationId id="{E6A42462-FC39-42E4-9DC7-D9928FFF5E0F}"/>
              </a:ext>
            </a:extLst>
          </p:cNvPr>
          <p:cNvSpPr>
            <a:spLocks noGrp="1"/>
          </p:cNvSpPr>
          <p:nvPr/>
        </p:nvSpPr>
        <p:spPr>
          <a:xfrm>
            <a:off x="1765935" y="5835015"/>
            <a:ext cx="2286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717B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0032" name="Exact raw coordinate A, track 3, f17">
            <a:extLst>
              <a:ext uri="{FF2B5EF4-FFF2-40B4-BE49-F238E27FC236}">
                <ns2:creationId id="{DB0183EE-AFAE-4C4D-8589-6CCE4DE8A8BF}"/>
              </a:ext>
            </a:extLst>
          </p:cNvPr>
          <p:cNvSpPr>
            <a:spLocks noGrp="1"/>
          </p:cNvSpPr>
          <p:nvPr/>
        </p:nvSpPr>
        <p:spPr>
          <a:xfrm>
            <a:off x="2790825" y="5067300"/>
            <a:ext cx="85725" cy="8572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</a:ln>
        </p:spPr>
      </p:sp>
      <p:sp>
        <p:nvSpPr>
          <p:cNvPr id="10033" name="A">
            <a:extLst>
              <a:ext uri="{FF2B5EF4-FFF2-40B4-BE49-F238E27FC236}">
                <ns2:creationId id="{6E61B869-9E16-4153-A9C6-625ED0B21D2D}"/>
              </a:ext>
            </a:extLst>
          </p:cNvPr>
          <p:cNvSpPr>
            <a:spLocks noGrp="1"/>
          </p:cNvSpPr>
          <p:nvPr/>
        </p:nvSpPr>
        <p:spPr>
          <a:xfrm>
            <a:off x="2595563" y="4900613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034" name="Exact raw coordinate B, track 48, f17">
            <a:extLst>
              <a:ext uri="{FF2B5EF4-FFF2-40B4-BE49-F238E27FC236}">
                <ns2:creationId id="{0E69524F-E526-4981-B78F-C8EE4C290ABA}"/>
              </a:ext>
            </a:extLst>
          </p:cNvPr>
          <p:cNvSpPr>
            <a:spLocks noGrp="1"/>
          </p:cNvSpPr>
          <p:nvPr/>
        </p:nvSpPr>
        <p:spPr>
          <a:xfrm>
            <a:off x="2190750" y="6267450"/>
            <a:ext cx="85725" cy="8572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</a:ln>
        </p:spPr>
      </p:sp>
      <p:sp>
        <p:nvSpPr>
          <p:cNvPr id="10035" name="B">
            <a:extLst>
              <a:ext uri="{FF2B5EF4-FFF2-40B4-BE49-F238E27FC236}">
                <ns2:creationId id="{FCDB24AE-2269-4842-9B22-46DB4ED2CB3C}"/>
              </a:ext>
            </a:extLst>
          </p:cNvPr>
          <p:cNvSpPr>
            <a:spLocks noGrp="1"/>
          </p:cNvSpPr>
          <p:nvPr/>
        </p:nvSpPr>
        <p:spPr>
          <a:xfrm>
            <a:off x="2328863" y="6072188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036" name="Exact raw coordinate C, track 52, f17">
            <a:extLst>
              <a:ext uri="{FF2B5EF4-FFF2-40B4-BE49-F238E27FC236}">
                <ns2:creationId id="{5438F412-7BEE-4BAC-B298-EFF4AC34B51B}"/>
              </a:ext>
            </a:extLst>
          </p:cNvPr>
          <p:cNvSpPr>
            <a:spLocks noGrp="1"/>
          </p:cNvSpPr>
          <p:nvPr/>
        </p:nvSpPr>
        <p:spPr>
          <a:xfrm>
            <a:off x="1790700" y="4981575"/>
            <a:ext cx="85725" cy="8572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</a:ln>
        </p:spPr>
      </p:sp>
      <p:sp>
        <p:nvSpPr>
          <p:cNvPr id="10037" name="C">
            <a:extLst>
              <a:ext uri="{FF2B5EF4-FFF2-40B4-BE49-F238E27FC236}">
                <ns2:creationId id="{DFCF2C0E-7BE9-4061-AC26-D275A4F6B7EE}"/>
              </a:ext>
            </a:extLst>
          </p:cNvPr>
          <p:cNvSpPr>
            <a:spLocks noGrp="1"/>
          </p:cNvSpPr>
          <p:nvPr/>
        </p:nvSpPr>
        <p:spPr>
          <a:xfrm>
            <a:off x="1928813" y="4814888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038" name="f18   2019-12-07">
            <a:extLst>
              <a:ext uri="{FF2B5EF4-FFF2-40B4-BE49-F238E27FC236}">
                <ns2:creationId id="{7CB624E0-D37E-4DC9-9AB2-10CF4B199C88}"/>
              </a:ext>
            </a:extLst>
          </p:cNvPr>
          <p:cNvSpPr>
            <a:spLocks noGrp="1"/>
          </p:cNvSpPr>
          <p:nvPr/>
        </p:nvSpPr>
        <p:spPr>
          <a:xfrm>
            <a:off x="4867275" y="4400550"/>
            <a:ext cx="30670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 18</a:t>
            </a:r>
          </a:p>
        </p:txBody>
      </p:sp>
      <p:pic>
        <p:nvPicPr>
          <p:cNvPr id="10039" name="">
            <a:extLst>
              <a:ext uri="{FF2B5EF4-FFF2-40B4-BE49-F238E27FC236}">
                <ns2:creationId id="{CE296B33-EDC3-4BE4-B854-BFCD652689DE}"/>
              </a:ext>
            </a:extLst>
          </p:cNvPr>
          <p:cNvPicPr>
            <a:picLocks noChangeAspect="1"/>
          </p:cNvPicPr>
          <p:nvPr/>
        </p:nvPicPr>
        <p:blipFill>
          <a:blip r:embed="Refined_R07d59643cd9a422d"/>
          <a:stretch/>
        </p:blipFill>
        <p:spPr>
          <a:xfrm>
            <a:off x="5486400" y="4667250"/>
            <a:ext cx="1828800" cy="1828800"/>
          </a:xfrm>
          <a:prstGeom prst="rect">
            <a:avLst/>
          </a:prstGeom>
        </p:spPr>
      </p:pic>
      <p:sp>
        <p:nvSpPr>
          <p:cNvPr id="10040" name="Source domain 0-120">
            <a:extLst>
              <a:ext uri="{FF2B5EF4-FFF2-40B4-BE49-F238E27FC236}">
                <ns2:creationId id="{53D5EC7F-7FEE-4558-BB66-5CCEACD7BD70}"/>
              </a:ext>
            </a:extLst>
          </p:cNvPr>
          <p:cNvSpPr>
            <a:spLocks noGrp="1"/>
          </p:cNvSpPr>
          <p:nvPr/>
        </p:nvSpPr>
        <p:spPr>
          <a:xfrm>
            <a:off x="5486400" y="4667250"/>
            <a:ext cx="1828800" cy="1828800"/>
          </a:xfrm>
          <a:prstGeom prst="rect">
            <a:avLst/>
          </a:prstGeom>
          <a:noFill/>
          <a:ln w="7620">
            <a:solidFill>
              <a:srgbClr val="B8C0C8"/>
            </a:solidFill>
          </a:ln>
        </p:spPr>
      </p:sp>
      <p:sp>
        <p:nvSpPr>
          <p:cNvPr id="10041" name="Fixed projection direction">
            <a:extLst>
              <a:ext uri="{FF2B5EF4-FFF2-40B4-BE49-F238E27FC236}">
                <ns2:creationId id="{D45EA284-6E0A-496D-80E9-63C4BAADE0FB}"/>
              </a:ext>
            </a:extLst>
          </p:cNvPr>
          <p:cNvSpPr>
            <a:spLocks noGrp="1"/>
          </p:cNvSpPr>
          <p:nvPr/>
        </p:nvSpPr>
        <p:spPr>
          <a:xfrm>
            <a:off x="5757385" y="5977890"/>
            <a:ext cx="247175" cy="269601"/>
          </a:xfrm>
          <a:custGeom>
            <a:pathLst>
              <a:path w="247175" h="269601">
                <a:moveTo>
                  <a:pt x="247175" y="0"/>
                </a:moveTo>
                <a:lnTo>
                  <a:pt x="0" y="269601"/>
                </a:lnTo>
              </a:path>
            </a:pathLst>
          </a:custGeom>
          <a:noFill/>
          <a:ln w="14288">
            <a:solidFill>
              <a:srgbClr val="65717B"/>
            </a:solidFill>
          </a:ln>
        </p:spPr>
      </p:sp>
      <p:sp>
        <p:nvSpPr>
          <p:cNvPr id="10042" name="Scientific line">
            <a:extLst>
              <a:ext uri="{FF2B5EF4-FFF2-40B4-BE49-F238E27FC236}">
                <ns2:creationId id="{1FDE69D2-8A72-4BB3-9D61-40F61A35BDB1}"/>
              </a:ext>
            </a:extLst>
          </p:cNvPr>
          <p:cNvSpPr>
            <a:spLocks noGrp="1"/>
          </p:cNvSpPr>
          <p:nvPr/>
        </p:nvSpPr>
        <p:spPr>
          <a:xfrm>
            <a:off x="5757385" y="6217656"/>
            <a:ext cx="66121" cy="29836"/>
          </a:xfrm>
          <a:custGeom>
            <a:pathLst>
              <a:path w="66121" h="29836">
                <a:moveTo>
                  <a:pt x="66121" y="0"/>
                </a:moveTo>
                <a:lnTo>
                  <a:pt x="0" y="29836"/>
                </a:lnTo>
              </a:path>
            </a:pathLst>
          </a:custGeom>
          <a:noFill/>
          <a:ln w="14288">
            <a:solidFill>
              <a:srgbClr val="65717B"/>
            </a:solidFill>
          </a:ln>
        </p:spPr>
      </p:sp>
      <p:sp>
        <p:nvSpPr>
          <p:cNvPr id="10043" name="Scientific line">
            <a:extLst>
              <a:ext uri="{FF2B5EF4-FFF2-40B4-BE49-F238E27FC236}">
                <ns2:creationId id="{2CFD378D-3B60-4380-8DD6-1636218C68EC}"/>
              </a:ext>
            </a:extLst>
          </p:cNvPr>
          <p:cNvSpPr>
            <a:spLocks noGrp="1"/>
          </p:cNvSpPr>
          <p:nvPr/>
        </p:nvSpPr>
        <p:spPr>
          <a:xfrm>
            <a:off x="5757385" y="6179035"/>
            <a:ext cx="23995" cy="68457"/>
          </a:xfrm>
          <a:custGeom>
            <a:pathLst>
              <a:path w="23995" h="68457">
                <a:moveTo>
                  <a:pt x="23995" y="0"/>
                </a:moveTo>
                <a:lnTo>
                  <a:pt x="0" y="68457"/>
                </a:lnTo>
              </a:path>
            </a:pathLst>
          </a:custGeom>
          <a:noFill/>
          <a:ln w="14288">
            <a:solidFill>
              <a:srgbClr val="65717B"/>
            </a:solidFill>
          </a:ln>
        </p:spPr>
      </p:sp>
      <p:sp>
        <p:nvSpPr>
          <p:cNvPr id="10044" name="d">
            <a:extLst>
              <a:ext uri="{FF2B5EF4-FFF2-40B4-BE49-F238E27FC236}">
                <ns2:creationId id="{2B32EBFC-EE76-48CF-AEC7-8036E39260AF}"/>
              </a:ext>
            </a:extLst>
          </p:cNvPr>
          <p:cNvSpPr>
            <a:spLocks noGrp="1"/>
          </p:cNvSpPr>
          <p:nvPr/>
        </p:nvSpPr>
        <p:spPr>
          <a:xfrm>
            <a:off x="6033135" y="5835015"/>
            <a:ext cx="2286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717B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0045" name="Exact raw coordinate A, track 3, f18">
            <a:extLst>
              <a:ext uri="{FF2B5EF4-FFF2-40B4-BE49-F238E27FC236}">
                <ns2:creationId id="{466B5A6E-D45E-492C-83AE-99E617B7B82D}"/>
              </a:ext>
            </a:extLst>
          </p:cNvPr>
          <p:cNvSpPr>
            <a:spLocks noGrp="1"/>
          </p:cNvSpPr>
          <p:nvPr/>
        </p:nvSpPr>
        <p:spPr>
          <a:xfrm>
            <a:off x="7058025" y="5038725"/>
            <a:ext cx="85725" cy="8572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</a:ln>
        </p:spPr>
      </p:sp>
      <p:sp>
        <p:nvSpPr>
          <p:cNvPr id="10046" name="A">
            <a:extLst>
              <a:ext uri="{FF2B5EF4-FFF2-40B4-BE49-F238E27FC236}">
                <ns2:creationId id="{4DF43F32-D6FF-4644-8F49-DC2FCCDD04A1}"/>
              </a:ext>
            </a:extLst>
          </p:cNvPr>
          <p:cNvSpPr>
            <a:spLocks noGrp="1"/>
          </p:cNvSpPr>
          <p:nvPr/>
        </p:nvSpPr>
        <p:spPr>
          <a:xfrm>
            <a:off x="6862763" y="4872038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047" name="Exact raw coordinate B, track 48, f18">
            <a:extLst>
              <a:ext uri="{FF2B5EF4-FFF2-40B4-BE49-F238E27FC236}">
                <ns2:creationId id="{1191729D-8A3B-4303-9362-B9E3AFDDFFA3}"/>
              </a:ext>
            </a:extLst>
          </p:cNvPr>
          <p:cNvSpPr>
            <a:spLocks noGrp="1"/>
          </p:cNvSpPr>
          <p:nvPr/>
        </p:nvSpPr>
        <p:spPr>
          <a:xfrm>
            <a:off x="6457950" y="6267450"/>
            <a:ext cx="85725" cy="8572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</a:ln>
        </p:spPr>
      </p:sp>
      <p:sp>
        <p:nvSpPr>
          <p:cNvPr id="10048" name="B">
            <a:extLst>
              <a:ext uri="{FF2B5EF4-FFF2-40B4-BE49-F238E27FC236}">
                <ns2:creationId id="{348051F7-338C-4323-AF19-1AE37F214D63}"/>
              </a:ext>
            </a:extLst>
          </p:cNvPr>
          <p:cNvSpPr>
            <a:spLocks noGrp="1"/>
          </p:cNvSpPr>
          <p:nvPr/>
        </p:nvSpPr>
        <p:spPr>
          <a:xfrm>
            <a:off x="6596063" y="6072188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049" name="Exact raw coordinate C, track 52, f18">
            <a:extLst>
              <a:ext uri="{FF2B5EF4-FFF2-40B4-BE49-F238E27FC236}">
                <ns2:creationId id="{2CA97533-1DB2-4973-8FAD-0865AF88923F}"/>
              </a:ext>
            </a:extLst>
          </p:cNvPr>
          <p:cNvSpPr>
            <a:spLocks noGrp="1"/>
          </p:cNvSpPr>
          <p:nvPr/>
        </p:nvSpPr>
        <p:spPr>
          <a:xfrm>
            <a:off x="6057900" y="4981575"/>
            <a:ext cx="85725" cy="8572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</a:ln>
        </p:spPr>
      </p:sp>
      <p:sp>
        <p:nvSpPr>
          <p:cNvPr id="10050" name="C">
            <a:extLst>
              <a:ext uri="{FF2B5EF4-FFF2-40B4-BE49-F238E27FC236}">
                <ns2:creationId id="{69C53F88-3D67-42E8-8D18-711386E8FB7C}"/>
              </a:ext>
            </a:extLst>
          </p:cNvPr>
          <p:cNvSpPr>
            <a:spLocks noGrp="1"/>
          </p:cNvSpPr>
          <p:nvPr/>
        </p:nvSpPr>
        <p:spPr>
          <a:xfrm>
            <a:off x="6196013" y="4814888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051" name="f19   2019-12-09">
            <a:extLst>
              <a:ext uri="{FF2B5EF4-FFF2-40B4-BE49-F238E27FC236}">
                <ns2:creationId id="{F8A214D6-2047-45D6-BF64-3B05338D5913}"/>
              </a:ext>
            </a:extLst>
          </p:cNvPr>
          <p:cNvSpPr>
            <a:spLocks noGrp="1"/>
          </p:cNvSpPr>
          <p:nvPr/>
        </p:nvSpPr>
        <p:spPr>
          <a:xfrm>
            <a:off x="9134475" y="4400550"/>
            <a:ext cx="30670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 19</a:t>
            </a:r>
          </a:p>
        </p:txBody>
      </p:sp>
      <p:pic>
        <p:nvPicPr>
          <p:cNvPr id="10052" name="">
            <a:extLst>
              <a:ext uri="{FF2B5EF4-FFF2-40B4-BE49-F238E27FC236}">
                <ns2:creationId id="{681FD62D-A64B-481D-98FD-6B0DD5AB475F}"/>
              </a:ext>
            </a:extLst>
          </p:cNvPr>
          <p:cNvPicPr>
            <a:picLocks noChangeAspect="1"/>
          </p:cNvPicPr>
          <p:nvPr/>
        </p:nvPicPr>
        <p:blipFill>
          <a:blip r:embed="Refined_R2e19184622464edc"/>
          <a:stretch/>
        </p:blipFill>
        <p:spPr>
          <a:xfrm>
            <a:off x="9753600" y="4667250"/>
            <a:ext cx="1828800" cy="1828800"/>
          </a:xfrm>
          <a:prstGeom prst="rect">
            <a:avLst/>
          </a:prstGeom>
        </p:spPr>
      </p:pic>
      <p:sp>
        <p:nvSpPr>
          <p:cNvPr id="10053" name="Source domain 0-120">
            <a:extLst>
              <a:ext uri="{FF2B5EF4-FFF2-40B4-BE49-F238E27FC236}">
                <ns2:creationId id="{FCF4A1FC-70C2-48FC-A7D6-DC5D9EE2C52A}"/>
              </a:ext>
            </a:extLst>
          </p:cNvPr>
          <p:cNvSpPr>
            <a:spLocks noGrp="1"/>
          </p:cNvSpPr>
          <p:nvPr/>
        </p:nvSpPr>
        <p:spPr>
          <a:xfrm>
            <a:off x="9753600" y="4667250"/>
            <a:ext cx="1828800" cy="1828800"/>
          </a:xfrm>
          <a:prstGeom prst="rect">
            <a:avLst/>
          </a:prstGeom>
          <a:noFill/>
          <a:ln w="7620">
            <a:solidFill>
              <a:srgbClr val="B8C0C8"/>
            </a:solidFill>
          </a:ln>
        </p:spPr>
      </p:sp>
      <p:sp>
        <p:nvSpPr>
          <p:cNvPr id="10054" name="Fixed projection direction">
            <a:extLst>
              <a:ext uri="{FF2B5EF4-FFF2-40B4-BE49-F238E27FC236}">
                <ns2:creationId id="{EA43E82C-8784-45E4-90D6-37502FDE72BA}"/>
              </a:ext>
            </a:extLst>
          </p:cNvPr>
          <p:cNvSpPr>
            <a:spLocks noGrp="1"/>
          </p:cNvSpPr>
          <p:nvPr/>
        </p:nvSpPr>
        <p:spPr>
          <a:xfrm>
            <a:off x="10024585" y="5977890"/>
            <a:ext cx="247175" cy="269601"/>
          </a:xfrm>
          <a:custGeom>
            <a:pathLst>
              <a:path w="247175" h="269601">
                <a:moveTo>
                  <a:pt x="247175" y="0"/>
                </a:moveTo>
                <a:lnTo>
                  <a:pt x="0" y="269601"/>
                </a:lnTo>
              </a:path>
            </a:pathLst>
          </a:custGeom>
          <a:noFill/>
          <a:ln w="14288">
            <a:solidFill>
              <a:srgbClr val="65717B"/>
            </a:solidFill>
          </a:ln>
        </p:spPr>
      </p:sp>
      <p:sp>
        <p:nvSpPr>
          <p:cNvPr id="10055" name="Scientific line">
            <a:extLst>
              <a:ext uri="{FF2B5EF4-FFF2-40B4-BE49-F238E27FC236}">
                <ns2:creationId id="{62A41C0F-046C-42A5-82D1-047589BB3C33}"/>
              </a:ext>
            </a:extLst>
          </p:cNvPr>
          <p:cNvSpPr>
            <a:spLocks noGrp="1"/>
          </p:cNvSpPr>
          <p:nvPr/>
        </p:nvSpPr>
        <p:spPr>
          <a:xfrm>
            <a:off x="10024585" y="6217656"/>
            <a:ext cx="66121" cy="29836"/>
          </a:xfrm>
          <a:custGeom>
            <a:pathLst>
              <a:path w="66121" h="29836">
                <a:moveTo>
                  <a:pt x="66121" y="0"/>
                </a:moveTo>
                <a:lnTo>
                  <a:pt x="0" y="29836"/>
                </a:lnTo>
              </a:path>
            </a:pathLst>
          </a:custGeom>
          <a:noFill/>
          <a:ln w="14288">
            <a:solidFill>
              <a:srgbClr val="65717B"/>
            </a:solidFill>
          </a:ln>
        </p:spPr>
      </p:sp>
      <p:sp>
        <p:nvSpPr>
          <p:cNvPr id="10056" name="Scientific line">
            <a:extLst>
              <a:ext uri="{FF2B5EF4-FFF2-40B4-BE49-F238E27FC236}">
                <ns2:creationId id="{A926815F-3AF2-448F-8F92-4486A7480ED7}"/>
              </a:ext>
            </a:extLst>
          </p:cNvPr>
          <p:cNvSpPr>
            <a:spLocks noGrp="1"/>
          </p:cNvSpPr>
          <p:nvPr/>
        </p:nvSpPr>
        <p:spPr>
          <a:xfrm>
            <a:off x="10024585" y="6179035"/>
            <a:ext cx="23995" cy="68457"/>
          </a:xfrm>
          <a:custGeom>
            <a:pathLst>
              <a:path w="23995" h="68457">
                <a:moveTo>
                  <a:pt x="23995" y="0"/>
                </a:moveTo>
                <a:lnTo>
                  <a:pt x="0" y="68457"/>
                </a:lnTo>
              </a:path>
            </a:pathLst>
          </a:custGeom>
          <a:noFill/>
          <a:ln w="14288">
            <a:solidFill>
              <a:srgbClr val="65717B"/>
            </a:solidFill>
          </a:ln>
        </p:spPr>
      </p:sp>
      <p:sp>
        <p:nvSpPr>
          <p:cNvPr id="10057" name="d">
            <a:extLst>
              <a:ext uri="{FF2B5EF4-FFF2-40B4-BE49-F238E27FC236}">
                <ns2:creationId id="{3578758C-FA6B-4852-947B-EDD79630A551}"/>
              </a:ext>
            </a:extLst>
          </p:cNvPr>
          <p:cNvSpPr>
            <a:spLocks noGrp="1"/>
          </p:cNvSpPr>
          <p:nvPr/>
        </p:nvSpPr>
        <p:spPr>
          <a:xfrm>
            <a:off x="10300335" y="5835015"/>
            <a:ext cx="2286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717B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0058" name="Exact raw coordinate A, track 3, f19">
            <a:extLst>
              <a:ext uri="{FF2B5EF4-FFF2-40B4-BE49-F238E27FC236}">
                <ns2:creationId id="{502C41C2-D150-4D26-9E6C-7FEA00618A2E}"/>
              </a:ext>
            </a:extLst>
          </p:cNvPr>
          <p:cNvSpPr>
            <a:spLocks noGrp="1"/>
          </p:cNvSpPr>
          <p:nvPr/>
        </p:nvSpPr>
        <p:spPr>
          <a:xfrm>
            <a:off x="11268075" y="5267325"/>
            <a:ext cx="85725" cy="8572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</a:ln>
        </p:spPr>
      </p:sp>
      <p:sp>
        <p:nvSpPr>
          <p:cNvPr id="10059" name="A">
            <a:extLst>
              <a:ext uri="{FF2B5EF4-FFF2-40B4-BE49-F238E27FC236}">
                <ns2:creationId id="{F9665015-E3BA-4979-BCDD-9A69176DE904}"/>
              </a:ext>
            </a:extLst>
          </p:cNvPr>
          <p:cNvSpPr>
            <a:spLocks noGrp="1"/>
          </p:cNvSpPr>
          <p:nvPr/>
        </p:nvSpPr>
        <p:spPr>
          <a:xfrm>
            <a:off x="11072813" y="5100638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060" name="Exact raw coordinate B, track 48, f19">
            <a:extLst>
              <a:ext uri="{FF2B5EF4-FFF2-40B4-BE49-F238E27FC236}">
                <ns2:creationId id="{A45472A4-0FDF-4FAF-B81B-E9DF60EA6A7A}"/>
              </a:ext>
            </a:extLst>
          </p:cNvPr>
          <p:cNvSpPr>
            <a:spLocks noGrp="1"/>
          </p:cNvSpPr>
          <p:nvPr/>
        </p:nvSpPr>
        <p:spPr>
          <a:xfrm>
            <a:off x="10725150" y="6267450"/>
            <a:ext cx="85725" cy="8572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</a:ln>
        </p:spPr>
      </p:sp>
      <p:sp>
        <p:nvSpPr>
          <p:cNvPr id="10061" name="B">
            <a:extLst>
              <a:ext uri="{FF2B5EF4-FFF2-40B4-BE49-F238E27FC236}">
                <ns2:creationId id="{57A9EB67-0AC5-49B0-B24F-CD02D858C395}"/>
              </a:ext>
            </a:extLst>
          </p:cNvPr>
          <p:cNvSpPr>
            <a:spLocks noGrp="1"/>
          </p:cNvSpPr>
          <p:nvPr/>
        </p:nvSpPr>
        <p:spPr>
          <a:xfrm>
            <a:off x="10863263" y="6072188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062" name="Exact raw coordinate C, track 52, f19">
            <a:extLst>
              <a:ext uri="{FF2B5EF4-FFF2-40B4-BE49-F238E27FC236}">
                <ns2:creationId id="{B97F2FB6-2854-416C-AB7B-069945F86A28}"/>
              </a:ext>
            </a:extLst>
          </p:cNvPr>
          <p:cNvSpPr>
            <a:spLocks noGrp="1"/>
          </p:cNvSpPr>
          <p:nvPr/>
        </p:nvSpPr>
        <p:spPr>
          <a:xfrm>
            <a:off x="10325100" y="4981575"/>
            <a:ext cx="85725" cy="8572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</a:ln>
        </p:spPr>
      </p:sp>
      <p:sp>
        <p:nvSpPr>
          <p:cNvPr id="10063" name="C">
            <a:extLst>
              <a:ext uri="{FF2B5EF4-FFF2-40B4-BE49-F238E27FC236}">
                <ns2:creationId id="{8EA4E71E-9D69-4F3F-9395-64F5E704251A}"/>
              </a:ext>
            </a:extLst>
          </p:cNvPr>
          <p:cNvSpPr>
            <a:spLocks noGrp="1"/>
          </p:cNvSpPr>
          <p:nvPr/>
        </p:nvSpPr>
        <p:spPr>
          <a:xfrm>
            <a:off x="10463213" y="4814888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</p:spTree>
    <p:extLst>
      <p:ext uri="{BB962C8B-B14F-4D97-AF65-F5344CB8AC3E}">
        <ns4:creationId val="17587496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2026-10-19T02:13:19.0090000Z</dcterms:created>
  <dcterms:modified xsi:type="dcterms:W3CDTF">2026-10-19T02:13:19.0090000Z</dcterms:modified>
</coreProperties>
</file>