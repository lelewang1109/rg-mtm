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ubmission_case/docProps/app.xml" ContentType="application/vnd.openxmlformats-officedocument.extended-properties+xml"/>
  <Override PartName="/ppt/submission_case/ppt/presentation.xml" ContentType="application/vnd.openxmlformats-officedocument.presentationml.presentation.main+xml"/>
  <Override PartName="/ppt/submission_case/ppt/theme/theme1.xml" ContentType="application/vnd.openxmlformats-officedocument.theme+xml"/>
  <Override PartName="/ppt/submission_case/ppt/slideMasters/slideMaster1.xml" ContentType="application/vnd.openxmlformats-officedocument.presentationml.slideMaster+xml"/>
  <Override PartName="/ppt/submission_case/ppt/slideMasters/theme/theme2.xml" ContentType="application/vnd.openxmlformats-officedocument.theme+xml"/>
  <Override PartName="/ppt/submission_case/ppt/slideLayouts/slideLayout1.xml" ContentType="application/vnd.openxmlformats-officedocument.presentationml.slideLayout+xml"/>
  <Override PartName="/ppt/submission_case/ppt/slideLayouts/slideLayout2.xml" ContentType="application/vnd.openxmlformats-officedocument.presentationml.slideLayout+xml"/>
  <Override PartName="/ppt/submission_case/ppt/slideLayouts/slideLayout3.xml" ContentType="application/vnd.openxmlformats-officedocument.presentationml.slideLayout+xml"/>
  <Override PartName="/ppt/submission_case/ppt/slideLayouts/slideLayout4.xml" ContentType="application/vnd.openxmlformats-officedocument.presentationml.slideLayout+xml"/>
  <Override PartName="/ppt/submission_case/ppt/slideLayouts/slideLayout5.xml" ContentType="application/vnd.openxmlformats-officedocument.presentationml.slideLayout+xml"/>
  <Override PartName="/ppt/submission_case/ppt/slideLayouts/slideLayout6.xml" ContentType="application/vnd.openxmlformats-officedocument.presentationml.slideLayout+xml"/>
  <Override PartName="/ppt/submission_case/ppt/notesMasters/notesMaster1.xml" ContentType="application/vnd.openxmlformats-officedocument.presentationml.notesMaster+xml"/>
  <Override PartName="/ppt/submission_case/ppt/notesMasters/theme/theme3.xml" ContentType="application/vnd.openxmlformats-officedocument.theme+xml"/>
  <Override PartName="/ppt/submission_case/ppt/presProps.xml" ContentType="application/vnd.openxmlformats-officedocument.presentationml.presProps+xml"/>
  <Override PartName="/ppt/submission_case/ppt/tableStyles.xml" ContentType="application/vnd.openxmlformats-officedocument.presentationml.tableStyles+xml"/>
  <Override PartName="/ppt/submission_case/ppt/slides/slide1.xml" ContentType="application/vnd.openxmlformats-officedocument.presentationml.slide+xml"/>
  <Override PartName="/ppt/submission_case/ppt/notesSlides/notesSlide1.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b3b8a09bc4cd49fd" /><Relationship Type="http://schemas.openxmlformats.org/officeDocument/2006/relationships/extended-properties" Target="/docProps/app.xml" Id="Rf6a75c15b1944152" /><Relationship Type="http://schemas.openxmlformats.org/officeDocument/2006/relationships/officeDocument" Target="/ppt/presentation.xml" Id="R01b5fd9f33aa4c09" /></Relationships>
</file>

<file path=ppt/presentation.xml><?xml version="1.0" encoding="utf-8"?>
<p:presentation xmlns:p="http://schemas.openxmlformats.org/presentationml/2006/main" xmlns:r="http://schemas.openxmlformats.org/officeDocument/2006/relationships">
  <p:sldMasterIdLst>
    <p:sldMasterId id="2147483648" r:id="Rf7a399c305bf4389"/>
  </p:sldMasterIdLst>
  <p:notesMasterIdLst>
    <p:notesMasterId r:id="R1abdbaa634dc45b2"/>
  </p:notesMasterIdLst>
  <p:sldIdLst>
    <p:sldId id="256" r:id="R3ba1fd4769104db3"/>
  </p:sldIdLst>
  <p:sldSz cx="11811000" cy="8858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ff81e563b4724dad" /><Relationship Type="http://schemas.openxmlformats.org/officeDocument/2006/relationships/slideMaster" Target="/ppt/slideMasters/slideMaster1.xml" Id="Rf7a399c305bf4389" /><Relationship Type="http://schemas.openxmlformats.org/officeDocument/2006/relationships/notesMaster" Target="/ppt/notesMasters/notesMaster1.xml" Id="R1abdbaa634dc45b2" /><Relationship Type="http://schemas.openxmlformats.org/officeDocument/2006/relationships/presProps" Target="/ppt/presProps.xml" Id="Rcc0c4138d2c54cdd" /><Relationship Type="http://schemas.openxmlformats.org/officeDocument/2006/relationships/tableStyles" Target="/ppt/tableStyles.xml" Id="Rfd560b5ef93e4050" /><Relationship Type="http://schemas.openxmlformats.org/officeDocument/2006/relationships/slide" Target="/ppt/slides/slide1.xml" Id="R3ba1fd4769104db3" /></Relationships>
</file>

<file path=ppt/notesMasters/_rels/notesMaster1.xml.rels><?xml version='1.0' encoding='utf-8'?>
<Relationships xmlns="http://schemas.openxmlformats.org/package/2006/relationships"><Relationship Type="http://schemas.openxmlformats.org/officeDocument/2006/relationships/theme" Target="/ppt/notesMasters/theme/theme3.xml" Id="Ra1d1906dfa4248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83cf47a062284e87" /><Relationship Type="http://schemas.openxmlformats.org/officeDocument/2006/relationships/notesMaster" Target="/ppt/notesMasters/notesMaster1.xml" Id="Raf764dadd40e4bcb"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{"dataset": "Cylinder", "source": "02-RG-MTM/results/paper1_suite/square-cylinder3d", "source_page": "https://tinoweinkauf.net/notes/squarecylinder.html", "data_credit": "Camarri, Salvetti, Buffoni and Iollo (2005); uniform resampling by Tino Weinkauf, used by von Funck et al. (2008).", "frames": 102, "input_shape_xyz": [135, 64, 48], "maps": "Saved 2048-row previews, no artificial point or trajectory overlay. Metrics use complete saved maps.", "color": "coolwarm, common symmetric logarithmic normalization; linear within Q +/-0.02; fixed global range +/-20.46343994140625. This display transform does not change Q.", "volumes": "True three-dimensional isosurfaces from the original cropped Q arrays at frame 0,51,101. Q=0.1 translucent and Q=0.5 opaque; same physical aspect, orthographic camera, levels and opacity for all three. Native frame edges project the actual volume corners.", "reference": "fixed x direction. TMTM ordinate is native map coordinate; RG ordinate is normalized physical reference position."}</a:t>
            </a:r>
          </a:p>
          <a:p>
            <a:r>
              <a:t>Temporal display revision: intermediate time columns interpolate existing saved profiles for display only. Integer-frame profiles, native extrema and metrics are unchanged before pixel integration. Broad bands and true order changes remain visible. See evidence/temporal_display20261023/provenance.json.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Relationships xmlns="http://schemas.openxmlformats.org/package/2006/relationships"><Relationship Type="http://schemas.openxmlformats.org/officeDocument/2006/relationships/slideMaster" Target="/ppt/slideMasters/slideMaster1.xml" Id="R2b8d05a4b3604305" /></Relationships>
</file>

<file path=ppt/slideLayouts/_rels/slideLayout2.xml.rels><?xml version='1.0' encoding='utf-8'?>
<Relationships xmlns="http://schemas.openxmlformats.org/package/2006/relationships"><Relationship Type="http://schemas.openxmlformats.org/officeDocument/2006/relationships/slideMaster" Target="/ppt/slideMasters/slideMaster1.xml" Id="Re14183fe789f45d1" /></Relationships>
</file>

<file path=ppt/slideLayouts/_rels/slideLayout3.xml.rels><?xml version='1.0' encoding='utf-8'?>
<Relationships xmlns="http://schemas.openxmlformats.org/package/2006/relationships"><Relationship Type="http://schemas.openxmlformats.org/officeDocument/2006/relationships/slideMaster" Target="/ppt/slideMasters/slideMaster1.xml" Id="R8eb4c73802c84ae6" /></Relationships>
</file>

<file path=ppt/slideLayouts/_rels/slideLayout4.xml.rels><?xml version='1.0' encoding='utf-8'?>
<Relationships xmlns="http://schemas.openxmlformats.org/package/2006/relationships"><Relationship Type="http://schemas.openxmlformats.org/officeDocument/2006/relationships/slideMaster" Target="/ppt/slideMasters/slideMaster1.xml" Id="Rf48f86f577634454" /></Relationships>
</file>

<file path=ppt/slideLayouts/_rels/slideLayout5.xml.rels><?xml version='1.0' encoding='utf-8'?>
<Relationships xmlns="http://schemas.openxmlformats.org/package/2006/relationships"><Relationship Type="http://schemas.openxmlformats.org/officeDocument/2006/relationships/slideMaster" Target="/ppt/slideMasters/slideMaster1.xml" Id="R54aad6e5ba1947ba" /></Relationships>
</file>

<file path=ppt/slideLayouts/_rels/slideLayout6.xml.rels><?xml version='1.0' encoding='utf-8'?>
<Relationships xmlns="http://schemas.openxmlformats.org/package/2006/relationships"><Relationship Type="http://schemas.openxmlformats.org/officeDocument/2006/relationships/slideMaster" Target="/ppt/slideMasters/slideMaster1.xml" Id="R0b615615f3e5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AF8954-5708-4441-83CE-AFA81F01AE9D}"/>
              </a:ext>
            </a:extLst>
          </p:cNvPr>
          <p:cNvSpPr>
            <a:spLocks xmlns:a="http://schemas.openxmlformats.org/drawingml/2006/main" noGrp="1"/>
          </p:cNvSpPr>
          <p:nvPr>
            <p:ph type="title" idx="0"/>
          </p:nvPr>
        </p:nvSpPr>
        <p:spPr>
          <a:xfrm xmlns:a="http://schemas.openxmlformats.org/drawingml/2006/main">
            <a:off x="1280160" y="3058583"/>
            <a:ext cx="10241280" cy="116945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040" b="1">
                <a:solidFill>
                  <a:schemeClr val="tx1"/>
                </a:solidFill>
                <a:latin typeface="+mj-lt"/>
                <a:ea typeface="+mj-lt"/>
                <a:cs typeface="+mj-lt"/>
              </a:defRPr>
            </a:defPPr>
            <a:lvl1pPr marL="0" indent="0" algn="ctr">
              <a:lnSpc>
                <a:spcPct val="110000"/>
              </a:lnSpc>
              <a:spcBef>
                <a:spcPts val="0"/>
              </a:spcBef>
              <a:spcAft>
                <a:spcPts val="0"/>
              </a:spcAft>
              <a:buNone/>
              <a:defRPr sz="5040" b="1">
                <a:solidFill>
                  <a:schemeClr val="tx1"/>
                </a:solidFill>
                <a:latin typeface="+mj-lt"/>
                <a:ea typeface="+mj-lt"/>
                <a:cs typeface="+mj-lt"/>
              </a:defRPr>
            </a:lvl1pPr>
            <a:lvl2pPr marL="0" indent="0" algn="ctr">
              <a:lnSpc>
                <a:spcPct val="110000"/>
              </a:lnSpc>
              <a:spcBef>
                <a:spcPts val="0"/>
              </a:spcBef>
              <a:spcAft>
                <a:spcPts val="0"/>
              </a:spcAft>
              <a:buNone/>
              <a:defRPr sz="5040" b="1">
                <a:solidFill>
                  <a:schemeClr val="tx1"/>
                </a:solidFill>
                <a:latin typeface="+mj-lt"/>
                <a:ea typeface="+mj-lt"/>
                <a:cs typeface="+mj-lt"/>
              </a:defRPr>
            </a:lvl2pPr>
            <a:lvl3pPr marL="0" indent="0" algn="ctr">
              <a:lnSpc>
                <a:spcPct val="110000"/>
              </a:lnSpc>
              <a:spcBef>
                <a:spcPts val="0"/>
              </a:spcBef>
              <a:spcAft>
                <a:spcPts val="0"/>
              </a:spcAft>
              <a:buNone/>
              <a:defRPr sz="5040" b="1">
                <a:solidFill>
                  <a:schemeClr val="tx1"/>
                </a:solidFill>
                <a:latin typeface="+mj-lt"/>
                <a:ea typeface="+mj-lt"/>
                <a:cs typeface="+mj-lt"/>
              </a:defRPr>
            </a:lvl3pPr>
            <a:lvl4pPr marL="0" indent="0" algn="ctr">
              <a:lnSpc>
                <a:spcPct val="110000"/>
              </a:lnSpc>
              <a:spcBef>
                <a:spcPts val="0"/>
              </a:spcBef>
              <a:spcAft>
                <a:spcPts val="0"/>
              </a:spcAft>
              <a:buNone/>
              <a:defRPr sz="5040" b="1">
                <a:solidFill>
                  <a:schemeClr val="tx1"/>
                </a:solidFill>
                <a:latin typeface="+mj-lt"/>
                <a:ea typeface="+mj-lt"/>
                <a:cs typeface="+mj-lt"/>
              </a:defRPr>
            </a:lvl4pPr>
            <a:lvl5pPr marL="0" indent="0" algn="ctr">
              <a:lnSpc>
                <a:spcPct val="110000"/>
              </a:lnSpc>
              <a:spcBef>
                <a:spcPts val="0"/>
              </a:spcBef>
              <a:spcAft>
                <a:spcPts val="0"/>
              </a:spcAft>
              <a:buNone/>
              <a:defRPr sz="5040" b="1">
                <a:solidFill>
                  <a:schemeClr val="tx1"/>
                </a:solidFill>
                <a:latin typeface="+mj-lt"/>
                <a:ea typeface="+mj-lt"/>
                <a:cs typeface="+mj-lt"/>
              </a:defRPr>
            </a:lvl5pPr>
            <a:lvl6pPr marL="0" indent="0" algn="ctr">
              <a:lnSpc>
                <a:spcPct val="110000"/>
              </a:lnSpc>
              <a:spcBef>
                <a:spcPts val="0"/>
              </a:spcBef>
              <a:spcAft>
                <a:spcPts val="0"/>
              </a:spcAft>
              <a:buNone/>
              <a:defRPr sz="5040" b="1">
                <a:solidFill>
                  <a:schemeClr val="tx1"/>
                </a:solidFill>
                <a:latin typeface="+mj-lt"/>
                <a:ea typeface="+mj-lt"/>
                <a:cs typeface="+mj-lt"/>
              </a:defRPr>
            </a:lvl6pPr>
            <a:lvl7pPr marL="0" indent="0" algn="ctr">
              <a:lnSpc>
                <a:spcPct val="110000"/>
              </a:lnSpc>
              <a:spcBef>
                <a:spcPts val="0"/>
              </a:spcBef>
              <a:spcAft>
                <a:spcPts val="0"/>
              </a:spcAft>
              <a:buNone/>
              <a:defRPr sz="5040" b="1">
                <a:solidFill>
                  <a:schemeClr val="tx1"/>
                </a:solidFill>
                <a:latin typeface="+mj-lt"/>
                <a:ea typeface="+mj-lt"/>
                <a:cs typeface="+mj-lt"/>
              </a:defRPr>
            </a:lvl7pPr>
            <a:lvl8pPr marL="0" indent="0" algn="ctr">
              <a:lnSpc>
                <a:spcPct val="110000"/>
              </a:lnSpc>
              <a:spcBef>
                <a:spcPts val="0"/>
              </a:spcBef>
              <a:spcAft>
                <a:spcPts val="0"/>
              </a:spcAft>
              <a:buNone/>
              <a:defRPr sz="5040" b="1">
                <a:solidFill>
                  <a:schemeClr val="tx1"/>
                </a:solidFill>
                <a:latin typeface="+mj-lt"/>
                <a:ea typeface="+mj-lt"/>
                <a:cs typeface="+mj-lt"/>
              </a:defRPr>
            </a:lvl8pPr>
            <a:lvl9pPr marL="0" indent="0" algn="ctr">
              <a:lnSpc>
                <a:spcPct val="110000"/>
              </a:lnSpc>
              <a:spcBef>
                <a:spcPts val="0"/>
              </a:spcBef>
              <a:spcAft>
                <a:spcPts val="0"/>
              </a:spcAft>
              <a:buNone/>
              <a:defRPr sz="50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2A570A-5968-40FF-AAFA-ADE6AA9E745B}"/>
              </a:ext>
            </a:extLst>
          </p:cNvPr>
          <p:cNvSpPr>
            <a:spLocks xmlns:a="http://schemas.openxmlformats.org/drawingml/2006/main" noGrp="1"/>
          </p:cNvSpPr>
          <p:nvPr>
            <p:ph type="subTitle" idx="1"/>
          </p:nvPr>
        </p:nvSpPr>
        <p:spPr>
          <a:xfrm xmlns:a="http://schemas.openxmlformats.org/drawingml/2006/main">
            <a:off x="1920240" y="4452938"/>
            <a:ext cx="8961120" cy="8995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205" b="0">
                <a:solidFill>
                  <a:schemeClr val="tx1"/>
                </a:solidFill>
                <a:latin typeface="+mn-lt"/>
                <a:ea typeface="+mn-lt"/>
                <a:cs typeface="+mn-lt"/>
              </a:defRPr>
            </a:defPPr>
            <a:lvl1pPr marL="0" indent="0" algn="ctr">
              <a:lnSpc>
                <a:spcPct val="110000"/>
              </a:lnSpc>
              <a:spcBef>
                <a:spcPts val="0"/>
              </a:spcBef>
              <a:spcAft>
                <a:spcPts val="0"/>
              </a:spcAft>
              <a:buNone/>
              <a:defRPr sz="2205" b="0">
                <a:solidFill>
                  <a:schemeClr val="tx1"/>
                </a:solidFill>
                <a:latin typeface="+mn-lt"/>
                <a:ea typeface="+mn-lt"/>
                <a:cs typeface="+mn-lt"/>
              </a:defRPr>
            </a:lvl1pPr>
            <a:lvl2pPr marL="0" indent="0" algn="ctr">
              <a:lnSpc>
                <a:spcPct val="110000"/>
              </a:lnSpc>
              <a:spcBef>
                <a:spcPts val="0"/>
              </a:spcBef>
              <a:spcAft>
                <a:spcPts val="0"/>
              </a:spcAft>
              <a:buNone/>
              <a:defRPr sz="2205" b="0">
                <a:solidFill>
                  <a:schemeClr val="tx1"/>
                </a:solidFill>
                <a:latin typeface="+mn-lt"/>
                <a:ea typeface="+mn-lt"/>
                <a:cs typeface="+mn-lt"/>
              </a:defRPr>
            </a:lvl2pPr>
            <a:lvl3pPr marL="0" indent="0" algn="ctr">
              <a:lnSpc>
                <a:spcPct val="110000"/>
              </a:lnSpc>
              <a:spcBef>
                <a:spcPts val="0"/>
              </a:spcBef>
              <a:spcAft>
                <a:spcPts val="0"/>
              </a:spcAft>
              <a:buNone/>
              <a:defRPr sz="2205" b="0">
                <a:solidFill>
                  <a:schemeClr val="tx1"/>
                </a:solidFill>
                <a:latin typeface="+mn-lt"/>
                <a:ea typeface="+mn-lt"/>
                <a:cs typeface="+mn-lt"/>
              </a:defRPr>
            </a:lvl3pPr>
            <a:lvl4pPr marL="0" indent="0" algn="ctr">
              <a:lnSpc>
                <a:spcPct val="110000"/>
              </a:lnSpc>
              <a:spcBef>
                <a:spcPts val="0"/>
              </a:spcBef>
              <a:spcAft>
                <a:spcPts val="0"/>
              </a:spcAft>
              <a:buNone/>
              <a:defRPr sz="2205" b="0">
                <a:solidFill>
                  <a:schemeClr val="tx1"/>
                </a:solidFill>
                <a:latin typeface="+mn-lt"/>
                <a:ea typeface="+mn-lt"/>
                <a:cs typeface="+mn-lt"/>
              </a:defRPr>
            </a:lvl4pPr>
            <a:lvl5pPr marL="0" indent="0" algn="ctr">
              <a:lnSpc>
                <a:spcPct val="110000"/>
              </a:lnSpc>
              <a:spcBef>
                <a:spcPts val="0"/>
              </a:spcBef>
              <a:spcAft>
                <a:spcPts val="0"/>
              </a:spcAft>
              <a:buNone/>
              <a:defRPr sz="2205" b="0">
                <a:solidFill>
                  <a:schemeClr val="tx1"/>
                </a:solidFill>
                <a:latin typeface="+mn-lt"/>
                <a:ea typeface="+mn-lt"/>
                <a:cs typeface="+mn-lt"/>
              </a:defRPr>
            </a:lvl5pPr>
            <a:lvl6pPr marL="0" indent="0" algn="ctr">
              <a:lnSpc>
                <a:spcPct val="110000"/>
              </a:lnSpc>
              <a:spcBef>
                <a:spcPts val="0"/>
              </a:spcBef>
              <a:spcAft>
                <a:spcPts val="0"/>
              </a:spcAft>
              <a:buNone/>
              <a:defRPr sz="2205" b="0">
                <a:solidFill>
                  <a:schemeClr val="tx1"/>
                </a:solidFill>
                <a:latin typeface="+mn-lt"/>
                <a:ea typeface="+mn-lt"/>
                <a:cs typeface="+mn-lt"/>
              </a:defRPr>
            </a:lvl6pPr>
            <a:lvl7pPr marL="0" indent="0" algn="ctr">
              <a:lnSpc>
                <a:spcPct val="110000"/>
              </a:lnSpc>
              <a:spcBef>
                <a:spcPts val="0"/>
              </a:spcBef>
              <a:spcAft>
                <a:spcPts val="0"/>
              </a:spcAft>
              <a:buNone/>
              <a:defRPr sz="2205" b="0">
                <a:solidFill>
                  <a:schemeClr val="tx1"/>
                </a:solidFill>
                <a:latin typeface="+mn-lt"/>
                <a:ea typeface="+mn-lt"/>
                <a:cs typeface="+mn-lt"/>
              </a:defRPr>
            </a:lvl7pPr>
            <a:lvl8pPr marL="0" indent="0" algn="ctr">
              <a:lnSpc>
                <a:spcPct val="110000"/>
              </a:lnSpc>
              <a:spcBef>
                <a:spcPts val="0"/>
              </a:spcBef>
              <a:spcAft>
                <a:spcPts val="0"/>
              </a:spcAft>
              <a:buNone/>
              <a:defRPr sz="2205" b="0">
                <a:solidFill>
                  <a:schemeClr val="tx1"/>
                </a:solidFill>
                <a:latin typeface="+mn-lt"/>
                <a:ea typeface="+mn-lt"/>
                <a:cs typeface="+mn-lt"/>
              </a:defRPr>
            </a:lvl8pPr>
            <a:lvl9pPr marL="0" indent="0" algn="ctr">
              <a:lnSpc>
                <a:spcPct val="110000"/>
              </a:lnSpc>
              <a:spcBef>
                <a:spcPts val="0"/>
              </a:spcBef>
              <a:spcAft>
                <a:spcPts val="0"/>
              </a:spcAft>
              <a:buNone/>
              <a:defRPr sz="220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2C9DFC-E080-4410-B402-BA83D3D5A03B}"/>
              </a:ext>
            </a:extLst>
          </p:cNvPr>
          <p:cNvSpPr>
            <a:spLocks xmlns:a="http://schemas.openxmlformats.org/drawingml/2006/main" noGrp="1"/>
          </p:cNvSpPr>
          <p:nvPr>
            <p:ph type="title" idx="0"/>
          </p:nvPr>
        </p:nvSpPr>
        <p:spPr>
          <a:xfrm xmlns:a="http://schemas.openxmlformats.org/drawingml/2006/main">
            <a:off x="1280160" y="3373438"/>
            <a:ext cx="10241280" cy="1349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410" b="1">
                <a:solidFill>
                  <a:schemeClr val="tx1"/>
                </a:solidFill>
                <a:latin typeface="+mj-lt"/>
                <a:ea typeface="+mj-lt"/>
                <a:cs typeface="+mj-lt"/>
              </a:defRPr>
            </a:defPPr>
            <a:lvl1pPr marL="0" indent="0" algn="ctr">
              <a:lnSpc>
                <a:spcPct val="110000"/>
              </a:lnSpc>
              <a:spcBef>
                <a:spcPts val="0"/>
              </a:spcBef>
              <a:spcAft>
                <a:spcPts val="0"/>
              </a:spcAft>
              <a:buNone/>
              <a:defRPr sz="4410" b="1">
                <a:solidFill>
                  <a:schemeClr val="tx1"/>
                </a:solidFill>
                <a:latin typeface="+mj-lt"/>
                <a:ea typeface="+mj-lt"/>
                <a:cs typeface="+mj-lt"/>
              </a:defRPr>
            </a:lvl1pPr>
            <a:lvl2pPr marL="0" indent="0" algn="ctr">
              <a:lnSpc>
                <a:spcPct val="110000"/>
              </a:lnSpc>
              <a:spcBef>
                <a:spcPts val="0"/>
              </a:spcBef>
              <a:spcAft>
                <a:spcPts val="0"/>
              </a:spcAft>
              <a:buNone/>
              <a:defRPr sz="4410" b="1">
                <a:solidFill>
                  <a:schemeClr val="tx1"/>
                </a:solidFill>
                <a:latin typeface="+mj-lt"/>
                <a:ea typeface="+mj-lt"/>
                <a:cs typeface="+mj-lt"/>
              </a:defRPr>
            </a:lvl2pPr>
            <a:lvl3pPr marL="0" indent="0" algn="ctr">
              <a:lnSpc>
                <a:spcPct val="110000"/>
              </a:lnSpc>
              <a:spcBef>
                <a:spcPts val="0"/>
              </a:spcBef>
              <a:spcAft>
                <a:spcPts val="0"/>
              </a:spcAft>
              <a:buNone/>
              <a:defRPr sz="4410" b="1">
                <a:solidFill>
                  <a:schemeClr val="tx1"/>
                </a:solidFill>
                <a:latin typeface="+mj-lt"/>
                <a:ea typeface="+mj-lt"/>
                <a:cs typeface="+mj-lt"/>
              </a:defRPr>
            </a:lvl3pPr>
            <a:lvl4pPr marL="0" indent="0" algn="ctr">
              <a:lnSpc>
                <a:spcPct val="110000"/>
              </a:lnSpc>
              <a:spcBef>
                <a:spcPts val="0"/>
              </a:spcBef>
              <a:spcAft>
                <a:spcPts val="0"/>
              </a:spcAft>
              <a:buNone/>
              <a:defRPr sz="4410" b="1">
                <a:solidFill>
                  <a:schemeClr val="tx1"/>
                </a:solidFill>
                <a:latin typeface="+mj-lt"/>
                <a:ea typeface="+mj-lt"/>
                <a:cs typeface="+mj-lt"/>
              </a:defRPr>
            </a:lvl4pPr>
            <a:lvl5pPr marL="0" indent="0" algn="ctr">
              <a:lnSpc>
                <a:spcPct val="110000"/>
              </a:lnSpc>
              <a:spcBef>
                <a:spcPts val="0"/>
              </a:spcBef>
              <a:spcAft>
                <a:spcPts val="0"/>
              </a:spcAft>
              <a:buNone/>
              <a:defRPr sz="4410" b="1">
                <a:solidFill>
                  <a:schemeClr val="tx1"/>
                </a:solidFill>
                <a:latin typeface="+mj-lt"/>
                <a:ea typeface="+mj-lt"/>
                <a:cs typeface="+mj-lt"/>
              </a:defRPr>
            </a:lvl5pPr>
            <a:lvl6pPr marL="0" indent="0" algn="ctr">
              <a:lnSpc>
                <a:spcPct val="110000"/>
              </a:lnSpc>
              <a:spcBef>
                <a:spcPts val="0"/>
              </a:spcBef>
              <a:spcAft>
                <a:spcPts val="0"/>
              </a:spcAft>
              <a:buNone/>
              <a:defRPr sz="4410" b="1">
                <a:solidFill>
                  <a:schemeClr val="tx1"/>
                </a:solidFill>
                <a:latin typeface="+mj-lt"/>
                <a:ea typeface="+mj-lt"/>
                <a:cs typeface="+mj-lt"/>
              </a:defRPr>
            </a:lvl6pPr>
            <a:lvl7pPr marL="0" indent="0" algn="ctr">
              <a:lnSpc>
                <a:spcPct val="110000"/>
              </a:lnSpc>
              <a:spcBef>
                <a:spcPts val="0"/>
              </a:spcBef>
              <a:spcAft>
                <a:spcPts val="0"/>
              </a:spcAft>
              <a:buNone/>
              <a:defRPr sz="4410" b="1">
                <a:solidFill>
                  <a:schemeClr val="tx1"/>
                </a:solidFill>
                <a:latin typeface="+mj-lt"/>
                <a:ea typeface="+mj-lt"/>
                <a:cs typeface="+mj-lt"/>
              </a:defRPr>
            </a:lvl7pPr>
            <a:lvl8pPr marL="0" indent="0" algn="ctr">
              <a:lnSpc>
                <a:spcPct val="110000"/>
              </a:lnSpc>
              <a:spcBef>
                <a:spcPts val="0"/>
              </a:spcBef>
              <a:spcAft>
                <a:spcPts val="0"/>
              </a:spcAft>
              <a:buNone/>
              <a:defRPr sz="4410" b="1">
                <a:solidFill>
                  <a:schemeClr val="tx1"/>
                </a:solidFill>
                <a:latin typeface="+mj-lt"/>
                <a:ea typeface="+mj-lt"/>
                <a:cs typeface="+mj-lt"/>
              </a:defRPr>
            </a:lvl8pPr>
            <a:lvl9pPr marL="0" indent="0" algn="ctr">
              <a:lnSpc>
                <a:spcPct val="110000"/>
              </a:lnSpc>
              <a:spcBef>
                <a:spcPts val="0"/>
              </a:spcBef>
              <a:spcAft>
                <a:spcPts val="0"/>
              </a:spcAft>
              <a:buNone/>
              <a:defRPr sz="441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4B4E55-8579-4E3A-96FB-51AE9E056BDA}"/>
              </a:ext>
            </a:extLst>
          </p:cNvPr>
          <p:cNvSpPr>
            <a:spLocks xmlns:a="http://schemas.openxmlformats.org/drawingml/2006/main" noGrp="1"/>
          </p:cNvSpPr>
          <p:nvPr>
            <p:ph type="title" idx="0"/>
          </p:nvPr>
        </p:nvSpPr>
        <p:spPr>
          <a:xfrm xmlns:a="http://schemas.openxmlformats.org/drawingml/2006/main">
            <a:off x="720090" y="629708"/>
            <a:ext cx="11361420" cy="989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gn="l">
              <a:lnSpc>
                <a:spcPct val="110000"/>
              </a:lnSpc>
              <a:spcBef>
                <a:spcPts val="0"/>
              </a:spcBef>
              <a:spcAft>
                <a:spcPts val="0"/>
              </a:spcAft>
              <a:buNone/>
              <a:defRPr sz="3465" b="1">
                <a:solidFill>
                  <a:schemeClr val="tx1"/>
                </a:solidFill>
                <a:latin typeface="+mj-lt"/>
                <a:ea typeface="+mj-lt"/>
                <a:cs typeface="+mj-lt"/>
              </a:defRPr>
            </a:lvl1pPr>
            <a:lvl2pPr marL="0" indent="0" algn="l">
              <a:lnSpc>
                <a:spcPct val="110000"/>
              </a:lnSpc>
              <a:spcBef>
                <a:spcPts val="0"/>
              </a:spcBef>
              <a:spcAft>
                <a:spcPts val="0"/>
              </a:spcAft>
              <a:buNone/>
              <a:defRPr sz="3465" b="1">
                <a:solidFill>
                  <a:schemeClr val="tx1"/>
                </a:solidFill>
                <a:latin typeface="+mj-lt"/>
                <a:ea typeface="+mj-lt"/>
                <a:cs typeface="+mj-lt"/>
              </a:defRPr>
            </a:lvl2pPr>
            <a:lvl3pPr marL="0" indent="0" algn="l">
              <a:lnSpc>
                <a:spcPct val="110000"/>
              </a:lnSpc>
              <a:spcBef>
                <a:spcPts val="0"/>
              </a:spcBef>
              <a:spcAft>
                <a:spcPts val="0"/>
              </a:spcAft>
              <a:buNone/>
              <a:defRPr sz="3465" b="1">
                <a:solidFill>
                  <a:schemeClr val="tx1"/>
                </a:solidFill>
                <a:latin typeface="+mj-lt"/>
                <a:ea typeface="+mj-lt"/>
                <a:cs typeface="+mj-lt"/>
              </a:defRPr>
            </a:lvl3pPr>
            <a:lvl4pPr marL="0" indent="0" algn="l">
              <a:lnSpc>
                <a:spcPct val="110000"/>
              </a:lnSpc>
              <a:spcBef>
                <a:spcPts val="0"/>
              </a:spcBef>
              <a:spcAft>
                <a:spcPts val="0"/>
              </a:spcAft>
              <a:buNone/>
              <a:defRPr sz="3465" b="1">
                <a:solidFill>
                  <a:schemeClr val="tx1"/>
                </a:solidFill>
                <a:latin typeface="+mj-lt"/>
                <a:ea typeface="+mj-lt"/>
                <a:cs typeface="+mj-lt"/>
              </a:defRPr>
            </a:lvl4pPr>
            <a:lvl5pPr marL="0" indent="0" algn="l">
              <a:lnSpc>
                <a:spcPct val="110000"/>
              </a:lnSpc>
              <a:spcBef>
                <a:spcPts val="0"/>
              </a:spcBef>
              <a:spcAft>
                <a:spcPts val="0"/>
              </a:spcAft>
              <a:buNone/>
              <a:defRPr sz="3465" b="1">
                <a:solidFill>
                  <a:schemeClr val="tx1"/>
                </a:solidFill>
                <a:latin typeface="+mj-lt"/>
                <a:ea typeface="+mj-lt"/>
                <a:cs typeface="+mj-lt"/>
              </a:defRPr>
            </a:lvl5pPr>
            <a:lvl6pPr marL="0" indent="0" algn="l">
              <a:lnSpc>
                <a:spcPct val="110000"/>
              </a:lnSpc>
              <a:spcBef>
                <a:spcPts val="0"/>
              </a:spcBef>
              <a:spcAft>
                <a:spcPts val="0"/>
              </a:spcAft>
              <a:buNone/>
              <a:defRPr sz="3465" b="1">
                <a:solidFill>
                  <a:schemeClr val="tx1"/>
                </a:solidFill>
                <a:latin typeface="+mj-lt"/>
                <a:ea typeface="+mj-lt"/>
                <a:cs typeface="+mj-lt"/>
              </a:defRPr>
            </a:lvl6pPr>
            <a:lvl7pPr marL="0" indent="0" algn="l">
              <a:lnSpc>
                <a:spcPct val="110000"/>
              </a:lnSpc>
              <a:spcBef>
                <a:spcPts val="0"/>
              </a:spcBef>
              <a:spcAft>
                <a:spcPts val="0"/>
              </a:spcAft>
              <a:buNone/>
              <a:defRPr sz="3465" b="1">
                <a:solidFill>
                  <a:schemeClr val="tx1"/>
                </a:solidFill>
                <a:latin typeface="+mj-lt"/>
                <a:ea typeface="+mj-lt"/>
                <a:cs typeface="+mj-lt"/>
              </a:defRPr>
            </a:lvl7pPr>
            <a:lvl8pPr marL="0" indent="0" algn="l">
              <a:lnSpc>
                <a:spcPct val="110000"/>
              </a:lnSpc>
              <a:spcBef>
                <a:spcPts val="0"/>
              </a:spcBef>
              <a:spcAft>
                <a:spcPts val="0"/>
              </a:spcAft>
              <a:buNone/>
              <a:defRPr sz="3465" b="1">
                <a:solidFill>
                  <a:schemeClr val="tx1"/>
                </a:solidFill>
                <a:latin typeface="+mj-lt"/>
                <a:ea typeface="+mj-lt"/>
                <a:cs typeface="+mj-lt"/>
              </a:defRPr>
            </a:lvl8pPr>
            <a:lvl9pPr marL="0" indent="0" algn="l">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238939-E128-4381-BFFB-900CC996708C}"/>
              </a:ext>
            </a:extLst>
          </p:cNvPr>
          <p:cNvSpPr>
            <a:spLocks xmlns:a="http://schemas.openxmlformats.org/drawingml/2006/main" noGrp="1"/>
          </p:cNvSpPr>
          <p:nvPr>
            <p:ph type="body" idx="1"/>
          </p:nvPr>
        </p:nvSpPr>
        <p:spPr>
          <a:xfrm xmlns:a="http://schemas.openxmlformats.org/drawingml/2006/main">
            <a:off x="720090" y="2248958"/>
            <a:ext cx="11361420" cy="5037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40030" indent="-240030" algn="l">
              <a:lnSpc>
                <a:spcPct val="110000"/>
              </a:lnSpc>
              <a:spcBef>
                <a:spcPts val="0"/>
              </a:spcBef>
              <a:spcAft>
                <a:spcPts val="1260"/>
              </a:spcAft>
              <a:buChar char="•"/>
              <a:defRPr sz="2363" b="0">
                <a:solidFill>
                  <a:schemeClr val="tx1"/>
                </a:solidFill>
                <a:latin typeface="+mn-lt"/>
                <a:ea typeface="+mn-lt"/>
                <a:cs typeface="+mn-lt"/>
              </a:defRPr>
            </a:lvl1pPr>
            <a:lvl2pPr marL="560070" indent="-240030" algn="l">
              <a:lnSpc>
                <a:spcPct val="110000"/>
              </a:lnSpc>
              <a:spcBef>
                <a:spcPts val="0"/>
              </a:spcBef>
              <a:spcAft>
                <a:spcPts val="1260"/>
              </a:spcAft>
              <a:buChar char="•"/>
              <a:defRPr sz="2363" b="0">
                <a:solidFill>
                  <a:schemeClr val="tx1"/>
                </a:solidFill>
                <a:latin typeface="+mn-lt"/>
                <a:ea typeface="+mn-lt"/>
                <a:cs typeface="+mn-lt"/>
              </a:defRPr>
            </a:lvl2pPr>
            <a:lvl3pPr marL="880110" indent="-240030" algn="l">
              <a:lnSpc>
                <a:spcPct val="110000"/>
              </a:lnSpc>
              <a:spcBef>
                <a:spcPts val="0"/>
              </a:spcBef>
              <a:spcAft>
                <a:spcPts val="1260"/>
              </a:spcAft>
              <a:buChar char="•"/>
              <a:defRPr sz="2363" b="0">
                <a:solidFill>
                  <a:schemeClr val="tx1"/>
                </a:solidFill>
                <a:latin typeface="+mn-lt"/>
                <a:ea typeface="+mn-lt"/>
                <a:cs typeface="+mn-lt"/>
              </a:defRPr>
            </a:lvl3pPr>
            <a:lvl4pPr marL="1200150" indent="-240030" algn="l">
              <a:lnSpc>
                <a:spcPct val="110000"/>
              </a:lnSpc>
              <a:spcBef>
                <a:spcPts val="0"/>
              </a:spcBef>
              <a:spcAft>
                <a:spcPts val="1260"/>
              </a:spcAft>
              <a:buChar char="•"/>
              <a:defRPr sz="2363" b="0">
                <a:solidFill>
                  <a:schemeClr val="tx1"/>
                </a:solidFill>
                <a:latin typeface="+mn-lt"/>
                <a:ea typeface="+mn-lt"/>
                <a:cs typeface="+mn-lt"/>
              </a:defRPr>
            </a:lvl4pPr>
            <a:lvl5pPr marL="1520190" indent="-240030" algn="l">
              <a:lnSpc>
                <a:spcPct val="110000"/>
              </a:lnSpc>
              <a:spcBef>
                <a:spcPts val="0"/>
              </a:spcBef>
              <a:spcAft>
                <a:spcPts val="1260"/>
              </a:spcAft>
              <a:buChar char="•"/>
              <a:defRPr sz="2363" b="0">
                <a:solidFill>
                  <a:schemeClr val="tx1"/>
                </a:solidFill>
                <a:latin typeface="+mn-lt"/>
                <a:ea typeface="+mn-lt"/>
                <a:cs typeface="+mn-lt"/>
              </a:defRPr>
            </a:lvl5pPr>
            <a:lvl6pPr marL="1840230" indent="-240030" algn="l">
              <a:lnSpc>
                <a:spcPct val="110000"/>
              </a:lnSpc>
              <a:spcBef>
                <a:spcPts val="0"/>
              </a:spcBef>
              <a:spcAft>
                <a:spcPts val="1260"/>
              </a:spcAft>
              <a:buChar char="•"/>
              <a:defRPr sz="2363" b="0">
                <a:solidFill>
                  <a:schemeClr val="tx1"/>
                </a:solidFill>
                <a:latin typeface="+mn-lt"/>
                <a:ea typeface="+mn-lt"/>
                <a:cs typeface="+mn-lt"/>
              </a:defRPr>
            </a:lvl6pPr>
            <a:lvl7pPr marL="2160270" indent="-240030" algn="l">
              <a:lnSpc>
                <a:spcPct val="110000"/>
              </a:lnSpc>
              <a:spcBef>
                <a:spcPts val="0"/>
              </a:spcBef>
              <a:spcAft>
                <a:spcPts val="1260"/>
              </a:spcAft>
              <a:buChar char="•"/>
              <a:defRPr sz="2363" b="0">
                <a:solidFill>
                  <a:schemeClr val="tx1"/>
                </a:solidFill>
                <a:latin typeface="+mn-lt"/>
                <a:ea typeface="+mn-lt"/>
                <a:cs typeface="+mn-lt"/>
              </a:defRPr>
            </a:lvl7pPr>
            <a:lvl8pPr marL="2480310" indent="-240030" algn="l">
              <a:lnSpc>
                <a:spcPct val="110000"/>
              </a:lnSpc>
              <a:spcBef>
                <a:spcPts val="0"/>
              </a:spcBef>
              <a:spcAft>
                <a:spcPts val="1260"/>
              </a:spcAft>
              <a:buChar char="•"/>
              <a:defRPr sz="2363" b="0">
                <a:solidFill>
                  <a:schemeClr val="tx1"/>
                </a:solidFill>
                <a:latin typeface="+mn-lt"/>
                <a:ea typeface="+mn-lt"/>
                <a:cs typeface="+mn-lt"/>
              </a:defRPr>
            </a:lvl8pPr>
            <a:lvl9pPr marL="2800350" indent="-240030" algn="l">
              <a:lnSpc>
                <a:spcPct val="110000"/>
              </a:lnSpc>
              <a:spcBef>
                <a:spcPts val="0"/>
              </a:spcBef>
              <a:spcAft>
                <a:spcPts val="126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D26522-6E2A-4497-8299-D58F950B8B56}"/>
              </a:ext>
            </a:extLst>
          </p:cNvPr>
          <p:cNvSpPr>
            <a:spLocks xmlns:a="http://schemas.openxmlformats.org/drawingml/2006/main" noGrp="1"/>
          </p:cNvSpPr>
          <p:nvPr>
            <p:ph type="title" idx="0"/>
          </p:nvPr>
        </p:nvSpPr>
        <p:spPr>
          <a:xfrm xmlns:a="http://schemas.openxmlformats.org/drawingml/2006/main">
            <a:off x="720090" y="629708"/>
            <a:ext cx="11361420" cy="989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gn="l">
              <a:lnSpc>
                <a:spcPct val="110000"/>
              </a:lnSpc>
              <a:spcBef>
                <a:spcPts val="0"/>
              </a:spcBef>
              <a:spcAft>
                <a:spcPts val="0"/>
              </a:spcAft>
              <a:buNone/>
              <a:defRPr sz="3465" b="1">
                <a:solidFill>
                  <a:schemeClr val="tx1"/>
                </a:solidFill>
                <a:latin typeface="+mj-lt"/>
                <a:ea typeface="+mj-lt"/>
                <a:cs typeface="+mj-lt"/>
              </a:defRPr>
            </a:lvl1pPr>
            <a:lvl2pPr marL="0" indent="0" algn="l">
              <a:lnSpc>
                <a:spcPct val="110000"/>
              </a:lnSpc>
              <a:spcBef>
                <a:spcPts val="0"/>
              </a:spcBef>
              <a:spcAft>
                <a:spcPts val="0"/>
              </a:spcAft>
              <a:buNone/>
              <a:defRPr sz="3465" b="1">
                <a:solidFill>
                  <a:schemeClr val="tx1"/>
                </a:solidFill>
                <a:latin typeface="+mj-lt"/>
                <a:ea typeface="+mj-lt"/>
                <a:cs typeface="+mj-lt"/>
              </a:defRPr>
            </a:lvl2pPr>
            <a:lvl3pPr marL="0" indent="0" algn="l">
              <a:lnSpc>
                <a:spcPct val="110000"/>
              </a:lnSpc>
              <a:spcBef>
                <a:spcPts val="0"/>
              </a:spcBef>
              <a:spcAft>
                <a:spcPts val="0"/>
              </a:spcAft>
              <a:buNone/>
              <a:defRPr sz="3465" b="1">
                <a:solidFill>
                  <a:schemeClr val="tx1"/>
                </a:solidFill>
                <a:latin typeface="+mj-lt"/>
                <a:ea typeface="+mj-lt"/>
                <a:cs typeface="+mj-lt"/>
              </a:defRPr>
            </a:lvl3pPr>
            <a:lvl4pPr marL="0" indent="0" algn="l">
              <a:lnSpc>
                <a:spcPct val="110000"/>
              </a:lnSpc>
              <a:spcBef>
                <a:spcPts val="0"/>
              </a:spcBef>
              <a:spcAft>
                <a:spcPts val="0"/>
              </a:spcAft>
              <a:buNone/>
              <a:defRPr sz="3465" b="1">
                <a:solidFill>
                  <a:schemeClr val="tx1"/>
                </a:solidFill>
                <a:latin typeface="+mj-lt"/>
                <a:ea typeface="+mj-lt"/>
                <a:cs typeface="+mj-lt"/>
              </a:defRPr>
            </a:lvl4pPr>
            <a:lvl5pPr marL="0" indent="0" algn="l">
              <a:lnSpc>
                <a:spcPct val="110000"/>
              </a:lnSpc>
              <a:spcBef>
                <a:spcPts val="0"/>
              </a:spcBef>
              <a:spcAft>
                <a:spcPts val="0"/>
              </a:spcAft>
              <a:buNone/>
              <a:defRPr sz="3465" b="1">
                <a:solidFill>
                  <a:schemeClr val="tx1"/>
                </a:solidFill>
                <a:latin typeface="+mj-lt"/>
                <a:ea typeface="+mj-lt"/>
                <a:cs typeface="+mj-lt"/>
              </a:defRPr>
            </a:lvl5pPr>
            <a:lvl6pPr marL="0" indent="0" algn="l">
              <a:lnSpc>
                <a:spcPct val="110000"/>
              </a:lnSpc>
              <a:spcBef>
                <a:spcPts val="0"/>
              </a:spcBef>
              <a:spcAft>
                <a:spcPts val="0"/>
              </a:spcAft>
              <a:buNone/>
              <a:defRPr sz="3465" b="1">
                <a:solidFill>
                  <a:schemeClr val="tx1"/>
                </a:solidFill>
                <a:latin typeface="+mj-lt"/>
                <a:ea typeface="+mj-lt"/>
                <a:cs typeface="+mj-lt"/>
              </a:defRPr>
            </a:lvl6pPr>
            <a:lvl7pPr marL="0" indent="0" algn="l">
              <a:lnSpc>
                <a:spcPct val="110000"/>
              </a:lnSpc>
              <a:spcBef>
                <a:spcPts val="0"/>
              </a:spcBef>
              <a:spcAft>
                <a:spcPts val="0"/>
              </a:spcAft>
              <a:buNone/>
              <a:defRPr sz="3465" b="1">
                <a:solidFill>
                  <a:schemeClr val="tx1"/>
                </a:solidFill>
                <a:latin typeface="+mj-lt"/>
                <a:ea typeface="+mj-lt"/>
                <a:cs typeface="+mj-lt"/>
              </a:defRPr>
            </a:lvl7pPr>
            <a:lvl8pPr marL="0" indent="0" algn="l">
              <a:lnSpc>
                <a:spcPct val="110000"/>
              </a:lnSpc>
              <a:spcBef>
                <a:spcPts val="0"/>
              </a:spcBef>
              <a:spcAft>
                <a:spcPts val="0"/>
              </a:spcAft>
              <a:buNone/>
              <a:defRPr sz="3465" b="1">
                <a:solidFill>
                  <a:schemeClr val="tx1"/>
                </a:solidFill>
                <a:latin typeface="+mj-lt"/>
                <a:ea typeface="+mj-lt"/>
                <a:cs typeface="+mj-lt"/>
              </a:defRPr>
            </a:lvl8pPr>
            <a:lvl9pPr marL="0" indent="0" algn="l">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3ECF15-5CAB-41E7-A59A-49A4AFCFE674}"/>
              </a:ext>
            </a:extLst>
          </p:cNvPr>
          <p:cNvSpPr>
            <a:spLocks xmlns:a="http://schemas.openxmlformats.org/drawingml/2006/main" noGrp="1"/>
          </p:cNvSpPr>
          <p:nvPr>
            <p:ph type="body" idx="1"/>
          </p:nvPr>
        </p:nvSpPr>
        <p:spPr>
          <a:xfrm xmlns:a="http://schemas.openxmlformats.org/drawingml/2006/main">
            <a:off x="720090" y="2248958"/>
            <a:ext cx="5280660" cy="5037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05" b="0">
                <a:solidFill>
                  <a:schemeClr val="tx1"/>
                </a:solidFill>
                <a:latin typeface="+mn-lt"/>
                <a:ea typeface="+mn-lt"/>
                <a:cs typeface="+mn-lt"/>
              </a:defRPr>
            </a:defPPr>
            <a:lvl1pPr marL="240030" indent="-240030" algn="l">
              <a:lnSpc>
                <a:spcPct val="110000"/>
              </a:lnSpc>
              <a:spcBef>
                <a:spcPts val="0"/>
              </a:spcBef>
              <a:spcAft>
                <a:spcPts val="1260"/>
              </a:spcAft>
              <a:buChar char="•"/>
              <a:defRPr sz="2205" b="0">
                <a:solidFill>
                  <a:schemeClr val="tx1"/>
                </a:solidFill>
                <a:latin typeface="+mn-lt"/>
                <a:ea typeface="+mn-lt"/>
                <a:cs typeface="+mn-lt"/>
              </a:defRPr>
            </a:lvl1pPr>
            <a:lvl2pPr marL="560070" indent="-240030" algn="l">
              <a:lnSpc>
                <a:spcPct val="110000"/>
              </a:lnSpc>
              <a:spcBef>
                <a:spcPts val="0"/>
              </a:spcBef>
              <a:spcAft>
                <a:spcPts val="1260"/>
              </a:spcAft>
              <a:buChar char="•"/>
              <a:defRPr sz="2205" b="0">
                <a:solidFill>
                  <a:schemeClr val="tx1"/>
                </a:solidFill>
                <a:latin typeface="+mn-lt"/>
                <a:ea typeface="+mn-lt"/>
                <a:cs typeface="+mn-lt"/>
              </a:defRPr>
            </a:lvl2pPr>
            <a:lvl3pPr marL="880110" indent="-240030" algn="l">
              <a:lnSpc>
                <a:spcPct val="110000"/>
              </a:lnSpc>
              <a:spcBef>
                <a:spcPts val="0"/>
              </a:spcBef>
              <a:spcAft>
                <a:spcPts val="1260"/>
              </a:spcAft>
              <a:buChar char="•"/>
              <a:defRPr sz="2205" b="0">
                <a:solidFill>
                  <a:schemeClr val="tx1"/>
                </a:solidFill>
                <a:latin typeface="+mn-lt"/>
                <a:ea typeface="+mn-lt"/>
                <a:cs typeface="+mn-lt"/>
              </a:defRPr>
            </a:lvl3pPr>
            <a:lvl4pPr marL="1200150" indent="-240030" algn="l">
              <a:lnSpc>
                <a:spcPct val="110000"/>
              </a:lnSpc>
              <a:spcBef>
                <a:spcPts val="0"/>
              </a:spcBef>
              <a:spcAft>
                <a:spcPts val="1260"/>
              </a:spcAft>
              <a:buChar char="•"/>
              <a:defRPr sz="2205" b="0">
                <a:solidFill>
                  <a:schemeClr val="tx1"/>
                </a:solidFill>
                <a:latin typeface="+mn-lt"/>
                <a:ea typeface="+mn-lt"/>
                <a:cs typeface="+mn-lt"/>
              </a:defRPr>
            </a:lvl4pPr>
            <a:lvl5pPr marL="1520190" indent="-240030" algn="l">
              <a:lnSpc>
                <a:spcPct val="110000"/>
              </a:lnSpc>
              <a:spcBef>
                <a:spcPts val="0"/>
              </a:spcBef>
              <a:spcAft>
                <a:spcPts val="1260"/>
              </a:spcAft>
              <a:buChar char="•"/>
              <a:defRPr sz="2205" b="0">
                <a:solidFill>
                  <a:schemeClr val="tx1"/>
                </a:solidFill>
                <a:latin typeface="+mn-lt"/>
                <a:ea typeface="+mn-lt"/>
                <a:cs typeface="+mn-lt"/>
              </a:defRPr>
            </a:lvl5pPr>
            <a:lvl6pPr marL="1840230" indent="-240030" algn="l">
              <a:lnSpc>
                <a:spcPct val="110000"/>
              </a:lnSpc>
              <a:spcBef>
                <a:spcPts val="0"/>
              </a:spcBef>
              <a:spcAft>
                <a:spcPts val="1260"/>
              </a:spcAft>
              <a:buChar char="•"/>
              <a:defRPr sz="2205" b="0">
                <a:solidFill>
                  <a:schemeClr val="tx1"/>
                </a:solidFill>
                <a:latin typeface="+mn-lt"/>
                <a:ea typeface="+mn-lt"/>
                <a:cs typeface="+mn-lt"/>
              </a:defRPr>
            </a:lvl6pPr>
            <a:lvl7pPr marL="2160270" indent="-240030" algn="l">
              <a:lnSpc>
                <a:spcPct val="110000"/>
              </a:lnSpc>
              <a:spcBef>
                <a:spcPts val="0"/>
              </a:spcBef>
              <a:spcAft>
                <a:spcPts val="1260"/>
              </a:spcAft>
              <a:buChar char="•"/>
              <a:defRPr sz="2205" b="0">
                <a:solidFill>
                  <a:schemeClr val="tx1"/>
                </a:solidFill>
                <a:latin typeface="+mn-lt"/>
                <a:ea typeface="+mn-lt"/>
                <a:cs typeface="+mn-lt"/>
              </a:defRPr>
            </a:lvl7pPr>
            <a:lvl8pPr marL="2480310" indent="-240030" algn="l">
              <a:lnSpc>
                <a:spcPct val="110000"/>
              </a:lnSpc>
              <a:spcBef>
                <a:spcPts val="0"/>
              </a:spcBef>
              <a:spcAft>
                <a:spcPts val="1260"/>
              </a:spcAft>
              <a:buChar char="•"/>
              <a:defRPr sz="2205" b="0">
                <a:solidFill>
                  <a:schemeClr val="tx1"/>
                </a:solidFill>
                <a:latin typeface="+mn-lt"/>
                <a:ea typeface="+mn-lt"/>
                <a:cs typeface="+mn-lt"/>
              </a:defRPr>
            </a:lvl8pPr>
            <a:lvl9pPr marL="2800350" indent="-240030" algn="l">
              <a:lnSpc>
                <a:spcPct val="110000"/>
              </a:lnSpc>
              <a:spcBef>
                <a:spcPts val="0"/>
              </a:spcBef>
              <a:spcAft>
                <a:spcPts val="1260"/>
              </a:spcAft>
              <a:buChar char="•"/>
              <a:defRPr sz="220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A25704-83D3-43BB-BE76-4B71AFB0C4EB}"/>
              </a:ext>
            </a:extLst>
          </p:cNvPr>
          <p:cNvSpPr>
            <a:spLocks xmlns:a="http://schemas.openxmlformats.org/drawingml/2006/main" noGrp="1"/>
          </p:cNvSpPr>
          <p:nvPr>
            <p:ph type="body" idx="2"/>
          </p:nvPr>
        </p:nvSpPr>
        <p:spPr>
          <a:xfrm xmlns:a="http://schemas.openxmlformats.org/drawingml/2006/main">
            <a:off x="6800850" y="2248958"/>
            <a:ext cx="5280660" cy="5037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05" b="0">
                <a:solidFill>
                  <a:schemeClr val="tx1"/>
                </a:solidFill>
                <a:latin typeface="+mn-lt"/>
                <a:ea typeface="+mn-lt"/>
                <a:cs typeface="+mn-lt"/>
              </a:defRPr>
            </a:defPPr>
            <a:lvl1pPr marL="240030" indent="-240030" algn="l">
              <a:lnSpc>
                <a:spcPct val="110000"/>
              </a:lnSpc>
              <a:spcBef>
                <a:spcPts val="0"/>
              </a:spcBef>
              <a:spcAft>
                <a:spcPts val="1260"/>
              </a:spcAft>
              <a:buChar char="•"/>
              <a:defRPr sz="2205" b="0">
                <a:solidFill>
                  <a:schemeClr val="tx1"/>
                </a:solidFill>
                <a:latin typeface="+mn-lt"/>
                <a:ea typeface="+mn-lt"/>
                <a:cs typeface="+mn-lt"/>
              </a:defRPr>
            </a:lvl1pPr>
            <a:lvl2pPr marL="560070" indent="-240030" algn="l">
              <a:lnSpc>
                <a:spcPct val="110000"/>
              </a:lnSpc>
              <a:spcBef>
                <a:spcPts val="0"/>
              </a:spcBef>
              <a:spcAft>
                <a:spcPts val="1260"/>
              </a:spcAft>
              <a:buChar char="•"/>
              <a:defRPr sz="2205" b="0">
                <a:solidFill>
                  <a:schemeClr val="tx1"/>
                </a:solidFill>
                <a:latin typeface="+mn-lt"/>
                <a:ea typeface="+mn-lt"/>
                <a:cs typeface="+mn-lt"/>
              </a:defRPr>
            </a:lvl2pPr>
            <a:lvl3pPr marL="880110" indent="-240030" algn="l">
              <a:lnSpc>
                <a:spcPct val="110000"/>
              </a:lnSpc>
              <a:spcBef>
                <a:spcPts val="0"/>
              </a:spcBef>
              <a:spcAft>
                <a:spcPts val="1260"/>
              </a:spcAft>
              <a:buChar char="•"/>
              <a:defRPr sz="2205" b="0">
                <a:solidFill>
                  <a:schemeClr val="tx1"/>
                </a:solidFill>
                <a:latin typeface="+mn-lt"/>
                <a:ea typeface="+mn-lt"/>
                <a:cs typeface="+mn-lt"/>
              </a:defRPr>
            </a:lvl3pPr>
            <a:lvl4pPr marL="1200150" indent="-240030" algn="l">
              <a:lnSpc>
                <a:spcPct val="110000"/>
              </a:lnSpc>
              <a:spcBef>
                <a:spcPts val="0"/>
              </a:spcBef>
              <a:spcAft>
                <a:spcPts val="1260"/>
              </a:spcAft>
              <a:buChar char="•"/>
              <a:defRPr sz="2205" b="0">
                <a:solidFill>
                  <a:schemeClr val="tx1"/>
                </a:solidFill>
                <a:latin typeface="+mn-lt"/>
                <a:ea typeface="+mn-lt"/>
                <a:cs typeface="+mn-lt"/>
              </a:defRPr>
            </a:lvl4pPr>
            <a:lvl5pPr marL="1520190" indent="-240030" algn="l">
              <a:lnSpc>
                <a:spcPct val="110000"/>
              </a:lnSpc>
              <a:spcBef>
                <a:spcPts val="0"/>
              </a:spcBef>
              <a:spcAft>
                <a:spcPts val="1260"/>
              </a:spcAft>
              <a:buChar char="•"/>
              <a:defRPr sz="2205" b="0">
                <a:solidFill>
                  <a:schemeClr val="tx1"/>
                </a:solidFill>
                <a:latin typeface="+mn-lt"/>
                <a:ea typeface="+mn-lt"/>
                <a:cs typeface="+mn-lt"/>
              </a:defRPr>
            </a:lvl5pPr>
            <a:lvl6pPr marL="1840230" indent="-240030" algn="l">
              <a:lnSpc>
                <a:spcPct val="110000"/>
              </a:lnSpc>
              <a:spcBef>
                <a:spcPts val="0"/>
              </a:spcBef>
              <a:spcAft>
                <a:spcPts val="1260"/>
              </a:spcAft>
              <a:buChar char="•"/>
              <a:defRPr sz="2205" b="0">
                <a:solidFill>
                  <a:schemeClr val="tx1"/>
                </a:solidFill>
                <a:latin typeface="+mn-lt"/>
                <a:ea typeface="+mn-lt"/>
                <a:cs typeface="+mn-lt"/>
              </a:defRPr>
            </a:lvl6pPr>
            <a:lvl7pPr marL="2160270" indent="-240030" algn="l">
              <a:lnSpc>
                <a:spcPct val="110000"/>
              </a:lnSpc>
              <a:spcBef>
                <a:spcPts val="0"/>
              </a:spcBef>
              <a:spcAft>
                <a:spcPts val="1260"/>
              </a:spcAft>
              <a:buChar char="•"/>
              <a:defRPr sz="2205" b="0">
                <a:solidFill>
                  <a:schemeClr val="tx1"/>
                </a:solidFill>
                <a:latin typeface="+mn-lt"/>
                <a:ea typeface="+mn-lt"/>
                <a:cs typeface="+mn-lt"/>
              </a:defRPr>
            </a:lvl7pPr>
            <a:lvl8pPr marL="2480310" indent="-240030" algn="l">
              <a:lnSpc>
                <a:spcPct val="110000"/>
              </a:lnSpc>
              <a:spcBef>
                <a:spcPts val="0"/>
              </a:spcBef>
              <a:spcAft>
                <a:spcPts val="1260"/>
              </a:spcAft>
              <a:buChar char="•"/>
              <a:defRPr sz="2205" b="0">
                <a:solidFill>
                  <a:schemeClr val="tx1"/>
                </a:solidFill>
                <a:latin typeface="+mn-lt"/>
                <a:ea typeface="+mn-lt"/>
                <a:cs typeface="+mn-lt"/>
              </a:defRPr>
            </a:lvl8pPr>
            <a:lvl9pPr marL="2800350" indent="-240030" algn="l">
              <a:lnSpc>
                <a:spcPct val="110000"/>
              </a:lnSpc>
              <a:spcBef>
                <a:spcPts val="0"/>
              </a:spcBef>
              <a:spcAft>
                <a:spcPts val="1260"/>
              </a:spcAft>
              <a:buChar char="•"/>
              <a:defRPr sz="220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615682-E115-4601-8DBC-94492119E878}"/>
              </a:ext>
            </a:extLst>
          </p:cNvPr>
          <p:cNvSpPr>
            <a:spLocks xmlns:a="http://schemas.openxmlformats.org/drawingml/2006/main" noGrp="1"/>
          </p:cNvSpPr>
          <p:nvPr>
            <p:ph type="title" idx="0"/>
          </p:nvPr>
        </p:nvSpPr>
        <p:spPr>
          <a:xfrm xmlns:a="http://schemas.openxmlformats.org/drawingml/2006/main">
            <a:off x="720090" y="629708"/>
            <a:ext cx="11361420" cy="989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465" b="1">
                <a:solidFill>
                  <a:schemeClr val="tx1"/>
                </a:solidFill>
                <a:latin typeface="+mj-lt"/>
                <a:ea typeface="+mj-lt"/>
                <a:cs typeface="+mj-lt"/>
              </a:defRPr>
            </a:defPPr>
            <a:lvl1pPr marL="0" indent="0" algn="l">
              <a:lnSpc>
                <a:spcPct val="110000"/>
              </a:lnSpc>
              <a:spcBef>
                <a:spcPts val="0"/>
              </a:spcBef>
              <a:spcAft>
                <a:spcPts val="0"/>
              </a:spcAft>
              <a:buNone/>
              <a:defRPr sz="3465" b="1">
                <a:solidFill>
                  <a:schemeClr val="tx1"/>
                </a:solidFill>
                <a:latin typeface="+mj-lt"/>
                <a:ea typeface="+mj-lt"/>
                <a:cs typeface="+mj-lt"/>
              </a:defRPr>
            </a:lvl1pPr>
            <a:lvl2pPr marL="0" indent="0" algn="l">
              <a:lnSpc>
                <a:spcPct val="110000"/>
              </a:lnSpc>
              <a:spcBef>
                <a:spcPts val="0"/>
              </a:spcBef>
              <a:spcAft>
                <a:spcPts val="0"/>
              </a:spcAft>
              <a:buNone/>
              <a:defRPr sz="3465" b="1">
                <a:solidFill>
                  <a:schemeClr val="tx1"/>
                </a:solidFill>
                <a:latin typeface="+mj-lt"/>
                <a:ea typeface="+mj-lt"/>
                <a:cs typeface="+mj-lt"/>
              </a:defRPr>
            </a:lvl2pPr>
            <a:lvl3pPr marL="0" indent="0" algn="l">
              <a:lnSpc>
                <a:spcPct val="110000"/>
              </a:lnSpc>
              <a:spcBef>
                <a:spcPts val="0"/>
              </a:spcBef>
              <a:spcAft>
                <a:spcPts val="0"/>
              </a:spcAft>
              <a:buNone/>
              <a:defRPr sz="3465" b="1">
                <a:solidFill>
                  <a:schemeClr val="tx1"/>
                </a:solidFill>
                <a:latin typeface="+mj-lt"/>
                <a:ea typeface="+mj-lt"/>
                <a:cs typeface="+mj-lt"/>
              </a:defRPr>
            </a:lvl3pPr>
            <a:lvl4pPr marL="0" indent="0" algn="l">
              <a:lnSpc>
                <a:spcPct val="110000"/>
              </a:lnSpc>
              <a:spcBef>
                <a:spcPts val="0"/>
              </a:spcBef>
              <a:spcAft>
                <a:spcPts val="0"/>
              </a:spcAft>
              <a:buNone/>
              <a:defRPr sz="3465" b="1">
                <a:solidFill>
                  <a:schemeClr val="tx1"/>
                </a:solidFill>
                <a:latin typeface="+mj-lt"/>
                <a:ea typeface="+mj-lt"/>
                <a:cs typeface="+mj-lt"/>
              </a:defRPr>
            </a:lvl4pPr>
            <a:lvl5pPr marL="0" indent="0" algn="l">
              <a:lnSpc>
                <a:spcPct val="110000"/>
              </a:lnSpc>
              <a:spcBef>
                <a:spcPts val="0"/>
              </a:spcBef>
              <a:spcAft>
                <a:spcPts val="0"/>
              </a:spcAft>
              <a:buNone/>
              <a:defRPr sz="3465" b="1">
                <a:solidFill>
                  <a:schemeClr val="tx1"/>
                </a:solidFill>
                <a:latin typeface="+mj-lt"/>
                <a:ea typeface="+mj-lt"/>
                <a:cs typeface="+mj-lt"/>
              </a:defRPr>
            </a:lvl5pPr>
            <a:lvl6pPr marL="0" indent="0" algn="l">
              <a:lnSpc>
                <a:spcPct val="110000"/>
              </a:lnSpc>
              <a:spcBef>
                <a:spcPts val="0"/>
              </a:spcBef>
              <a:spcAft>
                <a:spcPts val="0"/>
              </a:spcAft>
              <a:buNone/>
              <a:defRPr sz="3465" b="1">
                <a:solidFill>
                  <a:schemeClr val="tx1"/>
                </a:solidFill>
                <a:latin typeface="+mj-lt"/>
                <a:ea typeface="+mj-lt"/>
                <a:cs typeface="+mj-lt"/>
              </a:defRPr>
            </a:lvl6pPr>
            <a:lvl7pPr marL="0" indent="0" algn="l">
              <a:lnSpc>
                <a:spcPct val="110000"/>
              </a:lnSpc>
              <a:spcBef>
                <a:spcPts val="0"/>
              </a:spcBef>
              <a:spcAft>
                <a:spcPts val="0"/>
              </a:spcAft>
              <a:buNone/>
              <a:defRPr sz="3465" b="1">
                <a:solidFill>
                  <a:schemeClr val="tx1"/>
                </a:solidFill>
                <a:latin typeface="+mj-lt"/>
                <a:ea typeface="+mj-lt"/>
                <a:cs typeface="+mj-lt"/>
              </a:defRPr>
            </a:lvl7pPr>
            <a:lvl8pPr marL="0" indent="0" algn="l">
              <a:lnSpc>
                <a:spcPct val="110000"/>
              </a:lnSpc>
              <a:spcBef>
                <a:spcPts val="0"/>
              </a:spcBef>
              <a:spcAft>
                <a:spcPts val="0"/>
              </a:spcAft>
              <a:buNone/>
              <a:defRPr sz="3465" b="1">
                <a:solidFill>
                  <a:schemeClr val="tx1"/>
                </a:solidFill>
                <a:latin typeface="+mj-lt"/>
                <a:ea typeface="+mj-lt"/>
                <a:cs typeface="+mj-lt"/>
              </a:defRPr>
            </a:lvl8pPr>
            <a:lvl9pPr marL="0" indent="0" algn="l">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A838AB-6BD9-4AA0-B9C4-5C52D4EA3CD6}"/>
              </a:ext>
            </a:extLst>
          </p:cNvPr>
          <p:cNvSpPr>
            <a:spLocks xmlns:a="http://schemas.openxmlformats.org/drawingml/2006/main" noGrp="1"/>
          </p:cNvSpPr>
          <p:nvPr>
            <p:ph type="body" idx="1"/>
          </p:nvPr>
        </p:nvSpPr>
        <p:spPr>
          <a:xfrm xmlns:a="http://schemas.openxmlformats.org/drawingml/2006/main">
            <a:off x="720090" y="2248958"/>
            <a:ext cx="5280660" cy="5037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40030" indent="-240030" algn="l">
              <a:lnSpc>
                <a:spcPct val="110000"/>
              </a:lnSpc>
              <a:spcBef>
                <a:spcPts val="0"/>
              </a:spcBef>
              <a:spcAft>
                <a:spcPts val="1260"/>
              </a:spcAft>
              <a:buChar char="•"/>
              <a:defRPr sz="2363" b="0">
                <a:solidFill>
                  <a:schemeClr val="tx1"/>
                </a:solidFill>
                <a:latin typeface="+mn-lt"/>
                <a:ea typeface="+mn-lt"/>
                <a:cs typeface="+mn-lt"/>
              </a:defRPr>
            </a:lvl1pPr>
            <a:lvl2pPr marL="560070" indent="-240030" algn="l">
              <a:lnSpc>
                <a:spcPct val="110000"/>
              </a:lnSpc>
              <a:spcBef>
                <a:spcPts val="0"/>
              </a:spcBef>
              <a:spcAft>
                <a:spcPts val="1260"/>
              </a:spcAft>
              <a:buChar char="•"/>
              <a:defRPr sz="2363" b="0">
                <a:solidFill>
                  <a:schemeClr val="tx1"/>
                </a:solidFill>
                <a:latin typeface="+mn-lt"/>
                <a:ea typeface="+mn-lt"/>
                <a:cs typeface="+mn-lt"/>
              </a:defRPr>
            </a:lvl2pPr>
            <a:lvl3pPr marL="880110" indent="-240030" algn="l">
              <a:lnSpc>
                <a:spcPct val="110000"/>
              </a:lnSpc>
              <a:spcBef>
                <a:spcPts val="0"/>
              </a:spcBef>
              <a:spcAft>
                <a:spcPts val="1260"/>
              </a:spcAft>
              <a:buChar char="•"/>
              <a:defRPr sz="2363" b="0">
                <a:solidFill>
                  <a:schemeClr val="tx1"/>
                </a:solidFill>
                <a:latin typeface="+mn-lt"/>
                <a:ea typeface="+mn-lt"/>
                <a:cs typeface="+mn-lt"/>
              </a:defRPr>
            </a:lvl3pPr>
            <a:lvl4pPr marL="1200150" indent="-240030" algn="l">
              <a:lnSpc>
                <a:spcPct val="110000"/>
              </a:lnSpc>
              <a:spcBef>
                <a:spcPts val="0"/>
              </a:spcBef>
              <a:spcAft>
                <a:spcPts val="1260"/>
              </a:spcAft>
              <a:buChar char="•"/>
              <a:defRPr sz="2363" b="0">
                <a:solidFill>
                  <a:schemeClr val="tx1"/>
                </a:solidFill>
                <a:latin typeface="+mn-lt"/>
                <a:ea typeface="+mn-lt"/>
                <a:cs typeface="+mn-lt"/>
              </a:defRPr>
            </a:lvl4pPr>
            <a:lvl5pPr marL="1520190" indent="-240030" algn="l">
              <a:lnSpc>
                <a:spcPct val="110000"/>
              </a:lnSpc>
              <a:spcBef>
                <a:spcPts val="0"/>
              </a:spcBef>
              <a:spcAft>
                <a:spcPts val="1260"/>
              </a:spcAft>
              <a:buChar char="•"/>
              <a:defRPr sz="2363" b="0">
                <a:solidFill>
                  <a:schemeClr val="tx1"/>
                </a:solidFill>
                <a:latin typeface="+mn-lt"/>
                <a:ea typeface="+mn-lt"/>
                <a:cs typeface="+mn-lt"/>
              </a:defRPr>
            </a:lvl5pPr>
            <a:lvl6pPr marL="1840230" indent="-240030" algn="l">
              <a:lnSpc>
                <a:spcPct val="110000"/>
              </a:lnSpc>
              <a:spcBef>
                <a:spcPts val="0"/>
              </a:spcBef>
              <a:spcAft>
                <a:spcPts val="1260"/>
              </a:spcAft>
              <a:buChar char="•"/>
              <a:defRPr sz="2363" b="0">
                <a:solidFill>
                  <a:schemeClr val="tx1"/>
                </a:solidFill>
                <a:latin typeface="+mn-lt"/>
                <a:ea typeface="+mn-lt"/>
                <a:cs typeface="+mn-lt"/>
              </a:defRPr>
            </a:lvl6pPr>
            <a:lvl7pPr marL="2160270" indent="-240030" algn="l">
              <a:lnSpc>
                <a:spcPct val="110000"/>
              </a:lnSpc>
              <a:spcBef>
                <a:spcPts val="0"/>
              </a:spcBef>
              <a:spcAft>
                <a:spcPts val="1260"/>
              </a:spcAft>
              <a:buChar char="•"/>
              <a:defRPr sz="2363" b="0">
                <a:solidFill>
                  <a:schemeClr val="tx1"/>
                </a:solidFill>
                <a:latin typeface="+mn-lt"/>
                <a:ea typeface="+mn-lt"/>
                <a:cs typeface="+mn-lt"/>
              </a:defRPr>
            </a:lvl7pPr>
            <a:lvl8pPr marL="2480310" indent="-240030" algn="l">
              <a:lnSpc>
                <a:spcPct val="110000"/>
              </a:lnSpc>
              <a:spcBef>
                <a:spcPts val="0"/>
              </a:spcBef>
              <a:spcAft>
                <a:spcPts val="1260"/>
              </a:spcAft>
              <a:buChar char="•"/>
              <a:defRPr sz="2363" b="0">
                <a:solidFill>
                  <a:schemeClr val="tx1"/>
                </a:solidFill>
                <a:latin typeface="+mn-lt"/>
                <a:ea typeface="+mn-lt"/>
                <a:cs typeface="+mn-lt"/>
              </a:defRPr>
            </a:lvl8pPr>
            <a:lvl9pPr marL="2800350" indent="-240030" algn="l">
              <a:lnSpc>
                <a:spcPct val="110000"/>
              </a:lnSpc>
              <a:spcBef>
                <a:spcPts val="0"/>
              </a:spcBef>
              <a:spcAft>
                <a:spcPts val="126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Relationships xmlns="http://schemas.openxmlformats.org/package/2006/relationships"><Relationship Type="http://schemas.openxmlformats.org/officeDocument/2006/relationships/theme" Target="/ppt/slideMasters/theme/theme2.xml" Id="R88b9171635634217" /><Relationship Type="http://schemas.openxmlformats.org/officeDocument/2006/relationships/slideLayout" Target="/ppt/slideLayouts/slideLayout1.xml" Id="Re5b79948d8fa48f4" /><Relationship Type="http://schemas.openxmlformats.org/officeDocument/2006/relationships/slideLayout" Target="/ppt/slideLayouts/slideLayout2.xml" Id="Rfe8b05b103424f44" /><Relationship Type="http://schemas.openxmlformats.org/officeDocument/2006/relationships/slideLayout" Target="/ppt/slideLayouts/slideLayout3.xml" Id="R5cd74810b3ef4d07" /><Relationship Type="http://schemas.openxmlformats.org/officeDocument/2006/relationships/slideLayout" Target="/ppt/slideLayouts/slideLayout4.xml" Id="Re2b4c453c86346d3" /><Relationship Type="http://schemas.openxmlformats.org/officeDocument/2006/relationships/slideLayout" Target="/ppt/slideLayouts/slideLayout5.xml" Id="R11ee15471e554774" /><Relationship Type="http://schemas.openxmlformats.org/officeDocument/2006/relationships/slideLayout" Target="/ppt/slideLayouts/slideLayout6.xml" Id="Ra200ff03db5f42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b79948d8fa48f4"/>
    <p:sldLayoutId xmlns:r="http://schemas.openxmlformats.org/officeDocument/2006/relationships" id="2147483650" r:id="Rfe8b05b103424f44"/>
    <p:sldLayoutId xmlns:r="http://schemas.openxmlformats.org/officeDocument/2006/relationships" id="2147483651" r:id="R5cd74810b3ef4d07"/>
    <p:sldLayoutId xmlns:r="http://schemas.openxmlformats.org/officeDocument/2006/relationships" id="2147483652" r:id="Re2b4c453c86346d3"/>
    <p:sldLayoutId xmlns:r="http://schemas.openxmlformats.org/officeDocument/2006/relationships" id="2147483653" r:id="R11ee15471e554774"/>
    <p:sldLayoutId xmlns:r="http://schemas.openxmlformats.org/officeDocument/2006/relationships" id="2147483654" r:id="Ra200ff03db5f42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6.xml" Id="R9748401bc63240ee" /><Relationship Type="http://schemas.openxmlformats.org/officeDocument/2006/relationships/image" Target="/ppt/media/image.png" Id="R8e3dec1e95f9483e" /><Relationship Type="http://schemas.openxmlformats.org/officeDocument/2006/relationships/image" Target="/ppt/media/image2.png" Id="Rc89e92be5cdc423c" /><Relationship Type="http://schemas.openxmlformats.org/officeDocument/2006/relationships/image" Target="/ppt/media/image3.png" Id="Rb8703c6751794a98" /><Relationship Type="http://schemas.openxmlformats.org/officeDocument/2006/relationships/image" Target="/ppt/media/image4.png" Id="R138068ddb6b5406d" /><Relationship Type="http://schemas.openxmlformats.org/officeDocument/2006/relationships/image" Target="/ppt/media/image5.png" Id="R2b4eca6935d043f3" /><Relationship Type="http://schemas.openxmlformats.org/officeDocument/2006/relationships/image" Target="/ppt/media/image6.png" Id="R17bff3a3749c4f88" /><Relationship Type="http://schemas.openxmlformats.org/officeDocument/2006/relationships/image" Target="/ppt/media/image7.png" Id="Re4e1a71f2c4345da" /><Relationship Type="http://schemas.openxmlformats.org/officeDocument/2006/relationships/image" Target="/ppt/media/image8.png" Id="R64c7f2824b0b4d00" /><Relationship Type="http://schemas.openxmlformats.org/officeDocument/2006/relationships/notesSlide" Target="/ppt/notesSlides/notesSlide1.xml" Id="R7c2aaec7c99f4f08" /><Relationship Type="http://schemas.openxmlformats.org/officeDocument/2006/relationships/image" Target="/ppt/submission_case/ppt/media/image.png" Id="submission_R491d89be41e84fb6"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4" name="text_023">
            <a:extLst>
              <a:ext uri="{FF2B5EF4-FFF2-40B4-BE49-F238E27FC236}">
                <ns2:creationId id="{B144289B-0190-43E7-B756-3C4740512633}"/>
              </a:ext>
            </a:extLst>
          </p:cNvPr>
          <p:cNvSpPr>
            <a:spLocks noGrp="1"/>
          </p:cNvSpPr>
          <p:nvPr/>
        </p:nvSpPr>
        <p:spPr>
          <a:xfrm rot="0">
            <a:off x="255270" y="57150"/>
            <a:ext cx="5169877" cy="285750"/>
          </a:xfrm>
          <a:prstGeom prst="rect">
            <a:avLst/>
          </a:prstGeom>
          <a:noFill/>
          <a:ln w="0">
            <a:noFill/>
            <a:prstDash val="solid"/>
          </a:ln>
        </p:spPr>
        <p:txBody>
          <a:bodyPr wrap="none" lIns="0" tIns="0" rIns="0" bIns="0" anchor="t">
            <a:noAutofit/>
          </a:bodyPr>
          <a:lstStyle>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a:pPr algn="l">
              <a:defRPr sz="1800" b="1">
                <a:solidFill>
                  <a:srgbClr val="000000"/>
                </a:solidFill>
                <a:latin typeface="Arial"/>
                <a:ea typeface="Arial"/>
                <a:cs typeface="Arial"/>
              </a:defRPr>
            </a:pPr>
            <a:r>
              <a:rPr sz="1800" b="1">
                <a:solidFill>
                  <a:srgbClr val="000000"/>
                </a:solidFill>
                <a:latin typeface="Arial"/>
                <a:ea typeface="Arial"/>
                <a:cs typeface="Arial"/>
              </a:rPr>
              <a:t>(a) RG-MTM-P</a:t>
            </a:r>
          </a:p>
        </p:txBody>
      </p:sp>
      <p:pic>
        <p:nvPicPr>
          <p:cNvPr id="25" name="">
            <a:extLst>
              <a:ext uri="{FF2B5EF4-FFF2-40B4-BE49-F238E27FC236}">
                <ns2:creationId id="{83617B4F-7EA8-487B-99BB-67548F2B8777}"/>
              </a:ext>
            </a:extLst>
          </p:cNvPr>
          <p:cNvPicPr>
            <a:picLocks noChangeAspect="1"/>
          </p:cNvPicPr>
          <p:nvPr/>
        </p:nvPicPr>
        <p:blipFill>
          <a:blip ns3:embed="Rc89e92be5cdc423c"/>
          <a:stretch/>
        </p:blipFill>
        <p:spPr>
          <a:xfrm>
            <a:off x="532228" y="438150"/>
            <a:ext cx="4892919" cy="1352550"/>
          </a:xfrm>
          <a:prstGeom prst="rect">
            <a:avLst/>
          </a:prstGeom>
        </p:spPr>
      </p:pic>
      <p:sp>
        <p:nvSpPr>
          <p:cNvPr id="26" name="line_025">
            <a:extLst>
              <a:ext uri="{FF2B5EF4-FFF2-40B4-BE49-F238E27FC236}">
                <ns2:creationId id="{FEB4A91D-A822-4538-A917-51D3851DC589}"/>
              </a:ext>
            </a:extLst>
          </p:cNvPr>
          <p:cNvSpPr>
            <a:spLocks noGrp="1"/>
          </p:cNvSpPr>
          <p:nvPr/>
        </p:nvSpPr>
        <p:spPr>
          <a:xfrm>
            <a:off x="495300" y="1790700"/>
            <a:ext cx="36928" cy="95"/>
          </a:xfrm>
          <a:custGeom>
            <a:pathLst>
              <a:path w="38100" h="95">
                <a:moveTo>
                  <a:pt x="0" y="0"/>
                </a:moveTo>
                <a:lnTo>
                  <a:pt x="38100" y="0"/>
                </a:lnTo>
              </a:path>
            </a:pathLst>
          </a:custGeom>
          <a:noFill/>
          <a:ln w="9525">
            <a:solidFill>
              <a:srgbClr val="7B8790"/>
            </a:solidFill>
            <a:prstDash val="solid"/>
          </a:ln>
        </p:spPr>
      </p:sp>
      <p:sp>
        <p:nvSpPr>
          <p:cNvPr id="27" name="text_026">
            <a:extLst>
              <a:ext uri="{FF2B5EF4-FFF2-40B4-BE49-F238E27FC236}">
                <ns2:creationId id="{F492141D-33D2-486E-AB51-D3679B3E635C}"/>
              </a:ext>
            </a:extLst>
          </p:cNvPr>
          <p:cNvSpPr>
            <a:spLocks noGrp="1"/>
          </p:cNvSpPr>
          <p:nvPr/>
        </p:nvSpPr>
        <p:spPr>
          <a:xfrm rot="0">
            <a:off x="227574" y="1695450"/>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0</a:t>
            </a:r>
          </a:p>
        </p:txBody>
      </p:sp>
      <p:sp>
        <p:nvSpPr>
          <p:cNvPr id="28" name="line_027">
            <a:extLst>
              <a:ext uri="{FF2B5EF4-FFF2-40B4-BE49-F238E27FC236}">
                <ns2:creationId id="{C38967E5-E4D1-4F6E-80A8-C230BE6DEA55}"/>
              </a:ext>
            </a:extLst>
          </p:cNvPr>
          <p:cNvSpPr>
            <a:spLocks noGrp="1"/>
          </p:cNvSpPr>
          <p:nvPr/>
        </p:nvSpPr>
        <p:spPr>
          <a:xfrm>
            <a:off x="495300" y="1114425"/>
            <a:ext cx="36928" cy="95"/>
          </a:xfrm>
          <a:custGeom>
            <a:pathLst>
              <a:path w="38100" h="95">
                <a:moveTo>
                  <a:pt x="0" y="0"/>
                </a:moveTo>
                <a:lnTo>
                  <a:pt x="38100" y="0"/>
                </a:lnTo>
              </a:path>
            </a:pathLst>
          </a:custGeom>
          <a:noFill/>
          <a:ln w="9525">
            <a:solidFill>
              <a:srgbClr val="7B8790"/>
            </a:solidFill>
            <a:prstDash val="solid"/>
          </a:ln>
        </p:spPr>
      </p:sp>
      <p:sp>
        <p:nvSpPr>
          <p:cNvPr id="29" name="text_028">
            <a:extLst>
              <a:ext uri="{FF2B5EF4-FFF2-40B4-BE49-F238E27FC236}">
                <ns2:creationId id="{B657F5B5-6E60-46A2-84F6-3FE5FFEB8543}"/>
              </a:ext>
            </a:extLst>
          </p:cNvPr>
          <p:cNvSpPr>
            <a:spLocks noGrp="1"/>
          </p:cNvSpPr>
          <p:nvPr/>
        </p:nvSpPr>
        <p:spPr>
          <a:xfrm rot="0">
            <a:off x="227574" y="1019175"/>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0.5</a:t>
            </a:r>
          </a:p>
        </p:txBody>
      </p:sp>
      <p:sp>
        <p:nvSpPr>
          <p:cNvPr id="30" name="line_029">
            <a:extLst>
              <a:ext uri="{FF2B5EF4-FFF2-40B4-BE49-F238E27FC236}">
                <ns2:creationId id="{F528E9CA-21EA-4B98-9E43-560B8E85280B}"/>
              </a:ext>
            </a:extLst>
          </p:cNvPr>
          <p:cNvSpPr>
            <a:spLocks noGrp="1"/>
          </p:cNvSpPr>
          <p:nvPr/>
        </p:nvSpPr>
        <p:spPr>
          <a:xfrm>
            <a:off x="495300" y="438150"/>
            <a:ext cx="36928" cy="95"/>
          </a:xfrm>
          <a:custGeom>
            <a:pathLst>
              <a:path w="38100" h="95">
                <a:moveTo>
                  <a:pt x="0" y="0"/>
                </a:moveTo>
                <a:lnTo>
                  <a:pt x="38100" y="0"/>
                </a:lnTo>
              </a:path>
            </a:pathLst>
          </a:custGeom>
          <a:noFill/>
          <a:ln w="9525">
            <a:solidFill>
              <a:srgbClr val="7B8790"/>
            </a:solidFill>
            <a:prstDash val="solid"/>
          </a:ln>
        </p:spPr>
      </p:sp>
      <p:sp>
        <p:nvSpPr>
          <p:cNvPr id="31" name="text_030">
            <a:extLst>
              <a:ext uri="{FF2B5EF4-FFF2-40B4-BE49-F238E27FC236}">
                <ns2:creationId id="{511BDC6B-CD8D-4A48-AA83-1A7A2A8DBFA9}"/>
              </a:ext>
            </a:extLst>
          </p:cNvPr>
          <p:cNvSpPr>
            <a:spLocks noGrp="1"/>
          </p:cNvSpPr>
          <p:nvPr/>
        </p:nvSpPr>
        <p:spPr>
          <a:xfrm rot="0">
            <a:off x="227574" y="342900"/>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1</a:t>
            </a:r>
          </a:p>
        </p:txBody>
      </p:sp>
      <p:sp>
        <p:nvSpPr>
          <p:cNvPr id="32" name="line_031">
            <a:extLst>
              <a:ext uri="{FF2B5EF4-FFF2-40B4-BE49-F238E27FC236}">
                <ns2:creationId id="{135B7EC1-A708-451C-9328-EB7459F494FB}"/>
              </a:ext>
            </a:extLst>
          </p:cNvPr>
          <p:cNvSpPr>
            <a:spLocks noGrp="1"/>
          </p:cNvSpPr>
          <p:nvPr/>
        </p:nvSpPr>
        <p:spPr>
          <a:xfrm>
            <a:off x="556212" y="1790700"/>
            <a:ext cx="92" cy="38100"/>
          </a:xfrm>
          <a:custGeom>
            <a:pathLst>
              <a:path w="95" h="38100">
                <a:moveTo>
                  <a:pt x="0" y="0"/>
                </a:moveTo>
                <a:lnTo>
                  <a:pt x="0" y="38100"/>
                </a:lnTo>
              </a:path>
            </a:pathLst>
          </a:custGeom>
          <a:noFill/>
          <a:ln w="9525">
            <a:solidFill>
              <a:srgbClr val="7B8790"/>
            </a:solidFill>
            <a:prstDash val="solid"/>
          </a:ln>
        </p:spPr>
      </p:sp>
      <p:sp>
        <p:nvSpPr>
          <p:cNvPr id="33" name="text_032">
            <a:extLst>
              <a:ext uri="{FF2B5EF4-FFF2-40B4-BE49-F238E27FC236}">
                <ns2:creationId id="{20F598E5-35C8-4F3A-82E1-615BF2F500E0}"/>
              </a:ext>
            </a:extLst>
          </p:cNvPr>
          <p:cNvSpPr>
            <a:spLocks noGrp="1"/>
          </p:cNvSpPr>
          <p:nvPr/>
        </p:nvSpPr>
        <p:spPr>
          <a:xfrm rot="0">
            <a:off x="371574"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0</a:t>
            </a:r>
          </a:p>
        </p:txBody>
      </p:sp>
      <p:sp>
        <p:nvSpPr>
          <p:cNvPr id="34" name="line_033">
            <a:extLst>
              <a:ext uri="{FF2B5EF4-FFF2-40B4-BE49-F238E27FC236}">
                <ns2:creationId id="{C5CB54E6-D22C-4065-9E30-4AD4925EBF0D}"/>
              </a:ext>
            </a:extLst>
          </p:cNvPr>
          <p:cNvSpPr>
            <a:spLocks noGrp="1"/>
          </p:cNvSpPr>
          <p:nvPr/>
        </p:nvSpPr>
        <p:spPr>
          <a:xfrm>
            <a:off x="1755458" y="1790700"/>
            <a:ext cx="92" cy="38100"/>
          </a:xfrm>
          <a:custGeom>
            <a:pathLst>
              <a:path w="95" h="38100">
                <a:moveTo>
                  <a:pt x="0" y="0"/>
                </a:moveTo>
                <a:lnTo>
                  <a:pt x="0" y="38100"/>
                </a:lnTo>
              </a:path>
            </a:pathLst>
          </a:custGeom>
          <a:noFill/>
          <a:ln w="9525">
            <a:solidFill>
              <a:srgbClr val="7B8790"/>
            </a:solidFill>
            <a:prstDash val="solid"/>
          </a:ln>
        </p:spPr>
      </p:sp>
      <p:sp>
        <p:nvSpPr>
          <p:cNvPr id="35" name="text_034">
            <a:extLst>
              <a:ext uri="{FF2B5EF4-FFF2-40B4-BE49-F238E27FC236}">
                <ns2:creationId id="{47FE10D8-5D3B-408E-BDF7-EAFC53E89304}"/>
              </a:ext>
            </a:extLst>
          </p:cNvPr>
          <p:cNvSpPr>
            <a:spLocks noGrp="1"/>
          </p:cNvSpPr>
          <p:nvPr/>
        </p:nvSpPr>
        <p:spPr>
          <a:xfrm rot="0">
            <a:off x="1570820"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25</a:t>
            </a:r>
          </a:p>
        </p:txBody>
      </p:sp>
      <p:sp>
        <p:nvSpPr>
          <p:cNvPr id="36" name="line_035">
            <a:extLst>
              <a:ext uri="{FF2B5EF4-FFF2-40B4-BE49-F238E27FC236}">
                <ns2:creationId id="{C261428F-1438-4922-8CD3-25B469789E33}"/>
              </a:ext>
            </a:extLst>
          </p:cNvPr>
          <p:cNvSpPr>
            <a:spLocks noGrp="1"/>
          </p:cNvSpPr>
          <p:nvPr/>
        </p:nvSpPr>
        <p:spPr>
          <a:xfrm>
            <a:off x="3002672" y="1790700"/>
            <a:ext cx="92" cy="38100"/>
          </a:xfrm>
          <a:custGeom>
            <a:pathLst>
              <a:path w="95" h="38100">
                <a:moveTo>
                  <a:pt x="0" y="0"/>
                </a:moveTo>
                <a:lnTo>
                  <a:pt x="0" y="38100"/>
                </a:lnTo>
              </a:path>
            </a:pathLst>
          </a:custGeom>
          <a:noFill/>
          <a:ln w="9525">
            <a:solidFill>
              <a:srgbClr val="7B8790"/>
            </a:solidFill>
            <a:prstDash val="solid"/>
          </a:ln>
        </p:spPr>
      </p:sp>
      <p:sp>
        <p:nvSpPr>
          <p:cNvPr id="37" name="text_036">
            <a:extLst>
              <a:ext uri="{FF2B5EF4-FFF2-40B4-BE49-F238E27FC236}">
                <ns2:creationId id="{F3275149-63A9-4C33-8965-40451CE7BDA0}"/>
              </a:ext>
            </a:extLst>
          </p:cNvPr>
          <p:cNvSpPr>
            <a:spLocks noGrp="1"/>
          </p:cNvSpPr>
          <p:nvPr/>
        </p:nvSpPr>
        <p:spPr>
          <a:xfrm rot="0">
            <a:off x="2818033"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51</a:t>
            </a:r>
          </a:p>
        </p:txBody>
      </p:sp>
      <p:sp>
        <p:nvSpPr>
          <p:cNvPr id="38" name="line_037">
            <a:extLst>
              <a:ext uri="{FF2B5EF4-FFF2-40B4-BE49-F238E27FC236}">
                <ns2:creationId id="{738E17F9-AA12-4010-AEA4-4EC80F9D6705}"/>
              </a:ext>
            </a:extLst>
          </p:cNvPr>
          <p:cNvSpPr>
            <a:spLocks noGrp="1"/>
          </p:cNvSpPr>
          <p:nvPr/>
        </p:nvSpPr>
        <p:spPr>
          <a:xfrm>
            <a:off x="4153947" y="1790700"/>
            <a:ext cx="92" cy="38100"/>
          </a:xfrm>
          <a:custGeom>
            <a:pathLst>
              <a:path w="95" h="38100">
                <a:moveTo>
                  <a:pt x="0" y="0"/>
                </a:moveTo>
                <a:lnTo>
                  <a:pt x="0" y="38100"/>
                </a:lnTo>
              </a:path>
            </a:pathLst>
          </a:custGeom>
          <a:noFill/>
          <a:ln w="9525">
            <a:solidFill>
              <a:srgbClr val="7B8790"/>
            </a:solidFill>
            <a:prstDash val="solid"/>
          </a:ln>
        </p:spPr>
      </p:sp>
      <p:sp>
        <p:nvSpPr>
          <p:cNvPr id="39" name="text_038">
            <a:extLst>
              <a:ext uri="{FF2B5EF4-FFF2-40B4-BE49-F238E27FC236}">
                <ns2:creationId id="{3728DFA7-FA5E-4964-9F7A-25993D3D0CB6}"/>
              </a:ext>
            </a:extLst>
          </p:cNvPr>
          <p:cNvSpPr>
            <a:spLocks noGrp="1"/>
          </p:cNvSpPr>
          <p:nvPr/>
        </p:nvSpPr>
        <p:spPr>
          <a:xfrm rot="0">
            <a:off x="3969309"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75</a:t>
            </a:r>
          </a:p>
        </p:txBody>
      </p:sp>
      <p:sp>
        <p:nvSpPr>
          <p:cNvPr id="40" name="line_039">
            <a:extLst>
              <a:ext uri="{FF2B5EF4-FFF2-40B4-BE49-F238E27FC236}">
                <ns2:creationId id="{70687624-E2A5-4E4E-BA0C-E1B3E3FECCDC}"/>
              </a:ext>
            </a:extLst>
          </p:cNvPr>
          <p:cNvSpPr>
            <a:spLocks noGrp="1"/>
          </p:cNvSpPr>
          <p:nvPr/>
        </p:nvSpPr>
        <p:spPr>
          <a:xfrm>
            <a:off x="5401162" y="1790700"/>
            <a:ext cx="92" cy="38100"/>
          </a:xfrm>
          <a:custGeom>
            <a:pathLst>
              <a:path w="95" h="38100">
                <a:moveTo>
                  <a:pt x="0" y="0"/>
                </a:moveTo>
                <a:lnTo>
                  <a:pt x="0" y="38100"/>
                </a:lnTo>
              </a:path>
            </a:pathLst>
          </a:custGeom>
          <a:noFill/>
          <a:ln w="9525">
            <a:solidFill>
              <a:srgbClr val="7B8790"/>
            </a:solidFill>
            <a:prstDash val="solid"/>
          </a:ln>
        </p:spPr>
      </p:sp>
      <p:sp>
        <p:nvSpPr>
          <p:cNvPr id="41" name="text_040">
            <a:extLst>
              <a:ext uri="{FF2B5EF4-FFF2-40B4-BE49-F238E27FC236}">
                <ns2:creationId id="{C6C29706-9802-4AD8-A155-2846562548A1}"/>
              </a:ext>
            </a:extLst>
          </p:cNvPr>
          <p:cNvSpPr>
            <a:spLocks noGrp="1"/>
          </p:cNvSpPr>
          <p:nvPr/>
        </p:nvSpPr>
        <p:spPr>
          <a:xfrm rot="0">
            <a:off x="5216524"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101</a:t>
            </a:r>
          </a:p>
        </p:txBody>
      </p:sp>
      <p:sp>
        <p:nvSpPr>
          <p:cNvPr id="42" name="line_041">
            <a:extLst>
              <a:ext uri="{FF2B5EF4-FFF2-40B4-BE49-F238E27FC236}">
                <ns2:creationId id="{8B061A2B-B8E4-4D32-8E2B-A54B58F7B884}"/>
              </a:ext>
            </a:extLst>
          </p:cNvPr>
          <p:cNvSpPr>
            <a:spLocks noGrp="1"/>
          </p:cNvSpPr>
          <p:nvPr/>
        </p:nvSpPr>
        <p:spPr>
          <a:xfrm>
            <a:off x="556212" y="438150"/>
            <a:ext cx="92" cy="1352550"/>
          </a:xfrm>
          <a:custGeom>
            <a:pathLst>
              <a:path w="95" h="1352550">
                <a:moveTo>
                  <a:pt x="0" y="0"/>
                </a:moveTo>
                <a:lnTo>
                  <a:pt x="0" y="1352550"/>
                </a:lnTo>
              </a:path>
            </a:pathLst>
          </a:custGeom>
          <a:noFill/>
          <a:ln w="6668">
            <a:solidFill>
              <a:srgbClr val="7B8790"/>
            </a:solidFill>
            <a:prstDash val="dash"/>
          </a:ln>
        </p:spPr>
      </p:sp>
      <p:sp>
        <p:nvSpPr>
          <p:cNvPr id="43" name="line_042">
            <a:extLst>
              <a:ext uri="{FF2B5EF4-FFF2-40B4-BE49-F238E27FC236}">
                <ns2:creationId id="{D3443B76-3660-4470-A81D-907FC8AC2141}"/>
              </a:ext>
            </a:extLst>
          </p:cNvPr>
          <p:cNvSpPr>
            <a:spLocks noGrp="1"/>
          </p:cNvSpPr>
          <p:nvPr/>
        </p:nvSpPr>
        <p:spPr>
          <a:xfrm>
            <a:off x="3002672" y="438150"/>
            <a:ext cx="92" cy="1352550"/>
          </a:xfrm>
          <a:custGeom>
            <a:pathLst>
              <a:path w="95" h="1352550">
                <a:moveTo>
                  <a:pt x="0" y="0"/>
                </a:moveTo>
                <a:lnTo>
                  <a:pt x="0" y="1352550"/>
                </a:lnTo>
              </a:path>
            </a:pathLst>
          </a:custGeom>
          <a:noFill/>
          <a:ln w="6668">
            <a:solidFill>
              <a:srgbClr val="7B8790"/>
            </a:solidFill>
            <a:prstDash val="dash"/>
          </a:ln>
        </p:spPr>
      </p:sp>
      <p:sp>
        <p:nvSpPr>
          <p:cNvPr id="44" name="line_043">
            <a:extLst>
              <a:ext uri="{FF2B5EF4-FFF2-40B4-BE49-F238E27FC236}">
                <ns2:creationId id="{1AFD9DFB-F8C6-4281-9BF9-85805117D787}"/>
              </a:ext>
            </a:extLst>
          </p:cNvPr>
          <p:cNvSpPr>
            <a:spLocks noGrp="1"/>
          </p:cNvSpPr>
          <p:nvPr/>
        </p:nvSpPr>
        <p:spPr>
          <a:xfrm>
            <a:off x="5401162" y="438150"/>
            <a:ext cx="92" cy="1352550"/>
          </a:xfrm>
          <a:custGeom>
            <a:pathLst>
              <a:path w="95" h="1352550">
                <a:moveTo>
                  <a:pt x="0" y="0"/>
                </a:moveTo>
                <a:lnTo>
                  <a:pt x="0" y="1352550"/>
                </a:lnTo>
              </a:path>
            </a:pathLst>
          </a:custGeom>
          <a:noFill/>
          <a:ln w="6668">
            <a:solidFill>
              <a:srgbClr val="7B8790"/>
            </a:solidFill>
            <a:prstDash val="dash"/>
          </a:ln>
        </p:spPr>
      </p:sp>
      <p:sp>
        <p:nvSpPr>
          <p:cNvPr id="46" name="text_045">
            <a:extLst>
              <a:ext uri="{FF2B5EF4-FFF2-40B4-BE49-F238E27FC236}">
                <ns2:creationId id="{E95273D0-3723-41E1-9AAE-CFE60F427A98}"/>
              </a:ext>
            </a:extLst>
          </p:cNvPr>
          <p:cNvSpPr>
            <a:spLocks noGrp="1"/>
          </p:cNvSpPr>
          <p:nvPr/>
        </p:nvSpPr>
        <p:spPr>
          <a:xfrm rot="0">
            <a:off x="2332453" y="2057400"/>
            <a:ext cx="1292469" cy="209550"/>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Time (frame)</a:t>
            </a:r>
          </a:p>
        </p:txBody>
      </p:sp>
      <p:sp>
        <p:nvSpPr>
          <p:cNvPr id="70" name="text_069">
            <a:extLst>
              <a:ext uri="{FF2B5EF4-FFF2-40B4-BE49-F238E27FC236}">
                <ns2:creationId id="{30E6A09C-A474-454C-AE53-1668F96FDBBE}"/>
              </a:ext>
            </a:extLst>
          </p:cNvPr>
          <p:cNvSpPr>
            <a:spLocks noGrp="1"/>
          </p:cNvSpPr>
          <p:nvPr/>
        </p:nvSpPr>
        <p:spPr>
          <a:xfrm rot="0">
            <a:off x="6217920" y="57150"/>
            <a:ext cx="5169877" cy="285750"/>
          </a:xfrm>
          <a:prstGeom prst="rect">
            <a:avLst/>
          </a:prstGeom>
          <a:noFill/>
          <a:ln w="0">
            <a:noFill/>
            <a:prstDash val="solid"/>
          </a:ln>
        </p:spPr>
        <p:txBody>
          <a:bodyPr wrap="none" lIns="0" tIns="0" rIns="0" bIns="0" anchor="t">
            <a:noAutofit/>
          </a:bodyPr>
          <a:lstStyle>
            <a:defPPr algn="l">
              <a:defRPr sz="1800" b="1">
                <a:solidFill>
                  <a:srgbClr val="000000"/>
                </a:solidFill>
                <a:latin typeface="Arial"/>
                <a:ea typeface="Arial"/>
                <a:cs typeface="Arial"/>
              </a:defRPr>
            </a:defPPr>
            <a:lvl1pPr algn="l">
              <a:defRPr sz="1800" b="1">
                <a:solidFill>
                  <a:srgbClr val="000000"/>
                </a:solidFill>
                <a:latin typeface="Arial"/>
                <a:ea typeface="Arial"/>
                <a:cs typeface="Arial"/>
              </a:defRPr>
            </a:lvl1pPr>
            <a:lvl2pPr algn="l">
              <a:defRPr sz="1800" b="1">
                <a:solidFill>
                  <a:srgbClr val="000000"/>
                </a:solidFill>
                <a:latin typeface="Arial"/>
                <a:ea typeface="Arial"/>
                <a:cs typeface="Arial"/>
              </a:defRPr>
            </a:lvl2pPr>
            <a:lvl3pPr algn="l">
              <a:defRPr sz="1800" b="1">
                <a:solidFill>
                  <a:srgbClr val="000000"/>
                </a:solidFill>
                <a:latin typeface="Arial"/>
                <a:ea typeface="Arial"/>
                <a:cs typeface="Arial"/>
              </a:defRPr>
            </a:lvl3pPr>
            <a:lvl4pPr algn="l">
              <a:defRPr sz="1800" b="1">
                <a:solidFill>
                  <a:srgbClr val="000000"/>
                </a:solidFill>
                <a:latin typeface="Arial"/>
                <a:ea typeface="Arial"/>
                <a:cs typeface="Arial"/>
              </a:defRPr>
            </a:lvl4pPr>
            <a:lvl5pPr algn="l">
              <a:defRPr sz="1800" b="1">
                <a:solidFill>
                  <a:srgbClr val="000000"/>
                </a:solidFill>
                <a:latin typeface="Arial"/>
                <a:ea typeface="Arial"/>
                <a:cs typeface="Arial"/>
              </a:defRPr>
            </a:lvl5pPr>
            <a:lvl6pPr algn="l">
              <a:defRPr sz="1800" b="1">
                <a:solidFill>
                  <a:srgbClr val="000000"/>
                </a:solidFill>
                <a:latin typeface="Arial"/>
                <a:ea typeface="Arial"/>
                <a:cs typeface="Arial"/>
              </a:defRPr>
            </a:lvl6pPr>
            <a:lvl7pPr algn="l">
              <a:defRPr sz="1800" b="1">
                <a:solidFill>
                  <a:srgbClr val="000000"/>
                </a:solidFill>
                <a:latin typeface="Arial"/>
                <a:ea typeface="Arial"/>
                <a:cs typeface="Arial"/>
              </a:defRPr>
            </a:lvl7pPr>
            <a:lvl8pPr algn="l">
              <a:defRPr sz="1800" b="1">
                <a:solidFill>
                  <a:srgbClr val="000000"/>
                </a:solidFill>
                <a:latin typeface="Arial"/>
                <a:ea typeface="Arial"/>
                <a:cs typeface="Arial"/>
              </a:defRPr>
            </a:lvl8pPr>
            <a:lvl9pPr algn="l">
              <a:defRPr sz="1800" b="1">
                <a:solidFill>
                  <a:srgbClr val="000000"/>
                </a:solidFill>
                <a:latin typeface="Arial"/>
                <a:ea typeface="Arial"/>
                <a:cs typeface="Arial"/>
              </a:defRPr>
            </a:lvl9pPr>
          </a:lstStyle>
          <a:p>
            <a:pPr algn="l">
              <a:defRPr sz="1800" b="1">
                <a:solidFill>
                  <a:srgbClr val="000000"/>
                </a:solidFill>
                <a:latin typeface="Arial"/>
                <a:ea typeface="Arial"/>
                <a:cs typeface="Arial"/>
              </a:defRPr>
            </a:pPr>
            <a:r>
              <a:rPr sz="1800" b="1">
                <a:solidFill>
                  <a:srgbClr val="000000"/>
                </a:solidFill>
                <a:latin typeface="Arial"/>
                <a:ea typeface="Arial"/>
                <a:cs typeface="Arial"/>
              </a:rPr>
              <a:t>(b) RG-MTM-R</a:t>
            </a:r>
          </a:p>
        </p:txBody>
      </p:sp>
      <p:pic>
        <p:nvPicPr>
          <p:cNvPr id="71" name="">
            <a:extLst>
              <a:ext uri="{FF2B5EF4-FFF2-40B4-BE49-F238E27FC236}">
                <ns2:creationId id="{B44D8678-2330-4C20-8663-66A5EFF07BA3}"/>
              </a:ext>
            </a:extLst>
          </p:cNvPr>
          <p:cNvPicPr>
            <a:picLocks noChangeAspect="1"/>
          </p:cNvPicPr>
          <p:nvPr/>
        </p:nvPicPr>
        <p:blipFill>
          <a:blip ns3:embed="R138068ddb6b5406d"/>
          <a:stretch/>
        </p:blipFill>
        <p:spPr>
          <a:xfrm>
            <a:off x="6494878" y="438150"/>
            <a:ext cx="4892919" cy="1352550"/>
          </a:xfrm>
          <a:prstGeom prst="rect">
            <a:avLst/>
          </a:prstGeom>
        </p:spPr>
      </p:pic>
      <p:sp>
        <p:nvSpPr>
          <p:cNvPr id="72" name="line_071">
            <a:extLst>
              <a:ext uri="{FF2B5EF4-FFF2-40B4-BE49-F238E27FC236}">
                <ns2:creationId id="{71567291-8DAE-49A4-A91E-7AE4D8FCBD9F}"/>
              </a:ext>
            </a:extLst>
          </p:cNvPr>
          <p:cNvSpPr>
            <a:spLocks noGrp="1"/>
          </p:cNvSpPr>
          <p:nvPr/>
        </p:nvSpPr>
        <p:spPr>
          <a:xfrm>
            <a:off x="6457950" y="1790700"/>
            <a:ext cx="36928" cy="95"/>
          </a:xfrm>
          <a:custGeom>
            <a:pathLst>
              <a:path w="38100" h="95">
                <a:moveTo>
                  <a:pt x="0" y="0"/>
                </a:moveTo>
                <a:lnTo>
                  <a:pt x="38100" y="0"/>
                </a:lnTo>
              </a:path>
            </a:pathLst>
          </a:custGeom>
          <a:noFill/>
          <a:ln w="9525">
            <a:solidFill>
              <a:srgbClr val="7B8790"/>
            </a:solidFill>
            <a:prstDash val="solid"/>
          </a:ln>
        </p:spPr>
      </p:sp>
      <p:sp>
        <p:nvSpPr>
          <p:cNvPr id="73" name="text_072">
            <a:extLst>
              <a:ext uri="{FF2B5EF4-FFF2-40B4-BE49-F238E27FC236}">
                <ns2:creationId id="{57D408CD-B186-4721-B5E3-BE5BB8CCEF1D}"/>
              </a:ext>
            </a:extLst>
          </p:cNvPr>
          <p:cNvSpPr>
            <a:spLocks noGrp="1"/>
          </p:cNvSpPr>
          <p:nvPr/>
        </p:nvSpPr>
        <p:spPr>
          <a:xfrm rot="0">
            <a:off x="6190224" y="1695450"/>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0</a:t>
            </a:r>
          </a:p>
        </p:txBody>
      </p:sp>
      <p:sp>
        <p:nvSpPr>
          <p:cNvPr id="74" name="line_073">
            <a:extLst>
              <a:ext uri="{FF2B5EF4-FFF2-40B4-BE49-F238E27FC236}">
                <ns2:creationId id="{274AD069-C3BA-43B6-BAC7-DD6E8DF95766}"/>
              </a:ext>
            </a:extLst>
          </p:cNvPr>
          <p:cNvSpPr>
            <a:spLocks noGrp="1"/>
          </p:cNvSpPr>
          <p:nvPr/>
        </p:nvSpPr>
        <p:spPr>
          <a:xfrm>
            <a:off x="6457950" y="1114425"/>
            <a:ext cx="36928" cy="95"/>
          </a:xfrm>
          <a:custGeom>
            <a:pathLst>
              <a:path w="38100" h="95">
                <a:moveTo>
                  <a:pt x="0" y="0"/>
                </a:moveTo>
                <a:lnTo>
                  <a:pt x="38100" y="0"/>
                </a:lnTo>
              </a:path>
            </a:pathLst>
          </a:custGeom>
          <a:noFill/>
          <a:ln w="9525">
            <a:solidFill>
              <a:srgbClr val="7B8790"/>
            </a:solidFill>
            <a:prstDash val="solid"/>
          </a:ln>
        </p:spPr>
      </p:sp>
      <p:sp>
        <p:nvSpPr>
          <p:cNvPr id="75" name="text_074">
            <a:extLst>
              <a:ext uri="{FF2B5EF4-FFF2-40B4-BE49-F238E27FC236}">
                <ns2:creationId id="{66C42432-BD1B-4327-9EE0-0CA68CB93BBC}"/>
              </a:ext>
            </a:extLst>
          </p:cNvPr>
          <p:cNvSpPr>
            <a:spLocks noGrp="1"/>
          </p:cNvSpPr>
          <p:nvPr/>
        </p:nvSpPr>
        <p:spPr>
          <a:xfrm rot="0">
            <a:off x="6190224" y="1019175"/>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0.5</a:t>
            </a:r>
          </a:p>
        </p:txBody>
      </p:sp>
      <p:sp>
        <p:nvSpPr>
          <p:cNvPr id="76" name="line_075">
            <a:extLst>
              <a:ext uri="{FF2B5EF4-FFF2-40B4-BE49-F238E27FC236}">
                <ns2:creationId id="{B566ACA4-175E-4B55-BC20-5CEC44DCA050}"/>
              </a:ext>
            </a:extLst>
          </p:cNvPr>
          <p:cNvSpPr>
            <a:spLocks noGrp="1"/>
          </p:cNvSpPr>
          <p:nvPr/>
        </p:nvSpPr>
        <p:spPr>
          <a:xfrm>
            <a:off x="6457950" y="438150"/>
            <a:ext cx="36928" cy="95"/>
          </a:xfrm>
          <a:custGeom>
            <a:pathLst>
              <a:path w="38100" h="95">
                <a:moveTo>
                  <a:pt x="0" y="0"/>
                </a:moveTo>
                <a:lnTo>
                  <a:pt x="38100" y="0"/>
                </a:lnTo>
              </a:path>
            </a:pathLst>
          </a:custGeom>
          <a:noFill/>
          <a:ln w="9525">
            <a:solidFill>
              <a:srgbClr val="7B8790"/>
            </a:solidFill>
            <a:prstDash val="solid"/>
          </a:ln>
        </p:spPr>
      </p:sp>
      <p:sp>
        <p:nvSpPr>
          <p:cNvPr id="77" name="text_076">
            <a:extLst>
              <a:ext uri="{FF2B5EF4-FFF2-40B4-BE49-F238E27FC236}">
                <ns2:creationId id="{9701DF8F-CFF6-47C9-89A4-3EEEAC329F5A}"/>
              </a:ext>
            </a:extLst>
          </p:cNvPr>
          <p:cNvSpPr>
            <a:spLocks noGrp="1"/>
          </p:cNvSpPr>
          <p:nvPr/>
        </p:nvSpPr>
        <p:spPr>
          <a:xfrm rot="0">
            <a:off x="6190224" y="342900"/>
            <a:ext cx="240030" cy="200025"/>
          </a:xfrm>
          <a:prstGeom prst="rect">
            <a:avLst/>
          </a:prstGeom>
          <a:noFill/>
          <a:ln w="0">
            <a:noFill/>
            <a:prstDash val="solid"/>
          </a:ln>
        </p:spPr>
        <p:txBody>
          <a:bodyPr wrap="none" lIns="0" tIns="0" rIns="0" bIns="0" anchor="t">
            <a:noAutofit/>
          </a:bodyPr>
          <a:lstStyle>
            <a:defPPr algn="r">
              <a:defRPr sz="1125" b="0">
                <a:solidFill>
                  <a:srgbClr val="000000"/>
                </a:solidFill>
                <a:latin typeface="Arial"/>
                <a:ea typeface="Arial"/>
                <a:cs typeface="Arial"/>
              </a:defRPr>
            </a:defPPr>
            <a:lvl1pPr algn="r">
              <a:defRPr sz="1125" b="0">
                <a:solidFill>
                  <a:srgbClr val="000000"/>
                </a:solidFill>
                <a:latin typeface="Arial"/>
                <a:ea typeface="Arial"/>
                <a:cs typeface="Arial"/>
              </a:defRPr>
            </a:lvl1pPr>
            <a:lvl2pPr algn="r">
              <a:defRPr sz="1125" b="0">
                <a:solidFill>
                  <a:srgbClr val="000000"/>
                </a:solidFill>
                <a:latin typeface="Arial"/>
                <a:ea typeface="Arial"/>
                <a:cs typeface="Arial"/>
              </a:defRPr>
            </a:lvl2pPr>
            <a:lvl3pPr algn="r">
              <a:defRPr sz="1125" b="0">
                <a:solidFill>
                  <a:srgbClr val="000000"/>
                </a:solidFill>
                <a:latin typeface="Arial"/>
                <a:ea typeface="Arial"/>
                <a:cs typeface="Arial"/>
              </a:defRPr>
            </a:lvl3pPr>
            <a:lvl4pPr algn="r">
              <a:defRPr sz="1125" b="0">
                <a:solidFill>
                  <a:srgbClr val="000000"/>
                </a:solidFill>
                <a:latin typeface="Arial"/>
                <a:ea typeface="Arial"/>
                <a:cs typeface="Arial"/>
              </a:defRPr>
            </a:lvl4pPr>
            <a:lvl5pPr algn="r">
              <a:defRPr sz="1125" b="0">
                <a:solidFill>
                  <a:srgbClr val="000000"/>
                </a:solidFill>
                <a:latin typeface="Arial"/>
                <a:ea typeface="Arial"/>
                <a:cs typeface="Arial"/>
              </a:defRPr>
            </a:lvl5pPr>
            <a:lvl6pPr algn="r">
              <a:defRPr sz="1125" b="0">
                <a:solidFill>
                  <a:srgbClr val="000000"/>
                </a:solidFill>
                <a:latin typeface="Arial"/>
                <a:ea typeface="Arial"/>
                <a:cs typeface="Arial"/>
              </a:defRPr>
            </a:lvl6pPr>
            <a:lvl7pPr algn="r">
              <a:defRPr sz="1125" b="0">
                <a:solidFill>
                  <a:srgbClr val="000000"/>
                </a:solidFill>
                <a:latin typeface="Arial"/>
                <a:ea typeface="Arial"/>
                <a:cs typeface="Arial"/>
              </a:defRPr>
            </a:lvl7pPr>
            <a:lvl8pPr algn="r">
              <a:defRPr sz="1125" b="0">
                <a:solidFill>
                  <a:srgbClr val="000000"/>
                </a:solidFill>
                <a:latin typeface="Arial"/>
                <a:ea typeface="Arial"/>
                <a:cs typeface="Arial"/>
              </a:defRPr>
            </a:lvl8pPr>
            <a:lvl9pPr algn="r">
              <a:defRPr sz="1125" b="0">
                <a:solidFill>
                  <a:srgbClr val="000000"/>
                </a:solidFill>
                <a:latin typeface="Arial"/>
                <a:ea typeface="Arial"/>
                <a:cs typeface="Arial"/>
              </a:defRPr>
            </a:lvl9pPr>
          </a:lstStyle>
          <a:p>
            <a:pPr algn="r">
              <a:defRPr sz="1125" b="0">
                <a:solidFill>
                  <a:srgbClr val="000000"/>
                </a:solidFill>
                <a:latin typeface="Arial"/>
                <a:ea typeface="Arial"/>
                <a:cs typeface="Arial"/>
              </a:defRPr>
            </a:pPr>
            <a:r>
              <a:rPr sz="1125" b="0">
                <a:solidFill>
                  <a:srgbClr val="000000"/>
                </a:solidFill>
                <a:latin typeface="Arial"/>
                <a:ea typeface="Arial"/>
                <a:cs typeface="Arial"/>
              </a:rPr>
              <a:t>1</a:t>
            </a:r>
          </a:p>
        </p:txBody>
      </p:sp>
      <p:sp>
        <p:nvSpPr>
          <p:cNvPr id="78" name="line_077">
            <a:extLst>
              <a:ext uri="{FF2B5EF4-FFF2-40B4-BE49-F238E27FC236}">
                <ns2:creationId id="{FDB60AAA-FD31-418D-A78D-CB9B8D0436BD}"/>
              </a:ext>
            </a:extLst>
          </p:cNvPr>
          <p:cNvSpPr>
            <a:spLocks noGrp="1"/>
          </p:cNvSpPr>
          <p:nvPr/>
        </p:nvSpPr>
        <p:spPr>
          <a:xfrm>
            <a:off x="6518862" y="1790700"/>
            <a:ext cx="92" cy="38100"/>
          </a:xfrm>
          <a:custGeom>
            <a:pathLst>
              <a:path w="95" h="38100">
                <a:moveTo>
                  <a:pt x="0" y="0"/>
                </a:moveTo>
                <a:lnTo>
                  <a:pt x="0" y="38100"/>
                </a:lnTo>
              </a:path>
            </a:pathLst>
          </a:custGeom>
          <a:noFill/>
          <a:ln w="9525">
            <a:solidFill>
              <a:srgbClr val="7B8790"/>
            </a:solidFill>
            <a:prstDash val="solid"/>
          </a:ln>
        </p:spPr>
      </p:sp>
      <p:sp>
        <p:nvSpPr>
          <p:cNvPr id="79" name="text_078">
            <a:extLst>
              <a:ext uri="{FF2B5EF4-FFF2-40B4-BE49-F238E27FC236}">
                <ns2:creationId id="{A1CAB620-3565-469B-8487-CB6207A13540}"/>
              </a:ext>
            </a:extLst>
          </p:cNvPr>
          <p:cNvSpPr>
            <a:spLocks noGrp="1"/>
          </p:cNvSpPr>
          <p:nvPr/>
        </p:nvSpPr>
        <p:spPr>
          <a:xfrm rot="0">
            <a:off x="6334224"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0</a:t>
            </a:r>
          </a:p>
        </p:txBody>
      </p:sp>
      <p:sp>
        <p:nvSpPr>
          <p:cNvPr id="80" name="line_079">
            <a:extLst>
              <a:ext uri="{FF2B5EF4-FFF2-40B4-BE49-F238E27FC236}">
                <ns2:creationId id="{D55E2353-CE59-4FE0-9C18-186BA2AE45F5}"/>
              </a:ext>
            </a:extLst>
          </p:cNvPr>
          <p:cNvSpPr>
            <a:spLocks noGrp="1"/>
          </p:cNvSpPr>
          <p:nvPr/>
        </p:nvSpPr>
        <p:spPr>
          <a:xfrm>
            <a:off x="7718108" y="1790700"/>
            <a:ext cx="92" cy="38100"/>
          </a:xfrm>
          <a:custGeom>
            <a:pathLst>
              <a:path w="95" h="38100">
                <a:moveTo>
                  <a:pt x="0" y="0"/>
                </a:moveTo>
                <a:lnTo>
                  <a:pt x="0" y="38100"/>
                </a:lnTo>
              </a:path>
            </a:pathLst>
          </a:custGeom>
          <a:noFill/>
          <a:ln w="9525">
            <a:solidFill>
              <a:srgbClr val="7B8790"/>
            </a:solidFill>
            <a:prstDash val="solid"/>
          </a:ln>
        </p:spPr>
      </p:sp>
      <p:sp>
        <p:nvSpPr>
          <p:cNvPr id="81" name="text_080">
            <a:extLst>
              <a:ext uri="{FF2B5EF4-FFF2-40B4-BE49-F238E27FC236}">
                <ns2:creationId id="{A4002257-4D2F-4721-87F7-C5928883210F}"/>
              </a:ext>
            </a:extLst>
          </p:cNvPr>
          <p:cNvSpPr>
            <a:spLocks noGrp="1"/>
          </p:cNvSpPr>
          <p:nvPr/>
        </p:nvSpPr>
        <p:spPr>
          <a:xfrm rot="0">
            <a:off x="7533470"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25</a:t>
            </a:r>
          </a:p>
        </p:txBody>
      </p:sp>
      <p:sp>
        <p:nvSpPr>
          <p:cNvPr id="82" name="line_081">
            <a:extLst>
              <a:ext uri="{FF2B5EF4-FFF2-40B4-BE49-F238E27FC236}">
                <ns2:creationId id="{7A75AE35-B703-4F67-B35C-D8154814A0FE}"/>
              </a:ext>
            </a:extLst>
          </p:cNvPr>
          <p:cNvSpPr>
            <a:spLocks noGrp="1"/>
          </p:cNvSpPr>
          <p:nvPr/>
        </p:nvSpPr>
        <p:spPr>
          <a:xfrm>
            <a:off x="8965322" y="1790700"/>
            <a:ext cx="92" cy="38100"/>
          </a:xfrm>
          <a:custGeom>
            <a:pathLst>
              <a:path w="95" h="38100">
                <a:moveTo>
                  <a:pt x="0" y="0"/>
                </a:moveTo>
                <a:lnTo>
                  <a:pt x="0" y="38100"/>
                </a:lnTo>
              </a:path>
            </a:pathLst>
          </a:custGeom>
          <a:noFill/>
          <a:ln w="9525">
            <a:solidFill>
              <a:srgbClr val="7B8790"/>
            </a:solidFill>
            <a:prstDash val="solid"/>
          </a:ln>
        </p:spPr>
      </p:sp>
      <p:sp>
        <p:nvSpPr>
          <p:cNvPr id="83" name="text_082">
            <a:extLst>
              <a:ext uri="{FF2B5EF4-FFF2-40B4-BE49-F238E27FC236}">
                <ns2:creationId id="{F4A28DFD-1145-44DB-96BA-491512ED308F}"/>
              </a:ext>
            </a:extLst>
          </p:cNvPr>
          <p:cNvSpPr>
            <a:spLocks noGrp="1"/>
          </p:cNvSpPr>
          <p:nvPr/>
        </p:nvSpPr>
        <p:spPr>
          <a:xfrm rot="0">
            <a:off x="8780683"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51</a:t>
            </a:r>
          </a:p>
        </p:txBody>
      </p:sp>
      <p:sp>
        <p:nvSpPr>
          <p:cNvPr id="84" name="line_083">
            <a:extLst>
              <a:ext uri="{FF2B5EF4-FFF2-40B4-BE49-F238E27FC236}">
                <ns2:creationId id="{FAB17A6A-4FB9-43C4-B01B-DBD3724BCB9B}"/>
              </a:ext>
            </a:extLst>
          </p:cNvPr>
          <p:cNvSpPr>
            <a:spLocks noGrp="1"/>
          </p:cNvSpPr>
          <p:nvPr/>
        </p:nvSpPr>
        <p:spPr>
          <a:xfrm>
            <a:off x="10116597" y="1790700"/>
            <a:ext cx="92" cy="38100"/>
          </a:xfrm>
          <a:custGeom>
            <a:pathLst>
              <a:path w="95" h="38100">
                <a:moveTo>
                  <a:pt x="0" y="0"/>
                </a:moveTo>
                <a:lnTo>
                  <a:pt x="0" y="38100"/>
                </a:lnTo>
              </a:path>
            </a:pathLst>
          </a:custGeom>
          <a:noFill/>
          <a:ln w="9525">
            <a:solidFill>
              <a:srgbClr val="7B8790"/>
            </a:solidFill>
            <a:prstDash val="solid"/>
          </a:ln>
        </p:spPr>
      </p:sp>
      <p:sp>
        <p:nvSpPr>
          <p:cNvPr id="85" name="text_084">
            <a:extLst>
              <a:ext uri="{FF2B5EF4-FFF2-40B4-BE49-F238E27FC236}">
                <ns2:creationId id="{77B0BDA2-404F-47E6-8FA5-186CC4075436}"/>
              </a:ext>
            </a:extLst>
          </p:cNvPr>
          <p:cNvSpPr>
            <a:spLocks noGrp="1"/>
          </p:cNvSpPr>
          <p:nvPr/>
        </p:nvSpPr>
        <p:spPr>
          <a:xfrm rot="0">
            <a:off x="9931959"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75</a:t>
            </a:r>
          </a:p>
        </p:txBody>
      </p:sp>
      <p:sp>
        <p:nvSpPr>
          <p:cNvPr id="86" name="line_085">
            <a:extLst>
              <a:ext uri="{FF2B5EF4-FFF2-40B4-BE49-F238E27FC236}">
                <ns2:creationId id="{8DB6B261-4CF6-42C4-BE15-0FF0AD645CDB}"/>
              </a:ext>
            </a:extLst>
          </p:cNvPr>
          <p:cNvSpPr>
            <a:spLocks noGrp="1"/>
          </p:cNvSpPr>
          <p:nvPr/>
        </p:nvSpPr>
        <p:spPr>
          <a:xfrm>
            <a:off x="11363812" y="1790700"/>
            <a:ext cx="92" cy="38100"/>
          </a:xfrm>
          <a:custGeom>
            <a:pathLst>
              <a:path w="95" h="38100">
                <a:moveTo>
                  <a:pt x="0" y="0"/>
                </a:moveTo>
                <a:lnTo>
                  <a:pt x="0" y="38100"/>
                </a:lnTo>
              </a:path>
            </a:pathLst>
          </a:custGeom>
          <a:noFill/>
          <a:ln w="9525">
            <a:solidFill>
              <a:srgbClr val="7B8790"/>
            </a:solidFill>
            <a:prstDash val="solid"/>
          </a:ln>
        </p:spPr>
      </p:sp>
      <p:sp>
        <p:nvSpPr>
          <p:cNvPr id="87" name="text_086">
            <a:extLst>
              <a:ext uri="{FF2B5EF4-FFF2-40B4-BE49-F238E27FC236}">
                <ns2:creationId id="{51E44707-F784-4E15-91DF-6EBC5D7777D3}"/>
              </a:ext>
            </a:extLst>
          </p:cNvPr>
          <p:cNvSpPr>
            <a:spLocks noGrp="1"/>
          </p:cNvSpPr>
          <p:nvPr/>
        </p:nvSpPr>
        <p:spPr>
          <a:xfrm rot="0">
            <a:off x="11179174" y="1847850"/>
            <a:ext cx="369277" cy="209550"/>
          </a:xfrm>
          <a:prstGeom prst="rect">
            <a:avLst/>
          </a:prstGeom>
          <a:noFill/>
          <a:ln w="0">
            <a:noFill/>
            <a:prstDash val="solid"/>
          </a:ln>
        </p:spPr>
        <p:txBody>
          <a:bodyPr wrap="none" lIns="0" tIns="0" rIns="0" bIns="0" anchor="t">
            <a:noAutofit/>
          </a:bodyPr>
          <a:lstStyle>
            <a:defPPr algn="ctr">
              <a:defRPr sz="1125" b="0">
                <a:solidFill>
                  <a:srgbClr val="000000"/>
                </a:solidFill>
                <a:latin typeface="Arial"/>
                <a:ea typeface="Arial"/>
                <a:cs typeface="Arial"/>
              </a:defRPr>
            </a:defPPr>
            <a:lvl1pPr algn="ctr">
              <a:defRPr sz="1125" b="0">
                <a:solidFill>
                  <a:srgbClr val="000000"/>
                </a:solidFill>
                <a:latin typeface="Arial"/>
                <a:ea typeface="Arial"/>
                <a:cs typeface="Arial"/>
              </a:defRPr>
            </a:lvl1pPr>
            <a:lvl2pPr algn="ctr">
              <a:defRPr sz="1125" b="0">
                <a:solidFill>
                  <a:srgbClr val="000000"/>
                </a:solidFill>
                <a:latin typeface="Arial"/>
                <a:ea typeface="Arial"/>
                <a:cs typeface="Arial"/>
              </a:defRPr>
            </a:lvl2pPr>
            <a:lvl3pPr algn="ctr">
              <a:defRPr sz="1125" b="0">
                <a:solidFill>
                  <a:srgbClr val="000000"/>
                </a:solidFill>
                <a:latin typeface="Arial"/>
                <a:ea typeface="Arial"/>
                <a:cs typeface="Arial"/>
              </a:defRPr>
            </a:lvl3pPr>
            <a:lvl4pPr algn="ctr">
              <a:defRPr sz="1125" b="0">
                <a:solidFill>
                  <a:srgbClr val="000000"/>
                </a:solidFill>
                <a:latin typeface="Arial"/>
                <a:ea typeface="Arial"/>
                <a:cs typeface="Arial"/>
              </a:defRPr>
            </a:lvl4pPr>
            <a:lvl5pPr algn="ctr">
              <a:defRPr sz="1125" b="0">
                <a:solidFill>
                  <a:srgbClr val="000000"/>
                </a:solidFill>
                <a:latin typeface="Arial"/>
                <a:ea typeface="Arial"/>
                <a:cs typeface="Arial"/>
              </a:defRPr>
            </a:lvl5pPr>
            <a:lvl6pPr algn="ctr">
              <a:defRPr sz="1125" b="0">
                <a:solidFill>
                  <a:srgbClr val="000000"/>
                </a:solidFill>
                <a:latin typeface="Arial"/>
                <a:ea typeface="Arial"/>
                <a:cs typeface="Arial"/>
              </a:defRPr>
            </a:lvl6pPr>
            <a:lvl7pPr algn="ctr">
              <a:defRPr sz="1125" b="0">
                <a:solidFill>
                  <a:srgbClr val="000000"/>
                </a:solidFill>
                <a:latin typeface="Arial"/>
                <a:ea typeface="Arial"/>
                <a:cs typeface="Arial"/>
              </a:defRPr>
            </a:lvl7pPr>
            <a:lvl8pPr algn="ctr">
              <a:defRPr sz="1125" b="0">
                <a:solidFill>
                  <a:srgbClr val="000000"/>
                </a:solidFill>
                <a:latin typeface="Arial"/>
                <a:ea typeface="Arial"/>
                <a:cs typeface="Arial"/>
              </a:defRPr>
            </a:lvl8pPr>
            <a:lvl9pPr algn="ctr">
              <a:defRPr sz="1125" b="0">
                <a:solidFill>
                  <a:srgbClr val="000000"/>
                </a:solidFill>
                <a:latin typeface="Arial"/>
                <a:ea typeface="Arial"/>
                <a:cs typeface="Arial"/>
              </a:defRPr>
            </a:lvl9pPr>
          </a:lstStyle>
          <a:p>
            <a:pPr algn="ctr">
              <a:defRPr sz="1125" b="0">
                <a:solidFill>
                  <a:srgbClr val="000000"/>
                </a:solidFill>
                <a:latin typeface="Arial"/>
                <a:ea typeface="Arial"/>
                <a:cs typeface="Arial"/>
              </a:defRPr>
            </a:pPr>
            <a:r>
              <a:rPr sz="1125" b="0">
                <a:solidFill>
                  <a:srgbClr val="000000"/>
                </a:solidFill>
                <a:latin typeface="Arial"/>
                <a:ea typeface="Arial"/>
                <a:cs typeface="Arial"/>
              </a:rPr>
              <a:t>101</a:t>
            </a:r>
          </a:p>
        </p:txBody>
      </p:sp>
      <p:sp>
        <p:nvSpPr>
          <p:cNvPr id="88" name="line_087">
            <a:extLst>
              <a:ext uri="{FF2B5EF4-FFF2-40B4-BE49-F238E27FC236}">
                <ns2:creationId id="{90B96168-3CCF-4220-BCB2-6FF6207CD6E6}"/>
              </a:ext>
            </a:extLst>
          </p:cNvPr>
          <p:cNvSpPr>
            <a:spLocks noGrp="1"/>
          </p:cNvSpPr>
          <p:nvPr/>
        </p:nvSpPr>
        <p:spPr>
          <a:xfrm>
            <a:off x="6518862" y="438150"/>
            <a:ext cx="92" cy="1352550"/>
          </a:xfrm>
          <a:custGeom>
            <a:pathLst>
              <a:path w="95" h="1352550">
                <a:moveTo>
                  <a:pt x="0" y="0"/>
                </a:moveTo>
                <a:lnTo>
                  <a:pt x="0" y="1352550"/>
                </a:lnTo>
              </a:path>
            </a:pathLst>
          </a:custGeom>
          <a:noFill/>
          <a:ln w="6668">
            <a:solidFill>
              <a:srgbClr val="7B8790"/>
            </a:solidFill>
            <a:prstDash val="dash"/>
          </a:ln>
        </p:spPr>
      </p:sp>
      <p:sp>
        <p:nvSpPr>
          <p:cNvPr id="89" name="line_088">
            <a:extLst>
              <a:ext uri="{FF2B5EF4-FFF2-40B4-BE49-F238E27FC236}">
                <ns2:creationId id="{A201F905-093F-4AC3-9781-564FB0C6D546}"/>
              </a:ext>
            </a:extLst>
          </p:cNvPr>
          <p:cNvSpPr>
            <a:spLocks noGrp="1"/>
          </p:cNvSpPr>
          <p:nvPr/>
        </p:nvSpPr>
        <p:spPr>
          <a:xfrm>
            <a:off x="8965322" y="438150"/>
            <a:ext cx="92" cy="1352550"/>
          </a:xfrm>
          <a:custGeom>
            <a:pathLst>
              <a:path w="95" h="1352550">
                <a:moveTo>
                  <a:pt x="0" y="0"/>
                </a:moveTo>
                <a:lnTo>
                  <a:pt x="0" y="1352550"/>
                </a:lnTo>
              </a:path>
            </a:pathLst>
          </a:custGeom>
          <a:noFill/>
          <a:ln w="6668">
            <a:solidFill>
              <a:srgbClr val="7B8790"/>
            </a:solidFill>
            <a:prstDash val="dash"/>
          </a:ln>
        </p:spPr>
      </p:sp>
      <p:sp>
        <p:nvSpPr>
          <p:cNvPr id="90" name="line_089">
            <a:extLst>
              <a:ext uri="{FF2B5EF4-FFF2-40B4-BE49-F238E27FC236}">
                <ns2:creationId id="{F9EDF745-8F54-41DE-B28C-B116443C5E05}"/>
              </a:ext>
            </a:extLst>
          </p:cNvPr>
          <p:cNvSpPr>
            <a:spLocks noGrp="1"/>
          </p:cNvSpPr>
          <p:nvPr/>
        </p:nvSpPr>
        <p:spPr>
          <a:xfrm>
            <a:off x="11363812" y="438150"/>
            <a:ext cx="92" cy="1352550"/>
          </a:xfrm>
          <a:custGeom>
            <a:pathLst>
              <a:path w="95" h="1352550">
                <a:moveTo>
                  <a:pt x="0" y="0"/>
                </a:moveTo>
                <a:lnTo>
                  <a:pt x="0" y="1352550"/>
                </a:lnTo>
              </a:path>
            </a:pathLst>
          </a:custGeom>
          <a:noFill/>
          <a:ln w="6668">
            <a:solidFill>
              <a:srgbClr val="7B8790"/>
            </a:solidFill>
            <a:prstDash val="dash"/>
          </a:ln>
        </p:spPr>
      </p:sp>
      <p:sp>
        <p:nvSpPr>
          <p:cNvPr id="92" name="text_091">
            <a:extLst>
              <a:ext uri="{FF2B5EF4-FFF2-40B4-BE49-F238E27FC236}">
                <ns2:creationId id="{48A89672-975B-4B59-A5AD-B26D2076358A}"/>
              </a:ext>
            </a:extLst>
          </p:cNvPr>
          <p:cNvSpPr>
            <a:spLocks noGrp="1"/>
          </p:cNvSpPr>
          <p:nvPr/>
        </p:nvSpPr>
        <p:spPr>
          <a:xfrm rot="0">
            <a:off x="8295103" y="2057400"/>
            <a:ext cx="1292469" cy="209550"/>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Time (frame)</a:t>
            </a:r>
          </a:p>
        </p:txBody>
      </p:sp>
      <p:pic>
        <p:nvPicPr>
          <p:cNvPr id="93" name="">
            <a:extLst>
              <a:ext uri="{FF2B5EF4-FFF2-40B4-BE49-F238E27FC236}">
                <ns2:creationId id="{0BD3CF15-B0DA-4A6F-ADB5-F41180AA0844}"/>
              </a:ext>
            </a:extLst>
          </p:cNvPr>
          <p:cNvPicPr>
            <a:picLocks noChangeAspect="1"/>
          </p:cNvPicPr>
          <p:nvPr/>
        </p:nvPicPr>
        <p:blipFill>
          <a:blip ns3:embed="R2b4eca6935d043f3"/>
          <a:stretch/>
        </p:blipFill>
        <p:spPr>
          <a:xfrm>
            <a:off x="3771900" y="2381250"/>
            <a:ext cx="4286250" cy="104775"/>
          </a:xfrm>
          <a:prstGeom prst="rect">
            <a:avLst/>
          </a:prstGeom>
        </p:spPr>
      </p:pic>
      <p:sp>
        <p:nvSpPr>
          <p:cNvPr id="94" name="text_093">
            <a:extLst>
              <a:ext uri="{FF2B5EF4-FFF2-40B4-BE49-F238E27FC236}">
                <ns2:creationId id="{EE407924-CE5A-46D0-8870-B750F9952F96}"/>
              </a:ext>
            </a:extLst>
          </p:cNvPr>
          <p:cNvSpPr>
            <a:spLocks noGrp="1"/>
          </p:cNvSpPr>
          <p:nvPr/>
        </p:nvSpPr>
        <p:spPr>
          <a:xfrm rot="0">
            <a:off x="3448050" y="2305050"/>
            <a:ext cx="285750" cy="238125"/>
          </a:xfrm>
          <a:prstGeom prst="rect">
            <a:avLst/>
          </a:prstGeom>
          <a:noFill/>
          <a:ln w="0">
            <a:noFill/>
            <a:prstDash val="solid"/>
          </a:ln>
        </p:spPr>
        <p:txBody>
          <a:bodyPr wrap="none" lIns="0" tIns="0" rIns="0" bIns="0" anchor="t">
            <a:noAutofit/>
          </a:bodyPr>
          <a:lstStyle>
            <a:defPPr algn="l">
              <a:defRPr sz="1425" b="1">
                <a:solidFill>
                  <a:srgbClr val="000000"/>
                </a:solidFill>
                <a:latin typeface="Arial"/>
                <a:ea typeface="Arial"/>
                <a:cs typeface="Arial"/>
              </a:defRPr>
            </a:defPPr>
            <a:lvl1pPr algn="l">
              <a:defRPr sz="1425" b="1">
                <a:solidFill>
                  <a:srgbClr val="000000"/>
                </a:solidFill>
                <a:latin typeface="Arial"/>
                <a:ea typeface="Arial"/>
                <a:cs typeface="Arial"/>
              </a:defRPr>
            </a:lvl1pPr>
            <a:lvl2pPr algn="l">
              <a:defRPr sz="1425" b="1">
                <a:solidFill>
                  <a:srgbClr val="000000"/>
                </a:solidFill>
                <a:latin typeface="Arial"/>
                <a:ea typeface="Arial"/>
                <a:cs typeface="Arial"/>
              </a:defRPr>
            </a:lvl2pPr>
            <a:lvl3pPr algn="l">
              <a:defRPr sz="1425" b="1">
                <a:solidFill>
                  <a:srgbClr val="000000"/>
                </a:solidFill>
                <a:latin typeface="Arial"/>
                <a:ea typeface="Arial"/>
                <a:cs typeface="Arial"/>
              </a:defRPr>
            </a:lvl3pPr>
            <a:lvl4pPr algn="l">
              <a:defRPr sz="1425" b="1">
                <a:solidFill>
                  <a:srgbClr val="000000"/>
                </a:solidFill>
                <a:latin typeface="Arial"/>
                <a:ea typeface="Arial"/>
                <a:cs typeface="Arial"/>
              </a:defRPr>
            </a:lvl4pPr>
            <a:lvl5pPr algn="l">
              <a:defRPr sz="1425" b="1">
                <a:solidFill>
                  <a:srgbClr val="000000"/>
                </a:solidFill>
                <a:latin typeface="Arial"/>
                <a:ea typeface="Arial"/>
                <a:cs typeface="Arial"/>
              </a:defRPr>
            </a:lvl5pPr>
            <a:lvl6pPr algn="l">
              <a:defRPr sz="1425" b="1">
                <a:solidFill>
                  <a:srgbClr val="000000"/>
                </a:solidFill>
                <a:latin typeface="Arial"/>
                <a:ea typeface="Arial"/>
                <a:cs typeface="Arial"/>
              </a:defRPr>
            </a:lvl6pPr>
            <a:lvl7pPr algn="l">
              <a:defRPr sz="1425" b="1">
                <a:solidFill>
                  <a:srgbClr val="000000"/>
                </a:solidFill>
                <a:latin typeface="Arial"/>
                <a:ea typeface="Arial"/>
                <a:cs typeface="Arial"/>
              </a:defRPr>
            </a:lvl7pPr>
            <a:lvl8pPr algn="l">
              <a:defRPr sz="1425" b="1">
                <a:solidFill>
                  <a:srgbClr val="000000"/>
                </a:solidFill>
                <a:latin typeface="Arial"/>
                <a:ea typeface="Arial"/>
                <a:cs typeface="Arial"/>
              </a:defRPr>
            </a:lvl8pPr>
            <a:lvl9pPr algn="l">
              <a:defRPr sz="1425" b="1">
                <a:solidFill>
                  <a:srgbClr val="000000"/>
                </a:solidFill>
                <a:latin typeface="Arial"/>
                <a:ea typeface="Arial"/>
                <a:cs typeface="Arial"/>
              </a:defRPr>
            </a:lvl9pPr>
          </a:lstStyle>
          <a:p>
            <a:pPr algn="l">
              <a:defRPr sz="1425" b="1">
                <a:solidFill>
                  <a:srgbClr val="000000"/>
                </a:solidFill>
                <a:latin typeface="Arial"/>
                <a:ea typeface="Arial"/>
                <a:cs typeface="Arial"/>
              </a:defRPr>
            </a:pPr>
            <a:r>
              <a:rPr sz="1425" b="1">
                <a:solidFill>
                  <a:srgbClr val="000000"/>
                </a:solidFill>
                <a:latin typeface="Arial"/>
                <a:ea typeface="Arial"/>
                <a:cs typeface="Arial"/>
              </a:rPr>
              <a:t>Q</a:t>
            </a:r>
          </a:p>
        </p:txBody>
      </p:sp>
      <p:sp>
        <p:nvSpPr>
          <p:cNvPr id="95" name="line_094">
            <a:extLst>
              <a:ext uri="{FF2B5EF4-FFF2-40B4-BE49-F238E27FC236}">
                <ns2:creationId id="{432781C9-2174-42BD-8D34-B9F944F711AC}"/>
              </a:ext>
            </a:extLst>
          </p:cNvPr>
          <p:cNvSpPr>
            <a:spLocks noGrp="1"/>
          </p:cNvSpPr>
          <p:nvPr/>
        </p:nvSpPr>
        <p:spPr>
          <a:xfrm>
            <a:off x="3777074" y="2486025"/>
            <a:ext cx="95" cy="38100"/>
          </a:xfrm>
          <a:custGeom>
            <a:pathLst>
              <a:path w="95" h="38100">
                <a:moveTo>
                  <a:pt x="0" y="0"/>
                </a:moveTo>
                <a:lnTo>
                  <a:pt x="0" y="38100"/>
                </a:lnTo>
              </a:path>
            </a:pathLst>
          </a:custGeom>
          <a:noFill/>
          <a:ln w="7620">
            <a:solidFill>
              <a:srgbClr val="7B8790"/>
            </a:solidFill>
            <a:prstDash val="solid"/>
          </a:ln>
        </p:spPr>
      </p:sp>
      <p:sp>
        <p:nvSpPr>
          <p:cNvPr id="96" name="text_095">
            <a:extLst>
              <a:ext uri="{FF2B5EF4-FFF2-40B4-BE49-F238E27FC236}">
                <ns2:creationId id="{61106ADF-1D54-43D6-84A2-2992DD46C7D1}"/>
              </a:ext>
            </a:extLst>
          </p:cNvPr>
          <p:cNvSpPr>
            <a:spLocks noGrp="1"/>
          </p:cNvSpPr>
          <p:nvPr/>
        </p:nvSpPr>
        <p:spPr>
          <a:xfrm rot="0">
            <a:off x="3519899"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-20</a:t>
            </a:r>
          </a:p>
        </p:txBody>
      </p:sp>
      <p:sp>
        <p:nvSpPr>
          <p:cNvPr id="97" name="line_096">
            <a:extLst>
              <a:ext uri="{FF2B5EF4-FFF2-40B4-BE49-F238E27FC236}">
                <ns2:creationId id="{160BACE5-0CC5-4E4E-BD09-65A5A767D4C3}"/>
              </a:ext>
            </a:extLst>
          </p:cNvPr>
          <p:cNvSpPr>
            <a:spLocks noGrp="1"/>
          </p:cNvSpPr>
          <p:nvPr/>
        </p:nvSpPr>
        <p:spPr>
          <a:xfrm>
            <a:off x="4453664" y="2486025"/>
            <a:ext cx="95" cy="38100"/>
          </a:xfrm>
          <a:custGeom>
            <a:pathLst>
              <a:path w="95" h="38100">
                <a:moveTo>
                  <a:pt x="0" y="0"/>
                </a:moveTo>
                <a:lnTo>
                  <a:pt x="0" y="38100"/>
                </a:lnTo>
              </a:path>
            </a:pathLst>
          </a:custGeom>
          <a:noFill/>
          <a:ln w="7620">
            <a:solidFill>
              <a:srgbClr val="7B8790"/>
            </a:solidFill>
            <a:prstDash val="solid"/>
          </a:ln>
        </p:spPr>
      </p:sp>
      <p:sp>
        <p:nvSpPr>
          <p:cNvPr id="98" name="text_097">
            <a:extLst>
              <a:ext uri="{FF2B5EF4-FFF2-40B4-BE49-F238E27FC236}">
                <ns2:creationId id="{AFC1F400-0836-4C52-9CCF-4DCD339F8FAE}"/>
              </a:ext>
            </a:extLst>
          </p:cNvPr>
          <p:cNvSpPr>
            <a:spLocks noGrp="1"/>
          </p:cNvSpPr>
          <p:nvPr/>
        </p:nvSpPr>
        <p:spPr>
          <a:xfrm rot="0">
            <a:off x="4196489"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-1</a:t>
            </a:r>
          </a:p>
        </p:txBody>
      </p:sp>
      <p:sp>
        <p:nvSpPr>
          <p:cNvPr id="99" name="line_098">
            <a:extLst>
              <a:ext uri="{FF2B5EF4-FFF2-40B4-BE49-F238E27FC236}">
                <ns2:creationId id="{6CECF6E9-A2BE-48C5-AB57-2A53E5900B5C}"/>
              </a:ext>
            </a:extLst>
          </p:cNvPr>
          <p:cNvSpPr>
            <a:spLocks noGrp="1"/>
          </p:cNvSpPr>
          <p:nvPr/>
        </p:nvSpPr>
        <p:spPr>
          <a:xfrm>
            <a:off x="5337200" y="2486025"/>
            <a:ext cx="95" cy="38100"/>
          </a:xfrm>
          <a:custGeom>
            <a:pathLst>
              <a:path w="95" h="38100">
                <a:moveTo>
                  <a:pt x="0" y="0"/>
                </a:moveTo>
                <a:lnTo>
                  <a:pt x="0" y="38100"/>
                </a:lnTo>
              </a:path>
            </a:pathLst>
          </a:custGeom>
          <a:noFill/>
          <a:ln w="7620">
            <a:solidFill>
              <a:srgbClr val="7B8790"/>
            </a:solidFill>
            <a:prstDash val="solid"/>
          </a:ln>
        </p:spPr>
      </p:sp>
      <p:sp>
        <p:nvSpPr>
          <p:cNvPr id="100" name="text_099">
            <a:extLst>
              <a:ext uri="{FF2B5EF4-FFF2-40B4-BE49-F238E27FC236}">
                <ns2:creationId id="{5690B890-D894-4D1F-8415-2A55AA10C254}"/>
              </a:ext>
            </a:extLst>
          </p:cNvPr>
          <p:cNvSpPr>
            <a:spLocks noGrp="1"/>
          </p:cNvSpPr>
          <p:nvPr/>
        </p:nvSpPr>
        <p:spPr>
          <a:xfrm rot="0">
            <a:off x="5080025"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-0.02</a:t>
            </a:r>
          </a:p>
        </p:txBody>
      </p:sp>
      <p:sp>
        <p:nvSpPr>
          <p:cNvPr id="101" name="line_100">
            <a:extLst>
              <a:ext uri="{FF2B5EF4-FFF2-40B4-BE49-F238E27FC236}">
                <ns2:creationId id="{627E54DE-B44B-4134-BAD8-997D867164B2}"/>
              </a:ext>
            </a:extLst>
          </p:cNvPr>
          <p:cNvSpPr>
            <a:spLocks noGrp="1"/>
          </p:cNvSpPr>
          <p:nvPr/>
        </p:nvSpPr>
        <p:spPr>
          <a:xfrm>
            <a:off x="5915025" y="2486025"/>
            <a:ext cx="95" cy="38100"/>
          </a:xfrm>
          <a:custGeom>
            <a:pathLst>
              <a:path w="95" h="38100">
                <a:moveTo>
                  <a:pt x="0" y="0"/>
                </a:moveTo>
                <a:lnTo>
                  <a:pt x="0" y="38100"/>
                </a:lnTo>
              </a:path>
            </a:pathLst>
          </a:custGeom>
          <a:noFill/>
          <a:ln w="7620">
            <a:solidFill>
              <a:srgbClr val="7B8790"/>
            </a:solidFill>
            <a:prstDash val="solid"/>
          </a:ln>
        </p:spPr>
      </p:sp>
      <p:sp>
        <p:nvSpPr>
          <p:cNvPr id="102" name="text_101">
            <a:extLst>
              <a:ext uri="{FF2B5EF4-FFF2-40B4-BE49-F238E27FC236}">
                <ns2:creationId id="{30448FC9-BDEC-4AC5-84B3-360CC07A55A6}"/>
              </a:ext>
            </a:extLst>
          </p:cNvPr>
          <p:cNvSpPr>
            <a:spLocks noGrp="1"/>
          </p:cNvSpPr>
          <p:nvPr/>
        </p:nvSpPr>
        <p:spPr>
          <a:xfrm rot="0">
            <a:off x="5657850"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0</a:t>
            </a:r>
          </a:p>
        </p:txBody>
      </p:sp>
      <p:sp>
        <p:nvSpPr>
          <p:cNvPr id="103" name="line_102">
            <a:extLst>
              <a:ext uri="{FF2B5EF4-FFF2-40B4-BE49-F238E27FC236}">
                <ns2:creationId id="{588645EF-3FD6-4DDF-860C-AF7241A3B60D}"/>
              </a:ext>
            </a:extLst>
          </p:cNvPr>
          <p:cNvSpPr>
            <a:spLocks noGrp="1"/>
          </p:cNvSpPr>
          <p:nvPr/>
        </p:nvSpPr>
        <p:spPr>
          <a:xfrm>
            <a:off x="6492850" y="2486025"/>
            <a:ext cx="95" cy="38100"/>
          </a:xfrm>
          <a:custGeom>
            <a:pathLst>
              <a:path w="95" h="38100">
                <a:moveTo>
                  <a:pt x="0" y="0"/>
                </a:moveTo>
                <a:lnTo>
                  <a:pt x="0" y="38100"/>
                </a:lnTo>
              </a:path>
            </a:pathLst>
          </a:custGeom>
          <a:noFill/>
          <a:ln w="7620">
            <a:solidFill>
              <a:srgbClr val="7B8790"/>
            </a:solidFill>
            <a:prstDash val="solid"/>
          </a:ln>
        </p:spPr>
      </p:sp>
      <p:sp>
        <p:nvSpPr>
          <p:cNvPr id="104" name="text_103">
            <a:extLst>
              <a:ext uri="{FF2B5EF4-FFF2-40B4-BE49-F238E27FC236}">
                <ns2:creationId id="{D3C2A28E-FA25-4B67-BA73-71E1F71F61C6}"/>
              </a:ext>
            </a:extLst>
          </p:cNvPr>
          <p:cNvSpPr>
            <a:spLocks noGrp="1"/>
          </p:cNvSpPr>
          <p:nvPr/>
        </p:nvSpPr>
        <p:spPr>
          <a:xfrm rot="0">
            <a:off x="6235675"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0.02</a:t>
            </a:r>
          </a:p>
        </p:txBody>
      </p:sp>
      <p:sp>
        <p:nvSpPr>
          <p:cNvPr id="105" name="line_104">
            <a:extLst>
              <a:ext uri="{FF2B5EF4-FFF2-40B4-BE49-F238E27FC236}">
                <ns2:creationId id="{FD22DC22-D361-49CC-8DF9-5F78CB46B712}"/>
              </a:ext>
            </a:extLst>
          </p:cNvPr>
          <p:cNvSpPr>
            <a:spLocks noGrp="1"/>
          </p:cNvSpPr>
          <p:nvPr/>
        </p:nvSpPr>
        <p:spPr>
          <a:xfrm>
            <a:off x="7376386" y="2486025"/>
            <a:ext cx="95" cy="38100"/>
          </a:xfrm>
          <a:custGeom>
            <a:pathLst>
              <a:path w="95" h="38100">
                <a:moveTo>
                  <a:pt x="0" y="0"/>
                </a:moveTo>
                <a:lnTo>
                  <a:pt x="0" y="38100"/>
                </a:lnTo>
              </a:path>
            </a:pathLst>
          </a:custGeom>
          <a:noFill/>
          <a:ln w="7620">
            <a:solidFill>
              <a:srgbClr val="7B8790"/>
            </a:solidFill>
            <a:prstDash val="solid"/>
          </a:ln>
        </p:spPr>
      </p:sp>
      <p:sp>
        <p:nvSpPr>
          <p:cNvPr id="106" name="text_105">
            <a:extLst>
              <a:ext uri="{FF2B5EF4-FFF2-40B4-BE49-F238E27FC236}">
                <ns2:creationId id="{0F605BAF-A6C3-453A-9ABE-D1D210D83BB9}"/>
              </a:ext>
            </a:extLst>
          </p:cNvPr>
          <p:cNvSpPr>
            <a:spLocks noGrp="1"/>
          </p:cNvSpPr>
          <p:nvPr/>
        </p:nvSpPr>
        <p:spPr>
          <a:xfrm rot="0">
            <a:off x="7119211"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1</a:t>
            </a:r>
          </a:p>
        </p:txBody>
      </p:sp>
      <p:sp>
        <p:nvSpPr>
          <p:cNvPr id="107" name="line_106">
            <a:extLst>
              <a:ext uri="{FF2B5EF4-FFF2-40B4-BE49-F238E27FC236}">
                <ns2:creationId id="{C7074AED-0C7A-4EB5-94B7-00BDD40E59B7}"/>
              </a:ext>
            </a:extLst>
          </p:cNvPr>
          <p:cNvSpPr>
            <a:spLocks noGrp="1"/>
          </p:cNvSpPr>
          <p:nvPr/>
        </p:nvSpPr>
        <p:spPr>
          <a:xfrm>
            <a:off x="8052976" y="2486025"/>
            <a:ext cx="95" cy="38100"/>
          </a:xfrm>
          <a:custGeom>
            <a:pathLst>
              <a:path w="95" h="38100">
                <a:moveTo>
                  <a:pt x="0" y="0"/>
                </a:moveTo>
                <a:lnTo>
                  <a:pt x="0" y="38100"/>
                </a:lnTo>
              </a:path>
            </a:pathLst>
          </a:custGeom>
          <a:noFill/>
          <a:ln w="7620">
            <a:solidFill>
              <a:srgbClr val="7B8790"/>
            </a:solidFill>
            <a:prstDash val="solid"/>
          </a:ln>
        </p:spPr>
      </p:sp>
      <p:sp>
        <p:nvSpPr>
          <p:cNvPr id="108" name="text_107">
            <a:extLst>
              <a:ext uri="{FF2B5EF4-FFF2-40B4-BE49-F238E27FC236}">
                <ns2:creationId id="{A98E53D8-175A-43DF-A5A8-0D3B49890C19}"/>
              </a:ext>
            </a:extLst>
          </p:cNvPr>
          <p:cNvSpPr>
            <a:spLocks noGrp="1"/>
          </p:cNvSpPr>
          <p:nvPr/>
        </p:nvSpPr>
        <p:spPr>
          <a:xfrm rot="0">
            <a:off x="7795801" y="2543175"/>
            <a:ext cx="514350" cy="190500"/>
          </a:xfrm>
          <a:prstGeom prst="rect">
            <a:avLst/>
          </a:prstGeom>
          <a:noFill/>
          <a:ln w="0">
            <a:noFill/>
            <a:prstDash val="solid"/>
          </a:ln>
        </p:spPr>
        <p:txBody>
          <a:bodyPr wrap="none" lIns="0" tIns="0" rIns="0" bIns="0" anchor="t">
            <a:noAutofit/>
          </a:bodyPr>
          <a:lstStyle>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a:pPr algn="ctr">
              <a:defRPr sz="1050" b="0">
                <a:solidFill>
                  <a:srgbClr val="000000"/>
                </a:solidFill>
                <a:latin typeface="Arial"/>
                <a:ea typeface="Arial"/>
                <a:cs typeface="Arial"/>
              </a:defRPr>
            </a:pPr>
            <a:r>
              <a:rPr sz="1050" b="0">
                <a:solidFill>
                  <a:srgbClr val="000000"/>
                </a:solidFill>
                <a:latin typeface="Arial"/>
                <a:ea typeface="Arial"/>
                <a:cs typeface="Arial"/>
              </a:rPr>
              <a:t>20</a:t>
            </a:r>
          </a:p>
        </p:txBody>
      </p:sp>
      <p:sp>
        <p:nvSpPr>
          <p:cNvPr id="110" name="text_109">
            <a:extLst>
              <a:ext uri="{FF2B5EF4-FFF2-40B4-BE49-F238E27FC236}">
                <ns2:creationId id="{475B1609-9660-4BF5-835D-9C095C6AF0AF}"/>
              </a:ext>
            </a:extLst>
          </p:cNvPr>
          <p:cNvSpPr>
            <a:spLocks noGrp="1"/>
          </p:cNvSpPr>
          <p:nvPr/>
        </p:nvSpPr>
        <p:spPr>
          <a:xfrm rot="0">
            <a:off x="95250" y="2790825"/>
            <a:ext cx="9525000" cy="285750"/>
          </a:xfrm>
          <a:prstGeom prst="rect">
            <a:avLst/>
          </a:prstGeom>
          <a:noFill/>
          <a:ln w="0">
            <a:noFill/>
            <a:prstDash val="solid"/>
          </a:ln>
        </p:spPr>
        <p:txBody>
          <a:bodyPr wrap="none" lIns="0" tIns="0" rIns="0" bIns="0" anchor="t">
            <a:noAutofit/>
          </a:bodyPr>
          <a:lstStyle>
            <a:defPPr algn="l">
              <a:defRPr sz="1875" b="1">
                <a:solidFill>
                  <a:srgbClr val="000000"/>
                </a:solidFill>
                <a:latin typeface="Arial"/>
                <a:ea typeface="Arial"/>
                <a:cs typeface="Arial"/>
              </a:defRPr>
            </a:defPPr>
            <a:lvl1pPr algn="l">
              <a:defRPr sz="1875" b="1">
                <a:solidFill>
                  <a:srgbClr val="000000"/>
                </a:solidFill>
                <a:latin typeface="Arial"/>
                <a:ea typeface="Arial"/>
                <a:cs typeface="Arial"/>
              </a:defRPr>
            </a:lvl1pPr>
            <a:lvl2pPr algn="l">
              <a:defRPr sz="1875" b="1">
                <a:solidFill>
                  <a:srgbClr val="000000"/>
                </a:solidFill>
                <a:latin typeface="Arial"/>
                <a:ea typeface="Arial"/>
                <a:cs typeface="Arial"/>
              </a:defRPr>
            </a:lvl2pPr>
            <a:lvl3pPr algn="l">
              <a:defRPr sz="1875" b="1">
                <a:solidFill>
                  <a:srgbClr val="000000"/>
                </a:solidFill>
                <a:latin typeface="Arial"/>
                <a:ea typeface="Arial"/>
                <a:cs typeface="Arial"/>
              </a:defRPr>
            </a:lvl3pPr>
            <a:lvl4pPr algn="l">
              <a:defRPr sz="1875" b="1">
                <a:solidFill>
                  <a:srgbClr val="000000"/>
                </a:solidFill>
                <a:latin typeface="Arial"/>
                <a:ea typeface="Arial"/>
                <a:cs typeface="Arial"/>
              </a:defRPr>
            </a:lvl4pPr>
            <a:lvl5pPr algn="l">
              <a:defRPr sz="1875" b="1">
                <a:solidFill>
                  <a:srgbClr val="000000"/>
                </a:solidFill>
                <a:latin typeface="Arial"/>
                <a:ea typeface="Arial"/>
                <a:cs typeface="Arial"/>
              </a:defRPr>
            </a:lvl5pPr>
            <a:lvl6pPr algn="l">
              <a:defRPr sz="1875" b="1">
                <a:solidFill>
                  <a:srgbClr val="000000"/>
                </a:solidFill>
                <a:latin typeface="Arial"/>
                <a:ea typeface="Arial"/>
                <a:cs typeface="Arial"/>
              </a:defRPr>
            </a:lvl6pPr>
            <a:lvl7pPr algn="l">
              <a:defRPr sz="1875" b="1">
                <a:solidFill>
                  <a:srgbClr val="000000"/>
                </a:solidFill>
                <a:latin typeface="Arial"/>
                <a:ea typeface="Arial"/>
                <a:cs typeface="Arial"/>
              </a:defRPr>
            </a:lvl7pPr>
            <a:lvl8pPr algn="l">
              <a:defRPr sz="1875" b="1">
                <a:solidFill>
                  <a:srgbClr val="000000"/>
                </a:solidFill>
                <a:latin typeface="Arial"/>
                <a:ea typeface="Arial"/>
                <a:cs typeface="Arial"/>
              </a:defRPr>
            </a:lvl8pPr>
            <a:lvl9pPr algn="l">
              <a:defRPr sz="1875" b="1">
                <a:solidFill>
                  <a:srgbClr val="000000"/>
                </a:solidFill>
                <a:latin typeface="Arial"/>
                <a:ea typeface="Arial"/>
                <a:cs typeface="Arial"/>
              </a:defRPr>
            </a:lvl9pPr>
          </a:lstStyle>
          <a:p>
            <a:pPr algn="l">
              <a:defRPr sz="1875" b="1">
                <a:solidFill>
                  <a:srgbClr val="000000"/>
                </a:solidFill>
                <a:latin typeface="Arial"/>
                <a:ea typeface="Arial"/>
                <a:cs typeface="Arial"/>
              </a:defRPr>
            </a:pPr>
            <a:r>
              <a:rPr sz="1875" b="1">
                <a:solidFill>
                  <a:srgbClr val="000000"/>
                </a:solidFill>
                <a:latin typeface="Arial"/>
                <a:ea typeface="Arial"/>
                <a:cs typeface="Arial"/>
              </a:rPr>
              <a:t>(c) 3D source fields</a:t>
            </a:r>
          </a:p>
        </p:txBody>
      </p:sp>
      <p:sp>
        <p:nvSpPr>
          <p:cNvPr id="112" name="text_111">
            <a:extLst>
              <a:ext uri="{FF2B5EF4-FFF2-40B4-BE49-F238E27FC236}">
                <ns2:creationId id="{6A606AA3-4C75-4940-9AFB-82B3BFDF77E1}"/>
              </a:ext>
            </a:extLst>
          </p:cNvPr>
          <p:cNvSpPr>
            <a:spLocks noGrp="1"/>
          </p:cNvSpPr>
          <p:nvPr/>
        </p:nvSpPr>
        <p:spPr>
          <a:xfrm rot="0">
            <a:off x="95250" y="3086100"/>
            <a:ext cx="3810000" cy="226786"/>
          </a:xfrm>
          <a:prstGeom prst="rect">
            <a:avLst/>
          </a:prstGeom>
          <a:noFill/>
          <a:ln w="0">
            <a:noFill/>
            <a:prstDash val="solid"/>
          </a:ln>
        </p:spPr>
        <p:txBody>
          <a:bodyPr wrap="none" lIns="0" tIns="0" rIns="0" bIns="0" anchor="t">
            <a:noAutofit/>
          </a:bodyPr>
          <a:lstStyle>
            <a:defPPr algn="ctr">
              <a:defRPr sz="1571" b="1">
                <a:solidFill>
                  <a:srgbClr val="000000"/>
                </a:solidFill>
                <a:latin typeface="Arial"/>
                <a:ea typeface="Arial"/>
                <a:cs typeface="Arial"/>
              </a:defRPr>
            </a:defPPr>
            <a:lvl1pPr algn="ctr">
              <a:defRPr sz="1571" b="1">
                <a:solidFill>
                  <a:srgbClr val="000000"/>
                </a:solidFill>
                <a:latin typeface="Arial"/>
                <a:ea typeface="Arial"/>
                <a:cs typeface="Arial"/>
              </a:defRPr>
            </a:lvl1pPr>
            <a:lvl2pPr algn="ctr">
              <a:defRPr sz="1571" b="1">
                <a:solidFill>
                  <a:srgbClr val="000000"/>
                </a:solidFill>
                <a:latin typeface="Arial"/>
                <a:ea typeface="Arial"/>
                <a:cs typeface="Arial"/>
              </a:defRPr>
            </a:lvl2pPr>
            <a:lvl3pPr algn="ctr">
              <a:defRPr sz="1571" b="1">
                <a:solidFill>
                  <a:srgbClr val="000000"/>
                </a:solidFill>
                <a:latin typeface="Arial"/>
                <a:ea typeface="Arial"/>
                <a:cs typeface="Arial"/>
              </a:defRPr>
            </a:lvl3pPr>
            <a:lvl4pPr algn="ctr">
              <a:defRPr sz="1571" b="1">
                <a:solidFill>
                  <a:srgbClr val="000000"/>
                </a:solidFill>
                <a:latin typeface="Arial"/>
                <a:ea typeface="Arial"/>
                <a:cs typeface="Arial"/>
              </a:defRPr>
            </a:lvl4pPr>
            <a:lvl5pPr algn="ctr">
              <a:defRPr sz="1571" b="1">
                <a:solidFill>
                  <a:srgbClr val="000000"/>
                </a:solidFill>
                <a:latin typeface="Arial"/>
                <a:ea typeface="Arial"/>
                <a:cs typeface="Arial"/>
              </a:defRPr>
            </a:lvl5pPr>
            <a:lvl6pPr algn="ctr">
              <a:defRPr sz="1571" b="1">
                <a:solidFill>
                  <a:srgbClr val="000000"/>
                </a:solidFill>
                <a:latin typeface="Arial"/>
                <a:ea typeface="Arial"/>
                <a:cs typeface="Arial"/>
              </a:defRPr>
            </a:lvl6pPr>
            <a:lvl7pPr algn="ctr">
              <a:defRPr sz="1571" b="1">
                <a:solidFill>
                  <a:srgbClr val="000000"/>
                </a:solidFill>
                <a:latin typeface="Arial"/>
                <a:ea typeface="Arial"/>
                <a:cs typeface="Arial"/>
              </a:defRPr>
            </a:lvl7pPr>
            <a:lvl8pPr algn="ctr">
              <a:defRPr sz="1571" b="1">
                <a:solidFill>
                  <a:srgbClr val="000000"/>
                </a:solidFill>
                <a:latin typeface="Arial"/>
                <a:ea typeface="Arial"/>
                <a:cs typeface="Arial"/>
              </a:defRPr>
            </a:lvl8pPr>
            <a:lvl9pPr algn="ctr">
              <a:defRPr sz="1571" b="1">
                <a:solidFill>
                  <a:srgbClr val="000000"/>
                </a:solidFill>
                <a:latin typeface="Arial"/>
                <a:ea typeface="Arial"/>
                <a:cs typeface="Arial"/>
              </a:defRPr>
            </a:lvl9pPr>
          </a:lstStyle>
          <a:p>
            <a:pPr algn="ctr">
              <a:defRPr sz="1571" b="1">
                <a:solidFill>
                  <a:srgbClr val="000000"/>
                </a:solidFill>
                <a:latin typeface="Arial"/>
                <a:ea typeface="Arial"/>
                <a:cs typeface="Arial"/>
              </a:defRPr>
            </a:pPr>
            <a:r>
              <a:rPr sz="1571" b="1">
                <a:solidFill>
                  <a:srgbClr val="000000"/>
                </a:solidFill>
                <a:latin typeface="Arial"/>
                <a:ea typeface="Arial"/>
                <a:cs typeface="Arial"/>
              </a:rPr>
              <a:t>Frame 0</a:t>
            </a:r>
          </a:p>
        </p:txBody>
      </p:sp>
      <p:pic>
        <p:nvPicPr>
          <p:cNvPr id="113" name="">
            <a:extLst>
              <a:ext uri="{FF2B5EF4-FFF2-40B4-BE49-F238E27FC236}">
                <ns2:creationId id="{07A7D8B4-CBA3-4965-B8BD-15AFA6AF8F92}"/>
              </a:ext>
            </a:extLst>
          </p:cNvPr>
          <p:cNvPicPr>
            <a:picLocks noChangeAspect="1"/>
          </p:cNvPicPr>
          <p:nvPr/>
        </p:nvPicPr>
        <p:blipFill>
          <a:blip ns3:embed="R17bff3a3749c4f88"/>
          <a:stretch/>
        </p:blipFill>
        <p:spPr>
          <a:xfrm>
            <a:off x="95250" y="3349171"/>
            <a:ext cx="3810000" cy="2006450"/>
          </a:xfrm>
          <a:prstGeom prst="rect">
            <a:avLst/>
          </a:prstGeom>
        </p:spPr>
      </p:pic>
      <p:sp>
        <p:nvSpPr>
          <p:cNvPr id="114" name="Cylinder_f0_domain_edge_0_1">
            <a:extLst>
              <a:ext uri="{FF2B5EF4-FFF2-40B4-BE49-F238E27FC236}">
                <ns2:creationId id="{24F8A28C-AB81-4D5B-AFF1-9DE2DE6D15C2}"/>
              </a:ext>
            </a:extLst>
          </p:cNvPr>
          <p:cNvSpPr>
            <a:spLocks noGrp="1"/>
          </p:cNvSpPr>
          <p:nvPr/>
        </p:nvSpPr>
        <p:spPr>
          <a:xfrm>
            <a:off x="209386" y="3865750"/>
            <a:ext cx="134" cy="838969"/>
          </a:xfrm>
          <a:custGeom>
            <a:pathLst>
              <a:path w="95" h="595500">
                <a:moveTo>
                  <a:pt x="0" y="595500"/>
                </a:moveTo>
                <a:lnTo>
                  <a:pt x="0" y="0"/>
                </a:lnTo>
              </a:path>
            </a:pathLst>
          </a:custGeom>
          <a:noFill/>
          <a:ln w="8165">
            <a:solidFill>
              <a:srgbClr val="9AA6AE"/>
            </a:solidFill>
            <a:prstDash val="solid"/>
          </a:ln>
        </p:spPr>
      </p:sp>
      <p:sp>
        <p:nvSpPr>
          <p:cNvPr id="115" name="Cylinder_f0_domain_edge_0_2">
            <a:extLst>
              <a:ext uri="{FF2B5EF4-FFF2-40B4-BE49-F238E27FC236}">
                <ns2:creationId id="{91EB6341-5CDE-4CB4-9837-6AD973E7B09E}"/>
              </a:ext>
            </a:extLst>
          </p:cNvPr>
          <p:cNvSpPr>
            <a:spLocks noGrp="1"/>
          </p:cNvSpPr>
          <p:nvPr/>
        </p:nvSpPr>
        <p:spPr>
          <a:xfrm>
            <a:off x="209386" y="4295110"/>
            <a:ext cx="509879" cy="409610"/>
          </a:xfrm>
          <a:custGeom>
            <a:pathLst>
              <a:path w="361912" h="290741">
                <a:moveTo>
                  <a:pt x="0" y="290741"/>
                </a:moveTo>
                <a:lnTo>
                  <a:pt x="361912" y="0"/>
                </a:lnTo>
              </a:path>
            </a:pathLst>
          </a:custGeom>
          <a:noFill/>
          <a:ln w="8165">
            <a:solidFill>
              <a:srgbClr val="9AA6AE"/>
            </a:solidFill>
            <a:prstDash val="solid"/>
          </a:ln>
        </p:spPr>
      </p:sp>
      <p:sp>
        <p:nvSpPr>
          <p:cNvPr id="116" name="Cylinder_f0_domain_edge_0_4">
            <a:extLst>
              <a:ext uri="{FF2B5EF4-FFF2-40B4-BE49-F238E27FC236}">
                <ns2:creationId id="{5D2D0068-C078-4B36-ADCB-742D012ACE5D}"/>
              </a:ext>
            </a:extLst>
          </p:cNvPr>
          <p:cNvSpPr>
            <a:spLocks noGrp="1"/>
          </p:cNvSpPr>
          <p:nvPr/>
        </p:nvSpPr>
        <p:spPr>
          <a:xfrm>
            <a:off x="209386" y="4704719"/>
            <a:ext cx="3068497" cy="536010"/>
          </a:xfrm>
          <a:custGeom>
            <a:pathLst>
              <a:path w="2178019" h="380460">
                <a:moveTo>
                  <a:pt x="0" y="0"/>
                </a:moveTo>
                <a:lnTo>
                  <a:pt x="2178019" y="380460"/>
                </a:lnTo>
              </a:path>
            </a:pathLst>
          </a:custGeom>
          <a:noFill/>
          <a:ln w="8165">
            <a:solidFill>
              <a:srgbClr val="9AA6AE"/>
            </a:solidFill>
            <a:prstDash val="solid"/>
          </a:ln>
        </p:spPr>
      </p:sp>
      <p:sp>
        <p:nvSpPr>
          <p:cNvPr id="117" name="Cylinder_f0_domain_edge_1_3">
            <a:extLst>
              <a:ext uri="{FF2B5EF4-FFF2-40B4-BE49-F238E27FC236}">
                <ns2:creationId id="{ABF81A1D-4F5D-466B-9A4B-E7EE95130AC0}"/>
              </a:ext>
            </a:extLst>
          </p:cNvPr>
          <p:cNvSpPr>
            <a:spLocks noGrp="1"/>
          </p:cNvSpPr>
          <p:nvPr/>
        </p:nvSpPr>
        <p:spPr>
          <a:xfrm>
            <a:off x="209386" y="3456141"/>
            <a:ext cx="509879" cy="409610"/>
          </a:xfrm>
          <a:custGeom>
            <a:pathLst>
              <a:path w="361912" h="290741">
                <a:moveTo>
                  <a:pt x="0" y="290741"/>
                </a:moveTo>
                <a:lnTo>
                  <a:pt x="361912" y="0"/>
                </a:lnTo>
              </a:path>
            </a:pathLst>
          </a:custGeom>
          <a:noFill/>
          <a:ln w="8165">
            <a:solidFill>
              <a:srgbClr val="9AA6AE"/>
            </a:solidFill>
            <a:prstDash val="solid"/>
          </a:ln>
        </p:spPr>
      </p:sp>
      <p:sp>
        <p:nvSpPr>
          <p:cNvPr id="118" name="Cylinder_f0_domain_edge_1_5">
            <a:extLst>
              <a:ext uri="{FF2B5EF4-FFF2-40B4-BE49-F238E27FC236}">
                <ns2:creationId id="{6EE3CD32-D7E0-429C-B725-B08193BED29A}"/>
              </a:ext>
            </a:extLst>
          </p:cNvPr>
          <p:cNvSpPr>
            <a:spLocks noGrp="1"/>
          </p:cNvSpPr>
          <p:nvPr/>
        </p:nvSpPr>
        <p:spPr>
          <a:xfrm>
            <a:off x="209386" y="3865750"/>
            <a:ext cx="3068497" cy="536010"/>
          </a:xfrm>
          <a:custGeom>
            <a:pathLst>
              <a:path w="2178019" h="380460">
                <a:moveTo>
                  <a:pt x="0" y="0"/>
                </a:moveTo>
                <a:lnTo>
                  <a:pt x="2178019" y="380460"/>
                </a:lnTo>
              </a:path>
            </a:pathLst>
          </a:custGeom>
          <a:noFill/>
          <a:ln w="8165">
            <a:solidFill>
              <a:srgbClr val="9AA6AE"/>
            </a:solidFill>
            <a:prstDash val="solid"/>
          </a:ln>
        </p:spPr>
      </p:sp>
      <p:sp>
        <p:nvSpPr>
          <p:cNvPr id="119" name="Cylinder_f0_domain_edge_2_3">
            <a:extLst>
              <a:ext uri="{FF2B5EF4-FFF2-40B4-BE49-F238E27FC236}">
                <ns2:creationId id="{49FD129A-384F-475F-AA9B-F4F6FA2A2A56}"/>
              </a:ext>
            </a:extLst>
          </p:cNvPr>
          <p:cNvSpPr>
            <a:spLocks noGrp="1"/>
          </p:cNvSpPr>
          <p:nvPr/>
        </p:nvSpPr>
        <p:spPr>
          <a:xfrm>
            <a:off x="719265" y="3456141"/>
            <a:ext cx="134" cy="838969"/>
          </a:xfrm>
          <a:custGeom>
            <a:pathLst>
              <a:path w="95" h="595500">
                <a:moveTo>
                  <a:pt x="0" y="595500"/>
                </a:moveTo>
                <a:lnTo>
                  <a:pt x="0" y="0"/>
                </a:lnTo>
              </a:path>
            </a:pathLst>
          </a:custGeom>
          <a:noFill/>
          <a:ln w="8165">
            <a:solidFill>
              <a:srgbClr val="9AA6AE"/>
            </a:solidFill>
            <a:prstDash val="solid"/>
          </a:ln>
        </p:spPr>
      </p:sp>
      <p:sp>
        <p:nvSpPr>
          <p:cNvPr id="120" name="Cylinder_f0_domain_edge_2_6">
            <a:extLst>
              <a:ext uri="{FF2B5EF4-FFF2-40B4-BE49-F238E27FC236}">
                <ns2:creationId id="{53F9C68E-FE3F-4B9C-AFE2-266E368B1201}"/>
              </a:ext>
            </a:extLst>
          </p:cNvPr>
          <p:cNvSpPr>
            <a:spLocks noGrp="1"/>
          </p:cNvSpPr>
          <p:nvPr/>
        </p:nvSpPr>
        <p:spPr>
          <a:xfrm>
            <a:off x="719265" y="4295110"/>
            <a:ext cx="3068497" cy="536010"/>
          </a:xfrm>
          <a:custGeom>
            <a:pathLst>
              <a:path w="2178019" h="380460">
                <a:moveTo>
                  <a:pt x="0" y="0"/>
                </a:moveTo>
                <a:lnTo>
                  <a:pt x="2178019" y="380460"/>
                </a:lnTo>
              </a:path>
            </a:pathLst>
          </a:custGeom>
          <a:noFill/>
          <a:ln w="8165">
            <a:solidFill>
              <a:srgbClr val="9AA6AE"/>
            </a:solidFill>
            <a:prstDash val="solid"/>
          </a:ln>
        </p:spPr>
      </p:sp>
      <p:sp>
        <p:nvSpPr>
          <p:cNvPr id="121" name="Cylinder_f0_domain_edge_3_7">
            <a:extLst>
              <a:ext uri="{FF2B5EF4-FFF2-40B4-BE49-F238E27FC236}">
                <ns2:creationId id="{0030D258-E735-499B-97F6-479FF8AC338B}"/>
              </a:ext>
            </a:extLst>
          </p:cNvPr>
          <p:cNvSpPr>
            <a:spLocks noGrp="1"/>
          </p:cNvSpPr>
          <p:nvPr/>
        </p:nvSpPr>
        <p:spPr>
          <a:xfrm>
            <a:off x="719265" y="3456141"/>
            <a:ext cx="3068497" cy="536010"/>
          </a:xfrm>
          <a:custGeom>
            <a:pathLst>
              <a:path w="2178019" h="380460">
                <a:moveTo>
                  <a:pt x="0" y="0"/>
                </a:moveTo>
                <a:lnTo>
                  <a:pt x="2178019" y="380460"/>
                </a:lnTo>
              </a:path>
            </a:pathLst>
          </a:custGeom>
          <a:noFill/>
          <a:ln w="8165">
            <a:solidFill>
              <a:srgbClr val="9AA6AE"/>
            </a:solidFill>
            <a:prstDash val="solid"/>
          </a:ln>
        </p:spPr>
      </p:sp>
      <p:sp>
        <p:nvSpPr>
          <p:cNvPr id="122" name="Cylinder_f0_domain_edge_4_5">
            <a:extLst>
              <a:ext uri="{FF2B5EF4-FFF2-40B4-BE49-F238E27FC236}">
                <ns2:creationId id="{6AF3B197-1634-42D9-B045-EB75D9F8A00B}"/>
              </a:ext>
            </a:extLst>
          </p:cNvPr>
          <p:cNvSpPr>
            <a:spLocks noGrp="1"/>
          </p:cNvSpPr>
          <p:nvPr/>
        </p:nvSpPr>
        <p:spPr>
          <a:xfrm>
            <a:off x="3277883" y="4401761"/>
            <a:ext cx="134" cy="838969"/>
          </a:xfrm>
          <a:custGeom>
            <a:pathLst>
              <a:path w="95" h="595500">
                <a:moveTo>
                  <a:pt x="0" y="595500"/>
                </a:moveTo>
                <a:lnTo>
                  <a:pt x="0" y="0"/>
                </a:lnTo>
              </a:path>
            </a:pathLst>
          </a:custGeom>
          <a:noFill/>
          <a:ln w="8165">
            <a:solidFill>
              <a:srgbClr val="9AA6AE"/>
            </a:solidFill>
            <a:prstDash val="solid"/>
          </a:ln>
        </p:spPr>
      </p:sp>
      <p:sp>
        <p:nvSpPr>
          <p:cNvPr id="123" name="Cylinder_f0_domain_edge_4_6">
            <a:extLst>
              <a:ext uri="{FF2B5EF4-FFF2-40B4-BE49-F238E27FC236}">
                <ns2:creationId id="{E366F8FA-8213-419E-97D1-D153A1331658}"/>
              </a:ext>
            </a:extLst>
          </p:cNvPr>
          <p:cNvSpPr>
            <a:spLocks noGrp="1"/>
          </p:cNvSpPr>
          <p:nvPr/>
        </p:nvSpPr>
        <p:spPr>
          <a:xfrm>
            <a:off x="3277883" y="4831121"/>
            <a:ext cx="509879" cy="409610"/>
          </a:xfrm>
          <a:custGeom>
            <a:pathLst>
              <a:path w="361912" h="290741">
                <a:moveTo>
                  <a:pt x="0" y="290741"/>
                </a:moveTo>
                <a:lnTo>
                  <a:pt x="361912" y="0"/>
                </a:lnTo>
              </a:path>
            </a:pathLst>
          </a:custGeom>
          <a:noFill/>
          <a:ln w="8165">
            <a:solidFill>
              <a:srgbClr val="9AA6AE"/>
            </a:solidFill>
            <a:prstDash val="solid"/>
          </a:ln>
        </p:spPr>
      </p:sp>
      <p:sp>
        <p:nvSpPr>
          <p:cNvPr id="124" name="Cylinder_f0_domain_edge_5_7">
            <a:extLst>
              <a:ext uri="{FF2B5EF4-FFF2-40B4-BE49-F238E27FC236}">
                <ns2:creationId id="{F26C717A-9208-4272-891B-FE1E433ABB42}"/>
              </a:ext>
            </a:extLst>
          </p:cNvPr>
          <p:cNvSpPr>
            <a:spLocks noGrp="1"/>
          </p:cNvSpPr>
          <p:nvPr/>
        </p:nvSpPr>
        <p:spPr>
          <a:xfrm>
            <a:off x="3277883" y="3992152"/>
            <a:ext cx="509879" cy="409610"/>
          </a:xfrm>
          <a:custGeom>
            <a:pathLst>
              <a:path w="361912" h="290741">
                <a:moveTo>
                  <a:pt x="0" y="290741"/>
                </a:moveTo>
                <a:lnTo>
                  <a:pt x="361912" y="0"/>
                </a:lnTo>
              </a:path>
            </a:pathLst>
          </a:custGeom>
          <a:noFill/>
          <a:ln w="8165">
            <a:solidFill>
              <a:srgbClr val="9AA6AE"/>
            </a:solidFill>
            <a:prstDash val="solid"/>
          </a:ln>
        </p:spPr>
      </p:sp>
      <p:sp>
        <p:nvSpPr>
          <p:cNvPr id="125" name="Cylinder_f0_domain_edge_6_7">
            <a:extLst>
              <a:ext uri="{FF2B5EF4-FFF2-40B4-BE49-F238E27FC236}">
                <ns2:creationId id="{1558EC07-4693-44AA-802C-865EE08DC09C}"/>
              </a:ext>
            </a:extLst>
          </p:cNvPr>
          <p:cNvSpPr>
            <a:spLocks noGrp="1"/>
          </p:cNvSpPr>
          <p:nvPr/>
        </p:nvSpPr>
        <p:spPr>
          <a:xfrm>
            <a:off x="3787762" y="3992152"/>
            <a:ext cx="134" cy="838969"/>
          </a:xfrm>
          <a:custGeom>
            <a:pathLst>
              <a:path w="95" h="595500">
                <a:moveTo>
                  <a:pt x="0" y="595500"/>
                </a:moveTo>
                <a:lnTo>
                  <a:pt x="0" y="0"/>
                </a:lnTo>
              </a:path>
            </a:pathLst>
          </a:custGeom>
          <a:noFill/>
          <a:ln w="8165">
            <a:solidFill>
              <a:srgbClr val="9AA6AE"/>
            </a:solidFill>
            <a:prstDash val="solid"/>
          </a:ln>
        </p:spPr>
      </p:sp>
      <p:sp>
        <p:nvSpPr>
          <p:cNvPr id="126" name="text_125">
            <a:extLst>
              <a:ext uri="{FF2B5EF4-FFF2-40B4-BE49-F238E27FC236}">
                <ns2:creationId id="{5F804E2E-7606-483C-8FBD-181752C403A7}"/>
              </a:ext>
            </a:extLst>
          </p:cNvPr>
          <p:cNvSpPr>
            <a:spLocks noGrp="1"/>
          </p:cNvSpPr>
          <p:nvPr/>
        </p:nvSpPr>
        <p:spPr>
          <a:xfrm rot="0">
            <a:off x="4000500" y="3086100"/>
            <a:ext cx="3810000" cy="226786"/>
          </a:xfrm>
          <a:prstGeom prst="rect">
            <a:avLst/>
          </a:prstGeom>
          <a:noFill/>
          <a:ln w="0">
            <a:noFill/>
            <a:prstDash val="solid"/>
          </a:ln>
        </p:spPr>
        <p:txBody>
          <a:bodyPr wrap="none" lIns="0" tIns="0" rIns="0" bIns="0" anchor="t">
            <a:noAutofit/>
          </a:bodyPr>
          <a:lstStyle>
            <a:defPPr algn="ctr">
              <a:defRPr sz="1571" b="1">
                <a:solidFill>
                  <a:srgbClr val="000000"/>
                </a:solidFill>
                <a:latin typeface="Arial"/>
                <a:ea typeface="Arial"/>
                <a:cs typeface="Arial"/>
              </a:defRPr>
            </a:defPPr>
            <a:lvl1pPr algn="ctr">
              <a:defRPr sz="1571" b="1">
                <a:solidFill>
                  <a:srgbClr val="000000"/>
                </a:solidFill>
                <a:latin typeface="Arial"/>
                <a:ea typeface="Arial"/>
                <a:cs typeface="Arial"/>
              </a:defRPr>
            </a:lvl1pPr>
            <a:lvl2pPr algn="ctr">
              <a:defRPr sz="1571" b="1">
                <a:solidFill>
                  <a:srgbClr val="000000"/>
                </a:solidFill>
                <a:latin typeface="Arial"/>
                <a:ea typeface="Arial"/>
                <a:cs typeface="Arial"/>
              </a:defRPr>
            </a:lvl2pPr>
            <a:lvl3pPr algn="ctr">
              <a:defRPr sz="1571" b="1">
                <a:solidFill>
                  <a:srgbClr val="000000"/>
                </a:solidFill>
                <a:latin typeface="Arial"/>
                <a:ea typeface="Arial"/>
                <a:cs typeface="Arial"/>
              </a:defRPr>
            </a:lvl3pPr>
            <a:lvl4pPr algn="ctr">
              <a:defRPr sz="1571" b="1">
                <a:solidFill>
                  <a:srgbClr val="000000"/>
                </a:solidFill>
                <a:latin typeface="Arial"/>
                <a:ea typeface="Arial"/>
                <a:cs typeface="Arial"/>
              </a:defRPr>
            </a:lvl4pPr>
            <a:lvl5pPr algn="ctr">
              <a:defRPr sz="1571" b="1">
                <a:solidFill>
                  <a:srgbClr val="000000"/>
                </a:solidFill>
                <a:latin typeface="Arial"/>
                <a:ea typeface="Arial"/>
                <a:cs typeface="Arial"/>
              </a:defRPr>
            </a:lvl5pPr>
            <a:lvl6pPr algn="ctr">
              <a:defRPr sz="1571" b="1">
                <a:solidFill>
                  <a:srgbClr val="000000"/>
                </a:solidFill>
                <a:latin typeface="Arial"/>
                <a:ea typeface="Arial"/>
                <a:cs typeface="Arial"/>
              </a:defRPr>
            </a:lvl6pPr>
            <a:lvl7pPr algn="ctr">
              <a:defRPr sz="1571" b="1">
                <a:solidFill>
                  <a:srgbClr val="000000"/>
                </a:solidFill>
                <a:latin typeface="Arial"/>
                <a:ea typeface="Arial"/>
                <a:cs typeface="Arial"/>
              </a:defRPr>
            </a:lvl7pPr>
            <a:lvl8pPr algn="ctr">
              <a:defRPr sz="1571" b="1">
                <a:solidFill>
                  <a:srgbClr val="000000"/>
                </a:solidFill>
                <a:latin typeface="Arial"/>
                <a:ea typeface="Arial"/>
                <a:cs typeface="Arial"/>
              </a:defRPr>
            </a:lvl8pPr>
            <a:lvl9pPr algn="ctr">
              <a:defRPr sz="1571" b="1">
                <a:solidFill>
                  <a:srgbClr val="000000"/>
                </a:solidFill>
                <a:latin typeface="Arial"/>
                <a:ea typeface="Arial"/>
                <a:cs typeface="Arial"/>
              </a:defRPr>
            </a:lvl9pPr>
          </a:lstStyle>
          <a:p>
            <a:pPr algn="ctr">
              <a:defRPr sz="1571" b="1">
                <a:solidFill>
                  <a:srgbClr val="000000"/>
                </a:solidFill>
                <a:latin typeface="Arial"/>
                <a:ea typeface="Arial"/>
                <a:cs typeface="Arial"/>
              </a:defRPr>
            </a:pPr>
            <a:r>
              <a:rPr sz="1571" b="1">
                <a:solidFill>
                  <a:srgbClr val="000000"/>
                </a:solidFill>
                <a:latin typeface="Arial"/>
                <a:ea typeface="Arial"/>
                <a:cs typeface="Arial"/>
              </a:rPr>
              <a:t>Frame 51</a:t>
            </a:r>
          </a:p>
        </p:txBody>
      </p:sp>
      <p:pic>
        <p:nvPicPr>
          <p:cNvPr id="127" name="">
            <a:extLst>
              <a:ext uri="{FF2B5EF4-FFF2-40B4-BE49-F238E27FC236}">
                <ns2:creationId id="{7B64B92A-DDA6-43F9-9B00-D181BB0D9A4F}"/>
              </a:ext>
            </a:extLst>
          </p:cNvPr>
          <p:cNvPicPr>
            <a:picLocks noChangeAspect="1"/>
          </p:cNvPicPr>
          <p:nvPr/>
        </p:nvPicPr>
        <p:blipFill>
          <a:blip ns3:embed="Re4e1a71f2c4345da"/>
          <a:stretch/>
        </p:blipFill>
        <p:spPr>
          <a:xfrm>
            <a:off x="4000500" y="3349171"/>
            <a:ext cx="3810000" cy="2006450"/>
          </a:xfrm>
          <a:prstGeom prst="rect">
            <a:avLst/>
          </a:prstGeom>
        </p:spPr>
      </p:pic>
      <p:sp>
        <p:nvSpPr>
          <p:cNvPr id="128" name="Cylinder_f51_domain_edge_0_1">
            <a:extLst>
              <a:ext uri="{FF2B5EF4-FFF2-40B4-BE49-F238E27FC236}">
                <ns2:creationId id="{1691E4EF-3268-4585-B2CD-BE38C7E27FB7}"/>
              </a:ext>
            </a:extLst>
          </p:cNvPr>
          <p:cNvSpPr>
            <a:spLocks noGrp="1"/>
          </p:cNvSpPr>
          <p:nvPr/>
        </p:nvSpPr>
        <p:spPr>
          <a:xfrm>
            <a:off x="4114636" y="3865750"/>
            <a:ext cx="134" cy="838969"/>
          </a:xfrm>
          <a:custGeom>
            <a:pathLst>
              <a:path w="95" h="595500">
                <a:moveTo>
                  <a:pt x="0" y="595500"/>
                </a:moveTo>
                <a:lnTo>
                  <a:pt x="0" y="0"/>
                </a:lnTo>
              </a:path>
            </a:pathLst>
          </a:custGeom>
          <a:noFill/>
          <a:ln w="8165">
            <a:solidFill>
              <a:srgbClr val="9AA6AE"/>
            </a:solidFill>
            <a:prstDash val="solid"/>
          </a:ln>
        </p:spPr>
      </p:sp>
      <p:sp>
        <p:nvSpPr>
          <p:cNvPr id="129" name="Cylinder_f51_domain_edge_0_2">
            <a:extLst>
              <a:ext uri="{FF2B5EF4-FFF2-40B4-BE49-F238E27FC236}">
                <ns2:creationId id="{D6E2A6C7-1879-49CC-8B36-C2F00A5C7063}"/>
              </a:ext>
            </a:extLst>
          </p:cNvPr>
          <p:cNvSpPr>
            <a:spLocks noGrp="1"/>
          </p:cNvSpPr>
          <p:nvPr/>
        </p:nvSpPr>
        <p:spPr>
          <a:xfrm>
            <a:off x="4114636" y="4295110"/>
            <a:ext cx="509879" cy="409610"/>
          </a:xfrm>
          <a:custGeom>
            <a:pathLst>
              <a:path w="361912" h="290741">
                <a:moveTo>
                  <a:pt x="0" y="290741"/>
                </a:moveTo>
                <a:lnTo>
                  <a:pt x="361912" y="0"/>
                </a:lnTo>
              </a:path>
            </a:pathLst>
          </a:custGeom>
          <a:noFill/>
          <a:ln w="8165">
            <a:solidFill>
              <a:srgbClr val="9AA6AE"/>
            </a:solidFill>
            <a:prstDash val="solid"/>
          </a:ln>
        </p:spPr>
      </p:sp>
      <p:sp>
        <p:nvSpPr>
          <p:cNvPr id="130" name="Cylinder_f51_domain_edge_0_4">
            <a:extLst>
              <a:ext uri="{FF2B5EF4-FFF2-40B4-BE49-F238E27FC236}">
                <ns2:creationId id="{11332E88-0413-4A5B-BA07-D15974F6C0BC}"/>
              </a:ext>
            </a:extLst>
          </p:cNvPr>
          <p:cNvSpPr>
            <a:spLocks noGrp="1"/>
          </p:cNvSpPr>
          <p:nvPr/>
        </p:nvSpPr>
        <p:spPr>
          <a:xfrm>
            <a:off x="4114636" y="4704719"/>
            <a:ext cx="3068497" cy="536010"/>
          </a:xfrm>
          <a:custGeom>
            <a:pathLst>
              <a:path w="2178019" h="380460">
                <a:moveTo>
                  <a:pt x="0" y="0"/>
                </a:moveTo>
                <a:lnTo>
                  <a:pt x="2178019" y="380460"/>
                </a:lnTo>
              </a:path>
            </a:pathLst>
          </a:custGeom>
          <a:noFill/>
          <a:ln w="8165">
            <a:solidFill>
              <a:srgbClr val="9AA6AE"/>
            </a:solidFill>
            <a:prstDash val="solid"/>
          </a:ln>
        </p:spPr>
      </p:sp>
      <p:sp>
        <p:nvSpPr>
          <p:cNvPr id="131" name="Cylinder_f51_domain_edge_1_3">
            <a:extLst>
              <a:ext uri="{FF2B5EF4-FFF2-40B4-BE49-F238E27FC236}">
                <ns2:creationId id="{A3254D56-6B45-473E-8E47-45BC25D22CB0}"/>
              </a:ext>
            </a:extLst>
          </p:cNvPr>
          <p:cNvSpPr>
            <a:spLocks noGrp="1"/>
          </p:cNvSpPr>
          <p:nvPr/>
        </p:nvSpPr>
        <p:spPr>
          <a:xfrm>
            <a:off x="4114636" y="3456141"/>
            <a:ext cx="509879" cy="409610"/>
          </a:xfrm>
          <a:custGeom>
            <a:pathLst>
              <a:path w="361912" h="290741">
                <a:moveTo>
                  <a:pt x="0" y="290741"/>
                </a:moveTo>
                <a:lnTo>
                  <a:pt x="361912" y="0"/>
                </a:lnTo>
              </a:path>
            </a:pathLst>
          </a:custGeom>
          <a:noFill/>
          <a:ln w="8165">
            <a:solidFill>
              <a:srgbClr val="9AA6AE"/>
            </a:solidFill>
            <a:prstDash val="solid"/>
          </a:ln>
        </p:spPr>
      </p:sp>
      <p:sp>
        <p:nvSpPr>
          <p:cNvPr id="132" name="Cylinder_f51_domain_edge_1_5">
            <a:extLst>
              <a:ext uri="{FF2B5EF4-FFF2-40B4-BE49-F238E27FC236}">
                <ns2:creationId id="{19458D38-7D89-4103-BB71-FFB4D8272810}"/>
              </a:ext>
            </a:extLst>
          </p:cNvPr>
          <p:cNvSpPr>
            <a:spLocks noGrp="1"/>
          </p:cNvSpPr>
          <p:nvPr/>
        </p:nvSpPr>
        <p:spPr>
          <a:xfrm>
            <a:off x="4114636" y="3865750"/>
            <a:ext cx="3068497" cy="536010"/>
          </a:xfrm>
          <a:custGeom>
            <a:pathLst>
              <a:path w="2178019" h="380460">
                <a:moveTo>
                  <a:pt x="0" y="0"/>
                </a:moveTo>
                <a:lnTo>
                  <a:pt x="2178019" y="380460"/>
                </a:lnTo>
              </a:path>
            </a:pathLst>
          </a:custGeom>
          <a:noFill/>
          <a:ln w="8165">
            <a:solidFill>
              <a:srgbClr val="9AA6AE"/>
            </a:solidFill>
            <a:prstDash val="solid"/>
          </a:ln>
        </p:spPr>
      </p:sp>
      <p:sp>
        <p:nvSpPr>
          <p:cNvPr id="133" name="Cylinder_f51_domain_edge_2_3">
            <a:extLst>
              <a:ext uri="{FF2B5EF4-FFF2-40B4-BE49-F238E27FC236}">
                <ns2:creationId id="{D9838F9F-00A9-4A94-AE63-00F7C816981A}"/>
              </a:ext>
            </a:extLst>
          </p:cNvPr>
          <p:cNvSpPr>
            <a:spLocks noGrp="1"/>
          </p:cNvSpPr>
          <p:nvPr/>
        </p:nvSpPr>
        <p:spPr>
          <a:xfrm>
            <a:off x="4624515" y="3456141"/>
            <a:ext cx="134" cy="838969"/>
          </a:xfrm>
          <a:custGeom>
            <a:pathLst>
              <a:path w="95" h="595500">
                <a:moveTo>
                  <a:pt x="0" y="595500"/>
                </a:moveTo>
                <a:lnTo>
                  <a:pt x="0" y="0"/>
                </a:lnTo>
              </a:path>
            </a:pathLst>
          </a:custGeom>
          <a:noFill/>
          <a:ln w="8165">
            <a:solidFill>
              <a:srgbClr val="9AA6AE"/>
            </a:solidFill>
            <a:prstDash val="solid"/>
          </a:ln>
        </p:spPr>
      </p:sp>
      <p:sp>
        <p:nvSpPr>
          <p:cNvPr id="134" name="Cylinder_f51_domain_edge_2_6">
            <a:extLst>
              <a:ext uri="{FF2B5EF4-FFF2-40B4-BE49-F238E27FC236}">
                <ns2:creationId id="{49D0F9F4-DD09-4A4B-BCC5-8507A9ACFAD4}"/>
              </a:ext>
            </a:extLst>
          </p:cNvPr>
          <p:cNvSpPr>
            <a:spLocks noGrp="1"/>
          </p:cNvSpPr>
          <p:nvPr/>
        </p:nvSpPr>
        <p:spPr>
          <a:xfrm>
            <a:off x="4624515" y="4295110"/>
            <a:ext cx="3068497" cy="536010"/>
          </a:xfrm>
          <a:custGeom>
            <a:pathLst>
              <a:path w="2178019" h="380460">
                <a:moveTo>
                  <a:pt x="0" y="0"/>
                </a:moveTo>
                <a:lnTo>
                  <a:pt x="2178019" y="380460"/>
                </a:lnTo>
              </a:path>
            </a:pathLst>
          </a:custGeom>
          <a:noFill/>
          <a:ln w="8165">
            <a:solidFill>
              <a:srgbClr val="9AA6AE"/>
            </a:solidFill>
            <a:prstDash val="solid"/>
          </a:ln>
        </p:spPr>
      </p:sp>
      <p:sp>
        <p:nvSpPr>
          <p:cNvPr id="135" name="Cylinder_f51_domain_edge_3_7">
            <a:extLst>
              <a:ext uri="{FF2B5EF4-FFF2-40B4-BE49-F238E27FC236}">
                <ns2:creationId id="{09DA81C3-3AEA-4B57-A7B0-76BCC04451C0}"/>
              </a:ext>
            </a:extLst>
          </p:cNvPr>
          <p:cNvSpPr>
            <a:spLocks noGrp="1"/>
          </p:cNvSpPr>
          <p:nvPr/>
        </p:nvSpPr>
        <p:spPr>
          <a:xfrm>
            <a:off x="4624515" y="3456141"/>
            <a:ext cx="3068497" cy="536010"/>
          </a:xfrm>
          <a:custGeom>
            <a:pathLst>
              <a:path w="2178019" h="380460">
                <a:moveTo>
                  <a:pt x="0" y="0"/>
                </a:moveTo>
                <a:lnTo>
                  <a:pt x="2178019" y="380460"/>
                </a:lnTo>
              </a:path>
            </a:pathLst>
          </a:custGeom>
          <a:noFill/>
          <a:ln w="8165">
            <a:solidFill>
              <a:srgbClr val="9AA6AE"/>
            </a:solidFill>
            <a:prstDash val="solid"/>
          </a:ln>
        </p:spPr>
      </p:sp>
      <p:sp>
        <p:nvSpPr>
          <p:cNvPr id="136" name="Cylinder_f51_domain_edge_4_5">
            <a:extLst>
              <a:ext uri="{FF2B5EF4-FFF2-40B4-BE49-F238E27FC236}">
                <ns2:creationId id="{014904AA-3ED1-4FC0-A9A3-EA8C964DB33D}"/>
              </a:ext>
            </a:extLst>
          </p:cNvPr>
          <p:cNvSpPr>
            <a:spLocks noGrp="1"/>
          </p:cNvSpPr>
          <p:nvPr/>
        </p:nvSpPr>
        <p:spPr>
          <a:xfrm>
            <a:off x="7183133" y="4401761"/>
            <a:ext cx="134" cy="838969"/>
          </a:xfrm>
          <a:custGeom>
            <a:pathLst>
              <a:path w="95" h="595500">
                <a:moveTo>
                  <a:pt x="0" y="595500"/>
                </a:moveTo>
                <a:lnTo>
                  <a:pt x="0" y="0"/>
                </a:lnTo>
              </a:path>
            </a:pathLst>
          </a:custGeom>
          <a:noFill/>
          <a:ln w="8165">
            <a:solidFill>
              <a:srgbClr val="9AA6AE"/>
            </a:solidFill>
            <a:prstDash val="solid"/>
          </a:ln>
        </p:spPr>
      </p:sp>
      <p:sp>
        <p:nvSpPr>
          <p:cNvPr id="137" name="Cylinder_f51_domain_edge_4_6">
            <a:extLst>
              <a:ext uri="{FF2B5EF4-FFF2-40B4-BE49-F238E27FC236}">
                <ns2:creationId id="{D0DA17B3-64D3-4EB7-BC5A-58BAAA83AA7C}"/>
              </a:ext>
            </a:extLst>
          </p:cNvPr>
          <p:cNvSpPr>
            <a:spLocks noGrp="1"/>
          </p:cNvSpPr>
          <p:nvPr/>
        </p:nvSpPr>
        <p:spPr>
          <a:xfrm>
            <a:off x="7183133" y="4831121"/>
            <a:ext cx="509879" cy="409610"/>
          </a:xfrm>
          <a:custGeom>
            <a:pathLst>
              <a:path w="361912" h="290741">
                <a:moveTo>
                  <a:pt x="0" y="290741"/>
                </a:moveTo>
                <a:lnTo>
                  <a:pt x="361912" y="0"/>
                </a:lnTo>
              </a:path>
            </a:pathLst>
          </a:custGeom>
          <a:noFill/>
          <a:ln w="8165">
            <a:solidFill>
              <a:srgbClr val="9AA6AE"/>
            </a:solidFill>
            <a:prstDash val="solid"/>
          </a:ln>
        </p:spPr>
      </p:sp>
      <p:sp>
        <p:nvSpPr>
          <p:cNvPr id="138" name="Cylinder_f51_domain_edge_5_7">
            <a:extLst>
              <a:ext uri="{FF2B5EF4-FFF2-40B4-BE49-F238E27FC236}">
                <ns2:creationId id="{11E2FF85-84F0-4F6F-A61A-F0002DBFEAFA}"/>
              </a:ext>
            </a:extLst>
          </p:cNvPr>
          <p:cNvSpPr>
            <a:spLocks noGrp="1"/>
          </p:cNvSpPr>
          <p:nvPr/>
        </p:nvSpPr>
        <p:spPr>
          <a:xfrm>
            <a:off x="7183133" y="3992152"/>
            <a:ext cx="509879" cy="409610"/>
          </a:xfrm>
          <a:custGeom>
            <a:pathLst>
              <a:path w="361912" h="290741">
                <a:moveTo>
                  <a:pt x="0" y="290741"/>
                </a:moveTo>
                <a:lnTo>
                  <a:pt x="361912" y="0"/>
                </a:lnTo>
              </a:path>
            </a:pathLst>
          </a:custGeom>
          <a:noFill/>
          <a:ln w="8165">
            <a:solidFill>
              <a:srgbClr val="9AA6AE"/>
            </a:solidFill>
            <a:prstDash val="solid"/>
          </a:ln>
        </p:spPr>
      </p:sp>
      <p:sp>
        <p:nvSpPr>
          <p:cNvPr id="139" name="Cylinder_f51_domain_edge_6_7">
            <a:extLst>
              <a:ext uri="{FF2B5EF4-FFF2-40B4-BE49-F238E27FC236}">
                <ns2:creationId id="{30823C00-B782-49B7-9993-2D683A25E170}"/>
              </a:ext>
            </a:extLst>
          </p:cNvPr>
          <p:cNvSpPr>
            <a:spLocks noGrp="1"/>
          </p:cNvSpPr>
          <p:nvPr/>
        </p:nvSpPr>
        <p:spPr>
          <a:xfrm>
            <a:off x="7693012" y="3992152"/>
            <a:ext cx="134" cy="838969"/>
          </a:xfrm>
          <a:custGeom>
            <a:pathLst>
              <a:path w="95" h="595500">
                <a:moveTo>
                  <a:pt x="0" y="595500"/>
                </a:moveTo>
                <a:lnTo>
                  <a:pt x="0" y="0"/>
                </a:lnTo>
              </a:path>
            </a:pathLst>
          </a:custGeom>
          <a:noFill/>
          <a:ln w="8165">
            <a:solidFill>
              <a:srgbClr val="9AA6AE"/>
            </a:solidFill>
            <a:prstDash val="solid"/>
          </a:ln>
        </p:spPr>
      </p:sp>
      <p:sp>
        <p:nvSpPr>
          <p:cNvPr id="140" name="text_139">
            <a:extLst>
              <a:ext uri="{FF2B5EF4-FFF2-40B4-BE49-F238E27FC236}">
                <ns2:creationId id="{7CC19156-4517-4E6E-A6D4-AFCB8CCF17E1}"/>
              </a:ext>
            </a:extLst>
          </p:cNvPr>
          <p:cNvSpPr>
            <a:spLocks noGrp="1"/>
          </p:cNvSpPr>
          <p:nvPr/>
        </p:nvSpPr>
        <p:spPr>
          <a:xfrm rot="0">
            <a:off x="7905750" y="3086100"/>
            <a:ext cx="3810000" cy="226786"/>
          </a:xfrm>
          <a:prstGeom prst="rect">
            <a:avLst/>
          </a:prstGeom>
          <a:noFill/>
          <a:ln w="0">
            <a:noFill/>
            <a:prstDash val="solid"/>
          </a:ln>
        </p:spPr>
        <p:txBody>
          <a:bodyPr wrap="none" lIns="0" tIns="0" rIns="0" bIns="0" anchor="t">
            <a:noAutofit/>
          </a:bodyPr>
          <a:lstStyle>
            <a:defPPr algn="ctr">
              <a:defRPr sz="1571" b="1">
                <a:solidFill>
                  <a:srgbClr val="000000"/>
                </a:solidFill>
                <a:latin typeface="Arial"/>
                <a:ea typeface="Arial"/>
                <a:cs typeface="Arial"/>
              </a:defRPr>
            </a:defPPr>
            <a:lvl1pPr algn="ctr">
              <a:defRPr sz="1571" b="1">
                <a:solidFill>
                  <a:srgbClr val="000000"/>
                </a:solidFill>
                <a:latin typeface="Arial"/>
                <a:ea typeface="Arial"/>
                <a:cs typeface="Arial"/>
              </a:defRPr>
            </a:lvl1pPr>
            <a:lvl2pPr algn="ctr">
              <a:defRPr sz="1571" b="1">
                <a:solidFill>
                  <a:srgbClr val="000000"/>
                </a:solidFill>
                <a:latin typeface="Arial"/>
                <a:ea typeface="Arial"/>
                <a:cs typeface="Arial"/>
              </a:defRPr>
            </a:lvl2pPr>
            <a:lvl3pPr algn="ctr">
              <a:defRPr sz="1571" b="1">
                <a:solidFill>
                  <a:srgbClr val="000000"/>
                </a:solidFill>
                <a:latin typeface="Arial"/>
                <a:ea typeface="Arial"/>
                <a:cs typeface="Arial"/>
              </a:defRPr>
            </a:lvl3pPr>
            <a:lvl4pPr algn="ctr">
              <a:defRPr sz="1571" b="1">
                <a:solidFill>
                  <a:srgbClr val="000000"/>
                </a:solidFill>
                <a:latin typeface="Arial"/>
                <a:ea typeface="Arial"/>
                <a:cs typeface="Arial"/>
              </a:defRPr>
            </a:lvl4pPr>
            <a:lvl5pPr algn="ctr">
              <a:defRPr sz="1571" b="1">
                <a:solidFill>
                  <a:srgbClr val="000000"/>
                </a:solidFill>
                <a:latin typeface="Arial"/>
                <a:ea typeface="Arial"/>
                <a:cs typeface="Arial"/>
              </a:defRPr>
            </a:lvl5pPr>
            <a:lvl6pPr algn="ctr">
              <a:defRPr sz="1571" b="1">
                <a:solidFill>
                  <a:srgbClr val="000000"/>
                </a:solidFill>
                <a:latin typeface="Arial"/>
                <a:ea typeface="Arial"/>
                <a:cs typeface="Arial"/>
              </a:defRPr>
            </a:lvl6pPr>
            <a:lvl7pPr algn="ctr">
              <a:defRPr sz="1571" b="1">
                <a:solidFill>
                  <a:srgbClr val="000000"/>
                </a:solidFill>
                <a:latin typeface="Arial"/>
                <a:ea typeface="Arial"/>
                <a:cs typeface="Arial"/>
              </a:defRPr>
            </a:lvl7pPr>
            <a:lvl8pPr algn="ctr">
              <a:defRPr sz="1571" b="1">
                <a:solidFill>
                  <a:srgbClr val="000000"/>
                </a:solidFill>
                <a:latin typeface="Arial"/>
                <a:ea typeface="Arial"/>
                <a:cs typeface="Arial"/>
              </a:defRPr>
            </a:lvl8pPr>
            <a:lvl9pPr algn="ctr">
              <a:defRPr sz="1571" b="1">
                <a:solidFill>
                  <a:srgbClr val="000000"/>
                </a:solidFill>
                <a:latin typeface="Arial"/>
                <a:ea typeface="Arial"/>
                <a:cs typeface="Arial"/>
              </a:defRPr>
            </a:lvl9pPr>
          </a:lstStyle>
          <a:p>
            <a:pPr algn="ctr">
              <a:defRPr sz="1571" b="1">
                <a:solidFill>
                  <a:srgbClr val="000000"/>
                </a:solidFill>
                <a:latin typeface="Arial"/>
                <a:ea typeface="Arial"/>
                <a:cs typeface="Arial"/>
              </a:defRPr>
            </a:pPr>
            <a:r>
              <a:rPr sz="1571" b="1">
                <a:solidFill>
                  <a:srgbClr val="000000"/>
                </a:solidFill>
                <a:latin typeface="Arial"/>
                <a:ea typeface="Arial"/>
                <a:cs typeface="Arial"/>
              </a:rPr>
              <a:t>Frame 101</a:t>
            </a:r>
          </a:p>
        </p:txBody>
      </p:sp>
      <p:pic>
        <p:nvPicPr>
          <p:cNvPr id="141" name="">
            <a:extLst>
              <a:ext uri="{FF2B5EF4-FFF2-40B4-BE49-F238E27FC236}">
                <ns2:creationId id="{51B55DE2-3E67-44FF-BB19-9CD98481F8F9}"/>
              </a:ext>
            </a:extLst>
          </p:cNvPr>
          <p:cNvPicPr>
            <a:picLocks noChangeAspect="1"/>
          </p:cNvPicPr>
          <p:nvPr/>
        </p:nvPicPr>
        <p:blipFill>
          <a:blip ns3:embed="R64c7f2824b0b4d00"/>
          <a:stretch/>
        </p:blipFill>
        <p:spPr>
          <a:xfrm>
            <a:off x="7905750" y="3349171"/>
            <a:ext cx="3810000" cy="2006450"/>
          </a:xfrm>
          <a:prstGeom prst="rect">
            <a:avLst/>
          </a:prstGeom>
        </p:spPr>
      </p:pic>
      <p:sp>
        <p:nvSpPr>
          <p:cNvPr id="142" name="Cylinder_f101_domain_edge_0_1">
            <a:extLst>
              <a:ext uri="{FF2B5EF4-FFF2-40B4-BE49-F238E27FC236}">
                <ns2:creationId id="{DE253973-A7D8-4B33-9933-A80F8D4A0712}"/>
              </a:ext>
            </a:extLst>
          </p:cNvPr>
          <p:cNvSpPr>
            <a:spLocks noGrp="1"/>
          </p:cNvSpPr>
          <p:nvPr/>
        </p:nvSpPr>
        <p:spPr>
          <a:xfrm>
            <a:off x="8019886" y="3865750"/>
            <a:ext cx="134" cy="838969"/>
          </a:xfrm>
          <a:custGeom>
            <a:pathLst>
              <a:path w="95" h="595500">
                <a:moveTo>
                  <a:pt x="0" y="595500"/>
                </a:moveTo>
                <a:lnTo>
                  <a:pt x="0" y="0"/>
                </a:lnTo>
              </a:path>
            </a:pathLst>
          </a:custGeom>
          <a:noFill/>
          <a:ln w="8165">
            <a:solidFill>
              <a:srgbClr val="9AA6AE"/>
            </a:solidFill>
            <a:prstDash val="solid"/>
          </a:ln>
        </p:spPr>
      </p:sp>
      <p:sp>
        <p:nvSpPr>
          <p:cNvPr id="143" name="Cylinder_f101_domain_edge_0_2">
            <a:extLst>
              <a:ext uri="{FF2B5EF4-FFF2-40B4-BE49-F238E27FC236}">
                <ns2:creationId id="{4D2C84F0-8A29-43DD-A704-C8FE1B862F5B}"/>
              </a:ext>
            </a:extLst>
          </p:cNvPr>
          <p:cNvSpPr>
            <a:spLocks noGrp="1"/>
          </p:cNvSpPr>
          <p:nvPr/>
        </p:nvSpPr>
        <p:spPr>
          <a:xfrm>
            <a:off x="8019886" y="4295110"/>
            <a:ext cx="509879" cy="409610"/>
          </a:xfrm>
          <a:custGeom>
            <a:pathLst>
              <a:path w="361912" h="290741">
                <a:moveTo>
                  <a:pt x="0" y="290741"/>
                </a:moveTo>
                <a:lnTo>
                  <a:pt x="361912" y="0"/>
                </a:lnTo>
              </a:path>
            </a:pathLst>
          </a:custGeom>
          <a:noFill/>
          <a:ln w="8165">
            <a:solidFill>
              <a:srgbClr val="9AA6AE"/>
            </a:solidFill>
            <a:prstDash val="solid"/>
          </a:ln>
        </p:spPr>
      </p:sp>
      <p:sp>
        <p:nvSpPr>
          <p:cNvPr id="144" name="Cylinder_f101_domain_edge_0_4">
            <a:extLst>
              <a:ext uri="{FF2B5EF4-FFF2-40B4-BE49-F238E27FC236}">
                <ns2:creationId id="{5535D498-7159-47BC-9630-CBB34231BA73}"/>
              </a:ext>
            </a:extLst>
          </p:cNvPr>
          <p:cNvSpPr>
            <a:spLocks noGrp="1"/>
          </p:cNvSpPr>
          <p:nvPr/>
        </p:nvSpPr>
        <p:spPr>
          <a:xfrm>
            <a:off x="8019886" y="4704719"/>
            <a:ext cx="3068497" cy="536010"/>
          </a:xfrm>
          <a:custGeom>
            <a:pathLst>
              <a:path w="2178019" h="380460">
                <a:moveTo>
                  <a:pt x="0" y="0"/>
                </a:moveTo>
                <a:lnTo>
                  <a:pt x="2178019" y="380460"/>
                </a:lnTo>
              </a:path>
            </a:pathLst>
          </a:custGeom>
          <a:noFill/>
          <a:ln w="8165">
            <a:solidFill>
              <a:srgbClr val="9AA6AE"/>
            </a:solidFill>
            <a:prstDash val="solid"/>
          </a:ln>
        </p:spPr>
      </p:sp>
      <p:sp>
        <p:nvSpPr>
          <p:cNvPr id="145" name="Cylinder_f101_domain_edge_1_3">
            <a:extLst>
              <a:ext uri="{FF2B5EF4-FFF2-40B4-BE49-F238E27FC236}">
                <ns2:creationId id="{CF2ABA1A-9CEE-4B01-B046-76EDCCE013D2}"/>
              </a:ext>
            </a:extLst>
          </p:cNvPr>
          <p:cNvSpPr>
            <a:spLocks noGrp="1"/>
          </p:cNvSpPr>
          <p:nvPr/>
        </p:nvSpPr>
        <p:spPr>
          <a:xfrm>
            <a:off x="8019886" y="3456141"/>
            <a:ext cx="509879" cy="409610"/>
          </a:xfrm>
          <a:custGeom>
            <a:pathLst>
              <a:path w="361912" h="290741">
                <a:moveTo>
                  <a:pt x="0" y="290741"/>
                </a:moveTo>
                <a:lnTo>
                  <a:pt x="361912" y="0"/>
                </a:lnTo>
              </a:path>
            </a:pathLst>
          </a:custGeom>
          <a:noFill/>
          <a:ln w="8165">
            <a:solidFill>
              <a:srgbClr val="9AA6AE"/>
            </a:solidFill>
            <a:prstDash val="solid"/>
          </a:ln>
        </p:spPr>
      </p:sp>
      <p:sp>
        <p:nvSpPr>
          <p:cNvPr id="146" name="Cylinder_f101_domain_edge_1_5">
            <a:extLst>
              <a:ext uri="{FF2B5EF4-FFF2-40B4-BE49-F238E27FC236}">
                <ns2:creationId id="{4787266F-A46A-4B43-BE9F-D82892721A9E}"/>
              </a:ext>
            </a:extLst>
          </p:cNvPr>
          <p:cNvSpPr>
            <a:spLocks noGrp="1"/>
          </p:cNvSpPr>
          <p:nvPr/>
        </p:nvSpPr>
        <p:spPr>
          <a:xfrm>
            <a:off x="8019886" y="3865750"/>
            <a:ext cx="3068497" cy="536010"/>
          </a:xfrm>
          <a:custGeom>
            <a:pathLst>
              <a:path w="2178019" h="380460">
                <a:moveTo>
                  <a:pt x="0" y="0"/>
                </a:moveTo>
                <a:lnTo>
                  <a:pt x="2178019" y="380460"/>
                </a:lnTo>
              </a:path>
            </a:pathLst>
          </a:custGeom>
          <a:noFill/>
          <a:ln w="8165">
            <a:solidFill>
              <a:srgbClr val="9AA6AE"/>
            </a:solidFill>
            <a:prstDash val="solid"/>
          </a:ln>
        </p:spPr>
      </p:sp>
      <p:sp>
        <p:nvSpPr>
          <p:cNvPr id="147" name="Cylinder_f101_domain_edge_2_3">
            <a:extLst>
              <a:ext uri="{FF2B5EF4-FFF2-40B4-BE49-F238E27FC236}">
                <ns2:creationId id="{3E87F0D9-FF23-43AA-A3F4-50238D14D609}"/>
              </a:ext>
            </a:extLst>
          </p:cNvPr>
          <p:cNvSpPr>
            <a:spLocks noGrp="1"/>
          </p:cNvSpPr>
          <p:nvPr/>
        </p:nvSpPr>
        <p:spPr>
          <a:xfrm>
            <a:off x="8529765" y="3456141"/>
            <a:ext cx="134" cy="838969"/>
          </a:xfrm>
          <a:custGeom>
            <a:pathLst>
              <a:path w="95" h="595500">
                <a:moveTo>
                  <a:pt x="0" y="595500"/>
                </a:moveTo>
                <a:lnTo>
                  <a:pt x="0" y="0"/>
                </a:lnTo>
              </a:path>
            </a:pathLst>
          </a:custGeom>
          <a:noFill/>
          <a:ln w="8165">
            <a:solidFill>
              <a:srgbClr val="9AA6AE"/>
            </a:solidFill>
            <a:prstDash val="solid"/>
          </a:ln>
        </p:spPr>
      </p:sp>
      <p:sp>
        <p:nvSpPr>
          <p:cNvPr id="148" name="Cylinder_f101_domain_edge_2_6">
            <a:extLst>
              <a:ext uri="{FF2B5EF4-FFF2-40B4-BE49-F238E27FC236}">
                <ns2:creationId id="{97E1FA8A-6B1C-4092-ADDA-EB564C3B1AF0}"/>
              </a:ext>
            </a:extLst>
          </p:cNvPr>
          <p:cNvSpPr>
            <a:spLocks noGrp="1"/>
          </p:cNvSpPr>
          <p:nvPr/>
        </p:nvSpPr>
        <p:spPr>
          <a:xfrm>
            <a:off x="8529765" y="4295110"/>
            <a:ext cx="3068497" cy="536010"/>
          </a:xfrm>
          <a:custGeom>
            <a:pathLst>
              <a:path w="2178019" h="380460">
                <a:moveTo>
                  <a:pt x="0" y="0"/>
                </a:moveTo>
                <a:lnTo>
                  <a:pt x="2178019" y="380460"/>
                </a:lnTo>
              </a:path>
            </a:pathLst>
          </a:custGeom>
          <a:noFill/>
          <a:ln w="8165">
            <a:solidFill>
              <a:srgbClr val="9AA6AE"/>
            </a:solidFill>
            <a:prstDash val="solid"/>
          </a:ln>
        </p:spPr>
      </p:sp>
      <p:sp>
        <p:nvSpPr>
          <p:cNvPr id="149" name="Cylinder_f101_domain_edge_3_7">
            <a:extLst>
              <a:ext uri="{FF2B5EF4-FFF2-40B4-BE49-F238E27FC236}">
                <ns2:creationId id="{A5841936-903E-4AC3-ADEA-583DB65B65CF}"/>
              </a:ext>
            </a:extLst>
          </p:cNvPr>
          <p:cNvSpPr>
            <a:spLocks noGrp="1"/>
          </p:cNvSpPr>
          <p:nvPr/>
        </p:nvSpPr>
        <p:spPr>
          <a:xfrm>
            <a:off x="8529765" y="3456141"/>
            <a:ext cx="3068497" cy="536010"/>
          </a:xfrm>
          <a:custGeom>
            <a:pathLst>
              <a:path w="2178019" h="380460">
                <a:moveTo>
                  <a:pt x="0" y="0"/>
                </a:moveTo>
                <a:lnTo>
                  <a:pt x="2178019" y="380460"/>
                </a:lnTo>
              </a:path>
            </a:pathLst>
          </a:custGeom>
          <a:noFill/>
          <a:ln w="8165">
            <a:solidFill>
              <a:srgbClr val="9AA6AE"/>
            </a:solidFill>
            <a:prstDash val="solid"/>
          </a:ln>
        </p:spPr>
      </p:sp>
      <p:sp>
        <p:nvSpPr>
          <p:cNvPr id="150" name="Cylinder_f101_domain_edge_4_5">
            <a:extLst>
              <a:ext uri="{FF2B5EF4-FFF2-40B4-BE49-F238E27FC236}">
                <ns2:creationId id="{60F12967-32DC-4590-94CE-702DED6207A0}"/>
              </a:ext>
            </a:extLst>
          </p:cNvPr>
          <p:cNvSpPr>
            <a:spLocks noGrp="1"/>
          </p:cNvSpPr>
          <p:nvPr/>
        </p:nvSpPr>
        <p:spPr>
          <a:xfrm>
            <a:off x="11088383" y="4401761"/>
            <a:ext cx="134" cy="838969"/>
          </a:xfrm>
          <a:custGeom>
            <a:pathLst>
              <a:path w="95" h="595500">
                <a:moveTo>
                  <a:pt x="0" y="595500"/>
                </a:moveTo>
                <a:lnTo>
                  <a:pt x="0" y="0"/>
                </a:lnTo>
              </a:path>
            </a:pathLst>
          </a:custGeom>
          <a:noFill/>
          <a:ln w="8165">
            <a:solidFill>
              <a:srgbClr val="9AA6AE"/>
            </a:solidFill>
            <a:prstDash val="solid"/>
          </a:ln>
        </p:spPr>
      </p:sp>
      <p:sp>
        <p:nvSpPr>
          <p:cNvPr id="151" name="Cylinder_f101_domain_edge_4_6">
            <a:extLst>
              <a:ext uri="{FF2B5EF4-FFF2-40B4-BE49-F238E27FC236}">
                <ns2:creationId id="{694381F9-3FA8-411E-85B2-996AF5FD3868}"/>
              </a:ext>
            </a:extLst>
          </p:cNvPr>
          <p:cNvSpPr>
            <a:spLocks noGrp="1"/>
          </p:cNvSpPr>
          <p:nvPr/>
        </p:nvSpPr>
        <p:spPr>
          <a:xfrm>
            <a:off x="11088383" y="4831121"/>
            <a:ext cx="509879" cy="409610"/>
          </a:xfrm>
          <a:custGeom>
            <a:pathLst>
              <a:path w="361912" h="290741">
                <a:moveTo>
                  <a:pt x="0" y="290741"/>
                </a:moveTo>
                <a:lnTo>
                  <a:pt x="361912" y="0"/>
                </a:lnTo>
              </a:path>
            </a:pathLst>
          </a:custGeom>
          <a:noFill/>
          <a:ln w="8165">
            <a:solidFill>
              <a:srgbClr val="9AA6AE"/>
            </a:solidFill>
            <a:prstDash val="solid"/>
          </a:ln>
        </p:spPr>
      </p:sp>
      <p:sp>
        <p:nvSpPr>
          <p:cNvPr id="152" name="Cylinder_f101_domain_edge_5_7">
            <a:extLst>
              <a:ext uri="{FF2B5EF4-FFF2-40B4-BE49-F238E27FC236}">
                <ns2:creationId id="{54EA9FD9-9AFB-4D74-9A22-0DD6CC1EB5F9}"/>
              </a:ext>
            </a:extLst>
          </p:cNvPr>
          <p:cNvSpPr>
            <a:spLocks noGrp="1"/>
          </p:cNvSpPr>
          <p:nvPr/>
        </p:nvSpPr>
        <p:spPr>
          <a:xfrm>
            <a:off x="11088383" y="3992152"/>
            <a:ext cx="509879" cy="409610"/>
          </a:xfrm>
          <a:custGeom>
            <a:pathLst>
              <a:path w="361912" h="290741">
                <a:moveTo>
                  <a:pt x="0" y="290741"/>
                </a:moveTo>
                <a:lnTo>
                  <a:pt x="361912" y="0"/>
                </a:lnTo>
              </a:path>
            </a:pathLst>
          </a:custGeom>
          <a:noFill/>
          <a:ln w="8165">
            <a:solidFill>
              <a:srgbClr val="9AA6AE"/>
            </a:solidFill>
            <a:prstDash val="solid"/>
          </a:ln>
        </p:spPr>
      </p:sp>
      <p:sp>
        <p:nvSpPr>
          <p:cNvPr id="153" name="Cylinder_f101_domain_edge_6_7">
            <a:extLst>
              <a:ext uri="{FF2B5EF4-FFF2-40B4-BE49-F238E27FC236}">
                <ns2:creationId id="{4A9B221A-4A68-42E8-AA88-E2EBE55C01AF}"/>
              </a:ext>
            </a:extLst>
          </p:cNvPr>
          <p:cNvSpPr>
            <a:spLocks noGrp="1"/>
          </p:cNvSpPr>
          <p:nvPr/>
        </p:nvSpPr>
        <p:spPr>
          <a:xfrm>
            <a:off x="11598262" y="3992152"/>
            <a:ext cx="134" cy="838969"/>
          </a:xfrm>
          <a:custGeom>
            <a:pathLst>
              <a:path w="95" h="595500">
                <a:moveTo>
                  <a:pt x="0" y="595500"/>
                </a:moveTo>
                <a:lnTo>
                  <a:pt x="0" y="0"/>
                </a:lnTo>
              </a:path>
            </a:pathLst>
          </a:custGeom>
          <a:noFill/>
          <a:ln w="8165">
            <a:solidFill>
              <a:srgbClr val="9AA6AE"/>
            </a:solidFill>
            <a:prstDash val="solid"/>
          </a:ln>
        </p:spPr>
      </p:sp>
      <p:sp>
        <p:nvSpPr>
          <p:cNvPr id="154" name="text_000">
            <a:extLst>
              <a:ext uri="{FF2B5EF4-FFF2-40B4-BE49-F238E27FC236}">
                <ns2:creationId id="{2C9837BB-4A1E-4463-9DC7-E1C18C03934D}"/>
              </a:ext>
            </a:extLst>
          </p:cNvPr>
          <p:cNvSpPr>
            <a:spLocks noGrp="1"/>
          </p:cNvSpPr>
          <p:nvPr/>
        </p:nvSpPr>
        <p:spPr>
          <a:xfrm rot="0">
            <a:off x="171450" y="5715000"/>
            <a:ext cx="3667125" cy="266700"/>
          </a:xfrm>
          <a:prstGeom prst="rect">
            <a:avLst/>
          </a:prstGeom>
          <a:noFill/>
          <a:ln w="0">
            <a:noFill/>
            <a:prstDash val="solid"/>
          </a:ln>
        </p:spPr>
        <p:txBody>
          <a:bodyPr wrap="none" lIns="0" tIns="0" rIns="0" bIns="0" anchor="t">
            <a:noAutofit/>
          </a:bodyPr>
          <a:lstStyle>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a:pPr algn="l">
              <a:defRPr sz="1650" b="1">
                <a:solidFill>
                  <a:srgbClr val="000000"/>
                </a:solidFill>
                <a:latin typeface="Arial"/>
                <a:ea typeface="Arial"/>
                <a:cs typeface="Arial"/>
              </a:defRPr>
            </a:pPr>
            <a:r>
              <a:rPr sz="1650" b="1">
                <a:solidFill>
                  <a:srgbClr val="000000"/>
                </a:solidFill>
                <a:latin typeface="Arial"/>
                <a:ea typeface="Arial"/>
                <a:cs typeface="Arial"/>
              </a:rPr>
              <a:t>(d) Source features, frame 86</a:t>
            </a:r>
          </a:p>
        </p:txBody>
      </p:sp>
      <p:pic>
        <p:nvPicPr>
          <p:cNvPr id="155" name="Cylinder_original_grid_max_y_Q">
            <a:extLst>
              <a:ext uri="{FF2B5EF4-FFF2-40B4-BE49-F238E27FC236}">
                <ns2:creationId id="{1CB20315-F71A-4E16-A3CD-22FF8279A9FB}"/>
              </a:ext>
            </a:extLst>
          </p:cNvPr>
          <p:cNvPicPr>
            <a:picLocks noChangeAspect="1"/>
          </p:cNvPicPr>
          <p:nvPr/>
        </p:nvPicPr>
        <p:blipFill>
          <a:blip ns3:embed="submission_R491d89be41e84fb6"/>
          <a:stretch>
            <a:fillRect/>
          </a:stretch>
        </p:blipFill>
        <p:spPr>
          <a:xfrm>
            <a:off x="514350" y="6200775"/>
            <a:ext cx="2905125" cy="1524000"/>
          </a:xfrm>
          <a:prstGeom prst="rect">
            <a:avLst/>
          </a:prstGeom>
        </p:spPr>
      </p:pic>
      <p:sp>
        <p:nvSpPr>
          <p:cNvPr id="156" name="rect_002">
            <a:extLst>
              <a:ext uri="{FF2B5EF4-FFF2-40B4-BE49-F238E27FC236}">
                <ns2:creationId id="{180DF485-720C-46FD-A682-625B92CDFCDD}"/>
              </a:ext>
            </a:extLst>
          </p:cNvPr>
          <p:cNvSpPr>
            <a:spLocks noGrp="1"/>
          </p:cNvSpPr>
          <p:nvPr/>
        </p:nvSpPr>
        <p:spPr>
          <a:xfrm rot="0">
            <a:off x="514350" y="6200775"/>
            <a:ext cx="2905125" cy="1524000"/>
          </a:xfrm>
          <a:prstGeom prst="rect">
            <a:avLst/>
          </a:prstGeom>
          <a:noFill/>
          <a:ln w="6668">
            <a:solidFill>
              <a:srgbClr val="7B8790"/>
            </a:solidFill>
            <a:prstDash val="solid"/>
          </a:ln>
        </p:spPr>
      </p:sp>
      <p:sp>
        <p:nvSpPr>
          <p:cNvPr id="157" name="text_003">
            <a:extLst>
              <a:ext uri="{FF2B5EF4-FFF2-40B4-BE49-F238E27FC236}">
                <ns2:creationId id="{5AA9FE94-9918-4D35-A2D5-6AEA65BEA816}"/>
              </a:ext>
            </a:extLst>
          </p:cNvPr>
          <p:cNvSpPr>
            <a:spLocks noGrp="1"/>
          </p:cNvSpPr>
          <p:nvPr/>
        </p:nvSpPr>
        <p:spPr>
          <a:xfrm rot="0">
            <a:off x="602821"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58" name="line_004">
            <a:extLst>
              <a:ext uri="{FF2B5EF4-FFF2-40B4-BE49-F238E27FC236}">
                <ns2:creationId id="{368D8FFB-6ADB-4BA8-BB3A-BA0CFB254373}"/>
              </a:ext>
            </a:extLst>
          </p:cNvPr>
          <p:cNvSpPr>
            <a:spLocks noGrp="1"/>
          </p:cNvSpPr>
          <p:nvPr/>
        </p:nvSpPr>
        <p:spPr>
          <a:xfrm>
            <a:off x="831421" y="7724775"/>
            <a:ext cx="95" cy="38100"/>
          </a:xfrm>
          <a:custGeom>
            <a:pathLst>
              <a:path w="95" h="38100">
                <a:moveTo>
                  <a:pt x="0" y="0"/>
                </a:moveTo>
                <a:lnTo>
                  <a:pt x="0" y="38100"/>
                </a:lnTo>
              </a:path>
            </a:pathLst>
          </a:custGeom>
          <a:noFill/>
          <a:ln w="6668">
            <a:solidFill>
              <a:srgbClr val="000000"/>
            </a:solidFill>
            <a:prstDash val="solid"/>
          </a:ln>
        </p:spPr>
      </p:sp>
      <p:sp>
        <p:nvSpPr>
          <p:cNvPr id="159" name="text_005">
            <a:extLst>
              <a:ext uri="{FF2B5EF4-FFF2-40B4-BE49-F238E27FC236}">
                <ns2:creationId id="{A517F57F-0B26-4C15-9089-0FDF3F5D312F}"/>
              </a:ext>
            </a:extLst>
          </p:cNvPr>
          <p:cNvSpPr>
            <a:spLocks noGrp="1"/>
          </p:cNvSpPr>
          <p:nvPr/>
        </p:nvSpPr>
        <p:spPr>
          <a:xfrm rot="0">
            <a:off x="1896848"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10</a:t>
            </a:r>
          </a:p>
        </p:txBody>
      </p:sp>
      <p:sp>
        <p:nvSpPr>
          <p:cNvPr id="160" name="line_006">
            <a:extLst>
              <a:ext uri="{FF2B5EF4-FFF2-40B4-BE49-F238E27FC236}">
                <ns2:creationId id="{3BD6C56C-1955-4952-A917-7CE38F14AE14}"/>
              </a:ext>
            </a:extLst>
          </p:cNvPr>
          <p:cNvSpPr>
            <a:spLocks noGrp="1"/>
          </p:cNvSpPr>
          <p:nvPr/>
        </p:nvSpPr>
        <p:spPr>
          <a:xfrm>
            <a:off x="2125448" y="7724775"/>
            <a:ext cx="95" cy="38100"/>
          </a:xfrm>
          <a:custGeom>
            <a:pathLst>
              <a:path w="95" h="38100">
                <a:moveTo>
                  <a:pt x="0" y="0"/>
                </a:moveTo>
                <a:lnTo>
                  <a:pt x="0" y="38100"/>
                </a:lnTo>
              </a:path>
            </a:pathLst>
          </a:custGeom>
          <a:noFill/>
          <a:ln w="6668">
            <a:solidFill>
              <a:srgbClr val="000000"/>
            </a:solidFill>
            <a:prstDash val="solid"/>
          </a:ln>
        </p:spPr>
      </p:sp>
      <p:sp>
        <p:nvSpPr>
          <p:cNvPr id="161" name="text_007">
            <a:extLst>
              <a:ext uri="{FF2B5EF4-FFF2-40B4-BE49-F238E27FC236}">
                <ns2:creationId id="{46E74777-65E9-4382-8F9D-543FF661659D}"/>
              </a:ext>
            </a:extLst>
          </p:cNvPr>
          <p:cNvSpPr>
            <a:spLocks noGrp="1"/>
          </p:cNvSpPr>
          <p:nvPr/>
        </p:nvSpPr>
        <p:spPr>
          <a:xfrm rot="0">
            <a:off x="3190875"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20</a:t>
            </a:r>
          </a:p>
        </p:txBody>
      </p:sp>
      <p:sp>
        <p:nvSpPr>
          <p:cNvPr id="162" name="line_008">
            <a:extLst>
              <a:ext uri="{FF2B5EF4-FFF2-40B4-BE49-F238E27FC236}">
                <ns2:creationId id="{A050D007-DD2C-4802-8730-42370B163C0A}"/>
              </a:ext>
            </a:extLst>
          </p:cNvPr>
          <p:cNvSpPr>
            <a:spLocks noGrp="1"/>
          </p:cNvSpPr>
          <p:nvPr/>
        </p:nvSpPr>
        <p:spPr>
          <a:xfrm>
            <a:off x="3419475" y="7724775"/>
            <a:ext cx="95" cy="38100"/>
          </a:xfrm>
          <a:custGeom>
            <a:pathLst>
              <a:path w="95" h="38100">
                <a:moveTo>
                  <a:pt x="0" y="0"/>
                </a:moveTo>
                <a:lnTo>
                  <a:pt x="0" y="38100"/>
                </a:lnTo>
              </a:path>
            </a:pathLst>
          </a:custGeom>
          <a:noFill/>
          <a:ln w="6668">
            <a:solidFill>
              <a:srgbClr val="000000"/>
            </a:solidFill>
            <a:prstDash val="solid"/>
          </a:ln>
        </p:spPr>
      </p:sp>
      <p:sp>
        <p:nvSpPr>
          <p:cNvPr id="163" name="text_009">
            <a:extLst>
              <a:ext uri="{FF2B5EF4-FFF2-40B4-BE49-F238E27FC236}">
                <ns2:creationId id="{0AF0F6EC-73CF-4FC6-A05F-B87FDEFB4028}"/>
              </a:ext>
            </a:extLst>
          </p:cNvPr>
          <p:cNvSpPr>
            <a:spLocks noGrp="1"/>
          </p:cNvSpPr>
          <p:nvPr/>
        </p:nvSpPr>
        <p:spPr>
          <a:xfrm rot="0">
            <a:off x="-9525" y="7639050"/>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64" name="line_010">
            <a:extLst>
              <a:ext uri="{FF2B5EF4-FFF2-40B4-BE49-F238E27FC236}">
                <ns2:creationId id="{C7FBB4DA-79BF-44E6-BED2-B3BA41674A86}"/>
              </a:ext>
            </a:extLst>
          </p:cNvPr>
          <p:cNvSpPr>
            <a:spLocks noGrp="1"/>
          </p:cNvSpPr>
          <p:nvPr/>
        </p:nvSpPr>
        <p:spPr>
          <a:xfrm>
            <a:off x="476250" y="7724775"/>
            <a:ext cx="38100" cy="95"/>
          </a:xfrm>
          <a:custGeom>
            <a:pathLst>
              <a:path w="38100" h="95">
                <a:moveTo>
                  <a:pt x="0" y="0"/>
                </a:moveTo>
                <a:lnTo>
                  <a:pt x="38100" y="0"/>
                </a:lnTo>
              </a:path>
            </a:pathLst>
          </a:custGeom>
          <a:noFill/>
          <a:ln w="6668">
            <a:solidFill>
              <a:srgbClr val="000000"/>
            </a:solidFill>
            <a:prstDash val="solid"/>
          </a:ln>
        </p:spPr>
      </p:sp>
      <p:sp>
        <p:nvSpPr>
          <p:cNvPr id="165" name="text_011">
            <a:extLst>
              <a:ext uri="{FF2B5EF4-FFF2-40B4-BE49-F238E27FC236}">
                <ns2:creationId id="{0A3AF6C8-009B-42B8-986B-BB6FF39B8910}"/>
              </a:ext>
            </a:extLst>
          </p:cNvPr>
          <p:cNvSpPr>
            <a:spLocks noGrp="1"/>
          </p:cNvSpPr>
          <p:nvPr/>
        </p:nvSpPr>
        <p:spPr>
          <a:xfrm rot="0">
            <a:off x="-9525" y="6877050"/>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a:t>
            </a:r>
          </a:p>
        </p:txBody>
      </p:sp>
      <p:sp>
        <p:nvSpPr>
          <p:cNvPr id="166" name="line_012">
            <a:extLst>
              <a:ext uri="{FF2B5EF4-FFF2-40B4-BE49-F238E27FC236}">
                <ns2:creationId id="{2A06EFE2-B943-4828-9A18-A781104DFFC8}"/>
              </a:ext>
            </a:extLst>
          </p:cNvPr>
          <p:cNvSpPr>
            <a:spLocks noGrp="1"/>
          </p:cNvSpPr>
          <p:nvPr/>
        </p:nvSpPr>
        <p:spPr>
          <a:xfrm>
            <a:off x="476250" y="6962775"/>
            <a:ext cx="38100" cy="95"/>
          </a:xfrm>
          <a:custGeom>
            <a:pathLst>
              <a:path w="38100" h="95">
                <a:moveTo>
                  <a:pt x="0" y="0"/>
                </a:moveTo>
                <a:lnTo>
                  <a:pt x="38100" y="0"/>
                </a:lnTo>
              </a:path>
            </a:pathLst>
          </a:custGeom>
          <a:noFill/>
          <a:ln w="6668">
            <a:solidFill>
              <a:srgbClr val="000000"/>
            </a:solidFill>
            <a:prstDash val="solid"/>
          </a:ln>
        </p:spPr>
      </p:sp>
      <p:sp>
        <p:nvSpPr>
          <p:cNvPr id="167" name="text_013">
            <a:extLst>
              <a:ext uri="{FF2B5EF4-FFF2-40B4-BE49-F238E27FC236}">
                <ns2:creationId id="{D17427FA-9FB3-49EE-855D-5BD18DAC1839}"/>
              </a:ext>
            </a:extLst>
          </p:cNvPr>
          <p:cNvSpPr>
            <a:spLocks noGrp="1"/>
          </p:cNvSpPr>
          <p:nvPr/>
        </p:nvSpPr>
        <p:spPr>
          <a:xfrm rot="0">
            <a:off x="-9525" y="6115050"/>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6</a:t>
            </a:r>
          </a:p>
        </p:txBody>
      </p:sp>
      <p:sp>
        <p:nvSpPr>
          <p:cNvPr id="168" name="line_014">
            <a:extLst>
              <a:ext uri="{FF2B5EF4-FFF2-40B4-BE49-F238E27FC236}">
                <ns2:creationId id="{A438BB42-AC45-4CC5-B5EE-3C9926E44A10}"/>
              </a:ext>
            </a:extLst>
          </p:cNvPr>
          <p:cNvSpPr>
            <a:spLocks noGrp="1"/>
          </p:cNvSpPr>
          <p:nvPr/>
        </p:nvSpPr>
        <p:spPr>
          <a:xfrm>
            <a:off x="476250" y="6200775"/>
            <a:ext cx="38100" cy="95"/>
          </a:xfrm>
          <a:custGeom>
            <a:pathLst>
              <a:path w="38100" h="95">
                <a:moveTo>
                  <a:pt x="0" y="0"/>
                </a:moveTo>
                <a:lnTo>
                  <a:pt x="38100" y="0"/>
                </a:lnTo>
              </a:path>
            </a:pathLst>
          </a:custGeom>
          <a:noFill/>
          <a:ln w="6668">
            <a:solidFill>
              <a:srgbClr val="000000"/>
            </a:solidFill>
            <a:prstDash val="solid"/>
          </a:ln>
        </p:spPr>
      </p:sp>
      <p:sp>
        <p:nvSpPr>
          <p:cNvPr id="169" name="text_015">
            <a:extLst>
              <a:ext uri="{FF2B5EF4-FFF2-40B4-BE49-F238E27FC236}">
                <ns2:creationId id="{5C3E4078-B941-4017-8C08-2093AA4DEF25}"/>
              </a:ext>
            </a:extLst>
          </p:cNvPr>
          <p:cNvSpPr>
            <a:spLocks noGrp="1"/>
          </p:cNvSpPr>
          <p:nvPr/>
        </p:nvSpPr>
        <p:spPr>
          <a:xfrm rot="0">
            <a:off x="514350" y="8010525"/>
            <a:ext cx="2905125" cy="228600"/>
          </a:xfrm>
          <a:prstGeom prst="rect">
            <a:avLst/>
          </a:prstGeom>
          <a:noFill/>
          <a:ln w="0">
            <a:noFill/>
            <a:prstDash val="solid"/>
          </a:ln>
        </p:spPr>
        <p:txBody>
          <a:bodyPr wrap="none" lIns="0" tIns="0" rIns="0" bIns="0" anchor="t">
            <a:noAutofit/>
          </a:bodyPr>
          <a:lstStyle>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a:pPr algn="ctr">
              <a:defRPr sz="1275" b="0">
                <a:solidFill>
                  <a:srgbClr val="000000"/>
                </a:solidFill>
                <a:latin typeface="Arial"/>
                <a:ea typeface="Arial"/>
                <a:cs typeface="Arial"/>
              </a:defRPr>
            </a:pPr>
            <a:r>
              <a:rPr sz="1275" b="0">
                <a:solidFill>
                  <a:srgbClr val="000000"/>
                </a:solidFill>
                <a:latin typeface="Arial"/>
                <a:ea typeface="Arial"/>
                <a:cs typeface="Arial"/>
              </a:rPr>
              <a:t>x (source physical coordinate)</a:t>
            </a:r>
          </a:p>
        </p:txBody>
      </p:sp>
      <p:sp>
        <p:nvSpPr>
          <p:cNvPr id="170" name="source_extremum_3">
            <a:extLst>
              <a:ext uri="{FF2B5EF4-FFF2-40B4-BE49-F238E27FC236}">
                <ns2:creationId id="{CF2BE7D1-B088-43B3-A25C-C7FF99758AF5}"/>
              </a:ext>
            </a:extLst>
          </p:cNvPr>
          <p:cNvSpPr>
            <a:spLocks noGrp="1"/>
          </p:cNvSpPr>
          <p:nvPr/>
        </p:nvSpPr>
        <p:spPr>
          <a:xfrm rot="0">
            <a:off x="1035168" y="7649487"/>
            <a:ext cx="85725" cy="85725"/>
          </a:xfrm>
          <a:prstGeom prst="ellipse">
            <a:avLst/>
          </a:prstGeom>
          <a:solidFill>
            <a:srgbClr val="FFFFFF"/>
          </a:solidFill>
          <a:ln w="17145">
            <a:solidFill>
              <a:srgbClr val="0072B2"/>
            </a:solidFill>
            <a:prstDash val="solid"/>
          </a:ln>
        </p:spPr>
      </p:sp>
      <p:sp>
        <p:nvSpPr>
          <p:cNvPr id="171" name="text_017">
            <a:extLst>
              <a:ext uri="{FF2B5EF4-FFF2-40B4-BE49-F238E27FC236}">
                <ns2:creationId id="{7EA01AE8-1DD0-412F-9C63-E6E6DE6382BB}"/>
              </a:ext>
            </a:extLst>
          </p:cNvPr>
          <p:cNvSpPr>
            <a:spLocks noGrp="1"/>
          </p:cNvSpPr>
          <p:nvPr/>
        </p:nvSpPr>
        <p:spPr>
          <a:xfrm rot="0">
            <a:off x="1144706" y="7530424"/>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A</a:t>
            </a:r>
          </a:p>
        </p:txBody>
      </p:sp>
      <p:sp>
        <p:nvSpPr>
          <p:cNvPr id="172" name="source_extremum_17">
            <a:extLst>
              <a:ext uri="{FF2B5EF4-FFF2-40B4-BE49-F238E27FC236}">
                <ns2:creationId id="{59A815E8-6AA7-45FB-B933-65CB6E6171A1}"/>
              </a:ext>
            </a:extLst>
          </p:cNvPr>
          <p:cNvSpPr>
            <a:spLocks noGrp="1"/>
          </p:cNvSpPr>
          <p:nvPr/>
        </p:nvSpPr>
        <p:spPr>
          <a:xfrm rot="0">
            <a:off x="3354932" y="6936125"/>
            <a:ext cx="85725" cy="85725"/>
          </a:xfrm>
          <a:prstGeom prst="ellipse">
            <a:avLst/>
          </a:prstGeom>
          <a:solidFill>
            <a:srgbClr val="FFFFFF"/>
          </a:solidFill>
          <a:ln w="17145">
            <a:solidFill>
              <a:srgbClr val="D55E00"/>
            </a:solidFill>
            <a:prstDash val="solid"/>
          </a:ln>
        </p:spPr>
      </p:sp>
      <p:sp>
        <p:nvSpPr>
          <p:cNvPr id="173" name="text_019">
            <a:extLst>
              <a:ext uri="{FF2B5EF4-FFF2-40B4-BE49-F238E27FC236}">
                <ns2:creationId id="{E6DDF0E8-9644-4E87-B14F-C42735AC28E0}"/>
              </a:ext>
            </a:extLst>
          </p:cNvPr>
          <p:cNvSpPr>
            <a:spLocks noGrp="1"/>
          </p:cNvSpPr>
          <p:nvPr/>
        </p:nvSpPr>
        <p:spPr>
          <a:xfrm rot="0">
            <a:off x="3464470" y="6817063"/>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B</a:t>
            </a:r>
          </a:p>
        </p:txBody>
      </p:sp>
      <p:sp>
        <p:nvSpPr>
          <p:cNvPr id="174" name="source_extremum_14">
            <a:extLst>
              <a:ext uri="{FF2B5EF4-FFF2-40B4-BE49-F238E27FC236}">
                <ns2:creationId id="{763895A0-C657-4BAB-8270-116467670BA8}"/>
              </a:ext>
            </a:extLst>
          </p:cNvPr>
          <p:cNvSpPr>
            <a:spLocks noGrp="1"/>
          </p:cNvSpPr>
          <p:nvPr/>
        </p:nvSpPr>
        <p:spPr>
          <a:xfrm rot="0">
            <a:off x="2834612" y="7195530"/>
            <a:ext cx="85725" cy="85725"/>
          </a:xfrm>
          <a:prstGeom prst="ellipse">
            <a:avLst/>
          </a:prstGeom>
          <a:solidFill>
            <a:srgbClr val="FFFFFF"/>
          </a:solidFill>
          <a:ln w="17145">
            <a:solidFill>
              <a:srgbClr val="009E73"/>
            </a:solidFill>
            <a:prstDash val="solid"/>
          </a:ln>
        </p:spPr>
      </p:sp>
      <p:sp>
        <p:nvSpPr>
          <p:cNvPr id="175" name="text_021">
            <a:extLst>
              <a:ext uri="{FF2B5EF4-FFF2-40B4-BE49-F238E27FC236}">
                <ns2:creationId id="{AC99C9CD-B4CC-45EA-9B8D-03E69BA71D8C}"/>
              </a:ext>
            </a:extLst>
          </p:cNvPr>
          <p:cNvSpPr>
            <a:spLocks noGrp="1"/>
          </p:cNvSpPr>
          <p:nvPr/>
        </p:nvSpPr>
        <p:spPr>
          <a:xfrm rot="0">
            <a:off x="2944149" y="7076467"/>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C</a:t>
            </a:r>
          </a:p>
        </p:txBody>
      </p:sp>
      <p:sp>
        <p:nvSpPr>
          <p:cNvPr id="176" name="text_022">
            <a:extLst>
              <a:ext uri="{FF2B5EF4-FFF2-40B4-BE49-F238E27FC236}">
                <ns2:creationId id="{858D319D-1A44-4068-81F5-6C426749FAA1}"/>
              </a:ext>
            </a:extLst>
          </p:cNvPr>
          <p:cNvSpPr>
            <a:spLocks noGrp="1"/>
          </p:cNvSpPr>
          <p:nvPr/>
        </p:nvSpPr>
        <p:spPr>
          <a:xfrm rot="0">
            <a:off x="171450" y="8267700"/>
            <a:ext cx="3667125" cy="209550"/>
          </a:xfrm>
          <a:prstGeom prst="rect">
            <a:avLst/>
          </a:prstGeom>
          <a:noFill/>
          <a:ln w="0">
            <a:noFill/>
            <a:prstDash val="solid"/>
          </a:ln>
        </p:spPr>
        <p:txBody>
          <a:bodyPr wrap="none" lIns="0" tIns="0" rIns="0" bIns="0" anchor="t">
            <a:noAutofit/>
          </a:bodyPr>
          <a:lstStyle>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a:pPr algn="l">
              <a:defRPr sz="1125" b="0">
                <a:solidFill>
                  <a:srgbClr val="000000"/>
                </a:solidFill>
                <a:latin typeface="Arial"/>
                <a:ea typeface="Arial"/>
                <a:cs typeface="Arial"/>
              </a:defRPr>
            </a:pPr>
            <a:r>
              <a:rPr sz="1125" b="0">
                <a:solidFill>
                  <a:srgbClr val="000000"/>
                </a:solidFill>
                <a:latin typeface="Arial"/>
                <a:ea typeface="Arial"/>
                <a:cs typeface="Arial"/>
              </a:rPr>
              <a:t>Q maximum over y; markers show extrema (x,z)</a:t>
            </a:r>
          </a:p>
        </p:txBody>
      </p:sp>
      <p:sp>
        <p:nvSpPr>
          <p:cNvPr id="177" name="text_023">
            <a:extLst>
              <a:ext uri="{FF2B5EF4-FFF2-40B4-BE49-F238E27FC236}">
                <ns2:creationId id="{FF2F014E-C1E1-4DE6-B413-CF341B500D0B}"/>
              </a:ext>
            </a:extLst>
          </p:cNvPr>
          <p:cNvSpPr>
            <a:spLocks noGrp="1"/>
          </p:cNvSpPr>
          <p:nvPr/>
        </p:nvSpPr>
        <p:spPr>
          <a:xfrm rot="0">
            <a:off x="4010025" y="5715000"/>
            <a:ext cx="3790950" cy="266700"/>
          </a:xfrm>
          <a:prstGeom prst="rect">
            <a:avLst/>
          </a:prstGeom>
          <a:noFill/>
          <a:ln w="0">
            <a:noFill/>
            <a:prstDash val="solid"/>
          </a:ln>
        </p:spPr>
        <p:txBody>
          <a:bodyPr wrap="none" lIns="0" tIns="0" rIns="0" bIns="0" anchor="t">
            <a:noAutofit/>
          </a:bodyPr>
          <a:lstStyle>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a:pPr algn="l">
              <a:defRPr sz="1650" b="1">
                <a:solidFill>
                  <a:srgbClr val="000000"/>
                </a:solidFill>
                <a:latin typeface="Arial"/>
                <a:ea typeface="Arial"/>
                <a:cs typeface="Arial"/>
              </a:defRPr>
            </a:pPr>
            <a:r>
              <a:rPr sz="1650" b="1">
                <a:solidFill>
                  <a:srgbClr val="000000"/>
                </a:solidFill>
                <a:latin typeface="Arial"/>
                <a:ea typeface="Arial"/>
                <a:cs typeface="Arial"/>
              </a:rPr>
              <a:t>(e) Reference and saved anchors</a:t>
            </a:r>
          </a:p>
        </p:txBody>
      </p:sp>
      <p:sp>
        <p:nvSpPr>
          <p:cNvPr id="178" name="text_024">
            <a:extLst>
              <a:ext uri="{FF2B5EF4-FFF2-40B4-BE49-F238E27FC236}">
                <ns2:creationId id="{D5894EE8-7060-4230-9E0E-86341937FEE7}"/>
              </a:ext>
            </a:extLst>
          </p:cNvPr>
          <p:cNvSpPr>
            <a:spLocks noGrp="1"/>
          </p:cNvSpPr>
          <p:nvPr/>
        </p:nvSpPr>
        <p:spPr>
          <a:xfrm rot="0">
            <a:off x="3990975" y="6200775"/>
            <a:ext cx="466725" cy="209550"/>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q</a:t>
            </a:r>
          </a:p>
        </p:txBody>
      </p:sp>
      <p:sp>
        <p:nvSpPr>
          <p:cNvPr id="179" name="line_025">
            <a:extLst>
              <a:ext uri="{FF2B5EF4-FFF2-40B4-BE49-F238E27FC236}">
                <ns2:creationId id="{6DB9A5B1-4CD7-4184-93B2-9F21DD1002C7}"/>
              </a:ext>
            </a:extLst>
          </p:cNvPr>
          <p:cNvSpPr>
            <a:spLocks noGrp="1"/>
          </p:cNvSpPr>
          <p:nvPr/>
        </p:nvSpPr>
        <p:spPr>
          <a:xfrm>
            <a:off x="4524375" y="6305550"/>
            <a:ext cx="2857500" cy="95"/>
          </a:xfrm>
          <a:custGeom>
            <a:pathLst>
              <a:path w="2857500" h="95">
                <a:moveTo>
                  <a:pt x="0" y="0"/>
                </a:moveTo>
                <a:lnTo>
                  <a:pt x="2857500" y="0"/>
                </a:lnTo>
              </a:path>
            </a:pathLst>
          </a:custGeom>
          <a:noFill/>
          <a:ln w="6668">
            <a:solidFill>
              <a:srgbClr val="7B8790"/>
            </a:solidFill>
            <a:prstDash val="solid"/>
          </a:ln>
        </p:spPr>
      </p:sp>
      <p:sp>
        <p:nvSpPr>
          <p:cNvPr id="180" name="text_026">
            <a:extLst>
              <a:ext uri="{FF2B5EF4-FFF2-40B4-BE49-F238E27FC236}">
                <ns2:creationId id="{77845DC9-F2D3-403C-94B3-EC0D00FF934B}"/>
              </a:ext>
            </a:extLst>
          </p:cNvPr>
          <p:cNvSpPr>
            <a:spLocks noGrp="1"/>
          </p:cNvSpPr>
          <p:nvPr/>
        </p:nvSpPr>
        <p:spPr>
          <a:xfrm rot="0">
            <a:off x="3990975" y="6638925"/>
            <a:ext cx="466725" cy="209550"/>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P</a:t>
            </a:r>
          </a:p>
        </p:txBody>
      </p:sp>
      <p:sp>
        <p:nvSpPr>
          <p:cNvPr id="181" name="line_027">
            <a:extLst>
              <a:ext uri="{FF2B5EF4-FFF2-40B4-BE49-F238E27FC236}">
                <ns2:creationId id="{04987173-0A45-4432-874F-832C448629F7}"/>
              </a:ext>
            </a:extLst>
          </p:cNvPr>
          <p:cNvSpPr>
            <a:spLocks noGrp="1"/>
          </p:cNvSpPr>
          <p:nvPr/>
        </p:nvSpPr>
        <p:spPr>
          <a:xfrm>
            <a:off x="4524375" y="6743700"/>
            <a:ext cx="2857500" cy="95"/>
          </a:xfrm>
          <a:custGeom>
            <a:pathLst>
              <a:path w="2857500" h="95">
                <a:moveTo>
                  <a:pt x="0" y="0"/>
                </a:moveTo>
                <a:lnTo>
                  <a:pt x="2857500" y="0"/>
                </a:lnTo>
              </a:path>
            </a:pathLst>
          </a:custGeom>
          <a:noFill/>
          <a:ln w="6668">
            <a:solidFill>
              <a:srgbClr val="7B8790"/>
            </a:solidFill>
            <a:prstDash val="solid"/>
          </a:ln>
        </p:spPr>
      </p:sp>
      <p:sp>
        <p:nvSpPr>
          <p:cNvPr id="182" name="text_028">
            <a:extLst>
              <a:ext uri="{FF2B5EF4-FFF2-40B4-BE49-F238E27FC236}">
                <ns2:creationId id="{859A186F-EE04-4A16-8BE1-97DDC63C76C5}"/>
              </a:ext>
            </a:extLst>
          </p:cNvPr>
          <p:cNvSpPr>
            <a:spLocks noGrp="1"/>
          </p:cNvSpPr>
          <p:nvPr/>
        </p:nvSpPr>
        <p:spPr>
          <a:xfrm rot="0">
            <a:off x="3990975" y="7077075"/>
            <a:ext cx="466725" cy="209550"/>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R2</a:t>
            </a:r>
          </a:p>
        </p:txBody>
      </p:sp>
      <p:sp>
        <p:nvSpPr>
          <p:cNvPr id="183" name="line_029">
            <a:extLst>
              <a:ext uri="{FF2B5EF4-FFF2-40B4-BE49-F238E27FC236}">
                <ns2:creationId id="{13A96A03-4ABE-4896-88EF-313A92E15FD7}"/>
              </a:ext>
            </a:extLst>
          </p:cNvPr>
          <p:cNvSpPr>
            <a:spLocks noGrp="1"/>
          </p:cNvSpPr>
          <p:nvPr/>
        </p:nvSpPr>
        <p:spPr>
          <a:xfrm>
            <a:off x="4524375" y="7181850"/>
            <a:ext cx="2857500" cy="95"/>
          </a:xfrm>
          <a:custGeom>
            <a:pathLst>
              <a:path w="2857500" h="95">
                <a:moveTo>
                  <a:pt x="0" y="0"/>
                </a:moveTo>
                <a:lnTo>
                  <a:pt x="2857500" y="0"/>
                </a:lnTo>
              </a:path>
            </a:pathLst>
          </a:custGeom>
          <a:noFill/>
          <a:ln w="6668">
            <a:solidFill>
              <a:srgbClr val="7B8790"/>
            </a:solidFill>
            <a:prstDash val="solid"/>
          </a:ln>
        </p:spPr>
      </p:sp>
      <p:sp>
        <p:nvSpPr>
          <p:cNvPr id="184" name="text_030">
            <a:extLst>
              <a:ext uri="{FF2B5EF4-FFF2-40B4-BE49-F238E27FC236}">
                <ns2:creationId id="{16E1DA4C-37AC-4282-8984-6D07E1091CE3}"/>
              </a:ext>
            </a:extLst>
          </p:cNvPr>
          <p:cNvSpPr>
            <a:spLocks noGrp="1"/>
          </p:cNvSpPr>
          <p:nvPr/>
        </p:nvSpPr>
        <p:spPr>
          <a:xfrm rot="0">
            <a:off x="3990975" y="7515225"/>
            <a:ext cx="466725" cy="209550"/>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R20</a:t>
            </a:r>
          </a:p>
        </p:txBody>
      </p:sp>
      <p:sp>
        <p:nvSpPr>
          <p:cNvPr id="185" name="line_031">
            <a:extLst>
              <a:ext uri="{FF2B5EF4-FFF2-40B4-BE49-F238E27FC236}">
                <ns2:creationId id="{DBE25FA1-FC38-4AB5-A605-94AFA84F81C9}"/>
              </a:ext>
            </a:extLst>
          </p:cNvPr>
          <p:cNvSpPr>
            <a:spLocks noGrp="1"/>
          </p:cNvSpPr>
          <p:nvPr/>
        </p:nvSpPr>
        <p:spPr>
          <a:xfrm>
            <a:off x="4524375" y="7620000"/>
            <a:ext cx="2857500" cy="95"/>
          </a:xfrm>
          <a:custGeom>
            <a:pathLst>
              <a:path w="2857500" h="95">
                <a:moveTo>
                  <a:pt x="0" y="0"/>
                </a:moveTo>
                <a:lnTo>
                  <a:pt x="2857500" y="0"/>
                </a:lnTo>
              </a:path>
            </a:pathLst>
          </a:custGeom>
          <a:noFill/>
          <a:ln w="6668">
            <a:solidFill>
              <a:srgbClr val="7B8790"/>
            </a:solidFill>
            <a:prstDash val="solid"/>
          </a:ln>
        </p:spPr>
      </p:sp>
      <p:sp>
        <p:nvSpPr>
          <p:cNvPr id="186" name="feature_346_reference_anchors">
            <a:extLst>
              <a:ext uri="{FF2B5EF4-FFF2-40B4-BE49-F238E27FC236}">
                <ns2:creationId id="{F61B3E09-02D0-45D7-8525-7D85CF47506C}"/>
              </a:ext>
            </a:extLst>
          </p:cNvPr>
          <p:cNvSpPr>
            <a:spLocks noGrp="1"/>
          </p:cNvSpPr>
          <p:nvPr/>
        </p:nvSpPr>
        <p:spPr>
          <a:xfrm>
            <a:off x="5078815" y="6305550"/>
            <a:ext cx="65948" cy="1314450"/>
          </a:xfrm>
          <a:custGeom>
            <a:pathLst>
              <a:path w="65948" h="1314450">
                <a:moveTo>
                  <a:pt x="0" y="0"/>
                </a:moveTo>
                <a:lnTo>
                  <a:pt x="65948" y="438150"/>
                </a:lnTo>
                <a:lnTo>
                  <a:pt x="2374" y="876300"/>
                </a:lnTo>
                <a:lnTo>
                  <a:pt x="12316" y="1314450"/>
                </a:lnTo>
              </a:path>
            </a:pathLst>
          </a:custGeom>
          <a:noFill/>
          <a:ln w="11430">
            <a:solidFill>
              <a:srgbClr val="0072B2"/>
            </a:solidFill>
            <a:prstDash val="solid"/>
          </a:ln>
        </p:spPr>
      </p:sp>
      <p:sp>
        <p:nvSpPr>
          <p:cNvPr id="187" name="ellipse_033">
            <a:extLst>
              <a:ext uri="{FF2B5EF4-FFF2-40B4-BE49-F238E27FC236}">
                <ns2:creationId id="{B787C2B7-D206-41AF-A92B-0BB98DC5390A}"/>
              </a:ext>
            </a:extLst>
          </p:cNvPr>
          <p:cNvSpPr>
            <a:spLocks noGrp="1"/>
          </p:cNvSpPr>
          <p:nvPr/>
        </p:nvSpPr>
        <p:spPr>
          <a:xfrm rot="0">
            <a:off x="5040715" y="6267450"/>
            <a:ext cx="76200" cy="76200"/>
          </a:xfrm>
          <a:prstGeom prst="ellipse">
            <a:avLst/>
          </a:prstGeom>
          <a:solidFill>
            <a:srgbClr val="FFFFFF"/>
          </a:solidFill>
          <a:ln w="17145">
            <a:solidFill>
              <a:srgbClr val="0072B2"/>
            </a:solidFill>
            <a:prstDash val="solid"/>
          </a:ln>
        </p:spPr>
      </p:sp>
      <p:sp>
        <p:nvSpPr>
          <p:cNvPr id="188" name="ellipse_034">
            <a:extLst>
              <a:ext uri="{FF2B5EF4-FFF2-40B4-BE49-F238E27FC236}">
                <ns2:creationId id="{D28A46F6-AF99-48A1-AC0F-2021B86B63E7}"/>
              </a:ext>
            </a:extLst>
          </p:cNvPr>
          <p:cNvSpPr>
            <a:spLocks noGrp="1"/>
          </p:cNvSpPr>
          <p:nvPr/>
        </p:nvSpPr>
        <p:spPr>
          <a:xfrm rot="0">
            <a:off x="5106663" y="6705600"/>
            <a:ext cx="76200" cy="76200"/>
          </a:xfrm>
          <a:prstGeom prst="ellipse">
            <a:avLst/>
          </a:prstGeom>
          <a:solidFill>
            <a:srgbClr val="FFFFFF"/>
          </a:solidFill>
          <a:ln w="17145">
            <a:solidFill>
              <a:srgbClr val="0072B2"/>
            </a:solidFill>
            <a:prstDash val="solid"/>
          </a:ln>
        </p:spPr>
      </p:sp>
      <p:sp>
        <p:nvSpPr>
          <p:cNvPr id="189" name="ellipse_035">
            <a:extLst>
              <a:ext uri="{FF2B5EF4-FFF2-40B4-BE49-F238E27FC236}">
                <ns2:creationId id="{BC62DD34-608D-4B99-A3A1-538139C62C7E}"/>
              </a:ext>
            </a:extLst>
          </p:cNvPr>
          <p:cNvSpPr>
            <a:spLocks noGrp="1"/>
          </p:cNvSpPr>
          <p:nvPr/>
        </p:nvSpPr>
        <p:spPr>
          <a:xfrm rot="0">
            <a:off x="5043089" y="7143750"/>
            <a:ext cx="76200" cy="76200"/>
          </a:xfrm>
          <a:prstGeom prst="ellipse">
            <a:avLst/>
          </a:prstGeom>
          <a:solidFill>
            <a:srgbClr val="FFFFFF"/>
          </a:solidFill>
          <a:ln w="17145">
            <a:solidFill>
              <a:srgbClr val="0072B2"/>
            </a:solidFill>
            <a:prstDash val="solid"/>
          </a:ln>
        </p:spPr>
      </p:sp>
      <p:sp>
        <p:nvSpPr>
          <p:cNvPr id="190" name="ellipse_036">
            <a:extLst>
              <a:ext uri="{FF2B5EF4-FFF2-40B4-BE49-F238E27FC236}">
                <ns2:creationId id="{59EC25C4-B4F4-4101-AB40-AE9D2B33811C}"/>
              </a:ext>
            </a:extLst>
          </p:cNvPr>
          <p:cNvSpPr>
            <a:spLocks noGrp="1"/>
          </p:cNvSpPr>
          <p:nvPr/>
        </p:nvSpPr>
        <p:spPr>
          <a:xfrm rot="0">
            <a:off x="5053031" y="7581900"/>
            <a:ext cx="76200" cy="76200"/>
          </a:xfrm>
          <a:prstGeom prst="ellipse">
            <a:avLst/>
          </a:prstGeom>
          <a:solidFill>
            <a:srgbClr val="FFFFFF"/>
          </a:solidFill>
          <a:ln w="17145">
            <a:solidFill>
              <a:srgbClr val="0072B2"/>
            </a:solidFill>
            <a:prstDash val="solid"/>
          </a:ln>
        </p:spPr>
      </p:sp>
      <p:sp>
        <p:nvSpPr>
          <p:cNvPr id="191" name="text_037">
            <a:extLst>
              <a:ext uri="{FF2B5EF4-FFF2-40B4-BE49-F238E27FC236}">
                <ns2:creationId id="{D9846980-7F28-4A7E-A1B4-C88F317C7C61}"/>
              </a:ext>
            </a:extLst>
          </p:cNvPr>
          <p:cNvSpPr>
            <a:spLocks noGrp="1"/>
          </p:cNvSpPr>
          <p:nvPr/>
        </p:nvSpPr>
        <p:spPr>
          <a:xfrm rot="0">
            <a:off x="4993090" y="6048375"/>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A</a:t>
            </a:r>
          </a:p>
        </p:txBody>
      </p:sp>
      <p:sp>
        <p:nvSpPr>
          <p:cNvPr id="192" name="feature_175_reference_anchors">
            <a:extLst>
              <a:ext uri="{FF2B5EF4-FFF2-40B4-BE49-F238E27FC236}">
                <ns2:creationId id="{14432F0A-408B-431A-88B5-173C5E6874FB}"/>
              </a:ext>
            </a:extLst>
          </p:cNvPr>
          <p:cNvSpPr>
            <a:spLocks noGrp="1"/>
          </p:cNvSpPr>
          <p:nvPr/>
        </p:nvSpPr>
        <p:spPr>
          <a:xfrm>
            <a:off x="7006276" y="6305550"/>
            <a:ext cx="365745" cy="1314450"/>
          </a:xfrm>
          <a:custGeom>
            <a:pathLst>
              <a:path w="365745" h="1314450">
                <a:moveTo>
                  <a:pt x="354274" y="0"/>
                </a:moveTo>
                <a:lnTo>
                  <a:pt x="0" y="438150"/>
                </a:lnTo>
                <a:lnTo>
                  <a:pt x="356152" y="876300"/>
                </a:lnTo>
                <a:lnTo>
                  <a:pt x="365745" y="1314450"/>
                </a:lnTo>
              </a:path>
            </a:pathLst>
          </a:custGeom>
          <a:noFill/>
          <a:ln w="11430">
            <a:solidFill>
              <a:srgbClr val="D55E00"/>
            </a:solidFill>
            <a:prstDash val="solid"/>
          </a:ln>
        </p:spPr>
      </p:sp>
      <p:sp>
        <p:nvSpPr>
          <p:cNvPr id="193" name="ellipse_039">
            <a:extLst>
              <a:ext uri="{FF2B5EF4-FFF2-40B4-BE49-F238E27FC236}">
                <ns2:creationId id="{0686192B-2D69-459B-924B-4EBB5841BEF1}"/>
              </a:ext>
            </a:extLst>
          </p:cNvPr>
          <p:cNvSpPr>
            <a:spLocks noGrp="1"/>
          </p:cNvSpPr>
          <p:nvPr/>
        </p:nvSpPr>
        <p:spPr>
          <a:xfrm rot="0">
            <a:off x="7322450" y="6267450"/>
            <a:ext cx="76200" cy="76200"/>
          </a:xfrm>
          <a:prstGeom prst="ellipse">
            <a:avLst/>
          </a:prstGeom>
          <a:solidFill>
            <a:srgbClr val="FFFFFF"/>
          </a:solidFill>
          <a:ln w="17145">
            <a:solidFill>
              <a:srgbClr val="D55E00"/>
            </a:solidFill>
            <a:prstDash val="solid"/>
          </a:ln>
        </p:spPr>
      </p:sp>
      <p:sp>
        <p:nvSpPr>
          <p:cNvPr id="194" name="ellipse_040">
            <a:extLst>
              <a:ext uri="{FF2B5EF4-FFF2-40B4-BE49-F238E27FC236}">
                <ns2:creationId id="{5D0E5C9A-BD22-4E5D-9E42-82072E1194E1}"/>
              </a:ext>
            </a:extLst>
          </p:cNvPr>
          <p:cNvSpPr>
            <a:spLocks noGrp="1"/>
          </p:cNvSpPr>
          <p:nvPr/>
        </p:nvSpPr>
        <p:spPr>
          <a:xfrm rot="0">
            <a:off x="6968176" y="6705600"/>
            <a:ext cx="76200" cy="76200"/>
          </a:xfrm>
          <a:prstGeom prst="ellipse">
            <a:avLst/>
          </a:prstGeom>
          <a:solidFill>
            <a:srgbClr val="FFFFFF"/>
          </a:solidFill>
          <a:ln w="17145">
            <a:solidFill>
              <a:srgbClr val="D55E00"/>
            </a:solidFill>
            <a:prstDash val="solid"/>
          </a:ln>
        </p:spPr>
      </p:sp>
      <p:sp>
        <p:nvSpPr>
          <p:cNvPr id="195" name="ellipse_041">
            <a:extLst>
              <a:ext uri="{FF2B5EF4-FFF2-40B4-BE49-F238E27FC236}">
                <ns2:creationId id="{ED05C9CA-D028-42E7-B1F1-12219136FB74}"/>
              </a:ext>
            </a:extLst>
          </p:cNvPr>
          <p:cNvSpPr>
            <a:spLocks noGrp="1"/>
          </p:cNvSpPr>
          <p:nvPr/>
        </p:nvSpPr>
        <p:spPr>
          <a:xfrm rot="0">
            <a:off x="7324328" y="7143750"/>
            <a:ext cx="76200" cy="76200"/>
          </a:xfrm>
          <a:prstGeom prst="ellipse">
            <a:avLst/>
          </a:prstGeom>
          <a:solidFill>
            <a:srgbClr val="FFFFFF"/>
          </a:solidFill>
          <a:ln w="17145">
            <a:solidFill>
              <a:srgbClr val="D55E00"/>
            </a:solidFill>
            <a:prstDash val="solid"/>
          </a:ln>
        </p:spPr>
      </p:sp>
      <p:sp>
        <p:nvSpPr>
          <p:cNvPr id="196" name="ellipse_042">
            <a:extLst>
              <a:ext uri="{FF2B5EF4-FFF2-40B4-BE49-F238E27FC236}">
                <ns2:creationId id="{B8CE755B-B779-43AA-BFDF-AC586C96B291}"/>
              </a:ext>
            </a:extLst>
          </p:cNvPr>
          <p:cNvSpPr>
            <a:spLocks noGrp="1"/>
          </p:cNvSpPr>
          <p:nvPr/>
        </p:nvSpPr>
        <p:spPr>
          <a:xfrm rot="0">
            <a:off x="7333921" y="7581900"/>
            <a:ext cx="76200" cy="76200"/>
          </a:xfrm>
          <a:prstGeom prst="ellipse">
            <a:avLst/>
          </a:prstGeom>
          <a:solidFill>
            <a:srgbClr val="FFFFFF"/>
          </a:solidFill>
          <a:ln w="17145">
            <a:solidFill>
              <a:srgbClr val="D55E00"/>
            </a:solidFill>
            <a:prstDash val="solid"/>
          </a:ln>
        </p:spPr>
      </p:sp>
      <p:sp>
        <p:nvSpPr>
          <p:cNvPr id="197" name="text_043">
            <a:extLst>
              <a:ext uri="{FF2B5EF4-FFF2-40B4-BE49-F238E27FC236}">
                <ns2:creationId id="{1A22396D-7427-4546-9932-4E6A1AF14A19}"/>
              </a:ext>
            </a:extLst>
          </p:cNvPr>
          <p:cNvSpPr>
            <a:spLocks noGrp="1"/>
          </p:cNvSpPr>
          <p:nvPr/>
        </p:nvSpPr>
        <p:spPr>
          <a:xfrm rot="0">
            <a:off x="7274825" y="6048375"/>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B</a:t>
            </a:r>
          </a:p>
        </p:txBody>
      </p:sp>
      <p:sp>
        <p:nvSpPr>
          <p:cNvPr id="198" name="feature_272_reference_anchors">
            <a:extLst>
              <a:ext uri="{FF2B5EF4-FFF2-40B4-BE49-F238E27FC236}">
                <ns2:creationId id="{428EE329-04E2-46AD-AD40-BEDA3D8EF9A0}"/>
              </a:ext>
            </a:extLst>
          </p:cNvPr>
          <p:cNvSpPr>
            <a:spLocks noGrp="1"/>
          </p:cNvSpPr>
          <p:nvPr/>
        </p:nvSpPr>
        <p:spPr>
          <a:xfrm>
            <a:off x="6848759" y="6305550"/>
            <a:ext cx="191091" cy="1314450"/>
          </a:xfrm>
          <a:custGeom>
            <a:pathLst>
              <a:path w="191091" h="1314450">
                <a:moveTo>
                  <a:pt x="0" y="0"/>
                </a:moveTo>
                <a:lnTo>
                  <a:pt x="191091" y="438150"/>
                </a:lnTo>
                <a:lnTo>
                  <a:pt x="20515" y="876300"/>
                </a:lnTo>
                <a:lnTo>
                  <a:pt x="33509" y="1314450"/>
                </a:lnTo>
              </a:path>
            </a:pathLst>
          </a:custGeom>
          <a:noFill/>
          <a:ln w="11430">
            <a:solidFill>
              <a:srgbClr val="009E73"/>
            </a:solidFill>
            <a:prstDash val="solid"/>
          </a:ln>
        </p:spPr>
      </p:sp>
      <p:sp>
        <p:nvSpPr>
          <p:cNvPr id="199" name="ellipse_045">
            <a:extLst>
              <a:ext uri="{FF2B5EF4-FFF2-40B4-BE49-F238E27FC236}">
                <ns2:creationId id="{A76C21FB-91AC-4214-9031-3F0C8EA7D64F}"/>
              </a:ext>
            </a:extLst>
          </p:cNvPr>
          <p:cNvSpPr>
            <a:spLocks noGrp="1"/>
          </p:cNvSpPr>
          <p:nvPr/>
        </p:nvSpPr>
        <p:spPr>
          <a:xfrm rot="0">
            <a:off x="6810659" y="6267450"/>
            <a:ext cx="76200" cy="76200"/>
          </a:xfrm>
          <a:prstGeom prst="ellipse">
            <a:avLst/>
          </a:prstGeom>
          <a:solidFill>
            <a:srgbClr val="FFFFFF"/>
          </a:solidFill>
          <a:ln w="17145">
            <a:solidFill>
              <a:srgbClr val="009E73"/>
            </a:solidFill>
            <a:prstDash val="solid"/>
          </a:ln>
        </p:spPr>
      </p:sp>
      <p:sp>
        <p:nvSpPr>
          <p:cNvPr id="200" name="ellipse_046">
            <a:extLst>
              <a:ext uri="{FF2B5EF4-FFF2-40B4-BE49-F238E27FC236}">
                <ns2:creationId id="{7F2FCCEA-04C6-461F-89E6-D695F903764F}"/>
              </a:ext>
            </a:extLst>
          </p:cNvPr>
          <p:cNvSpPr>
            <a:spLocks noGrp="1"/>
          </p:cNvSpPr>
          <p:nvPr/>
        </p:nvSpPr>
        <p:spPr>
          <a:xfrm rot="0">
            <a:off x="7001751" y="6705600"/>
            <a:ext cx="76200" cy="76200"/>
          </a:xfrm>
          <a:prstGeom prst="ellipse">
            <a:avLst/>
          </a:prstGeom>
          <a:solidFill>
            <a:srgbClr val="FFFFFF"/>
          </a:solidFill>
          <a:ln w="17145">
            <a:solidFill>
              <a:srgbClr val="009E73"/>
            </a:solidFill>
            <a:prstDash val="solid"/>
          </a:ln>
        </p:spPr>
      </p:sp>
      <p:sp>
        <p:nvSpPr>
          <p:cNvPr id="201" name="ellipse_047">
            <a:extLst>
              <a:ext uri="{FF2B5EF4-FFF2-40B4-BE49-F238E27FC236}">
                <ns2:creationId id="{8EAD614E-03F2-4D80-B44A-0FC56563ACE2}"/>
              </a:ext>
            </a:extLst>
          </p:cNvPr>
          <p:cNvSpPr>
            <a:spLocks noGrp="1"/>
          </p:cNvSpPr>
          <p:nvPr/>
        </p:nvSpPr>
        <p:spPr>
          <a:xfrm rot="0">
            <a:off x="6831174" y="7143750"/>
            <a:ext cx="76200" cy="76200"/>
          </a:xfrm>
          <a:prstGeom prst="ellipse">
            <a:avLst/>
          </a:prstGeom>
          <a:solidFill>
            <a:srgbClr val="FFFFFF"/>
          </a:solidFill>
          <a:ln w="17145">
            <a:solidFill>
              <a:srgbClr val="009E73"/>
            </a:solidFill>
            <a:prstDash val="solid"/>
          </a:ln>
        </p:spPr>
      </p:sp>
      <p:sp>
        <p:nvSpPr>
          <p:cNvPr id="202" name="ellipse_048">
            <a:extLst>
              <a:ext uri="{FF2B5EF4-FFF2-40B4-BE49-F238E27FC236}">
                <ns2:creationId id="{F9CB9665-0716-4F76-9069-AF164D519C6F}"/>
              </a:ext>
            </a:extLst>
          </p:cNvPr>
          <p:cNvSpPr>
            <a:spLocks noGrp="1"/>
          </p:cNvSpPr>
          <p:nvPr/>
        </p:nvSpPr>
        <p:spPr>
          <a:xfrm rot="0">
            <a:off x="6844168" y="7581900"/>
            <a:ext cx="76200" cy="76200"/>
          </a:xfrm>
          <a:prstGeom prst="ellipse">
            <a:avLst/>
          </a:prstGeom>
          <a:solidFill>
            <a:srgbClr val="FFFFFF"/>
          </a:solidFill>
          <a:ln w="17145">
            <a:solidFill>
              <a:srgbClr val="009E73"/>
            </a:solidFill>
            <a:prstDash val="solid"/>
          </a:ln>
        </p:spPr>
      </p:sp>
      <p:sp>
        <p:nvSpPr>
          <p:cNvPr id="203" name="text_049">
            <a:extLst>
              <a:ext uri="{FF2B5EF4-FFF2-40B4-BE49-F238E27FC236}">
                <ns2:creationId id="{1672EBC0-7C0D-4660-9BA4-6BB2BFA9592E}"/>
              </a:ext>
            </a:extLst>
          </p:cNvPr>
          <p:cNvSpPr>
            <a:spLocks noGrp="1"/>
          </p:cNvSpPr>
          <p:nvPr/>
        </p:nvSpPr>
        <p:spPr>
          <a:xfrm rot="0">
            <a:off x="6763034" y="6048375"/>
            <a:ext cx="228600" cy="200025"/>
          </a:xfrm>
          <a:prstGeom prst="rect">
            <a:avLst/>
          </a:prstGeom>
          <a:noFill/>
          <a:ln w="0">
            <a:noFill/>
            <a:prstDash val="solid"/>
          </a:ln>
        </p:spPr>
        <p:txBody>
          <a:bodyPr wrap="none" lIns="0" tIns="0" rIns="0" bIns="0" anchor="t">
            <a:noAutofit/>
          </a:bodyPr>
          <a:lstStyle>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a:pPr algn="l">
              <a:defRPr sz="1275" b="1">
                <a:solidFill>
                  <a:srgbClr val="000000"/>
                </a:solidFill>
                <a:latin typeface="Arial"/>
                <a:ea typeface="Arial"/>
                <a:cs typeface="Arial"/>
              </a:defRPr>
            </a:pPr>
            <a:r>
              <a:rPr sz="1275" b="1">
                <a:solidFill>
                  <a:srgbClr val="000000"/>
                </a:solidFill>
                <a:latin typeface="Arial"/>
                <a:ea typeface="Arial"/>
                <a:cs typeface="Arial"/>
              </a:rPr>
              <a:t>C</a:t>
            </a:r>
          </a:p>
        </p:txBody>
      </p:sp>
      <p:sp>
        <p:nvSpPr>
          <p:cNvPr id="204" name="text_050">
            <a:extLst>
              <a:ext uri="{FF2B5EF4-FFF2-40B4-BE49-F238E27FC236}">
                <ns2:creationId id="{63A34883-CB7A-4B7B-B690-3F1566D249A9}"/>
              </a:ext>
            </a:extLst>
          </p:cNvPr>
          <p:cNvSpPr>
            <a:spLocks noGrp="1"/>
          </p:cNvSpPr>
          <p:nvPr/>
        </p:nvSpPr>
        <p:spPr>
          <a:xfrm rot="0">
            <a:off x="4352925" y="7772400"/>
            <a:ext cx="3429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205" name="text_051">
            <a:extLst>
              <a:ext uri="{FF2B5EF4-FFF2-40B4-BE49-F238E27FC236}">
                <ns2:creationId id="{D92648FE-B163-495C-BE7D-44B8FCEAB296}"/>
              </a:ext>
            </a:extLst>
          </p:cNvPr>
          <p:cNvSpPr>
            <a:spLocks noGrp="1"/>
          </p:cNvSpPr>
          <p:nvPr/>
        </p:nvSpPr>
        <p:spPr>
          <a:xfrm rot="0">
            <a:off x="5781675" y="7772400"/>
            <a:ext cx="3429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0.5</a:t>
            </a:r>
          </a:p>
        </p:txBody>
      </p:sp>
      <p:sp>
        <p:nvSpPr>
          <p:cNvPr id="206" name="text_052">
            <a:extLst>
              <a:ext uri="{FF2B5EF4-FFF2-40B4-BE49-F238E27FC236}">
                <ns2:creationId id="{2E837758-8B84-4170-8865-05A9FFF513E8}"/>
              </a:ext>
            </a:extLst>
          </p:cNvPr>
          <p:cNvSpPr>
            <a:spLocks noGrp="1"/>
          </p:cNvSpPr>
          <p:nvPr/>
        </p:nvSpPr>
        <p:spPr>
          <a:xfrm rot="0">
            <a:off x="7210425" y="7772400"/>
            <a:ext cx="3429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207" name="text_053">
            <a:extLst>
              <a:ext uri="{FF2B5EF4-FFF2-40B4-BE49-F238E27FC236}">
                <ns2:creationId id="{4CD812BE-BF74-45FC-8F49-39B08A4D66CC}"/>
              </a:ext>
            </a:extLst>
          </p:cNvPr>
          <p:cNvSpPr>
            <a:spLocks noGrp="1"/>
          </p:cNvSpPr>
          <p:nvPr/>
        </p:nvSpPr>
        <p:spPr>
          <a:xfrm rot="0">
            <a:off x="4010025" y="8020050"/>
            <a:ext cx="3714750" cy="228600"/>
          </a:xfrm>
          <a:prstGeom prst="rect">
            <a:avLst/>
          </a:prstGeom>
          <a:noFill/>
          <a:ln w="0">
            <a:noFill/>
            <a:prstDash val="solid"/>
          </a:ln>
        </p:spPr>
        <p:txBody>
          <a:bodyPr wrap="none" lIns="0" tIns="0" rIns="0" bIns="0" anchor="t">
            <a:noAutofit/>
          </a:bodyPr>
          <a:lstStyle>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a:pPr algn="ctr">
              <a:defRPr sz="1275" b="0">
                <a:solidFill>
                  <a:srgbClr val="000000"/>
                </a:solidFill>
                <a:latin typeface="Arial"/>
                <a:ea typeface="Arial"/>
                <a:cs typeface="Arial"/>
              </a:defRPr>
            </a:pPr>
            <a:r>
              <a:rPr sz="1275" b="0">
                <a:solidFill>
                  <a:srgbClr val="000000"/>
                </a:solidFill>
                <a:latin typeface="Arial"/>
                <a:ea typeface="Arial"/>
                <a:cs typeface="Arial"/>
              </a:rPr>
              <a:t>Normalized x along fixed reference axis</a:t>
            </a:r>
          </a:p>
        </p:txBody>
      </p:sp>
      <p:sp>
        <p:nvSpPr>
          <p:cNvPr id="208" name="text_054">
            <a:extLst>
              <a:ext uri="{FF2B5EF4-FFF2-40B4-BE49-F238E27FC236}">
                <ns2:creationId id="{CD010770-2D93-48BA-B285-C5F1D2670940}"/>
              </a:ext>
            </a:extLst>
          </p:cNvPr>
          <p:cNvSpPr>
            <a:spLocks noGrp="1"/>
          </p:cNvSpPr>
          <p:nvPr/>
        </p:nvSpPr>
        <p:spPr>
          <a:xfrm rot="0">
            <a:off x="4010025" y="8439150"/>
            <a:ext cx="3762375" cy="219075"/>
          </a:xfrm>
          <a:prstGeom prst="rect">
            <a:avLst/>
          </a:prstGeom>
          <a:noFill/>
          <a:ln w="0">
            <a:noFill/>
            <a:prstDash val="solid"/>
          </a:ln>
        </p:spPr>
        <p:txBody>
          <a:bodyPr wrap="none" lIns="0" tIns="0" rIns="0" bIns="0" anchor="t">
            <a:noAutofit/>
          </a:bodyPr>
          <a:lstStyle>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a:pPr algn="l">
              <a:defRPr sz="1125" b="0">
                <a:solidFill>
                  <a:srgbClr val="000000"/>
                </a:solidFill>
                <a:latin typeface="Arial"/>
                <a:ea typeface="Arial"/>
                <a:cs typeface="Arial"/>
              </a:defRPr>
            </a:pPr>
            <a:r>
              <a:rPr sz="1125" b="0">
                <a:solidFill>
                  <a:srgbClr val="000000"/>
                </a:solidFill>
                <a:latin typeface="Arial"/>
                <a:ea typeface="Arial"/>
                <a:cs typeface="Arial"/>
              </a:rPr>
              <a:t>f86: H=11.24% L; NMLE(R2)=1.003%</a:t>
            </a:r>
          </a:p>
        </p:txBody>
      </p:sp>
      <p:sp>
        <p:nvSpPr>
          <p:cNvPr id="209" name="text_055">
            <a:extLst>
              <a:ext uri="{FF2B5EF4-FFF2-40B4-BE49-F238E27FC236}">
                <ns2:creationId id="{371D539D-58E7-4C95-A85D-3190BB0FCC4B}"/>
              </a:ext>
            </a:extLst>
          </p:cNvPr>
          <p:cNvSpPr>
            <a:spLocks noGrp="1"/>
          </p:cNvSpPr>
          <p:nvPr/>
        </p:nvSpPr>
        <p:spPr>
          <a:xfrm rot="0">
            <a:off x="7915275" y="5715000"/>
            <a:ext cx="3810000" cy="266700"/>
          </a:xfrm>
          <a:prstGeom prst="rect">
            <a:avLst/>
          </a:prstGeom>
          <a:noFill/>
          <a:ln w="0">
            <a:noFill/>
            <a:prstDash val="solid"/>
          </a:ln>
        </p:spPr>
        <p:txBody>
          <a:bodyPr wrap="none" lIns="0" tIns="0" rIns="0" bIns="0" anchor="t">
            <a:noAutofit/>
          </a:bodyPr>
          <a:lstStyle>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a:pPr algn="l">
              <a:defRPr sz="1650" b="1">
                <a:solidFill>
                  <a:srgbClr val="000000"/>
                </a:solidFill>
                <a:latin typeface="Arial"/>
                <a:ea typeface="Arial"/>
                <a:cs typeface="Arial"/>
              </a:defRPr>
            </a:pPr>
            <a:r>
              <a:rPr sz="1650" b="1">
                <a:solidFill>
                  <a:srgbClr val="000000"/>
                </a:solidFill>
                <a:latin typeface="Arial"/>
                <a:ea typeface="Arial"/>
                <a:cs typeface="Arial"/>
              </a:rPr>
              <a:t>(f) Saved scalar profiles, same frame</a:t>
            </a:r>
          </a:p>
        </p:txBody>
      </p:sp>
      <p:sp>
        <p:nvSpPr>
          <p:cNvPr id="210" name="rect_056">
            <a:extLst>
              <a:ext uri="{FF2B5EF4-FFF2-40B4-BE49-F238E27FC236}">
                <ns2:creationId id="{A1409A1C-7A48-4B37-8F0A-8D70AF17D889}"/>
              </a:ext>
            </a:extLst>
          </p:cNvPr>
          <p:cNvSpPr>
            <a:spLocks noGrp="1"/>
          </p:cNvSpPr>
          <p:nvPr/>
        </p:nvSpPr>
        <p:spPr>
          <a:xfrm rot="0">
            <a:off x="8524875" y="6200775"/>
            <a:ext cx="2924175" cy="1524000"/>
          </a:xfrm>
          <a:prstGeom prst="rect">
            <a:avLst/>
          </a:prstGeom>
          <a:noFill/>
          <a:ln w="6668">
            <a:solidFill>
              <a:srgbClr val="7B8790"/>
            </a:solidFill>
            <a:prstDash val="solid"/>
          </a:ln>
        </p:spPr>
      </p:sp>
      <p:sp>
        <p:nvSpPr>
          <p:cNvPr id="211" name="text_057">
            <a:extLst>
              <a:ext uri="{FF2B5EF4-FFF2-40B4-BE49-F238E27FC236}">
                <ns2:creationId id="{8D8DA81F-28E0-4B4C-98E1-BC2C7F1C14F3}"/>
              </a:ext>
            </a:extLst>
          </p:cNvPr>
          <p:cNvSpPr>
            <a:spLocks noGrp="1"/>
          </p:cNvSpPr>
          <p:nvPr/>
        </p:nvSpPr>
        <p:spPr>
          <a:xfrm rot="0">
            <a:off x="8296275"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212" name="line_058">
            <a:extLst>
              <a:ext uri="{FF2B5EF4-FFF2-40B4-BE49-F238E27FC236}">
                <ns2:creationId id="{C5FE29E2-995C-4ABE-8850-B829CC96B89D}"/>
              </a:ext>
            </a:extLst>
          </p:cNvPr>
          <p:cNvSpPr>
            <a:spLocks noGrp="1"/>
          </p:cNvSpPr>
          <p:nvPr/>
        </p:nvSpPr>
        <p:spPr>
          <a:xfrm>
            <a:off x="8524875" y="7724775"/>
            <a:ext cx="95" cy="38100"/>
          </a:xfrm>
          <a:custGeom>
            <a:pathLst>
              <a:path w="95" h="38100">
                <a:moveTo>
                  <a:pt x="0" y="0"/>
                </a:moveTo>
                <a:lnTo>
                  <a:pt x="0" y="38100"/>
                </a:lnTo>
              </a:path>
            </a:pathLst>
          </a:custGeom>
          <a:noFill/>
          <a:ln w="6668">
            <a:solidFill>
              <a:srgbClr val="000000"/>
            </a:solidFill>
            <a:prstDash val="solid"/>
          </a:ln>
        </p:spPr>
      </p:sp>
      <p:sp>
        <p:nvSpPr>
          <p:cNvPr id="213" name="text_059">
            <a:extLst>
              <a:ext uri="{FF2B5EF4-FFF2-40B4-BE49-F238E27FC236}">
                <ns2:creationId id="{E271F3AE-7DCF-4ED9-88CD-4795000FD6E8}"/>
              </a:ext>
            </a:extLst>
          </p:cNvPr>
          <p:cNvSpPr>
            <a:spLocks noGrp="1"/>
          </p:cNvSpPr>
          <p:nvPr/>
        </p:nvSpPr>
        <p:spPr>
          <a:xfrm rot="0">
            <a:off x="9758363"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0.5</a:t>
            </a:r>
          </a:p>
        </p:txBody>
      </p:sp>
      <p:sp>
        <p:nvSpPr>
          <p:cNvPr id="214" name="line_060">
            <a:extLst>
              <a:ext uri="{FF2B5EF4-FFF2-40B4-BE49-F238E27FC236}">
                <ns2:creationId id="{7E78C108-994B-4684-9348-C9BF780060C7}"/>
              </a:ext>
            </a:extLst>
          </p:cNvPr>
          <p:cNvSpPr>
            <a:spLocks noGrp="1"/>
          </p:cNvSpPr>
          <p:nvPr/>
        </p:nvSpPr>
        <p:spPr>
          <a:xfrm>
            <a:off x="9986963" y="7724775"/>
            <a:ext cx="95" cy="38100"/>
          </a:xfrm>
          <a:custGeom>
            <a:pathLst>
              <a:path w="95" h="38100">
                <a:moveTo>
                  <a:pt x="0" y="0"/>
                </a:moveTo>
                <a:lnTo>
                  <a:pt x="0" y="38100"/>
                </a:lnTo>
              </a:path>
            </a:pathLst>
          </a:custGeom>
          <a:noFill/>
          <a:ln w="6668">
            <a:solidFill>
              <a:srgbClr val="000000"/>
            </a:solidFill>
            <a:prstDash val="solid"/>
          </a:ln>
        </p:spPr>
      </p:sp>
      <p:sp>
        <p:nvSpPr>
          <p:cNvPr id="215" name="text_061">
            <a:extLst>
              <a:ext uri="{FF2B5EF4-FFF2-40B4-BE49-F238E27FC236}">
                <ns2:creationId id="{24A7B85D-15D6-414D-A72F-AA5763FF1429}"/>
              </a:ext>
            </a:extLst>
          </p:cNvPr>
          <p:cNvSpPr>
            <a:spLocks noGrp="1"/>
          </p:cNvSpPr>
          <p:nvPr/>
        </p:nvSpPr>
        <p:spPr>
          <a:xfrm rot="0">
            <a:off x="11220450" y="7772400"/>
            <a:ext cx="457200" cy="200025"/>
          </a:xfrm>
          <a:prstGeom prst="rect">
            <a:avLst/>
          </a:prstGeom>
          <a:noFill/>
          <a:ln w="0">
            <a:noFill/>
            <a:prstDash val="solid"/>
          </a:ln>
        </p:spPr>
        <p:txBody>
          <a:bodyPr wrap="none" lIns="0" tIns="0" rIns="0" bIns="0" anchor="t">
            <a:noAutofit/>
          </a:bodyPr>
          <a:lstStyle>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a:pPr algn="ctr">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216" name="line_062">
            <a:extLst>
              <a:ext uri="{FF2B5EF4-FFF2-40B4-BE49-F238E27FC236}">
                <ns2:creationId id="{C0848030-C3FB-4438-B4BF-BC59A5F7DD64}"/>
              </a:ext>
            </a:extLst>
          </p:cNvPr>
          <p:cNvSpPr>
            <a:spLocks noGrp="1"/>
          </p:cNvSpPr>
          <p:nvPr/>
        </p:nvSpPr>
        <p:spPr>
          <a:xfrm>
            <a:off x="11449050" y="7724775"/>
            <a:ext cx="95" cy="38100"/>
          </a:xfrm>
          <a:custGeom>
            <a:pathLst>
              <a:path w="95" h="38100">
                <a:moveTo>
                  <a:pt x="0" y="0"/>
                </a:moveTo>
                <a:lnTo>
                  <a:pt x="0" y="38100"/>
                </a:lnTo>
              </a:path>
            </a:pathLst>
          </a:custGeom>
          <a:noFill/>
          <a:ln w="6668">
            <a:solidFill>
              <a:srgbClr val="000000"/>
            </a:solidFill>
            <a:prstDash val="solid"/>
          </a:ln>
        </p:spPr>
      </p:sp>
      <p:sp>
        <p:nvSpPr>
          <p:cNvPr id="217" name="text_063">
            <a:extLst>
              <a:ext uri="{FF2B5EF4-FFF2-40B4-BE49-F238E27FC236}">
                <ns2:creationId id="{D75A5F28-204E-4CE5-B933-883B9B68ECEE}"/>
              </a:ext>
            </a:extLst>
          </p:cNvPr>
          <p:cNvSpPr>
            <a:spLocks noGrp="1"/>
          </p:cNvSpPr>
          <p:nvPr/>
        </p:nvSpPr>
        <p:spPr>
          <a:xfrm rot="0">
            <a:off x="8001000" y="7638597"/>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-2.11</a:t>
            </a:r>
          </a:p>
        </p:txBody>
      </p:sp>
      <p:sp>
        <p:nvSpPr>
          <p:cNvPr id="218" name="line_064">
            <a:extLst>
              <a:ext uri="{FF2B5EF4-FFF2-40B4-BE49-F238E27FC236}">
                <ns2:creationId id="{0D0C371E-ECE0-41C8-94B1-07727FAA72C7}"/>
              </a:ext>
            </a:extLst>
          </p:cNvPr>
          <p:cNvSpPr>
            <a:spLocks noGrp="1"/>
          </p:cNvSpPr>
          <p:nvPr/>
        </p:nvSpPr>
        <p:spPr>
          <a:xfrm>
            <a:off x="8486775" y="7724322"/>
            <a:ext cx="38100" cy="95"/>
          </a:xfrm>
          <a:custGeom>
            <a:pathLst>
              <a:path w="38100" h="95">
                <a:moveTo>
                  <a:pt x="0" y="0"/>
                </a:moveTo>
                <a:lnTo>
                  <a:pt x="38100" y="0"/>
                </a:lnTo>
              </a:path>
            </a:pathLst>
          </a:custGeom>
          <a:noFill/>
          <a:ln w="6668">
            <a:solidFill>
              <a:srgbClr val="000000"/>
            </a:solidFill>
            <a:prstDash val="solid"/>
          </a:ln>
        </p:spPr>
      </p:sp>
      <p:sp>
        <p:nvSpPr>
          <p:cNvPr id="219" name="text_065">
            <a:extLst>
              <a:ext uri="{FF2B5EF4-FFF2-40B4-BE49-F238E27FC236}">
                <ns2:creationId id="{A68BF60D-BA27-4D0E-BCB2-BC5BF920B4F6}"/>
              </a:ext>
            </a:extLst>
          </p:cNvPr>
          <p:cNvSpPr>
            <a:spLocks noGrp="1"/>
          </p:cNvSpPr>
          <p:nvPr/>
        </p:nvSpPr>
        <p:spPr>
          <a:xfrm rot="0">
            <a:off x="8001000" y="7217971"/>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220" name="line_066">
            <a:extLst>
              <a:ext uri="{FF2B5EF4-FFF2-40B4-BE49-F238E27FC236}">
                <ns2:creationId id="{17413A31-C99A-40F1-B306-E285AFAC8DB3}"/>
              </a:ext>
            </a:extLst>
          </p:cNvPr>
          <p:cNvSpPr>
            <a:spLocks noGrp="1"/>
          </p:cNvSpPr>
          <p:nvPr/>
        </p:nvSpPr>
        <p:spPr>
          <a:xfrm>
            <a:off x="8486775" y="7303696"/>
            <a:ext cx="38100" cy="95"/>
          </a:xfrm>
          <a:custGeom>
            <a:pathLst>
              <a:path w="38100" h="95">
                <a:moveTo>
                  <a:pt x="0" y="0"/>
                </a:moveTo>
                <a:lnTo>
                  <a:pt x="38100" y="0"/>
                </a:lnTo>
              </a:path>
            </a:pathLst>
          </a:custGeom>
          <a:noFill/>
          <a:ln w="6668">
            <a:solidFill>
              <a:srgbClr val="000000"/>
            </a:solidFill>
            <a:prstDash val="solid"/>
          </a:ln>
        </p:spPr>
      </p:sp>
      <p:sp>
        <p:nvSpPr>
          <p:cNvPr id="221" name="text_067">
            <a:extLst>
              <a:ext uri="{FF2B5EF4-FFF2-40B4-BE49-F238E27FC236}">
                <ns2:creationId id="{AC0EDB2A-BBC5-47D6-9A3A-4DAFAE2B9E3B}"/>
              </a:ext>
            </a:extLst>
          </p:cNvPr>
          <p:cNvSpPr>
            <a:spLocks noGrp="1"/>
          </p:cNvSpPr>
          <p:nvPr/>
        </p:nvSpPr>
        <p:spPr>
          <a:xfrm rot="0">
            <a:off x="8001000" y="6115574"/>
            <a:ext cx="457200" cy="200025"/>
          </a:xfrm>
          <a:prstGeom prst="rect">
            <a:avLst/>
          </a:prstGeom>
          <a:noFill/>
          <a:ln w="0">
            <a:noFill/>
            <a:prstDash val="solid"/>
          </a:ln>
        </p:spPr>
        <p:txBody>
          <a:bodyPr wrap="none" lIns="0" tIns="0" rIns="0" bIns="0" anchor="t">
            <a:noAutofit/>
          </a:bodyPr>
          <a:lstStyle>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5.53</a:t>
            </a:r>
          </a:p>
        </p:txBody>
      </p:sp>
      <p:sp>
        <p:nvSpPr>
          <p:cNvPr id="222" name="line_068">
            <a:extLst>
              <a:ext uri="{FF2B5EF4-FFF2-40B4-BE49-F238E27FC236}">
                <ns2:creationId id="{2EF0C38F-FE42-4B9C-A9E9-018AD974F0F2}"/>
              </a:ext>
            </a:extLst>
          </p:cNvPr>
          <p:cNvSpPr>
            <a:spLocks noGrp="1"/>
          </p:cNvSpPr>
          <p:nvPr/>
        </p:nvSpPr>
        <p:spPr>
          <a:xfrm>
            <a:off x="8486775" y="6201299"/>
            <a:ext cx="38100" cy="95"/>
          </a:xfrm>
          <a:custGeom>
            <a:pathLst>
              <a:path w="38100" h="95">
                <a:moveTo>
                  <a:pt x="0" y="0"/>
                </a:moveTo>
                <a:lnTo>
                  <a:pt x="38100" y="0"/>
                </a:lnTo>
              </a:path>
            </a:pathLst>
          </a:custGeom>
          <a:noFill/>
          <a:ln w="6668">
            <a:solidFill>
              <a:srgbClr val="000000"/>
            </a:solidFill>
            <a:prstDash val="solid"/>
          </a:ln>
        </p:spPr>
      </p:sp>
      <p:sp>
        <p:nvSpPr>
          <p:cNvPr id="223" name="text_069">
            <a:extLst>
              <a:ext uri="{FF2B5EF4-FFF2-40B4-BE49-F238E27FC236}">
                <ns2:creationId id="{A3774B5B-753E-425B-B9F5-94349B2B476E}"/>
              </a:ext>
            </a:extLst>
          </p:cNvPr>
          <p:cNvSpPr>
            <a:spLocks noGrp="1"/>
          </p:cNvSpPr>
          <p:nvPr/>
        </p:nvSpPr>
        <p:spPr>
          <a:xfrm rot="0">
            <a:off x="8524875" y="8010525"/>
            <a:ext cx="2924175" cy="228600"/>
          </a:xfrm>
          <a:prstGeom prst="rect">
            <a:avLst/>
          </a:prstGeom>
          <a:noFill/>
          <a:ln w="0">
            <a:noFill/>
            <a:prstDash val="solid"/>
          </a:ln>
        </p:spPr>
        <p:txBody>
          <a:bodyPr wrap="none" lIns="0" tIns="0" rIns="0" bIns="0" anchor="t">
            <a:noAutofit/>
          </a:bodyPr>
          <a:lstStyle>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a:pPr algn="ctr">
              <a:defRPr sz="1275" b="0">
                <a:solidFill>
                  <a:srgbClr val="000000"/>
                </a:solidFill>
                <a:latin typeface="Arial"/>
                <a:ea typeface="Arial"/>
                <a:cs typeface="Arial"/>
              </a:defRPr>
            </a:pPr>
            <a:r>
              <a:rPr sz="1275" b="0">
                <a:solidFill>
                  <a:srgbClr val="000000"/>
                </a:solidFill>
                <a:latin typeface="Arial"/>
                <a:ea typeface="Arial"/>
                <a:cs typeface="Arial"/>
              </a:rPr>
              <a:t>Normalized reference coordinate</a:t>
            </a:r>
          </a:p>
        </p:txBody>
      </p:sp>
      <p:sp>
        <p:nvSpPr>
          <p:cNvPr id="224" name="complete_saved_P_Q_profile">
            <a:extLst>
              <a:ext uri="{FF2B5EF4-FFF2-40B4-BE49-F238E27FC236}">
                <ns2:creationId id="{4EFEC1EF-9D7A-4249-9CF0-8C60982AB9F3}"/>
              </a:ext>
            </a:extLst>
          </p:cNvPr>
          <p:cNvSpPr>
            <a:spLocks noGrp="1"/>
          </p:cNvSpPr>
          <p:nvPr/>
        </p:nvSpPr>
        <p:spPr>
          <a:xfrm>
            <a:off x="8524875" y="6200775"/>
            <a:ext cx="2924175" cy="1524000"/>
          </a:xfrm>
          <a:custGeom>
            <a:pathLst>
              <a:path w="2924175" h="1524000">
                <a:moveTo>
                  <a:pt x="0" y="1524000"/>
                </a:moveTo>
                <a:lnTo>
                  <a:pt x="2499" y="1274395"/>
                </a:lnTo>
                <a:lnTo>
                  <a:pt x="6425" y="1199462"/>
                </a:lnTo>
                <a:lnTo>
                  <a:pt x="15617" y="1147112"/>
                </a:lnTo>
                <a:lnTo>
                  <a:pt x="19544" y="1139103"/>
                </a:lnTo>
                <a:lnTo>
                  <a:pt x="30431" y="1128165"/>
                </a:lnTo>
                <a:lnTo>
                  <a:pt x="47655" y="1120415"/>
                </a:lnTo>
                <a:lnTo>
                  <a:pt x="69698" y="1116311"/>
                </a:lnTo>
                <a:lnTo>
                  <a:pt x="156351" y="1111314"/>
                </a:lnTo>
                <a:lnTo>
                  <a:pt x="531968" y="1102951"/>
                </a:lnTo>
                <a:lnTo>
                  <a:pt x="532147" y="1006382"/>
                </a:lnTo>
                <a:lnTo>
                  <a:pt x="532236" y="1102939"/>
                </a:lnTo>
                <a:lnTo>
                  <a:pt x="541874" y="1102921"/>
                </a:lnTo>
                <a:lnTo>
                  <a:pt x="542053" y="1071372"/>
                </a:lnTo>
                <a:lnTo>
                  <a:pt x="542410" y="1102921"/>
                </a:lnTo>
                <a:lnTo>
                  <a:pt x="548121" y="1100760"/>
                </a:lnTo>
                <a:lnTo>
                  <a:pt x="550263" y="1096131"/>
                </a:lnTo>
                <a:lnTo>
                  <a:pt x="552137" y="1057084"/>
                </a:lnTo>
                <a:lnTo>
                  <a:pt x="552940" y="229346"/>
                </a:lnTo>
                <a:lnTo>
                  <a:pt x="554100" y="999632"/>
                </a:lnTo>
                <a:lnTo>
                  <a:pt x="555439" y="1057052"/>
                </a:lnTo>
                <a:lnTo>
                  <a:pt x="562043" y="1039785"/>
                </a:lnTo>
                <a:lnTo>
                  <a:pt x="562310" y="1031419"/>
                </a:lnTo>
                <a:lnTo>
                  <a:pt x="565166" y="807359"/>
                </a:lnTo>
                <a:lnTo>
                  <a:pt x="565345" y="0"/>
                </a:lnTo>
                <a:lnTo>
                  <a:pt x="565523" y="344437"/>
                </a:lnTo>
                <a:lnTo>
                  <a:pt x="570431" y="807287"/>
                </a:lnTo>
                <a:lnTo>
                  <a:pt x="575429" y="157095"/>
                </a:lnTo>
                <a:lnTo>
                  <a:pt x="577838" y="1039831"/>
                </a:lnTo>
                <a:lnTo>
                  <a:pt x="585246" y="1002132"/>
                </a:lnTo>
                <a:lnTo>
                  <a:pt x="585424" y="925782"/>
                </a:lnTo>
                <a:lnTo>
                  <a:pt x="585513" y="999541"/>
                </a:lnTo>
                <a:lnTo>
                  <a:pt x="590868" y="956896"/>
                </a:lnTo>
                <a:lnTo>
                  <a:pt x="595062" y="898950"/>
                </a:lnTo>
                <a:lnTo>
                  <a:pt x="595151" y="853211"/>
                </a:lnTo>
                <a:lnTo>
                  <a:pt x="595241" y="898333"/>
                </a:lnTo>
                <a:lnTo>
                  <a:pt x="604879" y="896986"/>
                </a:lnTo>
                <a:lnTo>
                  <a:pt x="604968" y="854437"/>
                </a:lnTo>
                <a:lnTo>
                  <a:pt x="605057" y="896281"/>
                </a:lnTo>
                <a:lnTo>
                  <a:pt x="610144" y="867579"/>
                </a:lnTo>
                <a:lnTo>
                  <a:pt x="614606" y="825158"/>
                </a:lnTo>
                <a:lnTo>
                  <a:pt x="614784" y="750847"/>
                </a:lnTo>
                <a:lnTo>
                  <a:pt x="614963" y="824562"/>
                </a:lnTo>
                <a:lnTo>
                  <a:pt x="619871" y="824850"/>
                </a:lnTo>
                <a:lnTo>
                  <a:pt x="624779" y="750663"/>
                </a:lnTo>
                <a:lnTo>
                  <a:pt x="629420" y="1001441"/>
                </a:lnTo>
                <a:lnTo>
                  <a:pt x="634596" y="927551"/>
                </a:lnTo>
                <a:lnTo>
                  <a:pt x="634864" y="581205"/>
                </a:lnTo>
                <a:lnTo>
                  <a:pt x="635488" y="927422"/>
                </a:lnTo>
                <a:lnTo>
                  <a:pt x="640397" y="927436"/>
                </a:lnTo>
                <a:lnTo>
                  <a:pt x="645216" y="870580"/>
                </a:lnTo>
                <a:lnTo>
                  <a:pt x="645483" y="533202"/>
                </a:lnTo>
                <a:lnTo>
                  <a:pt x="645751" y="893369"/>
                </a:lnTo>
                <a:lnTo>
                  <a:pt x="648339" y="946948"/>
                </a:lnTo>
                <a:lnTo>
                  <a:pt x="657353" y="997570"/>
                </a:lnTo>
                <a:lnTo>
                  <a:pt x="677075" y="1049987"/>
                </a:lnTo>
                <a:lnTo>
                  <a:pt x="677253" y="1011423"/>
                </a:lnTo>
                <a:lnTo>
                  <a:pt x="677343" y="1049997"/>
                </a:lnTo>
                <a:lnTo>
                  <a:pt x="686892" y="1055185"/>
                </a:lnTo>
                <a:lnTo>
                  <a:pt x="686981" y="1014790"/>
                </a:lnTo>
                <a:lnTo>
                  <a:pt x="687070" y="1055185"/>
                </a:lnTo>
                <a:lnTo>
                  <a:pt x="718483" y="1072409"/>
                </a:lnTo>
                <a:lnTo>
                  <a:pt x="739544" y="1061229"/>
                </a:lnTo>
                <a:lnTo>
                  <a:pt x="739722" y="978725"/>
                </a:lnTo>
                <a:lnTo>
                  <a:pt x="739812" y="1061212"/>
                </a:lnTo>
                <a:lnTo>
                  <a:pt x="784611" y="1059122"/>
                </a:lnTo>
                <a:lnTo>
                  <a:pt x="784789" y="986910"/>
                </a:lnTo>
                <a:lnTo>
                  <a:pt x="784879" y="1059120"/>
                </a:lnTo>
                <a:lnTo>
                  <a:pt x="1005751" y="1040487"/>
                </a:lnTo>
                <a:lnTo>
                  <a:pt x="1006465" y="984750"/>
                </a:lnTo>
                <a:lnTo>
                  <a:pt x="1006733" y="1040409"/>
                </a:lnTo>
                <a:lnTo>
                  <a:pt x="1016282" y="1040389"/>
                </a:lnTo>
                <a:lnTo>
                  <a:pt x="1016549" y="984675"/>
                </a:lnTo>
                <a:lnTo>
                  <a:pt x="1016906" y="1040333"/>
                </a:lnTo>
                <a:lnTo>
                  <a:pt x="1031274" y="1040389"/>
                </a:lnTo>
                <a:lnTo>
                  <a:pt x="1038414" y="1023515"/>
                </a:lnTo>
                <a:lnTo>
                  <a:pt x="1045553" y="1017890"/>
                </a:lnTo>
                <a:lnTo>
                  <a:pt x="1047070" y="910945"/>
                </a:lnTo>
                <a:lnTo>
                  <a:pt x="1049837" y="1040376"/>
                </a:lnTo>
                <a:lnTo>
                  <a:pt x="1068220" y="1068981"/>
                </a:lnTo>
                <a:lnTo>
                  <a:pt x="1076252" y="1048148"/>
                </a:lnTo>
                <a:lnTo>
                  <a:pt x="1083570" y="1001233"/>
                </a:lnTo>
                <a:lnTo>
                  <a:pt x="1083748" y="837440"/>
                </a:lnTo>
                <a:lnTo>
                  <a:pt x="1084284" y="1001071"/>
                </a:lnTo>
                <a:lnTo>
                  <a:pt x="1126763" y="996212"/>
                </a:lnTo>
                <a:lnTo>
                  <a:pt x="1127030" y="840719"/>
                </a:lnTo>
                <a:lnTo>
                  <a:pt x="1127387" y="995219"/>
                </a:lnTo>
                <a:lnTo>
                  <a:pt x="1435895" y="995482"/>
                </a:lnTo>
                <a:lnTo>
                  <a:pt x="1436074" y="936068"/>
                </a:lnTo>
                <a:lnTo>
                  <a:pt x="1436520" y="1001043"/>
                </a:lnTo>
                <a:lnTo>
                  <a:pt x="1445801" y="1064154"/>
                </a:lnTo>
                <a:lnTo>
                  <a:pt x="1446247" y="967723"/>
                </a:lnTo>
                <a:lnTo>
                  <a:pt x="1447407" y="1064116"/>
                </a:lnTo>
                <a:lnTo>
                  <a:pt x="1457045" y="1065406"/>
                </a:lnTo>
                <a:lnTo>
                  <a:pt x="1457492" y="967525"/>
                </a:lnTo>
                <a:lnTo>
                  <a:pt x="1458741" y="1065409"/>
                </a:lnTo>
                <a:lnTo>
                  <a:pt x="1566902" y="1073415"/>
                </a:lnTo>
                <a:lnTo>
                  <a:pt x="1568062" y="982527"/>
                </a:lnTo>
                <a:lnTo>
                  <a:pt x="1568597" y="1073431"/>
                </a:lnTo>
                <a:lnTo>
                  <a:pt x="1578146" y="1073739"/>
                </a:lnTo>
                <a:lnTo>
                  <a:pt x="1578592" y="983600"/>
                </a:lnTo>
                <a:lnTo>
                  <a:pt x="1579842" y="1073717"/>
                </a:lnTo>
                <a:lnTo>
                  <a:pt x="1834358" y="1087962"/>
                </a:lnTo>
                <a:lnTo>
                  <a:pt x="1854170" y="1083254"/>
                </a:lnTo>
                <a:lnTo>
                  <a:pt x="1856312" y="888722"/>
                </a:lnTo>
                <a:lnTo>
                  <a:pt x="1857026" y="1048686"/>
                </a:lnTo>
                <a:lnTo>
                  <a:pt x="1861934" y="1083203"/>
                </a:lnTo>
                <a:lnTo>
                  <a:pt x="1866753" y="1044997"/>
                </a:lnTo>
                <a:lnTo>
                  <a:pt x="1867467" y="897531"/>
                </a:lnTo>
                <a:lnTo>
                  <a:pt x="1868716" y="1067258"/>
                </a:lnTo>
                <a:lnTo>
                  <a:pt x="1869609" y="1083123"/>
                </a:lnTo>
                <a:lnTo>
                  <a:pt x="1875231" y="1087983"/>
                </a:lnTo>
                <a:lnTo>
                  <a:pt x="1947873" y="1096042"/>
                </a:lnTo>
                <a:lnTo>
                  <a:pt x="1962063" y="1095205"/>
                </a:lnTo>
                <a:lnTo>
                  <a:pt x="1966257" y="1075642"/>
                </a:lnTo>
                <a:lnTo>
                  <a:pt x="1967417" y="1014281"/>
                </a:lnTo>
                <a:lnTo>
                  <a:pt x="1970005" y="1095209"/>
                </a:lnTo>
                <a:lnTo>
                  <a:pt x="1979554" y="1095108"/>
                </a:lnTo>
                <a:lnTo>
                  <a:pt x="1981696" y="1014324"/>
                </a:lnTo>
                <a:lnTo>
                  <a:pt x="1983213" y="1081252"/>
                </a:lnTo>
                <a:lnTo>
                  <a:pt x="1987497" y="1095107"/>
                </a:lnTo>
                <a:lnTo>
                  <a:pt x="2261289" y="1092203"/>
                </a:lnTo>
                <a:lnTo>
                  <a:pt x="2516520" y="1082893"/>
                </a:lnTo>
                <a:lnTo>
                  <a:pt x="2517680" y="1033748"/>
                </a:lnTo>
                <a:lnTo>
                  <a:pt x="2518126" y="1082884"/>
                </a:lnTo>
                <a:lnTo>
                  <a:pt x="2527764" y="1082402"/>
                </a:lnTo>
                <a:lnTo>
                  <a:pt x="2528835" y="1035484"/>
                </a:lnTo>
                <a:lnTo>
                  <a:pt x="2529192" y="1070931"/>
                </a:lnTo>
                <a:lnTo>
                  <a:pt x="2534101" y="1082481"/>
                </a:lnTo>
                <a:lnTo>
                  <a:pt x="2538920" y="1082391"/>
                </a:lnTo>
                <a:lnTo>
                  <a:pt x="2539812" y="946660"/>
                </a:lnTo>
                <a:lnTo>
                  <a:pt x="2540437" y="1091428"/>
                </a:lnTo>
                <a:lnTo>
                  <a:pt x="2541151" y="1096130"/>
                </a:lnTo>
                <a:lnTo>
                  <a:pt x="2547219" y="1101112"/>
                </a:lnTo>
                <a:lnTo>
                  <a:pt x="2550253" y="946257"/>
                </a:lnTo>
                <a:lnTo>
                  <a:pt x="2551503" y="1059764"/>
                </a:lnTo>
                <a:lnTo>
                  <a:pt x="2556411" y="1059797"/>
                </a:lnTo>
                <a:lnTo>
                  <a:pt x="2561230" y="1023114"/>
                </a:lnTo>
                <a:lnTo>
                  <a:pt x="2561587" y="951659"/>
                </a:lnTo>
                <a:lnTo>
                  <a:pt x="2562479" y="1054011"/>
                </a:lnTo>
                <a:lnTo>
                  <a:pt x="2566584" y="1099534"/>
                </a:lnTo>
                <a:lnTo>
                  <a:pt x="2572385" y="1090747"/>
                </a:lnTo>
                <a:lnTo>
                  <a:pt x="2574170" y="998513"/>
                </a:lnTo>
                <a:lnTo>
                  <a:pt x="2575241" y="1069189"/>
                </a:lnTo>
                <a:lnTo>
                  <a:pt x="2579346" y="1090729"/>
                </a:lnTo>
                <a:lnTo>
                  <a:pt x="2584254" y="1090739"/>
                </a:lnTo>
                <a:lnTo>
                  <a:pt x="2589073" y="1079632"/>
                </a:lnTo>
                <a:lnTo>
                  <a:pt x="2590858" y="1000546"/>
                </a:lnTo>
                <a:lnTo>
                  <a:pt x="2592286" y="1075634"/>
                </a:lnTo>
                <a:lnTo>
                  <a:pt x="2596213" y="1090738"/>
                </a:lnTo>
                <a:lnTo>
                  <a:pt x="2708121" y="1097843"/>
                </a:lnTo>
                <a:lnTo>
                  <a:pt x="2801646" y="1100571"/>
                </a:lnTo>
                <a:lnTo>
                  <a:pt x="2806109" y="1092615"/>
                </a:lnTo>
                <a:lnTo>
                  <a:pt x="2813159" y="1057310"/>
                </a:lnTo>
                <a:lnTo>
                  <a:pt x="2815568" y="976780"/>
                </a:lnTo>
                <a:lnTo>
                  <a:pt x="2820476" y="1012217"/>
                </a:lnTo>
                <a:lnTo>
                  <a:pt x="2825295" y="975374"/>
                </a:lnTo>
                <a:lnTo>
                  <a:pt x="2825920" y="1100738"/>
                </a:lnTo>
                <a:lnTo>
                  <a:pt x="2835023" y="1101998"/>
                </a:lnTo>
                <a:lnTo>
                  <a:pt x="2839931" y="1060895"/>
                </a:lnTo>
                <a:lnTo>
                  <a:pt x="2840734" y="986254"/>
                </a:lnTo>
                <a:lnTo>
                  <a:pt x="2841537" y="1061093"/>
                </a:lnTo>
                <a:lnTo>
                  <a:pt x="2846356" y="1091321"/>
                </a:lnTo>
                <a:lnTo>
                  <a:pt x="2851979" y="1099152"/>
                </a:lnTo>
                <a:lnTo>
                  <a:pt x="2869559" y="1102911"/>
                </a:lnTo>
                <a:lnTo>
                  <a:pt x="2923997" y="1103148"/>
                </a:lnTo>
                <a:lnTo>
                  <a:pt x="2924175" y="1070118"/>
                </a:lnTo>
              </a:path>
            </a:pathLst>
          </a:custGeom>
          <a:noFill/>
          <a:ln w="13335">
            <a:solidFill>
              <a:srgbClr val="0072B2"/>
            </a:solidFill>
            <a:prstDash val="dash"/>
          </a:ln>
        </p:spPr>
      </p:sp>
      <p:sp>
        <p:nvSpPr>
          <p:cNvPr id="225" name="complete_saved_R2_Q_profile">
            <a:extLst>
              <a:ext uri="{FF2B5EF4-FFF2-40B4-BE49-F238E27FC236}">
                <ns2:creationId id="{B3B7CB51-51A7-4246-A8C9-BFE6953DC349}"/>
              </a:ext>
            </a:extLst>
          </p:cNvPr>
          <p:cNvSpPr>
            <a:spLocks noGrp="1"/>
          </p:cNvSpPr>
          <p:nvPr/>
        </p:nvSpPr>
        <p:spPr>
          <a:xfrm>
            <a:off x="8524875" y="6200775"/>
            <a:ext cx="2924175" cy="1524000"/>
          </a:xfrm>
          <a:custGeom>
            <a:pathLst>
              <a:path w="2924175" h="1524000">
                <a:moveTo>
                  <a:pt x="0" y="1524000"/>
                </a:moveTo>
                <a:lnTo>
                  <a:pt x="2142" y="1200306"/>
                </a:lnTo>
                <a:lnTo>
                  <a:pt x="5176" y="1147783"/>
                </a:lnTo>
                <a:lnTo>
                  <a:pt x="10263" y="1128110"/>
                </a:lnTo>
                <a:lnTo>
                  <a:pt x="16063" y="1120384"/>
                </a:lnTo>
                <a:lnTo>
                  <a:pt x="24452" y="1115935"/>
                </a:lnTo>
                <a:lnTo>
                  <a:pt x="58185" y="1110526"/>
                </a:lnTo>
                <a:lnTo>
                  <a:pt x="122172" y="1105208"/>
                </a:lnTo>
                <a:lnTo>
                  <a:pt x="214983" y="1101849"/>
                </a:lnTo>
                <a:lnTo>
                  <a:pt x="224085" y="1098116"/>
                </a:lnTo>
                <a:lnTo>
                  <a:pt x="228280" y="1087979"/>
                </a:lnTo>
                <a:lnTo>
                  <a:pt x="230778" y="1072409"/>
                </a:lnTo>
                <a:lnTo>
                  <a:pt x="232742" y="996564"/>
                </a:lnTo>
                <a:lnTo>
                  <a:pt x="233813" y="229135"/>
                </a:lnTo>
                <a:lnTo>
                  <a:pt x="234705" y="1108708"/>
                </a:lnTo>
                <a:lnTo>
                  <a:pt x="234794" y="1057064"/>
                </a:lnTo>
                <a:lnTo>
                  <a:pt x="241309" y="1037402"/>
                </a:lnTo>
                <a:lnTo>
                  <a:pt x="244254" y="807359"/>
                </a:lnTo>
                <a:lnTo>
                  <a:pt x="244432" y="0"/>
                </a:lnTo>
                <a:lnTo>
                  <a:pt x="244700" y="344437"/>
                </a:lnTo>
                <a:lnTo>
                  <a:pt x="248448" y="489587"/>
                </a:lnTo>
                <a:lnTo>
                  <a:pt x="251393" y="858917"/>
                </a:lnTo>
                <a:lnTo>
                  <a:pt x="254517" y="342718"/>
                </a:lnTo>
                <a:lnTo>
                  <a:pt x="258176" y="157095"/>
                </a:lnTo>
                <a:lnTo>
                  <a:pt x="259514" y="1039785"/>
                </a:lnTo>
                <a:lnTo>
                  <a:pt x="263619" y="1072409"/>
                </a:lnTo>
                <a:lnTo>
                  <a:pt x="276292" y="1091438"/>
                </a:lnTo>
                <a:lnTo>
                  <a:pt x="358304" y="1091461"/>
                </a:lnTo>
                <a:lnTo>
                  <a:pt x="358483" y="1071372"/>
                </a:lnTo>
                <a:lnTo>
                  <a:pt x="358572" y="1091461"/>
                </a:lnTo>
                <a:lnTo>
                  <a:pt x="443976" y="1091461"/>
                </a:lnTo>
                <a:lnTo>
                  <a:pt x="449866" y="1084609"/>
                </a:lnTo>
                <a:lnTo>
                  <a:pt x="457184" y="1072409"/>
                </a:lnTo>
                <a:lnTo>
                  <a:pt x="465305" y="1002132"/>
                </a:lnTo>
                <a:lnTo>
                  <a:pt x="467625" y="854437"/>
                </a:lnTo>
                <a:lnTo>
                  <a:pt x="467804" y="898285"/>
                </a:lnTo>
                <a:lnTo>
                  <a:pt x="475835" y="947911"/>
                </a:lnTo>
                <a:lnTo>
                  <a:pt x="489311" y="947911"/>
                </a:lnTo>
                <a:lnTo>
                  <a:pt x="489400" y="925782"/>
                </a:lnTo>
                <a:lnTo>
                  <a:pt x="489489" y="947911"/>
                </a:lnTo>
                <a:lnTo>
                  <a:pt x="495558" y="947911"/>
                </a:lnTo>
                <a:lnTo>
                  <a:pt x="499217" y="853211"/>
                </a:lnTo>
                <a:lnTo>
                  <a:pt x="499306" y="947911"/>
                </a:lnTo>
                <a:lnTo>
                  <a:pt x="499395" y="898285"/>
                </a:lnTo>
                <a:lnTo>
                  <a:pt x="509926" y="867266"/>
                </a:lnTo>
                <a:lnTo>
                  <a:pt x="518582" y="824562"/>
                </a:lnTo>
                <a:lnTo>
                  <a:pt x="518761" y="750847"/>
                </a:lnTo>
                <a:lnTo>
                  <a:pt x="522955" y="804888"/>
                </a:lnTo>
                <a:lnTo>
                  <a:pt x="523669" y="876481"/>
                </a:lnTo>
                <a:lnTo>
                  <a:pt x="524204" y="810156"/>
                </a:lnTo>
                <a:lnTo>
                  <a:pt x="528577" y="750663"/>
                </a:lnTo>
                <a:lnTo>
                  <a:pt x="531165" y="875593"/>
                </a:lnTo>
                <a:lnTo>
                  <a:pt x="538751" y="956425"/>
                </a:lnTo>
                <a:lnTo>
                  <a:pt x="546604" y="1002132"/>
                </a:lnTo>
                <a:lnTo>
                  <a:pt x="546693" y="1053801"/>
                </a:lnTo>
                <a:lnTo>
                  <a:pt x="546782" y="1002131"/>
                </a:lnTo>
                <a:lnTo>
                  <a:pt x="559901" y="967201"/>
                </a:lnTo>
                <a:lnTo>
                  <a:pt x="569182" y="927422"/>
                </a:lnTo>
                <a:lnTo>
                  <a:pt x="569807" y="581205"/>
                </a:lnTo>
                <a:lnTo>
                  <a:pt x="569985" y="859019"/>
                </a:lnTo>
                <a:lnTo>
                  <a:pt x="574269" y="911129"/>
                </a:lnTo>
                <a:lnTo>
                  <a:pt x="574894" y="979066"/>
                </a:lnTo>
                <a:lnTo>
                  <a:pt x="575072" y="923302"/>
                </a:lnTo>
                <a:lnTo>
                  <a:pt x="579713" y="870580"/>
                </a:lnTo>
                <a:lnTo>
                  <a:pt x="579980" y="533202"/>
                </a:lnTo>
                <a:lnTo>
                  <a:pt x="580605" y="927364"/>
                </a:lnTo>
                <a:lnTo>
                  <a:pt x="591225" y="963622"/>
                </a:lnTo>
                <a:lnTo>
                  <a:pt x="605860" y="996825"/>
                </a:lnTo>
                <a:lnTo>
                  <a:pt x="638255" y="1038292"/>
                </a:lnTo>
                <a:lnTo>
                  <a:pt x="651463" y="1049987"/>
                </a:lnTo>
                <a:lnTo>
                  <a:pt x="651552" y="1101625"/>
                </a:lnTo>
                <a:lnTo>
                  <a:pt x="651641" y="1011423"/>
                </a:lnTo>
                <a:lnTo>
                  <a:pt x="651730" y="1049997"/>
                </a:lnTo>
                <a:lnTo>
                  <a:pt x="662886" y="1055180"/>
                </a:lnTo>
                <a:lnTo>
                  <a:pt x="662975" y="1106815"/>
                </a:lnTo>
                <a:lnTo>
                  <a:pt x="663064" y="1014790"/>
                </a:lnTo>
                <a:lnTo>
                  <a:pt x="663153" y="1055185"/>
                </a:lnTo>
                <a:lnTo>
                  <a:pt x="696887" y="1072409"/>
                </a:lnTo>
                <a:lnTo>
                  <a:pt x="696976" y="1124047"/>
                </a:lnTo>
                <a:lnTo>
                  <a:pt x="697065" y="1072411"/>
                </a:lnTo>
                <a:lnTo>
                  <a:pt x="719465" y="1061229"/>
                </a:lnTo>
                <a:lnTo>
                  <a:pt x="719643" y="978725"/>
                </a:lnTo>
                <a:lnTo>
                  <a:pt x="719732" y="1112843"/>
                </a:lnTo>
                <a:lnTo>
                  <a:pt x="719822" y="1061207"/>
                </a:lnTo>
                <a:lnTo>
                  <a:pt x="756857" y="1059122"/>
                </a:lnTo>
                <a:lnTo>
                  <a:pt x="757035" y="986910"/>
                </a:lnTo>
                <a:lnTo>
                  <a:pt x="758195" y="1072411"/>
                </a:lnTo>
                <a:lnTo>
                  <a:pt x="767477" y="1092654"/>
                </a:lnTo>
                <a:lnTo>
                  <a:pt x="774973" y="1098150"/>
                </a:lnTo>
                <a:lnTo>
                  <a:pt x="819058" y="1102827"/>
                </a:lnTo>
                <a:lnTo>
                  <a:pt x="888934" y="1102951"/>
                </a:lnTo>
                <a:lnTo>
                  <a:pt x="889023" y="1110750"/>
                </a:lnTo>
                <a:lnTo>
                  <a:pt x="889202" y="1006382"/>
                </a:lnTo>
                <a:lnTo>
                  <a:pt x="889291" y="1110750"/>
                </a:lnTo>
                <a:lnTo>
                  <a:pt x="889380" y="1102951"/>
                </a:lnTo>
                <a:lnTo>
                  <a:pt x="941587" y="1102852"/>
                </a:lnTo>
                <a:lnTo>
                  <a:pt x="975320" y="1098139"/>
                </a:lnTo>
                <a:lnTo>
                  <a:pt x="980942" y="1092699"/>
                </a:lnTo>
                <a:lnTo>
                  <a:pt x="987992" y="1072411"/>
                </a:lnTo>
                <a:lnTo>
                  <a:pt x="990134" y="984750"/>
                </a:lnTo>
                <a:lnTo>
                  <a:pt x="990402" y="1092039"/>
                </a:lnTo>
                <a:lnTo>
                  <a:pt x="990491" y="1040409"/>
                </a:lnTo>
                <a:lnTo>
                  <a:pt x="999951" y="1040389"/>
                </a:lnTo>
                <a:lnTo>
                  <a:pt x="1000218" y="984675"/>
                </a:lnTo>
                <a:lnTo>
                  <a:pt x="1000575" y="1040333"/>
                </a:lnTo>
                <a:lnTo>
                  <a:pt x="1025741" y="1069047"/>
                </a:lnTo>
                <a:lnTo>
                  <a:pt x="1025831" y="1092019"/>
                </a:lnTo>
                <a:lnTo>
                  <a:pt x="1025920" y="1069028"/>
                </a:lnTo>
                <a:lnTo>
                  <a:pt x="1031096" y="1064071"/>
                </a:lnTo>
                <a:lnTo>
                  <a:pt x="1037343" y="1048119"/>
                </a:lnTo>
                <a:lnTo>
                  <a:pt x="1047516" y="1001233"/>
                </a:lnTo>
                <a:lnTo>
                  <a:pt x="1048052" y="837440"/>
                </a:lnTo>
                <a:lnTo>
                  <a:pt x="1048230" y="1001233"/>
                </a:lnTo>
                <a:lnTo>
                  <a:pt x="1050640" y="1052702"/>
                </a:lnTo>
                <a:lnTo>
                  <a:pt x="1055816" y="1052702"/>
                </a:lnTo>
                <a:lnTo>
                  <a:pt x="1057779" y="1040419"/>
                </a:lnTo>
                <a:lnTo>
                  <a:pt x="1058939" y="910945"/>
                </a:lnTo>
                <a:lnTo>
                  <a:pt x="1062152" y="1040376"/>
                </a:lnTo>
                <a:lnTo>
                  <a:pt x="1070719" y="1052702"/>
                </a:lnTo>
                <a:lnTo>
                  <a:pt x="1092405" y="1052702"/>
                </a:lnTo>
                <a:lnTo>
                  <a:pt x="1094457" y="1046362"/>
                </a:lnTo>
                <a:lnTo>
                  <a:pt x="1103381" y="996212"/>
                </a:lnTo>
                <a:lnTo>
                  <a:pt x="1103560" y="840719"/>
                </a:lnTo>
                <a:lnTo>
                  <a:pt x="1104095" y="996212"/>
                </a:lnTo>
                <a:lnTo>
                  <a:pt x="1166386" y="1018113"/>
                </a:lnTo>
                <a:lnTo>
                  <a:pt x="1280437" y="1047619"/>
                </a:lnTo>
                <a:lnTo>
                  <a:pt x="1401716" y="1047838"/>
                </a:lnTo>
                <a:lnTo>
                  <a:pt x="1402430" y="967525"/>
                </a:lnTo>
                <a:lnTo>
                  <a:pt x="1402876" y="1047838"/>
                </a:lnTo>
                <a:lnTo>
                  <a:pt x="1412425" y="1047838"/>
                </a:lnTo>
                <a:lnTo>
                  <a:pt x="1412871" y="967723"/>
                </a:lnTo>
                <a:lnTo>
                  <a:pt x="1413585" y="1047838"/>
                </a:lnTo>
                <a:lnTo>
                  <a:pt x="1436698" y="1047838"/>
                </a:lnTo>
                <a:lnTo>
                  <a:pt x="1461775" y="1018113"/>
                </a:lnTo>
                <a:lnTo>
                  <a:pt x="1475340" y="996212"/>
                </a:lnTo>
                <a:lnTo>
                  <a:pt x="1475518" y="936068"/>
                </a:lnTo>
                <a:lnTo>
                  <a:pt x="1475697" y="995482"/>
                </a:lnTo>
                <a:lnTo>
                  <a:pt x="1479713" y="1008194"/>
                </a:lnTo>
                <a:lnTo>
                  <a:pt x="1494705" y="1041384"/>
                </a:lnTo>
                <a:lnTo>
                  <a:pt x="1509609" y="1062252"/>
                </a:lnTo>
                <a:lnTo>
                  <a:pt x="1521210" y="1068710"/>
                </a:lnTo>
                <a:lnTo>
                  <a:pt x="1547179" y="1073728"/>
                </a:lnTo>
                <a:lnTo>
                  <a:pt x="1547268" y="1125055"/>
                </a:lnTo>
                <a:lnTo>
                  <a:pt x="1548429" y="983600"/>
                </a:lnTo>
                <a:lnTo>
                  <a:pt x="1549053" y="1125055"/>
                </a:lnTo>
                <a:lnTo>
                  <a:pt x="1549143" y="1073728"/>
                </a:lnTo>
                <a:lnTo>
                  <a:pt x="1567705" y="1073415"/>
                </a:lnTo>
                <a:lnTo>
                  <a:pt x="1568686" y="982527"/>
                </a:lnTo>
                <a:lnTo>
                  <a:pt x="1569400" y="1073431"/>
                </a:lnTo>
                <a:lnTo>
                  <a:pt x="1819366" y="1087979"/>
                </a:lnTo>
                <a:lnTo>
                  <a:pt x="1819455" y="1139614"/>
                </a:lnTo>
                <a:lnTo>
                  <a:pt x="1819544" y="1087983"/>
                </a:lnTo>
                <a:lnTo>
                  <a:pt x="1837839" y="1083151"/>
                </a:lnTo>
                <a:lnTo>
                  <a:pt x="1839980" y="888722"/>
                </a:lnTo>
                <a:lnTo>
                  <a:pt x="1840694" y="1047903"/>
                </a:lnTo>
                <a:lnTo>
                  <a:pt x="1845513" y="1081931"/>
                </a:lnTo>
                <a:lnTo>
                  <a:pt x="1845603" y="1134834"/>
                </a:lnTo>
                <a:lnTo>
                  <a:pt x="1845692" y="1081875"/>
                </a:lnTo>
                <a:lnTo>
                  <a:pt x="1850422" y="1047012"/>
                </a:lnTo>
                <a:lnTo>
                  <a:pt x="1851136" y="897531"/>
                </a:lnTo>
                <a:lnTo>
                  <a:pt x="1853188" y="1083123"/>
                </a:lnTo>
                <a:lnTo>
                  <a:pt x="1858989" y="1087983"/>
                </a:lnTo>
                <a:lnTo>
                  <a:pt x="1935558" y="1096131"/>
                </a:lnTo>
                <a:lnTo>
                  <a:pt x="1935647" y="1147762"/>
                </a:lnTo>
                <a:lnTo>
                  <a:pt x="1935737" y="1096130"/>
                </a:lnTo>
                <a:lnTo>
                  <a:pt x="1948766" y="1095209"/>
                </a:lnTo>
                <a:lnTo>
                  <a:pt x="1950997" y="1014281"/>
                </a:lnTo>
                <a:lnTo>
                  <a:pt x="1952335" y="1078900"/>
                </a:lnTo>
                <a:lnTo>
                  <a:pt x="1956708" y="1095205"/>
                </a:lnTo>
                <a:lnTo>
                  <a:pt x="1956798" y="1146839"/>
                </a:lnTo>
                <a:lnTo>
                  <a:pt x="1956887" y="1095208"/>
                </a:lnTo>
                <a:lnTo>
                  <a:pt x="1966614" y="1095108"/>
                </a:lnTo>
                <a:lnTo>
                  <a:pt x="1969024" y="1014324"/>
                </a:lnTo>
                <a:lnTo>
                  <a:pt x="1970362" y="1078945"/>
                </a:lnTo>
                <a:lnTo>
                  <a:pt x="1974467" y="1095107"/>
                </a:lnTo>
                <a:lnTo>
                  <a:pt x="2163927" y="1101112"/>
                </a:lnTo>
                <a:lnTo>
                  <a:pt x="2164016" y="1146738"/>
                </a:lnTo>
                <a:lnTo>
                  <a:pt x="2164105" y="1101112"/>
                </a:lnTo>
                <a:lnTo>
                  <a:pt x="2200070" y="1099168"/>
                </a:lnTo>
                <a:lnTo>
                  <a:pt x="2211314" y="1093753"/>
                </a:lnTo>
                <a:lnTo>
                  <a:pt x="2227199" y="1081319"/>
                </a:lnTo>
                <a:lnTo>
                  <a:pt x="2241121" y="1060230"/>
                </a:lnTo>
                <a:lnTo>
                  <a:pt x="2242459" y="946257"/>
                </a:lnTo>
                <a:lnTo>
                  <a:pt x="2242906" y="1039023"/>
                </a:lnTo>
                <a:lnTo>
                  <a:pt x="2247725" y="1059048"/>
                </a:lnTo>
                <a:lnTo>
                  <a:pt x="2247814" y="1111427"/>
                </a:lnTo>
                <a:lnTo>
                  <a:pt x="2247903" y="1058451"/>
                </a:lnTo>
                <a:lnTo>
                  <a:pt x="2252633" y="1023114"/>
                </a:lnTo>
                <a:lnTo>
                  <a:pt x="2252990" y="951659"/>
                </a:lnTo>
                <a:lnTo>
                  <a:pt x="2254150" y="1059741"/>
                </a:lnTo>
                <a:lnTo>
                  <a:pt x="2266644" y="1076677"/>
                </a:lnTo>
                <a:lnTo>
                  <a:pt x="2280476" y="1088463"/>
                </a:lnTo>
                <a:lnTo>
                  <a:pt x="2298057" y="1097074"/>
                </a:lnTo>
                <a:lnTo>
                  <a:pt x="2309926" y="1099534"/>
                </a:lnTo>
                <a:lnTo>
                  <a:pt x="2310015" y="1146738"/>
                </a:lnTo>
                <a:lnTo>
                  <a:pt x="2310104" y="1099535"/>
                </a:lnTo>
                <a:lnTo>
                  <a:pt x="2394884" y="1090444"/>
                </a:lnTo>
                <a:lnTo>
                  <a:pt x="2398543" y="1068189"/>
                </a:lnTo>
                <a:lnTo>
                  <a:pt x="2399614" y="998513"/>
                </a:lnTo>
                <a:lnTo>
                  <a:pt x="2401220" y="1077893"/>
                </a:lnTo>
                <a:lnTo>
                  <a:pt x="2406218" y="1090355"/>
                </a:lnTo>
                <a:lnTo>
                  <a:pt x="2406307" y="1142369"/>
                </a:lnTo>
                <a:lnTo>
                  <a:pt x="2406396" y="1090331"/>
                </a:lnTo>
                <a:lnTo>
                  <a:pt x="2411394" y="1076222"/>
                </a:lnTo>
                <a:lnTo>
                  <a:pt x="2412911" y="1000546"/>
                </a:lnTo>
                <a:lnTo>
                  <a:pt x="2414071" y="1070860"/>
                </a:lnTo>
                <a:lnTo>
                  <a:pt x="2417640" y="1090329"/>
                </a:lnTo>
                <a:lnTo>
                  <a:pt x="2494120" y="1100353"/>
                </a:lnTo>
                <a:lnTo>
                  <a:pt x="2612722" y="1101998"/>
                </a:lnTo>
                <a:lnTo>
                  <a:pt x="2612812" y="1146738"/>
                </a:lnTo>
                <a:lnTo>
                  <a:pt x="2612901" y="1093023"/>
                </a:lnTo>
                <a:lnTo>
                  <a:pt x="2618345" y="1058951"/>
                </a:lnTo>
                <a:lnTo>
                  <a:pt x="2619058" y="986254"/>
                </a:lnTo>
                <a:lnTo>
                  <a:pt x="2619862" y="1061093"/>
                </a:lnTo>
                <a:lnTo>
                  <a:pt x="2625216" y="1093156"/>
                </a:lnTo>
                <a:lnTo>
                  <a:pt x="2635479" y="1101997"/>
                </a:lnTo>
                <a:lnTo>
                  <a:pt x="2635568" y="1146738"/>
                </a:lnTo>
                <a:lnTo>
                  <a:pt x="2635657" y="1101998"/>
                </a:lnTo>
                <a:lnTo>
                  <a:pt x="2708121" y="1098152"/>
                </a:lnTo>
                <a:lnTo>
                  <a:pt x="2721061" y="1096130"/>
                </a:lnTo>
                <a:lnTo>
                  <a:pt x="2727308" y="1092130"/>
                </a:lnTo>
                <a:lnTo>
                  <a:pt x="2730343" y="1082893"/>
                </a:lnTo>
                <a:lnTo>
                  <a:pt x="2730967" y="1033748"/>
                </a:lnTo>
                <a:lnTo>
                  <a:pt x="2731949" y="1134514"/>
                </a:lnTo>
                <a:lnTo>
                  <a:pt x="2732038" y="1082863"/>
                </a:lnTo>
                <a:lnTo>
                  <a:pt x="2750511" y="1082402"/>
                </a:lnTo>
                <a:lnTo>
                  <a:pt x="2751404" y="1035484"/>
                </a:lnTo>
                <a:lnTo>
                  <a:pt x="2752028" y="1082506"/>
                </a:lnTo>
                <a:lnTo>
                  <a:pt x="2758721" y="1092208"/>
                </a:lnTo>
                <a:lnTo>
                  <a:pt x="2771929" y="1096118"/>
                </a:lnTo>
                <a:lnTo>
                  <a:pt x="2798077" y="1098056"/>
                </a:lnTo>
                <a:lnTo>
                  <a:pt x="2883392" y="1101112"/>
                </a:lnTo>
                <a:lnTo>
                  <a:pt x="2883481" y="1134112"/>
                </a:lnTo>
                <a:lnTo>
                  <a:pt x="2883570" y="1101112"/>
                </a:lnTo>
                <a:lnTo>
                  <a:pt x="2889549" y="1100607"/>
                </a:lnTo>
                <a:lnTo>
                  <a:pt x="2891780" y="1078927"/>
                </a:lnTo>
                <a:lnTo>
                  <a:pt x="2893654" y="976780"/>
                </a:lnTo>
                <a:lnTo>
                  <a:pt x="2893833" y="1063847"/>
                </a:lnTo>
                <a:lnTo>
                  <a:pt x="2903828" y="1063723"/>
                </a:lnTo>
                <a:lnTo>
                  <a:pt x="2904274" y="946660"/>
                </a:lnTo>
                <a:lnTo>
                  <a:pt x="2904631" y="1063847"/>
                </a:lnTo>
                <a:lnTo>
                  <a:pt x="2914180" y="1063847"/>
                </a:lnTo>
                <a:lnTo>
                  <a:pt x="2914358" y="975374"/>
                </a:lnTo>
                <a:lnTo>
                  <a:pt x="2914537" y="1100757"/>
                </a:lnTo>
                <a:lnTo>
                  <a:pt x="2923907" y="1103148"/>
                </a:lnTo>
                <a:lnTo>
                  <a:pt x="2923997" y="1154778"/>
                </a:lnTo>
                <a:lnTo>
                  <a:pt x="2924175" y="1070118"/>
                </a:lnTo>
              </a:path>
            </a:pathLst>
          </a:custGeom>
          <a:noFill/>
          <a:ln w="13335">
            <a:solidFill>
              <a:srgbClr val="009E73"/>
            </a:solidFill>
            <a:prstDash val="solid"/>
          </a:ln>
        </p:spPr>
      </p:sp>
      <p:sp>
        <p:nvSpPr>
          <p:cNvPr id="226" name="text_072">
            <a:extLst>
              <a:ext uri="{FF2B5EF4-FFF2-40B4-BE49-F238E27FC236}">
                <ns2:creationId id="{73A5D9D2-AEEE-46C4-8F74-5266BB7821F0}"/>
              </a:ext>
            </a:extLst>
          </p:cNvPr>
          <p:cNvSpPr>
            <a:spLocks noGrp="1"/>
          </p:cNvSpPr>
          <p:nvPr/>
        </p:nvSpPr>
        <p:spPr>
          <a:xfrm rot="0">
            <a:off x="7981950" y="6162675"/>
            <a:ext cx="428625" cy="238125"/>
          </a:xfrm>
          <a:prstGeom prst="rect">
            <a:avLst/>
          </a:prstGeom>
          <a:noFill/>
          <a:ln w="0">
            <a:noFill/>
            <a:prstDash val="solid"/>
          </a:ln>
        </p:spPr>
        <p:txBody>
          <a:bodyPr wrap="none" lIns="0" tIns="0" rIns="0" bIns="0" anchor="t">
            <a:noAutofit/>
          </a:bodyPr>
          <a:lstStyle>
            <a:defPPr algn="l">
              <a:defRPr sz="1350" b="1">
                <a:solidFill>
                  <a:srgbClr val="000000"/>
                </a:solidFill>
                <a:latin typeface="Arial"/>
                <a:ea typeface="Arial"/>
                <a:cs typeface="Arial"/>
              </a:defRPr>
            </a:defPPr>
            <a:lvl1pPr algn="l">
              <a:defRPr sz="1350" b="1">
                <a:solidFill>
                  <a:srgbClr val="000000"/>
                </a:solidFill>
                <a:latin typeface="Arial"/>
                <a:ea typeface="Arial"/>
                <a:cs typeface="Arial"/>
              </a:defRPr>
            </a:lvl1pPr>
            <a:lvl2pPr algn="l">
              <a:defRPr sz="1350" b="1">
                <a:solidFill>
                  <a:srgbClr val="000000"/>
                </a:solidFill>
                <a:latin typeface="Arial"/>
                <a:ea typeface="Arial"/>
                <a:cs typeface="Arial"/>
              </a:defRPr>
            </a:lvl2pPr>
            <a:lvl3pPr algn="l">
              <a:defRPr sz="1350" b="1">
                <a:solidFill>
                  <a:srgbClr val="000000"/>
                </a:solidFill>
                <a:latin typeface="Arial"/>
                <a:ea typeface="Arial"/>
                <a:cs typeface="Arial"/>
              </a:defRPr>
            </a:lvl3pPr>
            <a:lvl4pPr algn="l">
              <a:defRPr sz="1350" b="1">
                <a:solidFill>
                  <a:srgbClr val="000000"/>
                </a:solidFill>
                <a:latin typeface="Arial"/>
                <a:ea typeface="Arial"/>
                <a:cs typeface="Arial"/>
              </a:defRPr>
            </a:lvl4pPr>
            <a:lvl5pPr algn="l">
              <a:defRPr sz="1350" b="1">
                <a:solidFill>
                  <a:srgbClr val="000000"/>
                </a:solidFill>
                <a:latin typeface="Arial"/>
                <a:ea typeface="Arial"/>
                <a:cs typeface="Arial"/>
              </a:defRPr>
            </a:lvl5pPr>
            <a:lvl6pPr algn="l">
              <a:defRPr sz="1350" b="1">
                <a:solidFill>
                  <a:srgbClr val="000000"/>
                </a:solidFill>
                <a:latin typeface="Arial"/>
                <a:ea typeface="Arial"/>
                <a:cs typeface="Arial"/>
              </a:defRPr>
            </a:lvl6pPr>
            <a:lvl7pPr algn="l">
              <a:defRPr sz="1350" b="1">
                <a:solidFill>
                  <a:srgbClr val="000000"/>
                </a:solidFill>
                <a:latin typeface="Arial"/>
                <a:ea typeface="Arial"/>
                <a:cs typeface="Arial"/>
              </a:defRPr>
            </a:lvl7pPr>
            <a:lvl8pPr algn="l">
              <a:defRPr sz="1350" b="1">
                <a:solidFill>
                  <a:srgbClr val="000000"/>
                </a:solidFill>
                <a:latin typeface="Arial"/>
                <a:ea typeface="Arial"/>
                <a:cs typeface="Arial"/>
              </a:defRPr>
            </a:lvl8pPr>
            <a:lvl9pPr algn="l">
              <a:defRPr sz="1350" b="1">
                <a:solidFill>
                  <a:srgbClr val="000000"/>
                </a:solidFill>
                <a:latin typeface="Arial"/>
                <a:ea typeface="Arial"/>
                <a:cs typeface="Arial"/>
              </a:defRPr>
            </a:lvl9pPr>
          </a:lstStyle>
          <a:p>
            <a:pPr algn="l">
              <a:defRPr sz="1350" b="1">
                <a:solidFill>
                  <a:srgbClr val="000000"/>
                </a:solidFill>
                <a:latin typeface="Arial"/>
                <a:ea typeface="Arial"/>
                <a:cs typeface="Arial"/>
              </a:defRPr>
            </a:pPr>
            <a:r>
              <a:rPr sz="1350" b="1">
                <a:solidFill>
                  <a:srgbClr val="000000"/>
                </a:solidFill>
                <a:latin typeface="Arial"/>
                <a:ea typeface="Arial"/>
                <a:cs typeface="Arial"/>
              </a:rPr>
              <a:t>Q</a:t>
            </a:r>
          </a:p>
        </p:txBody>
      </p:sp>
      <p:sp>
        <p:nvSpPr>
          <p:cNvPr id="227" name="text_073">
            <a:extLst>
              <a:ext uri="{FF2B5EF4-FFF2-40B4-BE49-F238E27FC236}">
                <ns2:creationId id="{79E855F2-509A-41AC-B6E4-6D5D315FD655}"/>
              </a:ext>
            </a:extLst>
          </p:cNvPr>
          <p:cNvSpPr>
            <a:spLocks noGrp="1"/>
          </p:cNvSpPr>
          <p:nvPr/>
        </p:nvSpPr>
        <p:spPr>
          <a:xfrm rot="0">
            <a:off x="8286750" y="8448675"/>
            <a:ext cx="1143000" cy="219075"/>
          </a:xfrm>
          <a:prstGeom prst="rect">
            <a:avLst/>
          </a:prstGeom>
          <a:noFill/>
          <a:ln w="0">
            <a:noFill/>
            <a:prstDash val="solid"/>
          </a:ln>
        </p:spPr>
        <p:txBody>
          <a:bodyPr wrap="none" lIns="0" tIns="0" rIns="0" bIns="0" anchor="t">
            <a:noAutofit/>
          </a:bodyPr>
          <a:lstStyle>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a:pPr algn="l">
              <a:defRPr sz="1200" b="0">
                <a:solidFill>
                  <a:srgbClr val="000000"/>
                </a:solidFill>
                <a:latin typeface="Arial"/>
                <a:ea typeface="Arial"/>
                <a:cs typeface="Arial"/>
              </a:defRPr>
            </a:pPr>
            <a:r>
              <a:rPr sz="1200" b="0">
                <a:solidFill>
                  <a:srgbClr val="000000"/>
                </a:solidFill>
                <a:latin typeface="Arial"/>
                <a:ea typeface="Arial"/>
                <a:cs typeface="Arial"/>
              </a:rPr>
              <a:t>P (dashed)</a:t>
            </a:r>
          </a:p>
        </p:txBody>
      </p:sp>
      <p:sp>
        <p:nvSpPr>
          <p:cNvPr id="228" name="line_074">
            <a:extLst>
              <a:ext uri="{FF2B5EF4-FFF2-40B4-BE49-F238E27FC236}">
                <ns2:creationId id="{57284B00-EF33-469F-ACB8-97BA27481C81}"/>
              </a:ext>
            </a:extLst>
          </p:cNvPr>
          <p:cNvSpPr>
            <a:spLocks noGrp="1"/>
          </p:cNvSpPr>
          <p:nvPr/>
        </p:nvSpPr>
        <p:spPr>
          <a:xfrm>
            <a:off x="8001000" y="8534400"/>
            <a:ext cx="238125" cy="95"/>
          </a:xfrm>
          <a:custGeom>
            <a:pathLst>
              <a:path w="238125" h="95">
                <a:moveTo>
                  <a:pt x="0" y="0"/>
                </a:moveTo>
                <a:lnTo>
                  <a:pt x="238125" y="0"/>
                </a:lnTo>
              </a:path>
            </a:pathLst>
          </a:custGeom>
          <a:noFill/>
          <a:ln w="15240">
            <a:solidFill>
              <a:srgbClr val="0072B2"/>
            </a:solidFill>
            <a:prstDash val="dash"/>
          </a:ln>
        </p:spPr>
      </p:sp>
      <p:sp>
        <p:nvSpPr>
          <p:cNvPr id="229" name="text_075">
            <a:extLst>
              <a:ext uri="{FF2B5EF4-FFF2-40B4-BE49-F238E27FC236}">
                <ns2:creationId id="{A4D6AAE0-E1B9-4C21-9DAA-D5BD59AC93FD}"/>
              </a:ext>
            </a:extLst>
          </p:cNvPr>
          <p:cNvSpPr>
            <a:spLocks noGrp="1"/>
          </p:cNvSpPr>
          <p:nvPr/>
        </p:nvSpPr>
        <p:spPr>
          <a:xfrm rot="0">
            <a:off x="10572750" y="8448675"/>
            <a:ext cx="619125" cy="219075"/>
          </a:xfrm>
          <a:prstGeom prst="rect">
            <a:avLst/>
          </a:prstGeom>
          <a:noFill/>
          <a:ln w="0">
            <a:noFill/>
            <a:prstDash val="solid"/>
          </a:ln>
        </p:spPr>
        <p:txBody>
          <a:bodyPr wrap="none" lIns="0" tIns="0" rIns="0" bIns="0" anchor="t">
            <a:noAutofit/>
          </a:bodyPr>
          <a:lstStyle>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a:pPr algn="l">
              <a:defRPr sz="1200" b="0">
                <a:solidFill>
                  <a:srgbClr val="000000"/>
                </a:solidFill>
                <a:latin typeface="Arial"/>
                <a:ea typeface="Arial"/>
                <a:cs typeface="Arial"/>
              </a:defRPr>
            </a:pPr>
            <a:r>
              <a:rPr sz="1200" b="0">
                <a:solidFill>
                  <a:srgbClr val="000000"/>
                </a:solidFill>
                <a:latin typeface="Arial"/>
                <a:ea typeface="Arial"/>
                <a:cs typeface="Arial"/>
              </a:rPr>
              <a:t>R2</a:t>
            </a:r>
          </a:p>
        </p:txBody>
      </p:sp>
      <p:sp>
        <p:nvSpPr>
          <p:cNvPr id="230" name="line_076">
            <a:extLst>
              <a:ext uri="{FF2B5EF4-FFF2-40B4-BE49-F238E27FC236}">
                <ns2:creationId id="{A638E7E5-DEF2-47E9-85BE-7A34A0E8A4FF}"/>
              </a:ext>
            </a:extLst>
          </p:cNvPr>
          <p:cNvSpPr>
            <a:spLocks noGrp="1"/>
          </p:cNvSpPr>
          <p:nvPr/>
        </p:nvSpPr>
        <p:spPr>
          <a:xfrm>
            <a:off x="10220325" y="8534400"/>
            <a:ext cx="295275" cy="95"/>
          </a:xfrm>
          <a:custGeom>
            <a:pathLst>
              <a:path w="295275" h="95">
                <a:moveTo>
                  <a:pt x="0" y="0"/>
                </a:moveTo>
                <a:lnTo>
                  <a:pt x="295275" y="0"/>
                </a:lnTo>
              </a:path>
            </a:pathLst>
          </a:custGeom>
          <a:noFill/>
          <a:ln w="15240">
            <a:solidFill>
              <a:srgbClr val="009E73"/>
            </a:solidFill>
            <a:prstDash val="solid"/>
          </a:ln>
        </p:spPr>
      </p:sp>
      <p:sp>
        <p:nvSpPr>
          <p:cNvPr id="231" name="text_077">
            <a:extLst>
              <a:ext uri="{FF2B5EF4-FFF2-40B4-BE49-F238E27FC236}">
                <ns2:creationId id="{C91327F3-FBB3-4CE2-BDAD-1C853DAFF1A4}"/>
              </a:ext>
            </a:extLst>
          </p:cNvPr>
          <p:cNvSpPr>
            <a:spLocks noGrp="1"/>
          </p:cNvSpPr>
          <p:nvPr/>
        </p:nvSpPr>
        <p:spPr>
          <a:xfrm rot="0">
            <a:off x="7915275" y="8191500"/>
            <a:ext cx="3810000" cy="209550"/>
          </a:xfrm>
          <a:prstGeom prst="rect">
            <a:avLst/>
          </a:prstGeom>
          <a:noFill/>
          <a:ln w="0">
            <a:noFill/>
            <a:prstDash val="solid"/>
          </a:ln>
        </p:spPr>
        <p:txBody>
          <a:bodyPr wrap="none" lIns="0" tIns="0" rIns="0" bIns="0" anchor="t">
            <a:noAutofit/>
          </a:bodyPr>
          <a:lstStyle>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a:pPr algn="l">
              <a:defRPr sz="1125" b="0">
                <a:solidFill>
                  <a:srgbClr val="000000"/>
                </a:solidFill>
                <a:latin typeface="Arial"/>
                <a:ea typeface="Arial"/>
                <a:cs typeface="Arial"/>
              </a:defRPr>
            </a:pPr>
            <a:r>
              <a:rPr sz="1125" b="0">
                <a:solidFill>
                  <a:srgbClr val="000000"/>
                </a:solidFill>
                <a:latin typeface="Arial"/>
                <a:ea typeface="Arial"/>
                <a:cs typeface="Arial"/>
              </a:rPr>
              <a:t>AB: Qmerge 0.034 (source/P), -0.225 (R2)</a:t>
            </a:r>
          </a:p>
        </p:txBody>
      </p:sp>
    </p:spTree>
    <p:extLst>
      <p:ext uri="{BB962C8B-B14F-4D97-AF65-F5344CB8AC3E}">
        <ns4:creationId val="1422236694"/>
      </p:ext>
    </p:extLst>
  </p:cSld>
</p:sld>
</file>

<file path=ppt/submission_case/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ppt/submission_case/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2026-10-22T17:42:23.6150000Z</dcterms:created>
  <dcterms:modified xsi:type="dcterms:W3CDTF">2026-10-22T17:42:23.6150000Z</dcterms:modified>
</coreProperties>
</file>

<file path=ppt/submission_case/ppt/_rels/presentation.xml.rels><?xml version='1.0' encoding='utf-8'?>
<Relationships xmlns="http://schemas.openxmlformats.org/package/2006/relationships"><Relationship Type="http://schemas.openxmlformats.org/officeDocument/2006/relationships/theme" Target="/ppt/submission_case/ppt/theme/theme1.xml" Id="R95b20bb791094a0d" /><Relationship Type="http://schemas.openxmlformats.org/officeDocument/2006/relationships/slideMaster" Target="/ppt/submission_case/ppt/slideMasters/slideMaster1.xml" Id="Rad9e7184f13747f9" /><Relationship Type="http://schemas.openxmlformats.org/officeDocument/2006/relationships/notesMaster" Target="/ppt/submission_case/ppt/notesMasters/notesMaster1.xml" Id="R783fe836d4eb4579" /><Relationship Type="http://schemas.openxmlformats.org/officeDocument/2006/relationships/presProps" Target="/ppt/submission_case/ppt/presProps.xml" Id="R77ff6751f2b34f77" /><Relationship Type="http://schemas.openxmlformats.org/officeDocument/2006/relationships/tableStyles" Target="/ppt/submission_case/ppt/tableStyles.xml" Id="R12ea7e9d62164b8e" /><Relationship Type="http://schemas.openxmlformats.org/officeDocument/2006/relationships/slide" Target="/ppt/submission_case/ppt/slides/slide1.xml" Id="R1133d91cc8d84597" /></Relationships>
</file>

<file path=ppt/submission_case/ppt/notesMasters/_rels/notesMaster1.xml.rels><?xml version='1.0' encoding='utf-8'?>
<Relationships xmlns="http://schemas.openxmlformats.org/package/2006/relationships"><Relationship Type="http://schemas.openxmlformats.org/officeDocument/2006/relationships/theme" Target="/ppt/submission_case/ppt/notesMasters/theme/theme3.xml" Id="R6d680ca400bf4879" /></Relationships>
</file>

<file path=ppt/submission_case/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submission_case/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ubmission_case/ppt/notesSlides/_rels/notesSlide1.xml.rels><?xml version='1.0' encoding='utf-8'?>
<Relationships xmlns="http://schemas.openxmlformats.org/package/2006/relationships"><Relationship Type="http://schemas.openxmlformats.org/officeDocument/2006/relationships/slide" Target="/ppt/submission_case/ppt/slides/slide1.xml" Id="R534d80e6879243a3" /><Relationship Type="http://schemas.openxmlformats.org/officeDocument/2006/relationships/notesMaster" Target="/ppt/submission_case/ppt/notesMasters/notesMaster1.xml" Id="R15f9828368914f24" /></Relationships>
</file>

<file path=ppt/submission_case/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{"t": 86, "H": 0.11239843893956161, "gain": 0.11224730560278837, "witness": [3, 17, 14], "sep": 0.17910447761194034, "score": 0.0}, "rule": "Eligible frames have H&gt;2% of axis, positive P-to-R2 maximum-displacement reduction and NMLE&gt;0, plus a noncontiguous hierarchy witness whose three computed overlap tracks exist at t-1,t,t+1. Choose minimum sum of H and gain distance to eligible medians, each divided by its IQR. Earliest tie. Within the frame, choose witness with largest minimum intervening reference separation. Descriptive mechanism example, not aggregate performance evidence.", "eligible_count": 85, "median_H": 0.11239843893956161, "median_gain": 0.11224730560278837, "selected_leaf_indices": [3, 17, 14], "track_ids": [346, 175, 272], "references": [1.9057591623036654, 19.832460732984295, 15.81151832460733], "reference_definition": "x coordinate of original-grid scalar extrema, fixed physical axis; not support centroid", "extrema": [[1.9057591623036654, -0.31746031746031766, 0.1276595744680851], [19.832460732984295, -3.746031746031746, 2.936170212765957], [15.81151832460733, 3.1111111111111107, 1.9148936170212765]], "pair_merge_Q": [{"pair": "AB", "source_Q": 0.03405992034532401, "P_Q": 0.03405992034532401, "R2_Q": -0.2249355055192379, "R20_Q": -0.5924593071597681}, {"pair": "AC", "source_Q": 0.009072527650990425, "P_Q": 0.009072527650990425, "R2_Q": -0.2249355055192379, "R20_Q": -0.5924593071597681}, {"pair": "BC", "source_Q": 0.009072527650990425, "P_Q": 0.009072527650990425, "R2_Q": -0.2197998968982824, "R20_Q": -0.5873236985388126}], "NMLE_R2": 0.01003417931497097, "NMLE_R20": 0.024273039773106575, "max_displacement_P": 0.12398827724836003, "max_displacement_R2": 0.01174097164557167, "candidates": [{"t": 3, "H": 0.02965950277907338, "gain": 0.024942276744576882, "witness": [0, 2, 4], "sep": 0.007462686567164108, "score": 1.2641646857919255}, {"t": 4, "H": 0.03328459967955362, "gain": 0.02930642359964447, "witness": [2, 3, 4], "sep": 0.007462686567164108, "score": 1.2048105231553874}, {"t": 5, "H": 0.03699891340102151, "gain": 0.03330525934128307, "witness": [2, 6, 3], "sep": 0.007462686567164108, "score": 1.1474743365141633}, {"t": 6, "H": 0.036916779672240656, "gain": 0.03306111126547509, "witness": [0, 3, 4], "sep": 0.03731343283582086, "score": 1.1498881659572633}, {"t": 7, "H": 0.03683886565796596, "gain": 0.02964303820416341, "witness": [0, 1, 5], "sep": 0.03731343283582086, "score": 1.1756272879867669}, {"t": 8, "H": 0.040514599132520236, "gain": 0.03388693302189259, "witness": [0, 1, 5], "sep": 0.03731343283582086, "score": 1.116777589706595}, {"t": 9, "H": 0.040518065326578874, "gain": 0.03315448879446867, "witness": [1, 3, 2], "sep": 0.007462686567164108, "score": 1.122141622010544}, {"t": 10, "H": 0.044237804395269, "gain": 0.04136123484266338, "witness": [1, 4, 3], "sep": 0.007462686567164108, "score": 1.0337985460340593}, {"t": 11, "H": 0.04958409270199924, "gain": 0.047434418228386836, "witness": [2, 3, 5], "sep": 0.014925373134328295, "score": 0.9489348327066647}, {"t": 12, "H": 0.05164186707161528, "gain": 0.04920449177799466, "witness": [2, 3, 5], "sep": 0.014925373134328295, "score": 0.920447088522397}, {"t": 13, "H": 0.0554518778899196, "gain": 0.05298878695301832, "witness": [3, 4, 0], "sep": 0.014925373134328295, "score": 0.8639706618349827}, {"t": 14, "H": 0.05923672112527638, "gain": 0.05698671169437393, "witness": [3, 4, 0], "sep": 0.014925373134328295, "score": 0.8061112339013358}, {"t": 15, "H": 0.06276702515345725, "gain": 0.06074048835992161, "witness": [3, 5, 0], "sep": 0.014925373134328295, "score": 0.7519610574210427}, {"t": 16, "H": 0.05709636091461096, "gain": 0.0550945641068621, "witness": [3, 5, 4], "sep": 0.014925373134328375, "score": 0.8361178585097979}, {"t": 17, "H": 0.05911118461871774, "gain": 0.05582700833428604, "witness": [3, 5, 0], "sep": 0.014925373134328295, "score": 0.815588779355271}, {"t": 18, "H": 0.0608702027514338, "gain": 0.05799382250708185, "witness": [3, 5, 0], "sep": 0.014925373134328295, "score": 0.7864262079360098}, {"t": 19, "H": 0.060920236509149836, "gain": 0.058504210415557305, "witness": [3, 5, 0], "sep": 0.014925373134328295, "score": 0.7822943055391625}, {"t": 20, "H": 0.0604651101588412, "gain": 0.060160636679877665, "witness": [0, 5, 4], "sep": 0.014925373134328375, "score": 0.7735243533587521}, {"t": 21, "H": 0.06052991291732885, "gain": 0.060258113710144286, "witness": [0, 5, 4], "sep": 0.02985074626865675, "score": 0.7723201016744136}, {"t": 22, "H": 0.0682016260566381, "gain": 0.06785904457023334, "witness": [2, 4, 3], "sep": 0.014925373134328295, "score": 0.6587408534919241}, {"t": 25, "H": 0.0758960955134628, "gain": 0.07204805162092005, "witness": [3, 5, 4], "sep": 0.014925373134328295, "score": 0.5700990570826917}, {"t": 26, "H": 0.09521410147612627, "gain": 0.09484173419835842, "witness": [2, 4, 5], "sep": 0.08955223880597017, "score": 0.2572079116732977}, {"t": 27, "H": 0.11542234708618362, "gain": 0.11341862421648279, "witness": [1, 4, 0], "sep": 0.09701492537313436, "score": 0.03134083627249731}, {"t": 28, "H": 0.06807654166234799, "gain": 0.06773651503218786, "witness": [1, 6, 0], "sep": 0.11940298507462692, "score": 0.6605824120087979}, {"t": 29, "H": 0.09467367661115714, "gain": 0.09425892176739521, "witness": [0, 4, 5], "sep": 0.10447761194029855, "score": 0.26555749367811965}, {"t": 30, "H": 0.10285552084413006, "gain": 0.09834908528739103, "witness": [1, 5, 0], "sep": 0.007462686567164108, "score": 0.1739810479763759}, {"t": 33, "H": 0.10655883541637881, "gain": 0.10579241309854423, "witness": [3, 4, 0], "sep": 0.10447761194029846, "score": 0.09137939773718426}, {"t": 34, "H": 0.19411339974390193, "gain": 0.2006045397877095, "witness": [0, 2, 1], "sep": 0.007462686567164108, "score": 1.264213936601092}, {"t": 35, "H": 0.21399127184894398, "gain": 0.2189110904718936, "witness": [1, 2, 6], "sep": 0.4104477611940299, "score": 1.5482908864189622}, {"t": 36, "H": 0.2160181527799371, "gain": 0.2160100100711081, "witness": [0, 1, 3], "sep": 0.32835820895522383, "score": 1.5421713565230486}, {"t": 37, "H": 0.18094659307988414, "gain": 0.1836166620129738, "witness": [1, 7, 6], "sep": 0.3432835820895523, "score": 1.0402668066594758}, {"t": 38, "H": 0.18116963513235326, "gain": 0.18701651506862793, "witness": [0, 2, 8], "sep": 0.3432835820895523, "score": 1.0669623116877123}, {"t": 39, "H": 0.2479245019297321, "gain": 0.2517499176683495, "witness": [0, 3, 8], "sep": 0.3656716417910447, "score": 2.0449205366628513}, {"t": 40, "H": 0.22041868160283648, "gain": 0.2214917265231809, "witness": [3, 4, 1], "sep": 0.0746268656716418, "score": 1.6155761918105052}, {"t": 42, "H": 0.05628075038220358, "gain": 0.05950539972642673, "witness": [4, 6, 0], "sep": 0.06716417910447761, "score": 0.809786743992795}, {"t": 43, "H": 0.06102512655544617, "gain": 0.06286653527005925, "witness": [10, 11, 1], "sep": 0.007462686567164108, "score": 0.7494037165702698}, {"t": 44, "H": 0.13309571887020333, "gain": 0.13689214075500955, "witness": [2, 7, 5], "sep": 0.13432835820895522, "score": 0.3368774291917246}, {"t": 46, "H": 0.19215668888629767, "gain": 0.19662802355300127, "witness": [3, 9, 8], "sep": 0.06716417910447761, "score": 1.2202482938087382}, {"t": 48, "H": 0.1919233989557422, "gain": 0.1941362100292933, "witness": [3, 11, 6], "sep": 0.007462686567164108, "score": 1.2001580753338663}, {"t": 49, "H": 0.22902008827030937, "gain": 0.22920015541664832, "witness": [4, 6, 2], "sep": 0.3656716417910448, "score": 1.736932061434133}, {"t": 51, "H": 0.2199427882289939, "gain": 0.22057594348883058, "witness": [2, 8, 6], "sep": 0.291044776119403, "score": 1.6052611476085938}, {"t": 52, "H": 0.19891673180682237, "gain": 0.20194302695330982, "witness": [4, 10, 2], "sep": 0.25373134328358204, "score": 1.3101552239545704}, {"t": 53, "H": 0.21324971730611986, "gain": 0.21699434587674443, "witness": [3, 4, 5], "sep": 0.2761194029850746, "score": 1.5286136118109586}, {"t": 54, "H": 0.20113190062779265, "gain": 0.20119259047029933, "witness": [3, 4, 9], "sep": 0.33582089552238814, "score": 1.3212770995102388}, {"t": 56, "H": 0.18786186301205202, "gain": 0.18783482107271196, "witness": [5, 7, 10], "sep": 0.32089552238805974, "score": 1.123268376289475}, {"t": 58, "H": 0.22895444156892045, "gain": 0.23211968357316176, "witness": [3, 4, 6], "sep": 0.30597014925373134, "score": 1.7579236902537603}, {"t": 59, "H": 0.2526857272700444, "gain": 0.25447927451581487, "witness": [6, 8, 7], "sep": 0.2313432835820895, "score": 2.1007808892305957}, {"t": 60, "H": 0.25959605365821353, "gain": 0.26115189608766387, "witness": [3, 9, 2], "sep": 0.25373134328358204, "score": 2.2018077691766837}, {"t": 62, "H": 0.20414727937281182, "gain": 0.20407863936641746, "witness": [6, 9, 7], "sep": 0.2686567164179105, "score": 1.3651725934152021}, {"t": 63, "H": 0.24123381213147227, "gain": 0.24197670663376739, "witness": [5, 8, 0], "sep": 0.32089552238805974, "score": 1.9227266436765231}, {"t": 64, "H": 0.26578462667133085, "gain": 0.26721141446914426, "witness": [4, 6, 7], "sep": 0.25373134328358216, "score": 2.2928996886355364}, {"t": 65, "H": 0.19417766131725625, "gain": 0.1941366655294346, "witness": [0, 6, 1], "sep": 0.11940298507462684, "score": 1.2170995264805864}, {"t": 66, "H": 0.24108072916666676, "gain": 0.24106137909955835, "witness": [6, 8, 11], "sep": 0.13432835820895522, "score": 1.9148404875967742}, {"t": 67, "H": 0.20300403814981813, "gain": 0.2040731733647205, "witness": [4, 6, 8], "sep": 0.291044776119403, "score": 1.356542271611546}, {"t": 69, "H": 0.19727020055610262, "gain": 0.19727073425256306, "witness": [5, 11, 7], "sep": 0.25373134328358204, "score": 1.2633999742065298}, {"t": 70, "H": 0.16230741951771813, "gain": 0.1623017606446968, "witness": [0, 8, 12], "sep": 0.05223880597014923, "score": 0.7433586693447634}, {"t": 71, "H": 0.19400365927523844, "gain": 0.19399454948530762, "witness": [2, 17, 8], "sep": 0.007462686567164108, "score": 1.2147462724310332}, {"t": 72, "H": 0.2248709941503419, "gain": 0.22486493282056155, "witness": [1, 11, 7], "sep": 0.07462686567164172, "score": 1.6738535376360169}, {"t": 73, "H": 0.0767971858553009, "gain": 0.07678456984160877, "witness": [1, 15, 14], "sep": 0.1567164179104477, "score": 0.5284722713853827}, {"t": 75, "H": 0.05155093312373318, "gain": 0.051545762504959396, "witness": [7, 21, 9], "sep": 0.05223880597014939, "score": 0.9039008751336001}, {"t": 76, "H": 0.16968950953781436, "gain": 0.1696742581838571, "witness": [1, 10, 8], "sep": 0.33582089552238803, "score": 0.8530806975250356}, {"t": 77, "H": 0.1515413280998077, "gain": 0.14709921567430653, "witness": [1, 16, 5], "sep": 0.2835820895522388, "score": 0.5505883694429164}, {"t": 78, "H": 0.10178688084461947, "gain": 0.09820355299220325, "witness": [1, 13, 20], "sep": 0.19402985074626872, "score": 0.1830815819537681}, {"t": 79, "H": 0.04937117796434495, "gain": 0.04793364638339721, "witness": [0, 5, 3], "sep": 0.02985074626865667, "score": 0.946860800271575}, {"t": 80, "H": 0.1312922416814941, "gain": 0.1290987610851653, "witness": [1, 20, 25], "sep": 0.23134328358208958, "score": 0.26597475513707064}, {"t": 81, "H": 0.09727555212580052, "gain": 0.09714724816422073, "witness": [7, 14, 12], "sep": 0.17910447761194034, "score": 0.22475222429838498}, {"t": 82, "H": 0.1483350095226989, "gain": 0.14828738779323405, "witness": [10, 13, 11], "sep": 0.2761194029850747, "score": 0.5352404911562063}, {"t": 83, "H": 0.12256388413833598, "gain": 0.12253864804825025, "witness": [6, 24, 13], "sep": 0.2089552238805971, "score": 0.15211548780335102}, {"t": 84, "H": 0.10405738910698245, "gain": 0.1040562743094732, "witness": [10, 20, 14], "sep": 0.1567164179104477, "score": 0.12295108177714537}, {"t": 85, "H": 0.13696284698829353, "gain": 0.13693199701738512, "witness": [3, 27, 16], "sep": 0.23880597014925367, "score": 0.3662275984748862}, {"t": 86, "H": 0.11239843893956161, "gain": 0.11224730560278837, "witness": [3, 17, 14], "sep": 0.17910447761194034, "score": 0.0}, {"t": 87, "H": 0.09463554757678617, "gain": 0.08902408639197883, "witness": [13, 16, 17], "sep": 0.11940298507462684, "score": 0.3043672813084524}, {"t": 88, "H": 0.1222033990565115, "gain": 0.1222136486973381, "witness": [11, 22, 15], "sep": 0.2164179104477612, "score": 0.14701519248357525}, {"t": 89, "H": 0.09576766818756334, "gain": 0.09577755923893234, "witness": [3, 21, 14], "sep": 0.1492537313432836, "score": 0.24616175511048044}, {"t": 90, "H": 0.13515436732353853, "gain": 0.13506740718843013, "witness": [7, 9, 13], "sep": 0.22388059701492546, "score": 0.33891745951723923}, {"t": 91, "H": 0.1110930095255782, "gain": 0.10685395617815352, "witness": [7, 21, 26], "sep": 0.16417910447761197, "score": 0.04949855103592888}, {"t": 92, "H": 0.09787930284918, "gain": 0.08990206291459041, "witness": [3, 16, 19], "sep": 0.11194029850746273, "score": 0.2735332677816965}, {"t": 93, "H": 0.12535844990182196, "gain": 0.11932851080150264, "witness": [2, 35, 15], "sep": 0.17910447761194034, "score": 0.14948983830842874}, {"t": 94, "H": 0.0878765011027042, "gain": 0.08255484563327962, "witness": [2, 12, 35], "sep": 0.1492537313432836, "score": 0.4027607878862499}, {"t": 95, "H": 0.07328014423685969, "gain": 0.06772057252723773, "witness": [14, 30, 44], "sep": 0.09701492537313436, "score": 0.6216008521885149}, {"t": 96, "H": 0.07647133482255963, "gain": 0.06533876228768576, "witness": [0, 43, 15], "sep": 0.16417910447761197, "score": 0.6151506575577608}, {"t": 97, "H": 0.22394081162114768, "gain": 0.2105494743756118, "witness": [3, 23, 45], "sep": 0.19402985074626855, "score": 1.5615164818796028}, {"t": 98, "H": 0.1343307411330212, "gain": 0.13556094159167237, "witness": [18, 43, 22], "sep": 0.03731343283582086, "score": 0.3363608216500609}, {"t": 99, "H": 0.15631642001580637, "gain": 0.14148585968135943, "witness": [8, 9, 39], "sep": 0.24626865671641796, "score": 0.5451586662634442}, {"t": 100, "H": 0.09986428939287932, "gain": 0.08826522315635163, "witness": [21, 30, 34], "sep": 0.2164179104477612, "score": 0.27066400349776704}]}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ubmission_case/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submission_case/ppt/presentation.xml><?xml version="1.0" encoding="utf-8"?>
<p:presentation xmlns:p="http://schemas.openxmlformats.org/presentationml/2006/main">
  <p:sldMasterIdLst>
    <p:sldMasterId xmlns:r="http://schemas.openxmlformats.org/officeDocument/2006/relationships" id="2147483648" r:id="Rad9e7184f13747f9"/>
  </p:sldMasterIdLst>
  <p:notesMasterIdLst>
    <p:notesMasterId xmlns:r="http://schemas.openxmlformats.org/officeDocument/2006/relationships" r:id="R783fe836d4eb4579"/>
  </p:notesMasterIdLst>
  <p:sldIdLst>
    <p:sldId xmlns:r="http://schemas.openxmlformats.org/officeDocument/2006/relationships" id="256" r:id="R1133d91cc8d84597"/>
  </p:sldIdLst>
  <p:sldSz cx="11811000" cy="8858250"/>
  <p:notesSz cx="6858000" cy="9144000"/>
</p:presentation>
</file>

<file path=ppt/submission_case/ppt/slideLayouts/_rels/slideLayout1.xml.rels><?xml version='1.0' encoding='utf-8'?>
<Relationships xmlns="http://schemas.openxmlformats.org/package/2006/relationships"><Relationship Type="http://schemas.openxmlformats.org/officeDocument/2006/relationships/slideMaster" Target="/ppt/submission_case/ppt/slideMasters/slideMaster1.xml" Id="R09743d03210d4a63" /></Relationships>
</file>

<file path=ppt/submission_case/ppt/slideLayouts/_rels/slideLayout2.xml.rels><?xml version='1.0' encoding='utf-8'?>
<Relationships xmlns="http://schemas.openxmlformats.org/package/2006/relationships"><Relationship Type="http://schemas.openxmlformats.org/officeDocument/2006/relationships/slideMaster" Target="/ppt/submission_case/ppt/slideMasters/slideMaster1.xml" Id="R6c32240415d34f94" /></Relationships>
</file>

<file path=ppt/submission_case/ppt/slideLayouts/_rels/slideLayout3.xml.rels><?xml version='1.0' encoding='utf-8'?>
<Relationships xmlns="http://schemas.openxmlformats.org/package/2006/relationships"><Relationship Type="http://schemas.openxmlformats.org/officeDocument/2006/relationships/slideMaster" Target="/ppt/submission_case/ppt/slideMasters/slideMaster1.xml" Id="R95ef99d566174671" /></Relationships>
</file>

<file path=ppt/submission_case/ppt/slideLayouts/_rels/slideLayout4.xml.rels><?xml version='1.0' encoding='utf-8'?>
<Relationships xmlns="http://schemas.openxmlformats.org/package/2006/relationships"><Relationship Type="http://schemas.openxmlformats.org/officeDocument/2006/relationships/slideMaster" Target="/ppt/submission_case/ppt/slideMasters/slideMaster1.xml" Id="Ra1e46cdf857d437c" /></Relationships>
</file>

<file path=ppt/submission_case/ppt/slideLayouts/_rels/slideLayout5.xml.rels><?xml version='1.0' encoding='utf-8'?>
<Relationships xmlns="http://schemas.openxmlformats.org/package/2006/relationships"><Relationship Type="http://schemas.openxmlformats.org/officeDocument/2006/relationships/slideMaster" Target="/ppt/submission_case/ppt/slideMasters/slideMaster1.xml" Id="R251cdf9f0be747c1" /></Relationships>
</file>

<file path=ppt/submission_case/ppt/slideLayouts/_rels/slideLayout6.xml.rels><?xml version='1.0' encoding='utf-8'?>
<Relationships xmlns="http://schemas.openxmlformats.org/package/2006/relationships"><Relationship Type="http://schemas.openxmlformats.org/officeDocument/2006/relationships/slideMaster" Target="/ppt/submission_case/ppt/slideMasters/slideMaster1.xml" Id="R7ef0531a5bf04601" /></Relationships>
</file>

<file path=ppt/submission_case/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AE9D8-B618-43F7-BCA8-F7EEA4783019}"/>
              </a:ext>
            </a:extLst>
          </p:cNvPr>
          <p:cNvSpPr>
            <a:spLocks xmlns:a="http://schemas.openxmlformats.org/drawingml/2006/main" noGrp="1"/>
          </p:cNvSpPr>
          <p:nvPr>
            <p:ph type="title" idx="0"/>
          </p:nvPr>
        </p:nvSpPr>
        <p:spPr>
          <a:xfrm xmlns:a="http://schemas.openxmlformats.org/drawingml/2006/main">
            <a:off x="1181100" y="3346450"/>
            <a:ext cx="9448800" cy="12795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650" b="1">
                <a:solidFill>
                  <a:schemeClr val="tx1"/>
                </a:solidFill>
                <a:latin typeface="+mj-lt"/>
                <a:ea typeface="+mj-lt"/>
                <a:cs typeface="+mj-lt"/>
              </a:defRPr>
            </a:defPPr>
            <a:lvl1pPr marL="0" indent="0" algn="ctr">
              <a:lnSpc>
                <a:spcPct val="110000"/>
              </a:lnSpc>
              <a:spcBef>
                <a:spcPts val="0"/>
              </a:spcBef>
              <a:spcAft>
                <a:spcPts val="0"/>
              </a:spcAft>
              <a:buNone/>
              <a:defRPr sz="4650" b="1">
                <a:solidFill>
                  <a:schemeClr val="tx1"/>
                </a:solidFill>
                <a:latin typeface="+mj-lt"/>
                <a:ea typeface="+mj-lt"/>
                <a:cs typeface="+mj-lt"/>
              </a:defRPr>
            </a:lvl1pPr>
            <a:lvl2pPr marL="0" indent="0" algn="ctr">
              <a:lnSpc>
                <a:spcPct val="110000"/>
              </a:lnSpc>
              <a:spcBef>
                <a:spcPts val="0"/>
              </a:spcBef>
              <a:spcAft>
                <a:spcPts val="0"/>
              </a:spcAft>
              <a:buNone/>
              <a:defRPr sz="4650" b="1">
                <a:solidFill>
                  <a:schemeClr val="tx1"/>
                </a:solidFill>
                <a:latin typeface="+mj-lt"/>
                <a:ea typeface="+mj-lt"/>
                <a:cs typeface="+mj-lt"/>
              </a:defRPr>
            </a:lvl2pPr>
            <a:lvl3pPr marL="0" indent="0" algn="ctr">
              <a:lnSpc>
                <a:spcPct val="110000"/>
              </a:lnSpc>
              <a:spcBef>
                <a:spcPts val="0"/>
              </a:spcBef>
              <a:spcAft>
                <a:spcPts val="0"/>
              </a:spcAft>
              <a:buNone/>
              <a:defRPr sz="4650" b="1">
                <a:solidFill>
                  <a:schemeClr val="tx1"/>
                </a:solidFill>
                <a:latin typeface="+mj-lt"/>
                <a:ea typeface="+mj-lt"/>
                <a:cs typeface="+mj-lt"/>
              </a:defRPr>
            </a:lvl3pPr>
            <a:lvl4pPr marL="0" indent="0" algn="ctr">
              <a:lnSpc>
                <a:spcPct val="110000"/>
              </a:lnSpc>
              <a:spcBef>
                <a:spcPts val="0"/>
              </a:spcBef>
              <a:spcAft>
                <a:spcPts val="0"/>
              </a:spcAft>
              <a:buNone/>
              <a:defRPr sz="4650" b="1">
                <a:solidFill>
                  <a:schemeClr val="tx1"/>
                </a:solidFill>
                <a:latin typeface="+mj-lt"/>
                <a:ea typeface="+mj-lt"/>
                <a:cs typeface="+mj-lt"/>
              </a:defRPr>
            </a:lvl4pPr>
            <a:lvl5pPr marL="0" indent="0" algn="ctr">
              <a:lnSpc>
                <a:spcPct val="110000"/>
              </a:lnSpc>
              <a:spcBef>
                <a:spcPts val="0"/>
              </a:spcBef>
              <a:spcAft>
                <a:spcPts val="0"/>
              </a:spcAft>
              <a:buNone/>
              <a:defRPr sz="4650" b="1">
                <a:solidFill>
                  <a:schemeClr val="tx1"/>
                </a:solidFill>
                <a:latin typeface="+mj-lt"/>
                <a:ea typeface="+mj-lt"/>
                <a:cs typeface="+mj-lt"/>
              </a:defRPr>
            </a:lvl5pPr>
            <a:lvl6pPr marL="0" indent="0" algn="ctr">
              <a:lnSpc>
                <a:spcPct val="110000"/>
              </a:lnSpc>
              <a:spcBef>
                <a:spcPts val="0"/>
              </a:spcBef>
              <a:spcAft>
                <a:spcPts val="0"/>
              </a:spcAft>
              <a:buNone/>
              <a:defRPr sz="4650" b="1">
                <a:solidFill>
                  <a:schemeClr val="tx1"/>
                </a:solidFill>
                <a:latin typeface="+mj-lt"/>
                <a:ea typeface="+mj-lt"/>
                <a:cs typeface="+mj-lt"/>
              </a:defRPr>
            </a:lvl6pPr>
            <a:lvl7pPr marL="0" indent="0" algn="ctr">
              <a:lnSpc>
                <a:spcPct val="110000"/>
              </a:lnSpc>
              <a:spcBef>
                <a:spcPts val="0"/>
              </a:spcBef>
              <a:spcAft>
                <a:spcPts val="0"/>
              </a:spcAft>
              <a:buNone/>
              <a:defRPr sz="4650" b="1">
                <a:solidFill>
                  <a:schemeClr val="tx1"/>
                </a:solidFill>
                <a:latin typeface="+mj-lt"/>
                <a:ea typeface="+mj-lt"/>
                <a:cs typeface="+mj-lt"/>
              </a:defRPr>
            </a:lvl7pPr>
            <a:lvl8pPr marL="0" indent="0" algn="ctr">
              <a:lnSpc>
                <a:spcPct val="110000"/>
              </a:lnSpc>
              <a:spcBef>
                <a:spcPts val="0"/>
              </a:spcBef>
              <a:spcAft>
                <a:spcPts val="0"/>
              </a:spcAft>
              <a:buNone/>
              <a:defRPr sz="4650" b="1">
                <a:solidFill>
                  <a:schemeClr val="tx1"/>
                </a:solidFill>
                <a:latin typeface="+mj-lt"/>
                <a:ea typeface="+mj-lt"/>
                <a:cs typeface="+mj-lt"/>
              </a:defRPr>
            </a:lvl8pPr>
            <a:lvl9pPr marL="0" indent="0" algn="ctr">
              <a:lnSpc>
                <a:spcPct val="110000"/>
              </a:lnSpc>
              <a:spcBef>
                <a:spcPts val="0"/>
              </a:spcBef>
              <a:spcAft>
                <a:spcPts val="0"/>
              </a:spcAft>
              <a:buNone/>
              <a:defRPr sz="46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76D276-5BA5-428E-841F-420A9E6A4039}"/>
              </a:ext>
            </a:extLst>
          </p:cNvPr>
          <p:cNvSpPr>
            <a:spLocks xmlns:a="http://schemas.openxmlformats.org/drawingml/2006/main" noGrp="1"/>
          </p:cNvSpPr>
          <p:nvPr>
            <p:ph type="subTitle" idx="1"/>
          </p:nvPr>
        </p:nvSpPr>
        <p:spPr>
          <a:xfrm xmlns:a="http://schemas.openxmlformats.org/drawingml/2006/main">
            <a:off x="1771650" y="4872038"/>
            <a:ext cx="8267700" cy="984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34" b="0">
                <a:solidFill>
                  <a:schemeClr val="tx1"/>
                </a:solidFill>
                <a:latin typeface="+mn-lt"/>
                <a:ea typeface="+mn-lt"/>
                <a:cs typeface="+mn-lt"/>
              </a:defRPr>
            </a:defPPr>
            <a:lvl1pPr marL="0" indent="0" algn="ctr">
              <a:lnSpc>
                <a:spcPct val="110000"/>
              </a:lnSpc>
              <a:spcBef>
                <a:spcPts val="0"/>
              </a:spcBef>
              <a:spcAft>
                <a:spcPts val="0"/>
              </a:spcAft>
              <a:buNone/>
              <a:defRPr sz="2034" b="0">
                <a:solidFill>
                  <a:schemeClr val="tx1"/>
                </a:solidFill>
                <a:latin typeface="+mn-lt"/>
                <a:ea typeface="+mn-lt"/>
                <a:cs typeface="+mn-lt"/>
              </a:defRPr>
            </a:lvl1pPr>
            <a:lvl2pPr marL="0" indent="0" algn="ctr">
              <a:lnSpc>
                <a:spcPct val="110000"/>
              </a:lnSpc>
              <a:spcBef>
                <a:spcPts val="0"/>
              </a:spcBef>
              <a:spcAft>
                <a:spcPts val="0"/>
              </a:spcAft>
              <a:buNone/>
              <a:defRPr sz="2034" b="0">
                <a:solidFill>
                  <a:schemeClr val="tx1"/>
                </a:solidFill>
                <a:latin typeface="+mn-lt"/>
                <a:ea typeface="+mn-lt"/>
                <a:cs typeface="+mn-lt"/>
              </a:defRPr>
            </a:lvl2pPr>
            <a:lvl3pPr marL="0" indent="0" algn="ctr">
              <a:lnSpc>
                <a:spcPct val="110000"/>
              </a:lnSpc>
              <a:spcBef>
                <a:spcPts val="0"/>
              </a:spcBef>
              <a:spcAft>
                <a:spcPts val="0"/>
              </a:spcAft>
              <a:buNone/>
              <a:defRPr sz="2034" b="0">
                <a:solidFill>
                  <a:schemeClr val="tx1"/>
                </a:solidFill>
                <a:latin typeface="+mn-lt"/>
                <a:ea typeface="+mn-lt"/>
                <a:cs typeface="+mn-lt"/>
              </a:defRPr>
            </a:lvl3pPr>
            <a:lvl4pPr marL="0" indent="0" algn="ctr">
              <a:lnSpc>
                <a:spcPct val="110000"/>
              </a:lnSpc>
              <a:spcBef>
                <a:spcPts val="0"/>
              </a:spcBef>
              <a:spcAft>
                <a:spcPts val="0"/>
              </a:spcAft>
              <a:buNone/>
              <a:defRPr sz="2034" b="0">
                <a:solidFill>
                  <a:schemeClr val="tx1"/>
                </a:solidFill>
                <a:latin typeface="+mn-lt"/>
                <a:ea typeface="+mn-lt"/>
                <a:cs typeface="+mn-lt"/>
              </a:defRPr>
            </a:lvl4pPr>
            <a:lvl5pPr marL="0" indent="0" algn="ctr">
              <a:lnSpc>
                <a:spcPct val="110000"/>
              </a:lnSpc>
              <a:spcBef>
                <a:spcPts val="0"/>
              </a:spcBef>
              <a:spcAft>
                <a:spcPts val="0"/>
              </a:spcAft>
              <a:buNone/>
              <a:defRPr sz="2034" b="0">
                <a:solidFill>
                  <a:schemeClr val="tx1"/>
                </a:solidFill>
                <a:latin typeface="+mn-lt"/>
                <a:ea typeface="+mn-lt"/>
                <a:cs typeface="+mn-lt"/>
              </a:defRPr>
            </a:lvl5pPr>
            <a:lvl6pPr marL="0" indent="0" algn="ctr">
              <a:lnSpc>
                <a:spcPct val="110000"/>
              </a:lnSpc>
              <a:spcBef>
                <a:spcPts val="0"/>
              </a:spcBef>
              <a:spcAft>
                <a:spcPts val="0"/>
              </a:spcAft>
              <a:buNone/>
              <a:defRPr sz="2034" b="0">
                <a:solidFill>
                  <a:schemeClr val="tx1"/>
                </a:solidFill>
                <a:latin typeface="+mn-lt"/>
                <a:ea typeface="+mn-lt"/>
                <a:cs typeface="+mn-lt"/>
              </a:defRPr>
            </a:lvl6pPr>
            <a:lvl7pPr marL="0" indent="0" algn="ctr">
              <a:lnSpc>
                <a:spcPct val="110000"/>
              </a:lnSpc>
              <a:spcBef>
                <a:spcPts val="0"/>
              </a:spcBef>
              <a:spcAft>
                <a:spcPts val="0"/>
              </a:spcAft>
              <a:buNone/>
              <a:defRPr sz="2034" b="0">
                <a:solidFill>
                  <a:schemeClr val="tx1"/>
                </a:solidFill>
                <a:latin typeface="+mn-lt"/>
                <a:ea typeface="+mn-lt"/>
                <a:cs typeface="+mn-lt"/>
              </a:defRPr>
            </a:lvl7pPr>
            <a:lvl8pPr marL="0" indent="0" algn="ctr">
              <a:lnSpc>
                <a:spcPct val="110000"/>
              </a:lnSpc>
              <a:spcBef>
                <a:spcPts val="0"/>
              </a:spcBef>
              <a:spcAft>
                <a:spcPts val="0"/>
              </a:spcAft>
              <a:buNone/>
              <a:defRPr sz="2034" b="0">
                <a:solidFill>
                  <a:schemeClr val="tx1"/>
                </a:solidFill>
                <a:latin typeface="+mn-lt"/>
                <a:ea typeface="+mn-lt"/>
                <a:cs typeface="+mn-lt"/>
              </a:defRPr>
            </a:lvl8pPr>
            <a:lvl9pPr marL="0" indent="0" algn="ctr">
              <a:lnSpc>
                <a:spcPct val="110000"/>
              </a:lnSpc>
              <a:spcBef>
                <a:spcPts val="0"/>
              </a:spcBef>
              <a:spcAft>
                <a:spcPts val="0"/>
              </a:spcAft>
              <a:buNone/>
              <a:defRPr sz="2034" b="0">
                <a:solidFill>
                  <a:schemeClr val="tx1"/>
                </a:solidFill>
                <a:latin typeface="+mn-lt"/>
                <a:ea typeface="+mn-lt"/>
                <a:cs typeface="+mn-lt"/>
              </a:defRPr>
            </a:lvl9pPr>
          </a:lstStyle>
          <a:p xmlns:a="http://schemas.openxmlformats.org/drawingml/2006/main"/>
        </p:txBody>
      </p:sp>
    </p:spTree>
  </p:cSld>
</p:sldLayout>
</file>

<file path=ppt/submission_case/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35BE46-85AD-495B-823F-75120A3E33D7}"/>
              </a:ext>
            </a:extLst>
          </p:cNvPr>
          <p:cNvSpPr>
            <a:spLocks xmlns:a="http://schemas.openxmlformats.org/drawingml/2006/main" noGrp="1"/>
          </p:cNvSpPr>
          <p:nvPr>
            <p:ph type="title" idx="0"/>
          </p:nvPr>
        </p:nvSpPr>
        <p:spPr>
          <a:xfrm xmlns:a="http://schemas.openxmlformats.org/drawingml/2006/main">
            <a:off x="1181100" y="3690938"/>
            <a:ext cx="9448800" cy="1476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69" b="1">
                <a:solidFill>
                  <a:schemeClr val="tx1"/>
                </a:solidFill>
                <a:latin typeface="+mj-lt"/>
                <a:ea typeface="+mj-lt"/>
                <a:cs typeface="+mj-lt"/>
              </a:defRPr>
            </a:defPPr>
            <a:lvl1pPr marL="0" indent="0" algn="ctr">
              <a:lnSpc>
                <a:spcPct val="110000"/>
              </a:lnSpc>
              <a:spcBef>
                <a:spcPts val="0"/>
              </a:spcBef>
              <a:spcAft>
                <a:spcPts val="0"/>
              </a:spcAft>
              <a:buNone/>
              <a:defRPr sz="4069" b="1">
                <a:solidFill>
                  <a:schemeClr val="tx1"/>
                </a:solidFill>
                <a:latin typeface="+mj-lt"/>
                <a:ea typeface="+mj-lt"/>
                <a:cs typeface="+mj-lt"/>
              </a:defRPr>
            </a:lvl1pPr>
            <a:lvl2pPr marL="0" indent="0" algn="ctr">
              <a:lnSpc>
                <a:spcPct val="110000"/>
              </a:lnSpc>
              <a:spcBef>
                <a:spcPts val="0"/>
              </a:spcBef>
              <a:spcAft>
                <a:spcPts val="0"/>
              </a:spcAft>
              <a:buNone/>
              <a:defRPr sz="4069" b="1">
                <a:solidFill>
                  <a:schemeClr val="tx1"/>
                </a:solidFill>
                <a:latin typeface="+mj-lt"/>
                <a:ea typeface="+mj-lt"/>
                <a:cs typeface="+mj-lt"/>
              </a:defRPr>
            </a:lvl2pPr>
            <a:lvl3pPr marL="0" indent="0" algn="ctr">
              <a:lnSpc>
                <a:spcPct val="110000"/>
              </a:lnSpc>
              <a:spcBef>
                <a:spcPts val="0"/>
              </a:spcBef>
              <a:spcAft>
                <a:spcPts val="0"/>
              </a:spcAft>
              <a:buNone/>
              <a:defRPr sz="4069" b="1">
                <a:solidFill>
                  <a:schemeClr val="tx1"/>
                </a:solidFill>
                <a:latin typeface="+mj-lt"/>
                <a:ea typeface="+mj-lt"/>
                <a:cs typeface="+mj-lt"/>
              </a:defRPr>
            </a:lvl3pPr>
            <a:lvl4pPr marL="0" indent="0" algn="ctr">
              <a:lnSpc>
                <a:spcPct val="110000"/>
              </a:lnSpc>
              <a:spcBef>
                <a:spcPts val="0"/>
              </a:spcBef>
              <a:spcAft>
                <a:spcPts val="0"/>
              </a:spcAft>
              <a:buNone/>
              <a:defRPr sz="4069" b="1">
                <a:solidFill>
                  <a:schemeClr val="tx1"/>
                </a:solidFill>
                <a:latin typeface="+mj-lt"/>
                <a:ea typeface="+mj-lt"/>
                <a:cs typeface="+mj-lt"/>
              </a:defRPr>
            </a:lvl4pPr>
            <a:lvl5pPr marL="0" indent="0" algn="ctr">
              <a:lnSpc>
                <a:spcPct val="110000"/>
              </a:lnSpc>
              <a:spcBef>
                <a:spcPts val="0"/>
              </a:spcBef>
              <a:spcAft>
                <a:spcPts val="0"/>
              </a:spcAft>
              <a:buNone/>
              <a:defRPr sz="4069" b="1">
                <a:solidFill>
                  <a:schemeClr val="tx1"/>
                </a:solidFill>
                <a:latin typeface="+mj-lt"/>
                <a:ea typeface="+mj-lt"/>
                <a:cs typeface="+mj-lt"/>
              </a:defRPr>
            </a:lvl5pPr>
            <a:lvl6pPr marL="0" indent="0" algn="ctr">
              <a:lnSpc>
                <a:spcPct val="110000"/>
              </a:lnSpc>
              <a:spcBef>
                <a:spcPts val="0"/>
              </a:spcBef>
              <a:spcAft>
                <a:spcPts val="0"/>
              </a:spcAft>
              <a:buNone/>
              <a:defRPr sz="4069" b="1">
                <a:solidFill>
                  <a:schemeClr val="tx1"/>
                </a:solidFill>
                <a:latin typeface="+mj-lt"/>
                <a:ea typeface="+mj-lt"/>
                <a:cs typeface="+mj-lt"/>
              </a:defRPr>
            </a:lvl6pPr>
            <a:lvl7pPr marL="0" indent="0" algn="ctr">
              <a:lnSpc>
                <a:spcPct val="110000"/>
              </a:lnSpc>
              <a:spcBef>
                <a:spcPts val="0"/>
              </a:spcBef>
              <a:spcAft>
                <a:spcPts val="0"/>
              </a:spcAft>
              <a:buNone/>
              <a:defRPr sz="4069" b="1">
                <a:solidFill>
                  <a:schemeClr val="tx1"/>
                </a:solidFill>
                <a:latin typeface="+mj-lt"/>
                <a:ea typeface="+mj-lt"/>
                <a:cs typeface="+mj-lt"/>
              </a:defRPr>
            </a:lvl7pPr>
            <a:lvl8pPr marL="0" indent="0" algn="ctr">
              <a:lnSpc>
                <a:spcPct val="110000"/>
              </a:lnSpc>
              <a:spcBef>
                <a:spcPts val="0"/>
              </a:spcBef>
              <a:spcAft>
                <a:spcPts val="0"/>
              </a:spcAft>
              <a:buNone/>
              <a:defRPr sz="4069" b="1">
                <a:solidFill>
                  <a:schemeClr val="tx1"/>
                </a:solidFill>
                <a:latin typeface="+mj-lt"/>
                <a:ea typeface="+mj-lt"/>
                <a:cs typeface="+mj-lt"/>
              </a:defRPr>
            </a:lvl8pPr>
            <a:lvl9pPr marL="0" indent="0" algn="ctr">
              <a:lnSpc>
                <a:spcPct val="110000"/>
              </a:lnSpc>
              <a:spcBef>
                <a:spcPts val="0"/>
              </a:spcBef>
              <a:spcAft>
                <a:spcPts val="0"/>
              </a:spcAft>
              <a:buNone/>
              <a:defRPr sz="4069" b="1">
                <a:solidFill>
                  <a:schemeClr val="tx1"/>
                </a:solidFill>
                <a:latin typeface="+mj-lt"/>
                <a:ea typeface="+mj-lt"/>
                <a:cs typeface="+mj-lt"/>
              </a:defRPr>
            </a:lvl9pPr>
          </a:lstStyle>
          <a:p xmlns:a="http://schemas.openxmlformats.org/drawingml/2006/main"/>
        </p:txBody>
      </p:sp>
    </p:spTree>
  </p:cSld>
</p:sldLayout>
</file>

<file path=ppt/submission_case/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239738-00CA-45B7-904A-ED28C938CB8C}"/>
              </a:ext>
            </a:extLst>
          </p:cNvPr>
          <p:cNvSpPr>
            <a:spLocks xmlns:a="http://schemas.openxmlformats.org/drawingml/2006/main" noGrp="1"/>
          </p:cNvSpPr>
          <p:nvPr>
            <p:ph type="title" idx="0"/>
          </p:nvPr>
        </p:nvSpPr>
        <p:spPr>
          <a:xfrm xmlns:a="http://schemas.openxmlformats.org/drawingml/2006/main">
            <a:off x="664369" y="688975"/>
            <a:ext cx="10482263" cy="10826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97" b="1">
                <a:solidFill>
                  <a:schemeClr val="tx1"/>
                </a:solidFill>
                <a:latin typeface="+mj-lt"/>
                <a:ea typeface="+mj-lt"/>
                <a:cs typeface="+mj-lt"/>
              </a:defRPr>
            </a:defPPr>
            <a:lvl1pPr marL="0" indent="0" algn="l">
              <a:lnSpc>
                <a:spcPct val="110000"/>
              </a:lnSpc>
              <a:spcBef>
                <a:spcPts val="0"/>
              </a:spcBef>
              <a:spcAft>
                <a:spcPts val="0"/>
              </a:spcAft>
              <a:buNone/>
              <a:defRPr sz="3197" b="1">
                <a:solidFill>
                  <a:schemeClr val="tx1"/>
                </a:solidFill>
                <a:latin typeface="+mj-lt"/>
                <a:ea typeface="+mj-lt"/>
                <a:cs typeface="+mj-lt"/>
              </a:defRPr>
            </a:lvl1pPr>
            <a:lvl2pPr marL="0" indent="0" algn="l">
              <a:lnSpc>
                <a:spcPct val="110000"/>
              </a:lnSpc>
              <a:spcBef>
                <a:spcPts val="0"/>
              </a:spcBef>
              <a:spcAft>
                <a:spcPts val="0"/>
              </a:spcAft>
              <a:buNone/>
              <a:defRPr sz="3197" b="1">
                <a:solidFill>
                  <a:schemeClr val="tx1"/>
                </a:solidFill>
                <a:latin typeface="+mj-lt"/>
                <a:ea typeface="+mj-lt"/>
                <a:cs typeface="+mj-lt"/>
              </a:defRPr>
            </a:lvl2pPr>
            <a:lvl3pPr marL="0" indent="0" algn="l">
              <a:lnSpc>
                <a:spcPct val="110000"/>
              </a:lnSpc>
              <a:spcBef>
                <a:spcPts val="0"/>
              </a:spcBef>
              <a:spcAft>
                <a:spcPts val="0"/>
              </a:spcAft>
              <a:buNone/>
              <a:defRPr sz="3197" b="1">
                <a:solidFill>
                  <a:schemeClr val="tx1"/>
                </a:solidFill>
                <a:latin typeface="+mj-lt"/>
                <a:ea typeface="+mj-lt"/>
                <a:cs typeface="+mj-lt"/>
              </a:defRPr>
            </a:lvl3pPr>
            <a:lvl4pPr marL="0" indent="0" algn="l">
              <a:lnSpc>
                <a:spcPct val="110000"/>
              </a:lnSpc>
              <a:spcBef>
                <a:spcPts val="0"/>
              </a:spcBef>
              <a:spcAft>
                <a:spcPts val="0"/>
              </a:spcAft>
              <a:buNone/>
              <a:defRPr sz="3197" b="1">
                <a:solidFill>
                  <a:schemeClr val="tx1"/>
                </a:solidFill>
                <a:latin typeface="+mj-lt"/>
                <a:ea typeface="+mj-lt"/>
                <a:cs typeface="+mj-lt"/>
              </a:defRPr>
            </a:lvl4pPr>
            <a:lvl5pPr marL="0" indent="0" algn="l">
              <a:lnSpc>
                <a:spcPct val="110000"/>
              </a:lnSpc>
              <a:spcBef>
                <a:spcPts val="0"/>
              </a:spcBef>
              <a:spcAft>
                <a:spcPts val="0"/>
              </a:spcAft>
              <a:buNone/>
              <a:defRPr sz="3197" b="1">
                <a:solidFill>
                  <a:schemeClr val="tx1"/>
                </a:solidFill>
                <a:latin typeface="+mj-lt"/>
                <a:ea typeface="+mj-lt"/>
                <a:cs typeface="+mj-lt"/>
              </a:defRPr>
            </a:lvl5pPr>
            <a:lvl6pPr marL="0" indent="0" algn="l">
              <a:lnSpc>
                <a:spcPct val="110000"/>
              </a:lnSpc>
              <a:spcBef>
                <a:spcPts val="0"/>
              </a:spcBef>
              <a:spcAft>
                <a:spcPts val="0"/>
              </a:spcAft>
              <a:buNone/>
              <a:defRPr sz="3197" b="1">
                <a:solidFill>
                  <a:schemeClr val="tx1"/>
                </a:solidFill>
                <a:latin typeface="+mj-lt"/>
                <a:ea typeface="+mj-lt"/>
                <a:cs typeface="+mj-lt"/>
              </a:defRPr>
            </a:lvl6pPr>
            <a:lvl7pPr marL="0" indent="0" algn="l">
              <a:lnSpc>
                <a:spcPct val="110000"/>
              </a:lnSpc>
              <a:spcBef>
                <a:spcPts val="0"/>
              </a:spcBef>
              <a:spcAft>
                <a:spcPts val="0"/>
              </a:spcAft>
              <a:buNone/>
              <a:defRPr sz="3197" b="1">
                <a:solidFill>
                  <a:schemeClr val="tx1"/>
                </a:solidFill>
                <a:latin typeface="+mj-lt"/>
                <a:ea typeface="+mj-lt"/>
                <a:cs typeface="+mj-lt"/>
              </a:defRPr>
            </a:lvl7pPr>
            <a:lvl8pPr marL="0" indent="0" algn="l">
              <a:lnSpc>
                <a:spcPct val="110000"/>
              </a:lnSpc>
              <a:spcBef>
                <a:spcPts val="0"/>
              </a:spcBef>
              <a:spcAft>
                <a:spcPts val="0"/>
              </a:spcAft>
              <a:buNone/>
              <a:defRPr sz="3197" b="1">
                <a:solidFill>
                  <a:schemeClr val="tx1"/>
                </a:solidFill>
                <a:latin typeface="+mj-lt"/>
                <a:ea typeface="+mj-lt"/>
                <a:cs typeface="+mj-lt"/>
              </a:defRPr>
            </a:lvl8pPr>
            <a:lvl9pPr marL="0" indent="0" algn="l">
              <a:lnSpc>
                <a:spcPct val="110000"/>
              </a:lnSpc>
              <a:spcBef>
                <a:spcPts val="0"/>
              </a:spcBef>
              <a:spcAft>
                <a:spcPts val="0"/>
              </a:spcAft>
              <a:buNone/>
              <a:defRPr sz="3197"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FD0476A-AF1E-4E44-81AE-E609D5EC52BB}"/>
              </a:ext>
            </a:extLst>
          </p:cNvPr>
          <p:cNvSpPr>
            <a:spLocks xmlns:a="http://schemas.openxmlformats.org/drawingml/2006/main" noGrp="1"/>
          </p:cNvSpPr>
          <p:nvPr>
            <p:ph type="body" idx="1"/>
          </p:nvPr>
        </p:nvSpPr>
        <p:spPr>
          <a:xfrm xmlns:a="http://schemas.openxmlformats.org/drawingml/2006/main">
            <a:off x="664369" y="2460625"/>
            <a:ext cx="10482263" cy="5511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80" b="0">
                <a:solidFill>
                  <a:schemeClr val="tx1"/>
                </a:solidFill>
                <a:latin typeface="+mn-lt"/>
                <a:ea typeface="+mn-lt"/>
                <a:cs typeface="+mn-lt"/>
              </a:defRPr>
            </a:defPPr>
            <a:lvl1pPr marL="221456" indent="-221456" algn="l">
              <a:lnSpc>
                <a:spcPct val="110000"/>
              </a:lnSpc>
              <a:spcBef>
                <a:spcPts val="0"/>
              </a:spcBef>
              <a:spcAft>
                <a:spcPts val="1163"/>
              </a:spcAft>
              <a:buChar char="•"/>
              <a:defRPr sz="2180" b="0">
                <a:solidFill>
                  <a:schemeClr val="tx1"/>
                </a:solidFill>
                <a:latin typeface="+mn-lt"/>
                <a:ea typeface="+mn-lt"/>
                <a:cs typeface="+mn-lt"/>
              </a:defRPr>
            </a:lvl1pPr>
            <a:lvl2pPr marL="516731" indent="-221456" algn="l">
              <a:lnSpc>
                <a:spcPct val="110000"/>
              </a:lnSpc>
              <a:spcBef>
                <a:spcPts val="0"/>
              </a:spcBef>
              <a:spcAft>
                <a:spcPts val="1163"/>
              </a:spcAft>
              <a:buChar char="•"/>
              <a:defRPr sz="2180" b="0">
                <a:solidFill>
                  <a:schemeClr val="tx1"/>
                </a:solidFill>
                <a:latin typeface="+mn-lt"/>
                <a:ea typeface="+mn-lt"/>
                <a:cs typeface="+mn-lt"/>
              </a:defRPr>
            </a:lvl2pPr>
            <a:lvl3pPr marL="812006" indent="-221456" algn="l">
              <a:lnSpc>
                <a:spcPct val="110000"/>
              </a:lnSpc>
              <a:spcBef>
                <a:spcPts val="0"/>
              </a:spcBef>
              <a:spcAft>
                <a:spcPts val="1163"/>
              </a:spcAft>
              <a:buChar char="•"/>
              <a:defRPr sz="2180" b="0">
                <a:solidFill>
                  <a:schemeClr val="tx1"/>
                </a:solidFill>
                <a:latin typeface="+mn-lt"/>
                <a:ea typeface="+mn-lt"/>
                <a:cs typeface="+mn-lt"/>
              </a:defRPr>
            </a:lvl3pPr>
            <a:lvl4pPr marL="1107281" indent="-221456" algn="l">
              <a:lnSpc>
                <a:spcPct val="110000"/>
              </a:lnSpc>
              <a:spcBef>
                <a:spcPts val="0"/>
              </a:spcBef>
              <a:spcAft>
                <a:spcPts val="1163"/>
              </a:spcAft>
              <a:buChar char="•"/>
              <a:defRPr sz="2180" b="0">
                <a:solidFill>
                  <a:schemeClr val="tx1"/>
                </a:solidFill>
                <a:latin typeface="+mn-lt"/>
                <a:ea typeface="+mn-lt"/>
                <a:cs typeface="+mn-lt"/>
              </a:defRPr>
            </a:lvl4pPr>
            <a:lvl5pPr marL="1402556" indent="-221456" algn="l">
              <a:lnSpc>
                <a:spcPct val="110000"/>
              </a:lnSpc>
              <a:spcBef>
                <a:spcPts val="0"/>
              </a:spcBef>
              <a:spcAft>
                <a:spcPts val="1163"/>
              </a:spcAft>
              <a:buChar char="•"/>
              <a:defRPr sz="2180" b="0">
                <a:solidFill>
                  <a:schemeClr val="tx1"/>
                </a:solidFill>
                <a:latin typeface="+mn-lt"/>
                <a:ea typeface="+mn-lt"/>
                <a:cs typeface="+mn-lt"/>
              </a:defRPr>
            </a:lvl5pPr>
            <a:lvl6pPr marL="1697831" indent="-221456" algn="l">
              <a:lnSpc>
                <a:spcPct val="110000"/>
              </a:lnSpc>
              <a:spcBef>
                <a:spcPts val="0"/>
              </a:spcBef>
              <a:spcAft>
                <a:spcPts val="1163"/>
              </a:spcAft>
              <a:buChar char="•"/>
              <a:defRPr sz="2180" b="0">
                <a:solidFill>
                  <a:schemeClr val="tx1"/>
                </a:solidFill>
                <a:latin typeface="+mn-lt"/>
                <a:ea typeface="+mn-lt"/>
                <a:cs typeface="+mn-lt"/>
              </a:defRPr>
            </a:lvl6pPr>
            <a:lvl7pPr marL="1993106" indent="-221456" algn="l">
              <a:lnSpc>
                <a:spcPct val="110000"/>
              </a:lnSpc>
              <a:spcBef>
                <a:spcPts val="0"/>
              </a:spcBef>
              <a:spcAft>
                <a:spcPts val="1163"/>
              </a:spcAft>
              <a:buChar char="•"/>
              <a:defRPr sz="2180" b="0">
                <a:solidFill>
                  <a:schemeClr val="tx1"/>
                </a:solidFill>
                <a:latin typeface="+mn-lt"/>
                <a:ea typeface="+mn-lt"/>
                <a:cs typeface="+mn-lt"/>
              </a:defRPr>
            </a:lvl7pPr>
            <a:lvl8pPr marL="2288381" indent="-221456" algn="l">
              <a:lnSpc>
                <a:spcPct val="110000"/>
              </a:lnSpc>
              <a:spcBef>
                <a:spcPts val="0"/>
              </a:spcBef>
              <a:spcAft>
                <a:spcPts val="1163"/>
              </a:spcAft>
              <a:buChar char="•"/>
              <a:defRPr sz="2180" b="0">
                <a:solidFill>
                  <a:schemeClr val="tx1"/>
                </a:solidFill>
                <a:latin typeface="+mn-lt"/>
                <a:ea typeface="+mn-lt"/>
                <a:cs typeface="+mn-lt"/>
              </a:defRPr>
            </a:lvl8pPr>
            <a:lvl9pPr marL="2583656" indent="-221456" algn="l">
              <a:lnSpc>
                <a:spcPct val="110000"/>
              </a:lnSpc>
              <a:spcBef>
                <a:spcPts val="0"/>
              </a:spcBef>
              <a:spcAft>
                <a:spcPts val="1163"/>
              </a:spcAft>
              <a:buChar char="•"/>
              <a:defRPr sz="2180" b="0">
                <a:solidFill>
                  <a:schemeClr val="tx1"/>
                </a:solidFill>
                <a:latin typeface="+mn-lt"/>
                <a:ea typeface="+mn-lt"/>
                <a:cs typeface="+mn-lt"/>
              </a:defRPr>
            </a:lvl9pPr>
          </a:lstStyle>
          <a:p xmlns:a="http://schemas.openxmlformats.org/drawingml/2006/main"/>
        </p:txBody>
      </p:sp>
    </p:spTree>
  </p:cSld>
</p:sldLayout>
</file>

<file path=ppt/submission_case/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BBAF41-7AAD-40CA-A840-99D309062CCA}"/>
              </a:ext>
            </a:extLst>
          </p:cNvPr>
          <p:cNvSpPr>
            <a:spLocks xmlns:a="http://schemas.openxmlformats.org/drawingml/2006/main" noGrp="1"/>
          </p:cNvSpPr>
          <p:nvPr>
            <p:ph type="title" idx="0"/>
          </p:nvPr>
        </p:nvSpPr>
        <p:spPr>
          <a:xfrm xmlns:a="http://schemas.openxmlformats.org/drawingml/2006/main">
            <a:off x="664369" y="688975"/>
            <a:ext cx="10482263" cy="10826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97" b="1">
                <a:solidFill>
                  <a:schemeClr val="tx1"/>
                </a:solidFill>
                <a:latin typeface="+mj-lt"/>
                <a:ea typeface="+mj-lt"/>
                <a:cs typeface="+mj-lt"/>
              </a:defRPr>
            </a:defPPr>
            <a:lvl1pPr marL="0" indent="0" algn="l">
              <a:lnSpc>
                <a:spcPct val="110000"/>
              </a:lnSpc>
              <a:spcBef>
                <a:spcPts val="0"/>
              </a:spcBef>
              <a:spcAft>
                <a:spcPts val="0"/>
              </a:spcAft>
              <a:buNone/>
              <a:defRPr sz="3197" b="1">
                <a:solidFill>
                  <a:schemeClr val="tx1"/>
                </a:solidFill>
                <a:latin typeface="+mj-lt"/>
                <a:ea typeface="+mj-lt"/>
                <a:cs typeface="+mj-lt"/>
              </a:defRPr>
            </a:lvl1pPr>
            <a:lvl2pPr marL="0" indent="0" algn="l">
              <a:lnSpc>
                <a:spcPct val="110000"/>
              </a:lnSpc>
              <a:spcBef>
                <a:spcPts val="0"/>
              </a:spcBef>
              <a:spcAft>
                <a:spcPts val="0"/>
              </a:spcAft>
              <a:buNone/>
              <a:defRPr sz="3197" b="1">
                <a:solidFill>
                  <a:schemeClr val="tx1"/>
                </a:solidFill>
                <a:latin typeface="+mj-lt"/>
                <a:ea typeface="+mj-lt"/>
                <a:cs typeface="+mj-lt"/>
              </a:defRPr>
            </a:lvl2pPr>
            <a:lvl3pPr marL="0" indent="0" algn="l">
              <a:lnSpc>
                <a:spcPct val="110000"/>
              </a:lnSpc>
              <a:spcBef>
                <a:spcPts val="0"/>
              </a:spcBef>
              <a:spcAft>
                <a:spcPts val="0"/>
              </a:spcAft>
              <a:buNone/>
              <a:defRPr sz="3197" b="1">
                <a:solidFill>
                  <a:schemeClr val="tx1"/>
                </a:solidFill>
                <a:latin typeface="+mj-lt"/>
                <a:ea typeface="+mj-lt"/>
                <a:cs typeface="+mj-lt"/>
              </a:defRPr>
            </a:lvl3pPr>
            <a:lvl4pPr marL="0" indent="0" algn="l">
              <a:lnSpc>
                <a:spcPct val="110000"/>
              </a:lnSpc>
              <a:spcBef>
                <a:spcPts val="0"/>
              </a:spcBef>
              <a:spcAft>
                <a:spcPts val="0"/>
              </a:spcAft>
              <a:buNone/>
              <a:defRPr sz="3197" b="1">
                <a:solidFill>
                  <a:schemeClr val="tx1"/>
                </a:solidFill>
                <a:latin typeface="+mj-lt"/>
                <a:ea typeface="+mj-lt"/>
                <a:cs typeface="+mj-lt"/>
              </a:defRPr>
            </a:lvl4pPr>
            <a:lvl5pPr marL="0" indent="0" algn="l">
              <a:lnSpc>
                <a:spcPct val="110000"/>
              </a:lnSpc>
              <a:spcBef>
                <a:spcPts val="0"/>
              </a:spcBef>
              <a:spcAft>
                <a:spcPts val="0"/>
              </a:spcAft>
              <a:buNone/>
              <a:defRPr sz="3197" b="1">
                <a:solidFill>
                  <a:schemeClr val="tx1"/>
                </a:solidFill>
                <a:latin typeface="+mj-lt"/>
                <a:ea typeface="+mj-lt"/>
                <a:cs typeface="+mj-lt"/>
              </a:defRPr>
            </a:lvl5pPr>
            <a:lvl6pPr marL="0" indent="0" algn="l">
              <a:lnSpc>
                <a:spcPct val="110000"/>
              </a:lnSpc>
              <a:spcBef>
                <a:spcPts val="0"/>
              </a:spcBef>
              <a:spcAft>
                <a:spcPts val="0"/>
              </a:spcAft>
              <a:buNone/>
              <a:defRPr sz="3197" b="1">
                <a:solidFill>
                  <a:schemeClr val="tx1"/>
                </a:solidFill>
                <a:latin typeface="+mj-lt"/>
                <a:ea typeface="+mj-lt"/>
                <a:cs typeface="+mj-lt"/>
              </a:defRPr>
            </a:lvl6pPr>
            <a:lvl7pPr marL="0" indent="0" algn="l">
              <a:lnSpc>
                <a:spcPct val="110000"/>
              </a:lnSpc>
              <a:spcBef>
                <a:spcPts val="0"/>
              </a:spcBef>
              <a:spcAft>
                <a:spcPts val="0"/>
              </a:spcAft>
              <a:buNone/>
              <a:defRPr sz="3197" b="1">
                <a:solidFill>
                  <a:schemeClr val="tx1"/>
                </a:solidFill>
                <a:latin typeface="+mj-lt"/>
                <a:ea typeface="+mj-lt"/>
                <a:cs typeface="+mj-lt"/>
              </a:defRPr>
            </a:lvl7pPr>
            <a:lvl8pPr marL="0" indent="0" algn="l">
              <a:lnSpc>
                <a:spcPct val="110000"/>
              </a:lnSpc>
              <a:spcBef>
                <a:spcPts val="0"/>
              </a:spcBef>
              <a:spcAft>
                <a:spcPts val="0"/>
              </a:spcAft>
              <a:buNone/>
              <a:defRPr sz="3197" b="1">
                <a:solidFill>
                  <a:schemeClr val="tx1"/>
                </a:solidFill>
                <a:latin typeface="+mj-lt"/>
                <a:ea typeface="+mj-lt"/>
                <a:cs typeface="+mj-lt"/>
              </a:defRPr>
            </a:lvl8pPr>
            <a:lvl9pPr marL="0" indent="0" algn="l">
              <a:lnSpc>
                <a:spcPct val="110000"/>
              </a:lnSpc>
              <a:spcBef>
                <a:spcPts val="0"/>
              </a:spcBef>
              <a:spcAft>
                <a:spcPts val="0"/>
              </a:spcAft>
              <a:buNone/>
              <a:defRPr sz="3197"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CC4C69-5A71-48F7-B969-FCBEF86B563B}"/>
              </a:ext>
            </a:extLst>
          </p:cNvPr>
          <p:cNvSpPr>
            <a:spLocks xmlns:a="http://schemas.openxmlformats.org/drawingml/2006/main" noGrp="1"/>
          </p:cNvSpPr>
          <p:nvPr>
            <p:ph type="body" idx="1"/>
          </p:nvPr>
        </p:nvSpPr>
        <p:spPr>
          <a:xfrm xmlns:a="http://schemas.openxmlformats.org/drawingml/2006/main">
            <a:off x="664369" y="2460625"/>
            <a:ext cx="4872038" cy="5511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34" b="0">
                <a:solidFill>
                  <a:schemeClr val="tx1"/>
                </a:solidFill>
                <a:latin typeface="+mn-lt"/>
                <a:ea typeface="+mn-lt"/>
                <a:cs typeface="+mn-lt"/>
              </a:defRPr>
            </a:defPPr>
            <a:lvl1pPr marL="221456" indent="-221456" algn="l">
              <a:lnSpc>
                <a:spcPct val="110000"/>
              </a:lnSpc>
              <a:spcBef>
                <a:spcPts val="0"/>
              </a:spcBef>
              <a:spcAft>
                <a:spcPts val="1163"/>
              </a:spcAft>
              <a:buChar char="•"/>
              <a:defRPr sz="2034" b="0">
                <a:solidFill>
                  <a:schemeClr val="tx1"/>
                </a:solidFill>
                <a:latin typeface="+mn-lt"/>
                <a:ea typeface="+mn-lt"/>
                <a:cs typeface="+mn-lt"/>
              </a:defRPr>
            </a:lvl1pPr>
            <a:lvl2pPr marL="516731" indent="-221456" algn="l">
              <a:lnSpc>
                <a:spcPct val="110000"/>
              </a:lnSpc>
              <a:spcBef>
                <a:spcPts val="0"/>
              </a:spcBef>
              <a:spcAft>
                <a:spcPts val="1163"/>
              </a:spcAft>
              <a:buChar char="•"/>
              <a:defRPr sz="2034" b="0">
                <a:solidFill>
                  <a:schemeClr val="tx1"/>
                </a:solidFill>
                <a:latin typeface="+mn-lt"/>
                <a:ea typeface="+mn-lt"/>
                <a:cs typeface="+mn-lt"/>
              </a:defRPr>
            </a:lvl2pPr>
            <a:lvl3pPr marL="812006" indent="-221456" algn="l">
              <a:lnSpc>
                <a:spcPct val="110000"/>
              </a:lnSpc>
              <a:spcBef>
                <a:spcPts val="0"/>
              </a:spcBef>
              <a:spcAft>
                <a:spcPts val="1163"/>
              </a:spcAft>
              <a:buChar char="•"/>
              <a:defRPr sz="2034" b="0">
                <a:solidFill>
                  <a:schemeClr val="tx1"/>
                </a:solidFill>
                <a:latin typeface="+mn-lt"/>
                <a:ea typeface="+mn-lt"/>
                <a:cs typeface="+mn-lt"/>
              </a:defRPr>
            </a:lvl3pPr>
            <a:lvl4pPr marL="1107281" indent="-221456" algn="l">
              <a:lnSpc>
                <a:spcPct val="110000"/>
              </a:lnSpc>
              <a:spcBef>
                <a:spcPts val="0"/>
              </a:spcBef>
              <a:spcAft>
                <a:spcPts val="1163"/>
              </a:spcAft>
              <a:buChar char="•"/>
              <a:defRPr sz="2034" b="0">
                <a:solidFill>
                  <a:schemeClr val="tx1"/>
                </a:solidFill>
                <a:latin typeface="+mn-lt"/>
                <a:ea typeface="+mn-lt"/>
                <a:cs typeface="+mn-lt"/>
              </a:defRPr>
            </a:lvl4pPr>
            <a:lvl5pPr marL="1402556" indent="-221456" algn="l">
              <a:lnSpc>
                <a:spcPct val="110000"/>
              </a:lnSpc>
              <a:spcBef>
                <a:spcPts val="0"/>
              </a:spcBef>
              <a:spcAft>
                <a:spcPts val="1163"/>
              </a:spcAft>
              <a:buChar char="•"/>
              <a:defRPr sz="2034" b="0">
                <a:solidFill>
                  <a:schemeClr val="tx1"/>
                </a:solidFill>
                <a:latin typeface="+mn-lt"/>
                <a:ea typeface="+mn-lt"/>
                <a:cs typeface="+mn-lt"/>
              </a:defRPr>
            </a:lvl5pPr>
            <a:lvl6pPr marL="1697831" indent="-221456" algn="l">
              <a:lnSpc>
                <a:spcPct val="110000"/>
              </a:lnSpc>
              <a:spcBef>
                <a:spcPts val="0"/>
              </a:spcBef>
              <a:spcAft>
                <a:spcPts val="1163"/>
              </a:spcAft>
              <a:buChar char="•"/>
              <a:defRPr sz="2034" b="0">
                <a:solidFill>
                  <a:schemeClr val="tx1"/>
                </a:solidFill>
                <a:latin typeface="+mn-lt"/>
                <a:ea typeface="+mn-lt"/>
                <a:cs typeface="+mn-lt"/>
              </a:defRPr>
            </a:lvl6pPr>
            <a:lvl7pPr marL="1993106" indent="-221456" algn="l">
              <a:lnSpc>
                <a:spcPct val="110000"/>
              </a:lnSpc>
              <a:spcBef>
                <a:spcPts val="0"/>
              </a:spcBef>
              <a:spcAft>
                <a:spcPts val="1163"/>
              </a:spcAft>
              <a:buChar char="•"/>
              <a:defRPr sz="2034" b="0">
                <a:solidFill>
                  <a:schemeClr val="tx1"/>
                </a:solidFill>
                <a:latin typeface="+mn-lt"/>
                <a:ea typeface="+mn-lt"/>
                <a:cs typeface="+mn-lt"/>
              </a:defRPr>
            </a:lvl7pPr>
            <a:lvl8pPr marL="2288381" indent="-221456" algn="l">
              <a:lnSpc>
                <a:spcPct val="110000"/>
              </a:lnSpc>
              <a:spcBef>
                <a:spcPts val="0"/>
              </a:spcBef>
              <a:spcAft>
                <a:spcPts val="1163"/>
              </a:spcAft>
              <a:buChar char="•"/>
              <a:defRPr sz="2034" b="0">
                <a:solidFill>
                  <a:schemeClr val="tx1"/>
                </a:solidFill>
                <a:latin typeface="+mn-lt"/>
                <a:ea typeface="+mn-lt"/>
                <a:cs typeface="+mn-lt"/>
              </a:defRPr>
            </a:lvl8pPr>
            <a:lvl9pPr marL="2583656" indent="-221456" algn="l">
              <a:lnSpc>
                <a:spcPct val="110000"/>
              </a:lnSpc>
              <a:spcBef>
                <a:spcPts val="0"/>
              </a:spcBef>
              <a:spcAft>
                <a:spcPts val="1163"/>
              </a:spcAft>
              <a:buChar char="•"/>
              <a:defRPr sz="2034"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6A51DC-C9CF-4872-8D0E-8FAF11EED0D7}"/>
              </a:ext>
            </a:extLst>
          </p:cNvPr>
          <p:cNvSpPr>
            <a:spLocks xmlns:a="http://schemas.openxmlformats.org/drawingml/2006/main" noGrp="1"/>
          </p:cNvSpPr>
          <p:nvPr>
            <p:ph type="body" idx="2"/>
          </p:nvPr>
        </p:nvSpPr>
        <p:spPr>
          <a:xfrm xmlns:a="http://schemas.openxmlformats.org/drawingml/2006/main">
            <a:off x="6274594" y="2460625"/>
            <a:ext cx="4872038" cy="5511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34" b="0">
                <a:solidFill>
                  <a:schemeClr val="tx1"/>
                </a:solidFill>
                <a:latin typeface="+mn-lt"/>
                <a:ea typeface="+mn-lt"/>
                <a:cs typeface="+mn-lt"/>
              </a:defRPr>
            </a:defPPr>
            <a:lvl1pPr marL="221456" indent="-221456" algn="l">
              <a:lnSpc>
                <a:spcPct val="110000"/>
              </a:lnSpc>
              <a:spcBef>
                <a:spcPts val="0"/>
              </a:spcBef>
              <a:spcAft>
                <a:spcPts val="1163"/>
              </a:spcAft>
              <a:buChar char="•"/>
              <a:defRPr sz="2034" b="0">
                <a:solidFill>
                  <a:schemeClr val="tx1"/>
                </a:solidFill>
                <a:latin typeface="+mn-lt"/>
                <a:ea typeface="+mn-lt"/>
                <a:cs typeface="+mn-lt"/>
              </a:defRPr>
            </a:lvl1pPr>
            <a:lvl2pPr marL="516731" indent="-221456" algn="l">
              <a:lnSpc>
                <a:spcPct val="110000"/>
              </a:lnSpc>
              <a:spcBef>
                <a:spcPts val="0"/>
              </a:spcBef>
              <a:spcAft>
                <a:spcPts val="1163"/>
              </a:spcAft>
              <a:buChar char="•"/>
              <a:defRPr sz="2034" b="0">
                <a:solidFill>
                  <a:schemeClr val="tx1"/>
                </a:solidFill>
                <a:latin typeface="+mn-lt"/>
                <a:ea typeface="+mn-lt"/>
                <a:cs typeface="+mn-lt"/>
              </a:defRPr>
            </a:lvl2pPr>
            <a:lvl3pPr marL="812006" indent="-221456" algn="l">
              <a:lnSpc>
                <a:spcPct val="110000"/>
              </a:lnSpc>
              <a:spcBef>
                <a:spcPts val="0"/>
              </a:spcBef>
              <a:spcAft>
                <a:spcPts val="1163"/>
              </a:spcAft>
              <a:buChar char="•"/>
              <a:defRPr sz="2034" b="0">
                <a:solidFill>
                  <a:schemeClr val="tx1"/>
                </a:solidFill>
                <a:latin typeface="+mn-lt"/>
                <a:ea typeface="+mn-lt"/>
                <a:cs typeface="+mn-lt"/>
              </a:defRPr>
            </a:lvl3pPr>
            <a:lvl4pPr marL="1107281" indent="-221456" algn="l">
              <a:lnSpc>
                <a:spcPct val="110000"/>
              </a:lnSpc>
              <a:spcBef>
                <a:spcPts val="0"/>
              </a:spcBef>
              <a:spcAft>
                <a:spcPts val="1163"/>
              </a:spcAft>
              <a:buChar char="•"/>
              <a:defRPr sz="2034" b="0">
                <a:solidFill>
                  <a:schemeClr val="tx1"/>
                </a:solidFill>
                <a:latin typeface="+mn-lt"/>
                <a:ea typeface="+mn-lt"/>
                <a:cs typeface="+mn-lt"/>
              </a:defRPr>
            </a:lvl4pPr>
            <a:lvl5pPr marL="1402556" indent="-221456" algn="l">
              <a:lnSpc>
                <a:spcPct val="110000"/>
              </a:lnSpc>
              <a:spcBef>
                <a:spcPts val="0"/>
              </a:spcBef>
              <a:spcAft>
                <a:spcPts val="1163"/>
              </a:spcAft>
              <a:buChar char="•"/>
              <a:defRPr sz="2034" b="0">
                <a:solidFill>
                  <a:schemeClr val="tx1"/>
                </a:solidFill>
                <a:latin typeface="+mn-lt"/>
                <a:ea typeface="+mn-lt"/>
                <a:cs typeface="+mn-lt"/>
              </a:defRPr>
            </a:lvl5pPr>
            <a:lvl6pPr marL="1697831" indent="-221456" algn="l">
              <a:lnSpc>
                <a:spcPct val="110000"/>
              </a:lnSpc>
              <a:spcBef>
                <a:spcPts val="0"/>
              </a:spcBef>
              <a:spcAft>
                <a:spcPts val="1163"/>
              </a:spcAft>
              <a:buChar char="•"/>
              <a:defRPr sz="2034" b="0">
                <a:solidFill>
                  <a:schemeClr val="tx1"/>
                </a:solidFill>
                <a:latin typeface="+mn-lt"/>
                <a:ea typeface="+mn-lt"/>
                <a:cs typeface="+mn-lt"/>
              </a:defRPr>
            </a:lvl6pPr>
            <a:lvl7pPr marL="1993106" indent="-221456" algn="l">
              <a:lnSpc>
                <a:spcPct val="110000"/>
              </a:lnSpc>
              <a:spcBef>
                <a:spcPts val="0"/>
              </a:spcBef>
              <a:spcAft>
                <a:spcPts val="1163"/>
              </a:spcAft>
              <a:buChar char="•"/>
              <a:defRPr sz="2034" b="0">
                <a:solidFill>
                  <a:schemeClr val="tx1"/>
                </a:solidFill>
                <a:latin typeface="+mn-lt"/>
                <a:ea typeface="+mn-lt"/>
                <a:cs typeface="+mn-lt"/>
              </a:defRPr>
            </a:lvl7pPr>
            <a:lvl8pPr marL="2288381" indent="-221456" algn="l">
              <a:lnSpc>
                <a:spcPct val="110000"/>
              </a:lnSpc>
              <a:spcBef>
                <a:spcPts val="0"/>
              </a:spcBef>
              <a:spcAft>
                <a:spcPts val="1163"/>
              </a:spcAft>
              <a:buChar char="•"/>
              <a:defRPr sz="2034" b="0">
                <a:solidFill>
                  <a:schemeClr val="tx1"/>
                </a:solidFill>
                <a:latin typeface="+mn-lt"/>
                <a:ea typeface="+mn-lt"/>
                <a:cs typeface="+mn-lt"/>
              </a:defRPr>
            </a:lvl8pPr>
            <a:lvl9pPr marL="2583656" indent="-221456" algn="l">
              <a:lnSpc>
                <a:spcPct val="110000"/>
              </a:lnSpc>
              <a:spcBef>
                <a:spcPts val="0"/>
              </a:spcBef>
              <a:spcAft>
                <a:spcPts val="1163"/>
              </a:spcAft>
              <a:buChar char="•"/>
              <a:defRPr sz="2034" b="0">
                <a:solidFill>
                  <a:schemeClr val="tx1"/>
                </a:solidFill>
                <a:latin typeface="+mn-lt"/>
                <a:ea typeface="+mn-lt"/>
                <a:cs typeface="+mn-lt"/>
              </a:defRPr>
            </a:lvl9pPr>
          </a:lstStyle>
          <a:p xmlns:a="http://schemas.openxmlformats.org/drawingml/2006/main"/>
        </p:txBody>
      </p:sp>
    </p:spTree>
  </p:cSld>
</p:sldLayout>
</file>

<file path=ppt/submission_case/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87897B-DFA2-4236-8AE3-5D21DE19CD51}"/>
              </a:ext>
            </a:extLst>
          </p:cNvPr>
          <p:cNvSpPr>
            <a:spLocks xmlns:a="http://schemas.openxmlformats.org/drawingml/2006/main" noGrp="1"/>
          </p:cNvSpPr>
          <p:nvPr>
            <p:ph type="title" idx="0"/>
          </p:nvPr>
        </p:nvSpPr>
        <p:spPr>
          <a:xfrm xmlns:a="http://schemas.openxmlformats.org/drawingml/2006/main">
            <a:off x="664369" y="688975"/>
            <a:ext cx="10482263" cy="10826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97" b="1">
                <a:solidFill>
                  <a:schemeClr val="tx1"/>
                </a:solidFill>
                <a:latin typeface="+mj-lt"/>
                <a:ea typeface="+mj-lt"/>
                <a:cs typeface="+mj-lt"/>
              </a:defRPr>
            </a:defPPr>
            <a:lvl1pPr marL="0" indent="0" algn="l">
              <a:lnSpc>
                <a:spcPct val="110000"/>
              </a:lnSpc>
              <a:spcBef>
                <a:spcPts val="0"/>
              </a:spcBef>
              <a:spcAft>
                <a:spcPts val="0"/>
              </a:spcAft>
              <a:buNone/>
              <a:defRPr sz="3197" b="1">
                <a:solidFill>
                  <a:schemeClr val="tx1"/>
                </a:solidFill>
                <a:latin typeface="+mj-lt"/>
                <a:ea typeface="+mj-lt"/>
                <a:cs typeface="+mj-lt"/>
              </a:defRPr>
            </a:lvl1pPr>
            <a:lvl2pPr marL="0" indent="0" algn="l">
              <a:lnSpc>
                <a:spcPct val="110000"/>
              </a:lnSpc>
              <a:spcBef>
                <a:spcPts val="0"/>
              </a:spcBef>
              <a:spcAft>
                <a:spcPts val="0"/>
              </a:spcAft>
              <a:buNone/>
              <a:defRPr sz="3197" b="1">
                <a:solidFill>
                  <a:schemeClr val="tx1"/>
                </a:solidFill>
                <a:latin typeface="+mj-lt"/>
                <a:ea typeface="+mj-lt"/>
                <a:cs typeface="+mj-lt"/>
              </a:defRPr>
            </a:lvl2pPr>
            <a:lvl3pPr marL="0" indent="0" algn="l">
              <a:lnSpc>
                <a:spcPct val="110000"/>
              </a:lnSpc>
              <a:spcBef>
                <a:spcPts val="0"/>
              </a:spcBef>
              <a:spcAft>
                <a:spcPts val="0"/>
              </a:spcAft>
              <a:buNone/>
              <a:defRPr sz="3197" b="1">
                <a:solidFill>
                  <a:schemeClr val="tx1"/>
                </a:solidFill>
                <a:latin typeface="+mj-lt"/>
                <a:ea typeface="+mj-lt"/>
                <a:cs typeface="+mj-lt"/>
              </a:defRPr>
            </a:lvl3pPr>
            <a:lvl4pPr marL="0" indent="0" algn="l">
              <a:lnSpc>
                <a:spcPct val="110000"/>
              </a:lnSpc>
              <a:spcBef>
                <a:spcPts val="0"/>
              </a:spcBef>
              <a:spcAft>
                <a:spcPts val="0"/>
              </a:spcAft>
              <a:buNone/>
              <a:defRPr sz="3197" b="1">
                <a:solidFill>
                  <a:schemeClr val="tx1"/>
                </a:solidFill>
                <a:latin typeface="+mj-lt"/>
                <a:ea typeface="+mj-lt"/>
                <a:cs typeface="+mj-lt"/>
              </a:defRPr>
            </a:lvl4pPr>
            <a:lvl5pPr marL="0" indent="0" algn="l">
              <a:lnSpc>
                <a:spcPct val="110000"/>
              </a:lnSpc>
              <a:spcBef>
                <a:spcPts val="0"/>
              </a:spcBef>
              <a:spcAft>
                <a:spcPts val="0"/>
              </a:spcAft>
              <a:buNone/>
              <a:defRPr sz="3197" b="1">
                <a:solidFill>
                  <a:schemeClr val="tx1"/>
                </a:solidFill>
                <a:latin typeface="+mj-lt"/>
                <a:ea typeface="+mj-lt"/>
                <a:cs typeface="+mj-lt"/>
              </a:defRPr>
            </a:lvl5pPr>
            <a:lvl6pPr marL="0" indent="0" algn="l">
              <a:lnSpc>
                <a:spcPct val="110000"/>
              </a:lnSpc>
              <a:spcBef>
                <a:spcPts val="0"/>
              </a:spcBef>
              <a:spcAft>
                <a:spcPts val="0"/>
              </a:spcAft>
              <a:buNone/>
              <a:defRPr sz="3197" b="1">
                <a:solidFill>
                  <a:schemeClr val="tx1"/>
                </a:solidFill>
                <a:latin typeface="+mj-lt"/>
                <a:ea typeface="+mj-lt"/>
                <a:cs typeface="+mj-lt"/>
              </a:defRPr>
            </a:lvl6pPr>
            <a:lvl7pPr marL="0" indent="0" algn="l">
              <a:lnSpc>
                <a:spcPct val="110000"/>
              </a:lnSpc>
              <a:spcBef>
                <a:spcPts val="0"/>
              </a:spcBef>
              <a:spcAft>
                <a:spcPts val="0"/>
              </a:spcAft>
              <a:buNone/>
              <a:defRPr sz="3197" b="1">
                <a:solidFill>
                  <a:schemeClr val="tx1"/>
                </a:solidFill>
                <a:latin typeface="+mj-lt"/>
                <a:ea typeface="+mj-lt"/>
                <a:cs typeface="+mj-lt"/>
              </a:defRPr>
            </a:lvl7pPr>
            <a:lvl8pPr marL="0" indent="0" algn="l">
              <a:lnSpc>
                <a:spcPct val="110000"/>
              </a:lnSpc>
              <a:spcBef>
                <a:spcPts val="0"/>
              </a:spcBef>
              <a:spcAft>
                <a:spcPts val="0"/>
              </a:spcAft>
              <a:buNone/>
              <a:defRPr sz="3197" b="1">
                <a:solidFill>
                  <a:schemeClr val="tx1"/>
                </a:solidFill>
                <a:latin typeface="+mj-lt"/>
                <a:ea typeface="+mj-lt"/>
                <a:cs typeface="+mj-lt"/>
              </a:defRPr>
            </a:lvl8pPr>
            <a:lvl9pPr marL="0" indent="0" algn="l">
              <a:lnSpc>
                <a:spcPct val="110000"/>
              </a:lnSpc>
              <a:spcBef>
                <a:spcPts val="0"/>
              </a:spcBef>
              <a:spcAft>
                <a:spcPts val="0"/>
              </a:spcAft>
              <a:buNone/>
              <a:defRPr sz="3197"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DF4204-FB5E-4804-A7A2-6DBF32B10BE5}"/>
              </a:ext>
            </a:extLst>
          </p:cNvPr>
          <p:cNvSpPr>
            <a:spLocks xmlns:a="http://schemas.openxmlformats.org/drawingml/2006/main" noGrp="1"/>
          </p:cNvSpPr>
          <p:nvPr>
            <p:ph type="body" idx="1"/>
          </p:nvPr>
        </p:nvSpPr>
        <p:spPr>
          <a:xfrm xmlns:a="http://schemas.openxmlformats.org/drawingml/2006/main">
            <a:off x="664369" y="2460625"/>
            <a:ext cx="4872038" cy="5511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80" b="0">
                <a:solidFill>
                  <a:schemeClr val="tx1"/>
                </a:solidFill>
                <a:latin typeface="+mn-lt"/>
                <a:ea typeface="+mn-lt"/>
                <a:cs typeface="+mn-lt"/>
              </a:defRPr>
            </a:defPPr>
            <a:lvl1pPr marL="221456" indent="-221456" algn="l">
              <a:lnSpc>
                <a:spcPct val="110000"/>
              </a:lnSpc>
              <a:spcBef>
                <a:spcPts val="0"/>
              </a:spcBef>
              <a:spcAft>
                <a:spcPts val="1163"/>
              </a:spcAft>
              <a:buChar char="•"/>
              <a:defRPr sz="2180" b="0">
                <a:solidFill>
                  <a:schemeClr val="tx1"/>
                </a:solidFill>
                <a:latin typeface="+mn-lt"/>
                <a:ea typeface="+mn-lt"/>
                <a:cs typeface="+mn-lt"/>
              </a:defRPr>
            </a:lvl1pPr>
            <a:lvl2pPr marL="516731" indent="-221456" algn="l">
              <a:lnSpc>
                <a:spcPct val="110000"/>
              </a:lnSpc>
              <a:spcBef>
                <a:spcPts val="0"/>
              </a:spcBef>
              <a:spcAft>
                <a:spcPts val="1163"/>
              </a:spcAft>
              <a:buChar char="•"/>
              <a:defRPr sz="2180" b="0">
                <a:solidFill>
                  <a:schemeClr val="tx1"/>
                </a:solidFill>
                <a:latin typeface="+mn-lt"/>
                <a:ea typeface="+mn-lt"/>
                <a:cs typeface="+mn-lt"/>
              </a:defRPr>
            </a:lvl2pPr>
            <a:lvl3pPr marL="812006" indent="-221456" algn="l">
              <a:lnSpc>
                <a:spcPct val="110000"/>
              </a:lnSpc>
              <a:spcBef>
                <a:spcPts val="0"/>
              </a:spcBef>
              <a:spcAft>
                <a:spcPts val="1163"/>
              </a:spcAft>
              <a:buChar char="•"/>
              <a:defRPr sz="2180" b="0">
                <a:solidFill>
                  <a:schemeClr val="tx1"/>
                </a:solidFill>
                <a:latin typeface="+mn-lt"/>
                <a:ea typeface="+mn-lt"/>
                <a:cs typeface="+mn-lt"/>
              </a:defRPr>
            </a:lvl3pPr>
            <a:lvl4pPr marL="1107281" indent="-221456" algn="l">
              <a:lnSpc>
                <a:spcPct val="110000"/>
              </a:lnSpc>
              <a:spcBef>
                <a:spcPts val="0"/>
              </a:spcBef>
              <a:spcAft>
                <a:spcPts val="1163"/>
              </a:spcAft>
              <a:buChar char="•"/>
              <a:defRPr sz="2180" b="0">
                <a:solidFill>
                  <a:schemeClr val="tx1"/>
                </a:solidFill>
                <a:latin typeface="+mn-lt"/>
                <a:ea typeface="+mn-lt"/>
                <a:cs typeface="+mn-lt"/>
              </a:defRPr>
            </a:lvl4pPr>
            <a:lvl5pPr marL="1402556" indent="-221456" algn="l">
              <a:lnSpc>
                <a:spcPct val="110000"/>
              </a:lnSpc>
              <a:spcBef>
                <a:spcPts val="0"/>
              </a:spcBef>
              <a:spcAft>
                <a:spcPts val="1163"/>
              </a:spcAft>
              <a:buChar char="•"/>
              <a:defRPr sz="2180" b="0">
                <a:solidFill>
                  <a:schemeClr val="tx1"/>
                </a:solidFill>
                <a:latin typeface="+mn-lt"/>
                <a:ea typeface="+mn-lt"/>
                <a:cs typeface="+mn-lt"/>
              </a:defRPr>
            </a:lvl5pPr>
            <a:lvl6pPr marL="1697831" indent="-221456" algn="l">
              <a:lnSpc>
                <a:spcPct val="110000"/>
              </a:lnSpc>
              <a:spcBef>
                <a:spcPts val="0"/>
              </a:spcBef>
              <a:spcAft>
                <a:spcPts val="1163"/>
              </a:spcAft>
              <a:buChar char="•"/>
              <a:defRPr sz="2180" b="0">
                <a:solidFill>
                  <a:schemeClr val="tx1"/>
                </a:solidFill>
                <a:latin typeface="+mn-lt"/>
                <a:ea typeface="+mn-lt"/>
                <a:cs typeface="+mn-lt"/>
              </a:defRPr>
            </a:lvl6pPr>
            <a:lvl7pPr marL="1993106" indent="-221456" algn="l">
              <a:lnSpc>
                <a:spcPct val="110000"/>
              </a:lnSpc>
              <a:spcBef>
                <a:spcPts val="0"/>
              </a:spcBef>
              <a:spcAft>
                <a:spcPts val="1163"/>
              </a:spcAft>
              <a:buChar char="•"/>
              <a:defRPr sz="2180" b="0">
                <a:solidFill>
                  <a:schemeClr val="tx1"/>
                </a:solidFill>
                <a:latin typeface="+mn-lt"/>
                <a:ea typeface="+mn-lt"/>
                <a:cs typeface="+mn-lt"/>
              </a:defRPr>
            </a:lvl7pPr>
            <a:lvl8pPr marL="2288381" indent="-221456" algn="l">
              <a:lnSpc>
                <a:spcPct val="110000"/>
              </a:lnSpc>
              <a:spcBef>
                <a:spcPts val="0"/>
              </a:spcBef>
              <a:spcAft>
                <a:spcPts val="1163"/>
              </a:spcAft>
              <a:buChar char="•"/>
              <a:defRPr sz="2180" b="0">
                <a:solidFill>
                  <a:schemeClr val="tx1"/>
                </a:solidFill>
                <a:latin typeface="+mn-lt"/>
                <a:ea typeface="+mn-lt"/>
                <a:cs typeface="+mn-lt"/>
              </a:defRPr>
            </a:lvl8pPr>
            <a:lvl9pPr marL="2583656" indent="-221456" algn="l">
              <a:lnSpc>
                <a:spcPct val="110000"/>
              </a:lnSpc>
              <a:spcBef>
                <a:spcPts val="0"/>
              </a:spcBef>
              <a:spcAft>
                <a:spcPts val="1163"/>
              </a:spcAft>
              <a:buChar char="•"/>
              <a:defRPr sz="2180" b="0">
                <a:solidFill>
                  <a:schemeClr val="tx1"/>
                </a:solidFill>
                <a:latin typeface="+mn-lt"/>
                <a:ea typeface="+mn-lt"/>
                <a:cs typeface="+mn-lt"/>
              </a:defRPr>
            </a:lvl9pPr>
          </a:lstStyle>
          <a:p xmlns:a="http://schemas.openxmlformats.org/drawingml/2006/main"/>
        </p:txBody>
      </p:sp>
    </p:spTree>
  </p:cSld>
</p:sldLayout>
</file>

<file path=ppt/submission_case/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ubmission_case/ppt/slideMasters/_rels/slideMaster1.xml.rels><?xml version='1.0' encoding='utf-8'?>
<Relationships xmlns="http://schemas.openxmlformats.org/package/2006/relationships"><Relationship Type="http://schemas.openxmlformats.org/officeDocument/2006/relationships/theme" Target="/ppt/submission_case/ppt/slideMasters/theme/theme2.xml" Id="R277ef399fdfd4fe8" /><Relationship Type="http://schemas.openxmlformats.org/officeDocument/2006/relationships/slideLayout" Target="/ppt/submission_case/ppt/slideLayouts/slideLayout1.xml" Id="R22ae8689ef3e4ae0" /><Relationship Type="http://schemas.openxmlformats.org/officeDocument/2006/relationships/slideLayout" Target="/ppt/submission_case/ppt/slideLayouts/slideLayout2.xml" Id="R9968e44a58af44bb" /><Relationship Type="http://schemas.openxmlformats.org/officeDocument/2006/relationships/slideLayout" Target="/ppt/submission_case/ppt/slideLayouts/slideLayout3.xml" Id="Rfcdd9c36ebed426b" /><Relationship Type="http://schemas.openxmlformats.org/officeDocument/2006/relationships/slideLayout" Target="/ppt/submission_case/ppt/slideLayouts/slideLayout4.xml" Id="R8813be2de591497b" /><Relationship Type="http://schemas.openxmlformats.org/officeDocument/2006/relationships/slideLayout" Target="/ppt/submission_case/ppt/slideLayouts/slideLayout5.xml" Id="R1d376cfa25e143dd" /><Relationship Type="http://schemas.openxmlformats.org/officeDocument/2006/relationships/slideLayout" Target="/ppt/submission_case/ppt/slideLayouts/slideLayout6.xml" Id="Raa8aa928568d488e" /></Relationships>
</file>

<file path=ppt/submission_case/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ae8689ef3e4ae0"/>
    <p:sldLayoutId xmlns:r="http://schemas.openxmlformats.org/officeDocument/2006/relationships" id="2147483650" r:id="R9968e44a58af44bb"/>
    <p:sldLayoutId xmlns:r="http://schemas.openxmlformats.org/officeDocument/2006/relationships" id="2147483651" r:id="Rfcdd9c36ebed426b"/>
    <p:sldLayoutId xmlns:r="http://schemas.openxmlformats.org/officeDocument/2006/relationships" id="2147483652" r:id="R8813be2de591497b"/>
    <p:sldLayoutId xmlns:r="http://schemas.openxmlformats.org/officeDocument/2006/relationships" id="2147483653" r:id="R1d376cfa25e143dd"/>
    <p:sldLayoutId xmlns:r="http://schemas.openxmlformats.org/officeDocument/2006/relationships" id="2147483654" r:id="Raa8aa928568d48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ubmission_case/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ubmission_case/ppt/slides/_rels/slide1.xml.rels><?xml version='1.0' encoding='utf-8'?>
<Relationships xmlns="http://schemas.openxmlformats.org/package/2006/relationships"><Relationship Type="http://schemas.openxmlformats.org/officeDocument/2006/relationships/slideLayout" Target="/ppt/submission_case/ppt/slideLayouts/slideLayout6.xml" Id="R63a2e7299e52439a" /><Relationship Type="http://schemas.openxmlformats.org/officeDocument/2006/relationships/image" Target="/ppt/submission_case/ppt/media/image.png" Id="R491d89be41e84fb6" /><Relationship Type="http://schemas.openxmlformats.org/officeDocument/2006/relationships/notesSlide" Target="/ppt/submission_case/ppt/notesSlides/notesSlide1.xml" Id="R8e4ffcbb298c4e98" /></Relationships>
</file>

<file path=ppt/submission_case/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text_000">
            <a:extLst xmlns:a="http://schemas.openxmlformats.org/drawingml/2006/main">
              <a:ext uri="{FF2B5EF4-FFF2-40B4-BE49-F238E27FC236}">
                <a16:creationId xmlns:a16="http://schemas.microsoft.com/office/drawing/2014/main" id="{2C9837BB-4A1E-4463-9DC7-E1C18C03934D}"/>
              </a:ext>
            </a:extLst>
          </p:cNvPr>
          <p:cNvSpPr>
            <a:spLocks xmlns:a="http://schemas.openxmlformats.org/drawingml/2006/main" noGrp="1"/>
          </p:cNvSpPr>
          <p:nvPr/>
        </p:nvSpPr>
        <p:spPr>
          <a:xfrm xmlns:a="http://schemas.openxmlformats.org/drawingml/2006/main" rot="0">
            <a:off x="171450" y="5715000"/>
            <a:ext cx="3667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(d) Source features, frame 86</a:t>
            </a:r>
          </a:p>
        </p:txBody>
      </p:sp>
      <p:pic>
        <p:nvPicPr>
          <p:cNvPr id="2" name="">
            <a:extLst xmlns:a="http://schemas.openxmlformats.org/drawingml/2006/main">
              <a:ext uri="{FF2B5EF4-FFF2-40B4-BE49-F238E27FC236}">
                <a16:creationId xmlns:a16="http://schemas.microsoft.com/office/drawing/2014/main" id="{1CB20315-F71A-4E16-A3CD-22FF8279A9FB}"/>
              </a:ext>
            </a:extLst>
          </p:cNvPr>
          <p:cNvPicPr>
            <a:picLocks xmlns:a="http://schemas.openxmlformats.org/drawingml/2006/main" noChangeAspect="1"/>
          </p:cNvPicPr>
          <p:nvPr/>
        </p:nvPicPr>
        <p:blipFill>
          <a:blip xmlns:r="http://schemas.openxmlformats.org/officeDocument/2006/relationships" xmlns:a="http://schemas.openxmlformats.org/drawingml/2006/main" r:embed="R491d89be41e84fb6"/>
          <a:stretch xmlns:a="http://schemas.openxmlformats.org/drawingml/2006/main"/>
        </p:blipFill>
        <p:spPr>
          <a:xfrm xmlns:a="http://schemas.openxmlformats.org/drawingml/2006/main">
            <a:off x="514350" y="6446308"/>
            <a:ext cx="2905125" cy="1032933"/>
          </a:xfrm>
          <a:prstGeom xmlns:a="http://schemas.openxmlformats.org/drawingml/2006/main" prst="rect">
            <a:avLst/>
          </a:prstGeom>
        </p:spPr>
      </p:pic>
      <p:sp>
        <p:nvSpPr>
          <p:cNvPr id="3" name="rect_002">
            <a:extLst xmlns:a="http://schemas.openxmlformats.org/drawingml/2006/main">
              <a:ext uri="{FF2B5EF4-FFF2-40B4-BE49-F238E27FC236}">
                <a16:creationId xmlns:a16="http://schemas.microsoft.com/office/drawing/2014/main" id="{180DF485-720C-46FD-A682-625B92CDFCDD}"/>
              </a:ext>
            </a:extLst>
          </p:cNvPr>
          <p:cNvSpPr>
            <a:spLocks xmlns:a="http://schemas.openxmlformats.org/drawingml/2006/main" noGrp="1"/>
          </p:cNvSpPr>
          <p:nvPr/>
        </p:nvSpPr>
        <p:spPr>
          <a:xfrm xmlns:a="http://schemas.openxmlformats.org/drawingml/2006/main" rot="0">
            <a:off x="514350" y="6200775"/>
            <a:ext cx="2905125" cy="1524000"/>
          </a:xfrm>
          <a:prstGeom xmlns:a="http://schemas.openxmlformats.org/drawingml/2006/main" prst="rect">
            <a:avLst/>
          </a:prstGeom>
          <a:noFill xmlns:a="http://schemas.openxmlformats.org/drawingml/2006/main"/>
          <a:ln xmlns:a="http://schemas.openxmlformats.org/drawingml/2006/main" w="6668">
            <a:solidFill>
              <a:srgbClr val="7B8790"/>
            </a:solidFill>
            <a:prstDash val="solid"/>
          </a:ln>
        </p:spPr>
      </p:sp>
      <p:sp>
        <p:nvSpPr>
          <p:cNvPr id="4" name="text_003">
            <a:extLst xmlns:a="http://schemas.openxmlformats.org/drawingml/2006/main">
              <a:ext uri="{FF2B5EF4-FFF2-40B4-BE49-F238E27FC236}">
                <a16:creationId xmlns:a16="http://schemas.microsoft.com/office/drawing/2014/main" id="{5AA9FE94-9918-4D35-A2D5-6AEA65BEA816}"/>
              </a:ext>
            </a:extLst>
          </p:cNvPr>
          <p:cNvSpPr>
            <a:spLocks xmlns:a="http://schemas.openxmlformats.org/drawingml/2006/main" noGrp="1"/>
          </p:cNvSpPr>
          <p:nvPr/>
        </p:nvSpPr>
        <p:spPr>
          <a:xfrm xmlns:a="http://schemas.openxmlformats.org/drawingml/2006/main" rot="0">
            <a:off x="602821"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5" name="line_004">
            <a:extLst xmlns:a="http://schemas.openxmlformats.org/drawingml/2006/main">
              <a:ext uri="{FF2B5EF4-FFF2-40B4-BE49-F238E27FC236}">
                <a16:creationId xmlns:a16="http://schemas.microsoft.com/office/drawing/2014/main" id="{368D8FFB-6ADB-4BA8-BB3A-BA0CFB254373}"/>
              </a:ext>
            </a:extLst>
          </p:cNvPr>
          <p:cNvSpPr>
            <a:spLocks xmlns:a="http://schemas.openxmlformats.org/drawingml/2006/main" noGrp="1"/>
          </p:cNvSpPr>
          <p:nvPr/>
        </p:nvSpPr>
        <p:spPr>
          <a:xfrm xmlns:a="http://schemas.openxmlformats.org/drawingml/2006/main">
            <a:off x="831421"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6" name="text_005">
            <a:extLst xmlns:a="http://schemas.openxmlformats.org/drawingml/2006/main">
              <a:ext uri="{FF2B5EF4-FFF2-40B4-BE49-F238E27FC236}">
                <a16:creationId xmlns:a16="http://schemas.microsoft.com/office/drawing/2014/main" id="{A517F57F-0B26-4C15-9089-0FDF3F5D312F}"/>
              </a:ext>
            </a:extLst>
          </p:cNvPr>
          <p:cNvSpPr>
            <a:spLocks xmlns:a="http://schemas.openxmlformats.org/drawingml/2006/main" noGrp="1"/>
          </p:cNvSpPr>
          <p:nvPr/>
        </p:nvSpPr>
        <p:spPr>
          <a:xfrm xmlns:a="http://schemas.openxmlformats.org/drawingml/2006/main" rot="0">
            <a:off x="1896848"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10</a:t>
            </a:r>
          </a:p>
        </p:txBody>
      </p:sp>
      <p:sp>
        <p:nvSpPr>
          <p:cNvPr id="7" name="line_006">
            <a:extLst xmlns:a="http://schemas.openxmlformats.org/drawingml/2006/main">
              <a:ext uri="{FF2B5EF4-FFF2-40B4-BE49-F238E27FC236}">
                <a16:creationId xmlns:a16="http://schemas.microsoft.com/office/drawing/2014/main" id="{3BD6C56C-1955-4952-A917-7CE38F14AE14}"/>
              </a:ext>
            </a:extLst>
          </p:cNvPr>
          <p:cNvSpPr>
            <a:spLocks xmlns:a="http://schemas.openxmlformats.org/drawingml/2006/main" noGrp="1"/>
          </p:cNvSpPr>
          <p:nvPr/>
        </p:nvSpPr>
        <p:spPr>
          <a:xfrm xmlns:a="http://schemas.openxmlformats.org/drawingml/2006/main">
            <a:off x="2125448"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8" name="text_007">
            <a:extLst xmlns:a="http://schemas.openxmlformats.org/drawingml/2006/main">
              <a:ext uri="{FF2B5EF4-FFF2-40B4-BE49-F238E27FC236}">
                <a16:creationId xmlns:a16="http://schemas.microsoft.com/office/drawing/2014/main" id="{46E74777-65E9-4382-8F9D-543FF661659D}"/>
              </a:ext>
            </a:extLst>
          </p:cNvPr>
          <p:cNvSpPr>
            <a:spLocks xmlns:a="http://schemas.openxmlformats.org/drawingml/2006/main" noGrp="1"/>
          </p:cNvSpPr>
          <p:nvPr/>
        </p:nvSpPr>
        <p:spPr>
          <a:xfrm xmlns:a="http://schemas.openxmlformats.org/drawingml/2006/main" rot="0">
            <a:off x="3190875"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20</a:t>
            </a:r>
          </a:p>
        </p:txBody>
      </p:sp>
      <p:sp>
        <p:nvSpPr>
          <p:cNvPr id="9" name="line_008">
            <a:extLst xmlns:a="http://schemas.openxmlformats.org/drawingml/2006/main">
              <a:ext uri="{FF2B5EF4-FFF2-40B4-BE49-F238E27FC236}">
                <a16:creationId xmlns:a16="http://schemas.microsoft.com/office/drawing/2014/main" id="{A050D007-DD2C-4802-8730-42370B163C0A}"/>
              </a:ext>
            </a:extLst>
          </p:cNvPr>
          <p:cNvSpPr>
            <a:spLocks xmlns:a="http://schemas.openxmlformats.org/drawingml/2006/main" noGrp="1"/>
          </p:cNvSpPr>
          <p:nvPr/>
        </p:nvSpPr>
        <p:spPr>
          <a:xfrm xmlns:a="http://schemas.openxmlformats.org/drawingml/2006/main">
            <a:off x="3419475"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10" name="text_009">
            <a:extLst xmlns:a="http://schemas.openxmlformats.org/drawingml/2006/main">
              <a:ext uri="{FF2B5EF4-FFF2-40B4-BE49-F238E27FC236}">
                <a16:creationId xmlns:a16="http://schemas.microsoft.com/office/drawing/2014/main" id="{0AF0F6EC-73CF-4FC6-A05F-B87FDEFB4028}"/>
              </a:ext>
            </a:extLst>
          </p:cNvPr>
          <p:cNvSpPr>
            <a:spLocks xmlns:a="http://schemas.openxmlformats.org/drawingml/2006/main" noGrp="1"/>
          </p:cNvSpPr>
          <p:nvPr/>
        </p:nvSpPr>
        <p:spPr>
          <a:xfrm xmlns:a="http://schemas.openxmlformats.org/drawingml/2006/main" rot="0">
            <a:off x="-9525" y="763905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1" name="line_010">
            <a:extLst xmlns:a="http://schemas.openxmlformats.org/drawingml/2006/main">
              <a:ext uri="{FF2B5EF4-FFF2-40B4-BE49-F238E27FC236}">
                <a16:creationId xmlns:a16="http://schemas.microsoft.com/office/drawing/2014/main" id="{C7FBB4DA-79BF-44E6-BED2-B3BA41674A86}"/>
              </a:ext>
            </a:extLst>
          </p:cNvPr>
          <p:cNvSpPr>
            <a:spLocks xmlns:a="http://schemas.openxmlformats.org/drawingml/2006/main" noGrp="1"/>
          </p:cNvSpPr>
          <p:nvPr/>
        </p:nvSpPr>
        <p:spPr>
          <a:xfrm xmlns:a="http://schemas.openxmlformats.org/drawingml/2006/main">
            <a:off x="476250" y="7724775"/>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12" name="text_011">
            <a:extLst xmlns:a="http://schemas.openxmlformats.org/drawingml/2006/main">
              <a:ext uri="{FF2B5EF4-FFF2-40B4-BE49-F238E27FC236}">
                <a16:creationId xmlns:a16="http://schemas.microsoft.com/office/drawing/2014/main" id="{0A3AF6C8-009B-42B8-986B-BB6FF39B8910}"/>
              </a:ext>
            </a:extLst>
          </p:cNvPr>
          <p:cNvSpPr>
            <a:spLocks xmlns:a="http://schemas.openxmlformats.org/drawingml/2006/main" noGrp="1"/>
          </p:cNvSpPr>
          <p:nvPr/>
        </p:nvSpPr>
        <p:spPr>
          <a:xfrm xmlns:a="http://schemas.openxmlformats.org/drawingml/2006/main" rot="0">
            <a:off x="-9525" y="687705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3</a:t>
            </a:r>
          </a:p>
        </p:txBody>
      </p:sp>
      <p:sp>
        <p:nvSpPr>
          <p:cNvPr id="13" name="line_012">
            <a:extLst xmlns:a="http://schemas.openxmlformats.org/drawingml/2006/main">
              <a:ext uri="{FF2B5EF4-FFF2-40B4-BE49-F238E27FC236}">
                <a16:creationId xmlns:a16="http://schemas.microsoft.com/office/drawing/2014/main" id="{2A06EFE2-B943-4828-9A18-A781104DFFC8}"/>
              </a:ext>
            </a:extLst>
          </p:cNvPr>
          <p:cNvSpPr>
            <a:spLocks xmlns:a="http://schemas.openxmlformats.org/drawingml/2006/main" noGrp="1"/>
          </p:cNvSpPr>
          <p:nvPr/>
        </p:nvSpPr>
        <p:spPr>
          <a:xfrm xmlns:a="http://schemas.openxmlformats.org/drawingml/2006/main">
            <a:off x="476250" y="6962775"/>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14" name="text_013">
            <a:extLst xmlns:a="http://schemas.openxmlformats.org/drawingml/2006/main">
              <a:ext uri="{FF2B5EF4-FFF2-40B4-BE49-F238E27FC236}">
                <a16:creationId xmlns:a16="http://schemas.microsoft.com/office/drawing/2014/main" id="{D17427FA-9FB3-49EE-855D-5BD18DAC1839}"/>
              </a:ext>
            </a:extLst>
          </p:cNvPr>
          <p:cNvSpPr>
            <a:spLocks xmlns:a="http://schemas.openxmlformats.org/drawingml/2006/main" noGrp="1"/>
          </p:cNvSpPr>
          <p:nvPr/>
        </p:nvSpPr>
        <p:spPr>
          <a:xfrm xmlns:a="http://schemas.openxmlformats.org/drawingml/2006/main" rot="0">
            <a:off x="-9525" y="611505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6</a:t>
            </a:r>
          </a:p>
        </p:txBody>
      </p:sp>
      <p:sp>
        <p:nvSpPr>
          <p:cNvPr id="15" name="line_014">
            <a:extLst xmlns:a="http://schemas.openxmlformats.org/drawingml/2006/main">
              <a:ext uri="{FF2B5EF4-FFF2-40B4-BE49-F238E27FC236}">
                <a16:creationId xmlns:a16="http://schemas.microsoft.com/office/drawing/2014/main" id="{A438BB42-AC45-4CC5-B5EE-3C9926E44A10}"/>
              </a:ext>
            </a:extLst>
          </p:cNvPr>
          <p:cNvSpPr>
            <a:spLocks xmlns:a="http://schemas.openxmlformats.org/drawingml/2006/main" noGrp="1"/>
          </p:cNvSpPr>
          <p:nvPr/>
        </p:nvSpPr>
        <p:spPr>
          <a:xfrm xmlns:a="http://schemas.openxmlformats.org/drawingml/2006/main">
            <a:off x="476250" y="6200775"/>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16" name="text_015">
            <a:extLst xmlns:a="http://schemas.openxmlformats.org/drawingml/2006/main">
              <a:ext uri="{FF2B5EF4-FFF2-40B4-BE49-F238E27FC236}">
                <a16:creationId xmlns:a16="http://schemas.microsoft.com/office/drawing/2014/main" id="{5C3E4078-B941-4017-8C08-2093AA4DEF25}"/>
              </a:ext>
            </a:extLst>
          </p:cNvPr>
          <p:cNvSpPr>
            <a:spLocks xmlns:a="http://schemas.openxmlformats.org/drawingml/2006/main" noGrp="1"/>
          </p:cNvSpPr>
          <p:nvPr/>
        </p:nvSpPr>
        <p:spPr>
          <a:xfrm xmlns:a="http://schemas.openxmlformats.org/drawingml/2006/main" rot="0">
            <a:off x="514350" y="8010525"/>
            <a:ext cx="2905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xmlns:a="http://schemas.openxmlformats.org/drawingml/2006/main">
            <a:pPr algn="ctr">
              <a:defRPr sz="1275" b="0">
                <a:solidFill>
                  <a:srgbClr val="000000"/>
                </a:solidFill>
                <a:latin typeface="Arial"/>
                <a:ea typeface="Arial"/>
                <a:cs typeface="Arial"/>
              </a:defRPr>
            </a:pPr>
            <a:r>
              <a:rPr sz="1275" b="0">
                <a:solidFill>
                  <a:srgbClr val="000000"/>
                </a:solidFill>
                <a:latin typeface="Arial"/>
                <a:ea typeface="Arial"/>
                <a:cs typeface="Arial"/>
              </a:rPr>
              <a:t>x (source physical coordinate)</a:t>
            </a:r>
          </a:p>
        </p:txBody>
      </p:sp>
      <p:sp>
        <p:nvSpPr>
          <p:cNvPr id="17" name="source_extremum_3">
            <a:extLst xmlns:a="http://schemas.openxmlformats.org/drawingml/2006/main">
              <a:ext uri="{FF2B5EF4-FFF2-40B4-BE49-F238E27FC236}">
                <a16:creationId xmlns:a16="http://schemas.microsoft.com/office/drawing/2014/main" id="{CF2BE7D1-B088-43B3-A25C-C7FF99758AF5}"/>
              </a:ext>
            </a:extLst>
          </p:cNvPr>
          <p:cNvSpPr>
            <a:spLocks xmlns:a="http://schemas.openxmlformats.org/drawingml/2006/main" noGrp="1"/>
          </p:cNvSpPr>
          <p:nvPr/>
        </p:nvSpPr>
        <p:spPr>
          <a:xfrm xmlns:a="http://schemas.openxmlformats.org/drawingml/2006/main" rot="0">
            <a:off x="1035168" y="7649487"/>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prstDash val="solid"/>
          </a:ln>
        </p:spPr>
      </p:sp>
      <p:sp>
        <p:nvSpPr>
          <p:cNvPr id="18" name="text_017">
            <a:extLst xmlns:a="http://schemas.openxmlformats.org/drawingml/2006/main">
              <a:ext uri="{FF2B5EF4-FFF2-40B4-BE49-F238E27FC236}">
                <a16:creationId xmlns:a16="http://schemas.microsoft.com/office/drawing/2014/main" id="{7EA01AE8-1DD0-412F-9C63-E6E6DE6382BB}"/>
              </a:ext>
            </a:extLst>
          </p:cNvPr>
          <p:cNvSpPr>
            <a:spLocks xmlns:a="http://schemas.openxmlformats.org/drawingml/2006/main" noGrp="1"/>
          </p:cNvSpPr>
          <p:nvPr/>
        </p:nvSpPr>
        <p:spPr>
          <a:xfrm xmlns:a="http://schemas.openxmlformats.org/drawingml/2006/main" rot="0">
            <a:off x="1144706" y="7530424"/>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A</a:t>
            </a:r>
          </a:p>
        </p:txBody>
      </p:sp>
      <p:sp>
        <p:nvSpPr>
          <p:cNvPr id="19" name="source_extremum_17">
            <a:extLst xmlns:a="http://schemas.openxmlformats.org/drawingml/2006/main">
              <a:ext uri="{FF2B5EF4-FFF2-40B4-BE49-F238E27FC236}">
                <a16:creationId xmlns:a16="http://schemas.microsoft.com/office/drawing/2014/main" id="{59A815E8-6AA7-45FB-B933-65CB6E6171A1}"/>
              </a:ext>
            </a:extLst>
          </p:cNvPr>
          <p:cNvSpPr>
            <a:spLocks xmlns:a="http://schemas.openxmlformats.org/drawingml/2006/main" noGrp="1"/>
          </p:cNvSpPr>
          <p:nvPr/>
        </p:nvSpPr>
        <p:spPr>
          <a:xfrm xmlns:a="http://schemas.openxmlformats.org/drawingml/2006/main" rot="0">
            <a:off x="3354932" y="6936125"/>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prstDash val="solid"/>
          </a:ln>
        </p:spPr>
      </p:sp>
      <p:sp>
        <p:nvSpPr>
          <p:cNvPr id="20" name="text_019">
            <a:extLst xmlns:a="http://schemas.openxmlformats.org/drawingml/2006/main">
              <a:ext uri="{FF2B5EF4-FFF2-40B4-BE49-F238E27FC236}">
                <a16:creationId xmlns:a16="http://schemas.microsoft.com/office/drawing/2014/main" id="{E6DDF0E8-9644-4E87-B14F-C42735AC28E0}"/>
              </a:ext>
            </a:extLst>
          </p:cNvPr>
          <p:cNvSpPr>
            <a:spLocks xmlns:a="http://schemas.openxmlformats.org/drawingml/2006/main" noGrp="1"/>
          </p:cNvSpPr>
          <p:nvPr/>
        </p:nvSpPr>
        <p:spPr>
          <a:xfrm xmlns:a="http://schemas.openxmlformats.org/drawingml/2006/main" rot="0">
            <a:off x="3464470" y="6817063"/>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B</a:t>
            </a:r>
          </a:p>
        </p:txBody>
      </p:sp>
      <p:sp>
        <p:nvSpPr>
          <p:cNvPr id="21" name="source_extremum_14">
            <a:extLst xmlns:a="http://schemas.openxmlformats.org/drawingml/2006/main">
              <a:ext uri="{FF2B5EF4-FFF2-40B4-BE49-F238E27FC236}">
                <a16:creationId xmlns:a16="http://schemas.microsoft.com/office/drawing/2014/main" id="{763895A0-C657-4BAB-8270-116467670BA8}"/>
              </a:ext>
            </a:extLst>
          </p:cNvPr>
          <p:cNvSpPr>
            <a:spLocks xmlns:a="http://schemas.openxmlformats.org/drawingml/2006/main" noGrp="1"/>
          </p:cNvSpPr>
          <p:nvPr/>
        </p:nvSpPr>
        <p:spPr>
          <a:xfrm xmlns:a="http://schemas.openxmlformats.org/drawingml/2006/main" rot="0">
            <a:off x="2834612" y="7195530"/>
            <a:ext cx="85725" cy="85725"/>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prstDash val="solid"/>
          </a:ln>
        </p:spPr>
      </p:sp>
      <p:sp>
        <p:nvSpPr>
          <p:cNvPr id="22" name="text_021">
            <a:extLst xmlns:a="http://schemas.openxmlformats.org/drawingml/2006/main">
              <a:ext uri="{FF2B5EF4-FFF2-40B4-BE49-F238E27FC236}">
                <a16:creationId xmlns:a16="http://schemas.microsoft.com/office/drawing/2014/main" id="{AC99C9CD-B4CC-45EA-9B8D-03E69BA71D8C}"/>
              </a:ext>
            </a:extLst>
          </p:cNvPr>
          <p:cNvSpPr>
            <a:spLocks xmlns:a="http://schemas.openxmlformats.org/drawingml/2006/main" noGrp="1"/>
          </p:cNvSpPr>
          <p:nvPr/>
        </p:nvSpPr>
        <p:spPr>
          <a:xfrm xmlns:a="http://schemas.openxmlformats.org/drawingml/2006/main" rot="0">
            <a:off x="2944149" y="7076467"/>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C</a:t>
            </a:r>
          </a:p>
        </p:txBody>
      </p:sp>
      <p:sp>
        <p:nvSpPr>
          <p:cNvPr id="23" name="text_022">
            <a:extLst xmlns:a="http://schemas.openxmlformats.org/drawingml/2006/main">
              <a:ext uri="{FF2B5EF4-FFF2-40B4-BE49-F238E27FC236}">
                <a16:creationId xmlns:a16="http://schemas.microsoft.com/office/drawing/2014/main" id="{858D319D-1A44-4068-81F5-6C426749FAA1}"/>
              </a:ext>
            </a:extLst>
          </p:cNvPr>
          <p:cNvSpPr>
            <a:spLocks xmlns:a="http://schemas.openxmlformats.org/drawingml/2006/main" noGrp="1"/>
          </p:cNvSpPr>
          <p:nvPr/>
        </p:nvSpPr>
        <p:spPr>
          <a:xfrm xmlns:a="http://schemas.openxmlformats.org/drawingml/2006/main" rot="0">
            <a:off x="171450" y="8267700"/>
            <a:ext cx="3667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Q maximum over y; markers show extrema (x,z)</a:t>
            </a:r>
          </a:p>
        </p:txBody>
      </p:sp>
      <p:sp>
        <p:nvSpPr>
          <p:cNvPr id="24" name="text_023">
            <a:extLst xmlns:a="http://schemas.openxmlformats.org/drawingml/2006/main">
              <a:ext uri="{FF2B5EF4-FFF2-40B4-BE49-F238E27FC236}">
                <a16:creationId xmlns:a16="http://schemas.microsoft.com/office/drawing/2014/main" id="{FF2F014E-C1E1-4DE6-B413-CF341B500D0B}"/>
              </a:ext>
            </a:extLst>
          </p:cNvPr>
          <p:cNvSpPr>
            <a:spLocks xmlns:a="http://schemas.openxmlformats.org/drawingml/2006/main" noGrp="1"/>
          </p:cNvSpPr>
          <p:nvPr/>
        </p:nvSpPr>
        <p:spPr>
          <a:xfrm xmlns:a="http://schemas.openxmlformats.org/drawingml/2006/main" rot="0">
            <a:off x="4010025" y="5715000"/>
            <a:ext cx="3790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(e) Reference and saved anchors</a:t>
            </a:r>
          </a:p>
        </p:txBody>
      </p:sp>
      <p:sp>
        <p:nvSpPr>
          <p:cNvPr id="25" name="text_024">
            <a:extLst xmlns:a="http://schemas.openxmlformats.org/drawingml/2006/main">
              <a:ext uri="{FF2B5EF4-FFF2-40B4-BE49-F238E27FC236}">
                <a16:creationId xmlns:a16="http://schemas.microsoft.com/office/drawing/2014/main" id="{D5894EE8-7060-4230-9E0E-86341937FEE7}"/>
              </a:ext>
            </a:extLst>
          </p:cNvPr>
          <p:cNvSpPr>
            <a:spLocks xmlns:a="http://schemas.openxmlformats.org/drawingml/2006/main" noGrp="1"/>
          </p:cNvSpPr>
          <p:nvPr/>
        </p:nvSpPr>
        <p:spPr>
          <a:xfrm xmlns:a="http://schemas.openxmlformats.org/drawingml/2006/main" rot="0">
            <a:off x="3990975" y="620077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q</a:t>
            </a:r>
          </a:p>
        </p:txBody>
      </p:sp>
      <p:sp>
        <p:nvSpPr>
          <p:cNvPr id="26" name="line_025">
            <a:extLst xmlns:a="http://schemas.openxmlformats.org/drawingml/2006/main">
              <a:ext uri="{FF2B5EF4-FFF2-40B4-BE49-F238E27FC236}">
                <a16:creationId xmlns:a16="http://schemas.microsoft.com/office/drawing/2014/main" id="{6DB9A5B1-4CD7-4184-93B2-9F21DD1002C7}"/>
              </a:ext>
            </a:extLst>
          </p:cNvPr>
          <p:cNvSpPr>
            <a:spLocks xmlns:a="http://schemas.openxmlformats.org/drawingml/2006/main" noGrp="1"/>
          </p:cNvSpPr>
          <p:nvPr/>
        </p:nvSpPr>
        <p:spPr>
          <a:xfrm xmlns:a="http://schemas.openxmlformats.org/drawingml/2006/main">
            <a:off x="4524375" y="6305550"/>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6668">
            <a:solidFill>
              <a:srgbClr val="7B8790"/>
            </a:solidFill>
            <a:prstDash val="solid"/>
          </a:ln>
        </p:spPr>
      </p:sp>
      <p:sp>
        <p:nvSpPr>
          <p:cNvPr id="27" name="text_026">
            <a:extLst xmlns:a="http://schemas.openxmlformats.org/drawingml/2006/main">
              <a:ext uri="{FF2B5EF4-FFF2-40B4-BE49-F238E27FC236}">
                <a16:creationId xmlns:a16="http://schemas.microsoft.com/office/drawing/2014/main" id="{77845DC9-F2D3-403C-94B3-EC0D00FF934B}"/>
              </a:ext>
            </a:extLst>
          </p:cNvPr>
          <p:cNvSpPr>
            <a:spLocks xmlns:a="http://schemas.openxmlformats.org/drawingml/2006/main" noGrp="1"/>
          </p:cNvSpPr>
          <p:nvPr/>
        </p:nvSpPr>
        <p:spPr>
          <a:xfrm xmlns:a="http://schemas.openxmlformats.org/drawingml/2006/main" rot="0">
            <a:off x="3990975" y="663892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P</a:t>
            </a:r>
          </a:p>
        </p:txBody>
      </p:sp>
      <p:sp>
        <p:nvSpPr>
          <p:cNvPr id="28" name="line_027">
            <a:extLst xmlns:a="http://schemas.openxmlformats.org/drawingml/2006/main">
              <a:ext uri="{FF2B5EF4-FFF2-40B4-BE49-F238E27FC236}">
                <a16:creationId xmlns:a16="http://schemas.microsoft.com/office/drawing/2014/main" id="{04987173-0A45-4432-874F-832C448629F7}"/>
              </a:ext>
            </a:extLst>
          </p:cNvPr>
          <p:cNvSpPr>
            <a:spLocks xmlns:a="http://schemas.openxmlformats.org/drawingml/2006/main" noGrp="1"/>
          </p:cNvSpPr>
          <p:nvPr/>
        </p:nvSpPr>
        <p:spPr>
          <a:xfrm xmlns:a="http://schemas.openxmlformats.org/drawingml/2006/main">
            <a:off x="4524375" y="6743700"/>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6668">
            <a:solidFill>
              <a:srgbClr val="7B8790"/>
            </a:solidFill>
            <a:prstDash val="solid"/>
          </a:ln>
        </p:spPr>
      </p:sp>
      <p:sp>
        <p:nvSpPr>
          <p:cNvPr id="29" name="text_028">
            <a:extLst xmlns:a="http://schemas.openxmlformats.org/drawingml/2006/main">
              <a:ext uri="{FF2B5EF4-FFF2-40B4-BE49-F238E27FC236}">
                <a16:creationId xmlns:a16="http://schemas.microsoft.com/office/drawing/2014/main" id="{859A186F-EE04-4A16-8BE1-97DDC63C76C5}"/>
              </a:ext>
            </a:extLst>
          </p:cNvPr>
          <p:cNvSpPr>
            <a:spLocks xmlns:a="http://schemas.openxmlformats.org/drawingml/2006/main" noGrp="1"/>
          </p:cNvSpPr>
          <p:nvPr/>
        </p:nvSpPr>
        <p:spPr>
          <a:xfrm xmlns:a="http://schemas.openxmlformats.org/drawingml/2006/main" rot="0">
            <a:off x="3990975" y="707707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R2</a:t>
            </a:r>
          </a:p>
        </p:txBody>
      </p:sp>
      <p:sp>
        <p:nvSpPr>
          <p:cNvPr id="30" name="line_029">
            <a:extLst xmlns:a="http://schemas.openxmlformats.org/drawingml/2006/main">
              <a:ext uri="{FF2B5EF4-FFF2-40B4-BE49-F238E27FC236}">
                <a16:creationId xmlns:a16="http://schemas.microsoft.com/office/drawing/2014/main" id="{13A96A03-4ABE-4896-88EF-313A92E15FD7}"/>
              </a:ext>
            </a:extLst>
          </p:cNvPr>
          <p:cNvSpPr>
            <a:spLocks xmlns:a="http://schemas.openxmlformats.org/drawingml/2006/main" noGrp="1"/>
          </p:cNvSpPr>
          <p:nvPr/>
        </p:nvSpPr>
        <p:spPr>
          <a:xfrm xmlns:a="http://schemas.openxmlformats.org/drawingml/2006/main">
            <a:off x="4524375" y="7181850"/>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6668">
            <a:solidFill>
              <a:srgbClr val="7B8790"/>
            </a:solidFill>
            <a:prstDash val="solid"/>
          </a:ln>
        </p:spPr>
      </p:sp>
      <p:sp>
        <p:nvSpPr>
          <p:cNvPr id="31" name="text_030">
            <a:extLst xmlns:a="http://schemas.openxmlformats.org/drawingml/2006/main">
              <a:ext uri="{FF2B5EF4-FFF2-40B4-BE49-F238E27FC236}">
                <a16:creationId xmlns:a16="http://schemas.microsoft.com/office/drawing/2014/main" id="{16E1DA4C-37AC-4282-8984-6D07E1091CE3}"/>
              </a:ext>
            </a:extLst>
          </p:cNvPr>
          <p:cNvSpPr>
            <a:spLocks xmlns:a="http://schemas.openxmlformats.org/drawingml/2006/main" noGrp="1"/>
          </p:cNvSpPr>
          <p:nvPr/>
        </p:nvSpPr>
        <p:spPr>
          <a:xfrm xmlns:a="http://schemas.openxmlformats.org/drawingml/2006/main" rot="0">
            <a:off x="3990975" y="7515225"/>
            <a:ext cx="466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R20</a:t>
            </a:r>
          </a:p>
        </p:txBody>
      </p:sp>
      <p:sp>
        <p:nvSpPr>
          <p:cNvPr id="32" name="line_031">
            <a:extLst xmlns:a="http://schemas.openxmlformats.org/drawingml/2006/main">
              <a:ext uri="{FF2B5EF4-FFF2-40B4-BE49-F238E27FC236}">
                <a16:creationId xmlns:a16="http://schemas.microsoft.com/office/drawing/2014/main" id="{DBE25FA1-FC38-4AB5-A605-94AFA84F81C9}"/>
              </a:ext>
            </a:extLst>
          </p:cNvPr>
          <p:cNvSpPr>
            <a:spLocks xmlns:a="http://schemas.openxmlformats.org/drawingml/2006/main" noGrp="1"/>
          </p:cNvSpPr>
          <p:nvPr/>
        </p:nvSpPr>
        <p:spPr>
          <a:xfrm xmlns:a="http://schemas.openxmlformats.org/drawingml/2006/main">
            <a:off x="4524375" y="7620000"/>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6668">
            <a:solidFill>
              <a:srgbClr val="7B8790"/>
            </a:solidFill>
            <a:prstDash val="solid"/>
          </a:ln>
        </p:spPr>
      </p:sp>
      <p:sp>
        <p:nvSpPr>
          <p:cNvPr id="33" name="feature_346_reference_anchors">
            <a:extLst xmlns:a="http://schemas.openxmlformats.org/drawingml/2006/main">
              <a:ext uri="{FF2B5EF4-FFF2-40B4-BE49-F238E27FC236}">
                <a16:creationId xmlns:a16="http://schemas.microsoft.com/office/drawing/2014/main" id="{F61B3E09-02D0-45D7-8525-7D85CF47506C}"/>
              </a:ext>
            </a:extLst>
          </p:cNvPr>
          <p:cNvSpPr>
            <a:spLocks xmlns:a="http://schemas.openxmlformats.org/drawingml/2006/main" noGrp="1"/>
          </p:cNvSpPr>
          <p:nvPr/>
        </p:nvSpPr>
        <p:spPr>
          <a:xfrm xmlns:a="http://schemas.openxmlformats.org/drawingml/2006/main">
            <a:off x="5078815" y="6305550"/>
            <a:ext cx="65948" cy="1314450"/>
          </a:xfrm>
          <a:custGeom xmlns:a="http://schemas.openxmlformats.org/drawingml/2006/main">
            <a:pathLst>
              <a:path w="65948" h="1314450">
                <a:moveTo>
                  <a:pt x="0" y="0"/>
                </a:moveTo>
                <a:lnTo>
                  <a:pt x="65948" y="438150"/>
                </a:lnTo>
                <a:lnTo>
                  <a:pt x="2374" y="876300"/>
                </a:lnTo>
                <a:lnTo>
                  <a:pt x="12316" y="1314450"/>
                </a:lnTo>
              </a:path>
            </a:pathLst>
          </a:custGeom>
          <a:noFill xmlns:a="http://schemas.openxmlformats.org/drawingml/2006/main"/>
          <a:ln xmlns:a="http://schemas.openxmlformats.org/drawingml/2006/main" w="11430">
            <a:solidFill>
              <a:srgbClr val="0072B2"/>
            </a:solidFill>
            <a:prstDash val="solid"/>
          </a:ln>
        </p:spPr>
      </p:sp>
      <p:sp>
        <p:nvSpPr>
          <p:cNvPr id="34" name="ellipse_033">
            <a:extLst xmlns:a="http://schemas.openxmlformats.org/drawingml/2006/main">
              <a:ext uri="{FF2B5EF4-FFF2-40B4-BE49-F238E27FC236}">
                <a16:creationId xmlns:a16="http://schemas.microsoft.com/office/drawing/2014/main" id="{B787C2B7-D206-41AF-A92B-0BB98DC5390A}"/>
              </a:ext>
            </a:extLst>
          </p:cNvPr>
          <p:cNvSpPr>
            <a:spLocks xmlns:a="http://schemas.openxmlformats.org/drawingml/2006/main" noGrp="1"/>
          </p:cNvSpPr>
          <p:nvPr/>
        </p:nvSpPr>
        <p:spPr>
          <a:xfrm xmlns:a="http://schemas.openxmlformats.org/drawingml/2006/main" rot="0">
            <a:off x="5040715" y="62674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prstDash val="solid"/>
          </a:ln>
        </p:spPr>
      </p:sp>
      <p:sp>
        <p:nvSpPr>
          <p:cNvPr id="35" name="ellipse_034">
            <a:extLst xmlns:a="http://schemas.openxmlformats.org/drawingml/2006/main">
              <a:ext uri="{FF2B5EF4-FFF2-40B4-BE49-F238E27FC236}">
                <a16:creationId xmlns:a16="http://schemas.microsoft.com/office/drawing/2014/main" id="{D28A46F6-AF99-48A1-AC0F-2021B86B63E7}"/>
              </a:ext>
            </a:extLst>
          </p:cNvPr>
          <p:cNvSpPr>
            <a:spLocks xmlns:a="http://schemas.openxmlformats.org/drawingml/2006/main" noGrp="1"/>
          </p:cNvSpPr>
          <p:nvPr/>
        </p:nvSpPr>
        <p:spPr>
          <a:xfrm xmlns:a="http://schemas.openxmlformats.org/drawingml/2006/main" rot="0">
            <a:off x="5106663" y="67056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prstDash val="solid"/>
          </a:ln>
        </p:spPr>
      </p:sp>
      <p:sp>
        <p:nvSpPr>
          <p:cNvPr id="36" name="ellipse_035">
            <a:extLst xmlns:a="http://schemas.openxmlformats.org/drawingml/2006/main">
              <a:ext uri="{FF2B5EF4-FFF2-40B4-BE49-F238E27FC236}">
                <a16:creationId xmlns:a16="http://schemas.microsoft.com/office/drawing/2014/main" id="{BC62DD34-608D-4B99-A3A1-538139C62C7E}"/>
              </a:ext>
            </a:extLst>
          </p:cNvPr>
          <p:cNvSpPr>
            <a:spLocks xmlns:a="http://schemas.openxmlformats.org/drawingml/2006/main" noGrp="1"/>
          </p:cNvSpPr>
          <p:nvPr/>
        </p:nvSpPr>
        <p:spPr>
          <a:xfrm xmlns:a="http://schemas.openxmlformats.org/drawingml/2006/main" rot="0">
            <a:off x="5043089" y="71437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prstDash val="solid"/>
          </a:ln>
        </p:spPr>
      </p:sp>
      <p:sp>
        <p:nvSpPr>
          <p:cNvPr id="37" name="ellipse_036">
            <a:extLst xmlns:a="http://schemas.openxmlformats.org/drawingml/2006/main">
              <a:ext uri="{FF2B5EF4-FFF2-40B4-BE49-F238E27FC236}">
                <a16:creationId xmlns:a16="http://schemas.microsoft.com/office/drawing/2014/main" id="{59EC25C4-B4F4-4101-AB40-AE9D2B33811C}"/>
              </a:ext>
            </a:extLst>
          </p:cNvPr>
          <p:cNvSpPr>
            <a:spLocks xmlns:a="http://schemas.openxmlformats.org/drawingml/2006/main" noGrp="1"/>
          </p:cNvSpPr>
          <p:nvPr/>
        </p:nvSpPr>
        <p:spPr>
          <a:xfrm xmlns:a="http://schemas.openxmlformats.org/drawingml/2006/main" rot="0">
            <a:off x="5053031" y="75819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72B2"/>
            </a:solidFill>
            <a:prstDash val="solid"/>
          </a:ln>
        </p:spPr>
      </p:sp>
      <p:sp>
        <p:nvSpPr>
          <p:cNvPr id="38" name="text_037">
            <a:extLst xmlns:a="http://schemas.openxmlformats.org/drawingml/2006/main">
              <a:ext uri="{FF2B5EF4-FFF2-40B4-BE49-F238E27FC236}">
                <a16:creationId xmlns:a16="http://schemas.microsoft.com/office/drawing/2014/main" id="{D9846980-7F28-4A7E-A1B4-C88F317C7C61}"/>
              </a:ext>
            </a:extLst>
          </p:cNvPr>
          <p:cNvSpPr>
            <a:spLocks xmlns:a="http://schemas.openxmlformats.org/drawingml/2006/main" noGrp="1"/>
          </p:cNvSpPr>
          <p:nvPr/>
        </p:nvSpPr>
        <p:spPr>
          <a:xfrm xmlns:a="http://schemas.openxmlformats.org/drawingml/2006/main" rot="0">
            <a:off x="4993090" y="6048375"/>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A</a:t>
            </a:r>
          </a:p>
        </p:txBody>
      </p:sp>
      <p:sp>
        <p:nvSpPr>
          <p:cNvPr id="39" name="feature_175_reference_anchors">
            <a:extLst xmlns:a="http://schemas.openxmlformats.org/drawingml/2006/main">
              <a:ext uri="{FF2B5EF4-FFF2-40B4-BE49-F238E27FC236}">
                <a16:creationId xmlns:a16="http://schemas.microsoft.com/office/drawing/2014/main" id="{14432F0A-408B-431A-88B5-173C5E6874FB}"/>
              </a:ext>
            </a:extLst>
          </p:cNvPr>
          <p:cNvSpPr>
            <a:spLocks xmlns:a="http://schemas.openxmlformats.org/drawingml/2006/main" noGrp="1"/>
          </p:cNvSpPr>
          <p:nvPr/>
        </p:nvSpPr>
        <p:spPr>
          <a:xfrm xmlns:a="http://schemas.openxmlformats.org/drawingml/2006/main">
            <a:off x="7006276" y="6305550"/>
            <a:ext cx="365745" cy="1314450"/>
          </a:xfrm>
          <a:custGeom xmlns:a="http://schemas.openxmlformats.org/drawingml/2006/main">
            <a:pathLst>
              <a:path w="365745" h="1314450">
                <a:moveTo>
                  <a:pt x="354274" y="0"/>
                </a:moveTo>
                <a:lnTo>
                  <a:pt x="0" y="438150"/>
                </a:lnTo>
                <a:lnTo>
                  <a:pt x="356152" y="876300"/>
                </a:lnTo>
                <a:lnTo>
                  <a:pt x="365745" y="1314450"/>
                </a:lnTo>
              </a:path>
            </a:pathLst>
          </a:custGeom>
          <a:noFill xmlns:a="http://schemas.openxmlformats.org/drawingml/2006/main"/>
          <a:ln xmlns:a="http://schemas.openxmlformats.org/drawingml/2006/main" w="11430">
            <a:solidFill>
              <a:srgbClr val="D55E00"/>
            </a:solidFill>
            <a:prstDash val="solid"/>
          </a:ln>
        </p:spPr>
      </p:sp>
      <p:sp>
        <p:nvSpPr>
          <p:cNvPr id="40" name="ellipse_039">
            <a:extLst xmlns:a="http://schemas.openxmlformats.org/drawingml/2006/main">
              <a:ext uri="{FF2B5EF4-FFF2-40B4-BE49-F238E27FC236}">
                <a16:creationId xmlns:a16="http://schemas.microsoft.com/office/drawing/2014/main" id="{0686192B-2D69-459B-924B-4EBB5841BEF1}"/>
              </a:ext>
            </a:extLst>
          </p:cNvPr>
          <p:cNvSpPr>
            <a:spLocks xmlns:a="http://schemas.openxmlformats.org/drawingml/2006/main" noGrp="1"/>
          </p:cNvSpPr>
          <p:nvPr/>
        </p:nvSpPr>
        <p:spPr>
          <a:xfrm xmlns:a="http://schemas.openxmlformats.org/drawingml/2006/main" rot="0">
            <a:off x="7322450" y="62674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prstDash val="solid"/>
          </a:ln>
        </p:spPr>
      </p:sp>
      <p:sp>
        <p:nvSpPr>
          <p:cNvPr id="41" name="ellipse_040">
            <a:extLst xmlns:a="http://schemas.openxmlformats.org/drawingml/2006/main">
              <a:ext uri="{FF2B5EF4-FFF2-40B4-BE49-F238E27FC236}">
                <a16:creationId xmlns:a16="http://schemas.microsoft.com/office/drawing/2014/main" id="{5D0E5C9A-BD22-4E5D-9E42-82072E1194E1}"/>
              </a:ext>
            </a:extLst>
          </p:cNvPr>
          <p:cNvSpPr>
            <a:spLocks xmlns:a="http://schemas.openxmlformats.org/drawingml/2006/main" noGrp="1"/>
          </p:cNvSpPr>
          <p:nvPr/>
        </p:nvSpPr>
        <p:spPr>
          <a:xfrm xmlns:a="http://schemas.openxmlformats.org/drawingml/2006/main" rot="0">
            <a:off x="6968176" y="67056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prstDash val="solid"/>
          </a:ln>
        </p:spPr>
      </p:sp>
      <p:sp>
        <p:nvSpPr>
          <p:cNvPr id="42" name="ellipse_041">
            <a:extLst xmlns:a="http://schemas.openxmlformats.org/drawingml/2006/main">
              <a:ext uri="{FF2B5EF4-FFF2-40B4-BE49-F238E27FC236}">
                <a16:creationId xmlns:a16="http://schemas.microsoft.com/office/drawing/2014/main" id="{ED05C9CA-D028-42E7-B1F1-12219136FB74}"/>
              </a:ext>
            </a:extLst>
          </p:cNvPr>
          <p:cNvSpPr>
            <a:spLocks xmlns:a="http://schemas.openxmlformats.org/drawingml/2006/main" noGrp="1"/>
          </p:cNvSpPr>
          <p:nvPr/>
        </p:nvSpPr>
        <p:spPr>
          <a:xfrm xmlns:a="http://schemas.openxmlformats.org/drawingml/2006/main" rot="0">
            <a:off x="7324328" y="71437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prstDash val="solid"/>
          </a:ln>
        </p:spPr>
      </p:sp>
      <p:sp>
        <p:nvSpPr>
          <p:cNvPr id="43" name="ellipse_042">
            <a:extLst xmlns:a="http://schemas.openxmlformats.org/drawingml/2006/main">
              <a:ext uri="{FF2B5EF4-FFF2-40B4-BE49-F238E27FC236}">
                <a16:creationId xmlns:a16="http://schemas.microsoft.com/office/drawing/2014/main" id="{B8CE755B-B779-43AA-BFDF-AC586C96B291}"/>
              </a:ext>
            </a:extLst>
          </p:cNvPr>
          <p:cNvSpPr>
            <a:spLocks xmlns:a="http://schemas.openxmlformats.org/drawingml/2006/main" noGrp="1"/>
          </p:cNvSpPr>
          <p:nvPr/>
        </p:nvSpPr>
        <p:spPr>
          <a:xfrm xmlns:a="http://schemas.openxmlformats.org/drawingml/2006/main" rot="0">
            <a:off x="7333921" y="75819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D55E00"/>
            </a:solidFill>
            <a:prstDash val="solid"/>
          </a:ln>
        </p:spPr>
      </p:sp>
      <p:sp>
        <p:nvSpPr>
          <p:cNvPr id="44" name="text_043">
            <a:extLst xmlns:a="http://schemas.openxmlformats.org/drawingml/2006/main">
              <a:ext uri="{FF2B5EF4-FFF2-40B4-BE49-F238E27FC236}">
                <a16:creationId xmlns:a16="http://schemas.microsoft.com/office/drawing/2014/main" id="{1A22396D-7427-4546-9932-4E6A1AF14A19}"/>
              </a:ext>
            </a:extLst>
          </p:cNvPr>
          <p:cNvSpPr>
            <a:spLocks xmlns:a="http://schemas.openxmlformats.org/drawingml/2006/main" noGrp="1"/>
          </p:cNvSpPr>
          <p:nvPr/>
        </p:nvSpPr>
        <p:spPr>
          <a:xfrm xmlns:a="http://schemas.openxmlformats.org/drawingml/2006/main" rot="0">
            <a:off x="7274825" y="6048375"/>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B</a:t>
            </a:r>
          </a:p>
        </p:txBody>
      </p:sp>
      <p:sp>
        <p:nvSpPr>
          <p:cNvPr id="45" name="feature_272_reference_anchors">
            <a:extLst xmlns:a="http://schemas.openxmlformats.org/drawingml/2006/main">
              <a:ext uri="{FF2B5EF4-FFF2-40B4-BE49-F238E27FC236}">
                <a16:creationId xmlns:a16="http://schemas.microsoft.com/office/drawing/2014/main" id="{428EE329-04E2-46AD-AD40-BEDA3D8EF9A0}"/>
              </a:ext>
            </a:extLst>
          </p:cNvPr>
          <p:cNvSpPr>
            <a:spLocks xmlns:a="http://schemas.openxmlformats.org/drawingml/2006/main" noGrp="1"/>
          </p:cNvSpPr>
          <p:nvPr/>
        </p:nvSpPr>
        <p:spPr>
          <a:xfrm xmlns:a="http://schemas.openxmlformats.org/drawingml/2006/main">
            <a:off x="6848759" y="6305550"/>
            <a:ext cx="191091" cy="1314450"/>
          </a:xfrm>
          <a:custGeom xmlns:a="http://schemas.openxmlformats.org/drawingml/2006/main">
            <a:pathLst>
              <a:path w="191091" h="1314450">
                <a:moveTo>
                  <a:pt x="0" y="0"/>
                </a:moveTo>
                <a:lnTo>
                  <a:pt x="191091" y="438150"/>
                </a:lnTo>
                <a:lnTo>
                  <a:pt x="20515" y="876300"/>
                </a:lnTo>
                <a:lnTo>
                  <a:pt x="33509" y="1314450"/>
                </a:lnTo>
              </a:path>
            </a:pathLst>
          </a:custGeom>
          <a:noFill xmlns:a="http://schemas.openxmlformats.org/drawingml/2006/main"/>
          <a:ln xmlns:a="http://schemas.openxmlformats.org/drawingml/2006/main" w="11430">
            <a:solidFill>
              <a:srgbClr val="009E73"/>
            </a:solidFill>
            <a:prstDash val="solid"/>
          </a:ln>
        </p:spPr>
      </p:sp>
      <p:sp>
        <p:nvSpPr>
          <p:cNvPr id="46" name="ellipse_045">
            <a:extLst xmlns:a="http://schemas.openxmlformats.org/drawingml/2006/main">
              <a:ext uri="{FF2B5EF4-FFF2-40B4-BE49-F238E27FC236}">
                <a16:creationId xmlns:a16="http://schemas.microsoft.com/office/drawing/2014/main" id="{A76C21FB-91AC-4214-9031-3F0C8EA7D64F}"/>
              </a:ext>
            </a:extLst>
          </p:cNvPr>
          <p:cNvSpPr>
            <a:spLocks xmlns:a="http://schemas.openxmlformats.org/drawingml/2006/main" noGrp="1"/>
          </p:cNvSpPr>
          <p:nvPr/>
        </p:nvSpPr>
        <p:spPr>
          <a:xfrm xmlns:a="http://schemas.openxmlformats.org/drawingml/2006/main" rot="0">
            <a:off x="6810659" y="62674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prstDash val="solid"/>
          </a:ln>
        </p:spPr>
      </p:sp>
      <p:sp>
        <p:nvSpPr>
          <p:cNvPr id="47" name="ellipse_046">
            <a:extLst xmlns:a="http://schemas.openxmlformats.org/drawingml/2006/main">
              <a:ext uri="{FF2B5EF4-FFF2-40B4-BE49-F238E27FC236}">
                <a16:creationId xmlns:a16="http://schemas.microsoft.com/office/drawing/2014/main" id="{7F2FCCEA-04C6-461F-89E6-D695F903764F}"/>
              </a:ext>
            </a:extLst>
          </p:cNvPr>
          <p:cNvSpPr>
            <a:spLocks xmlns:a="http://schemas.openxmlformats.org/drawingml/2006/main" noGrp="1"/>
          </p:cNvSpPr>
          <p:nvPr/>
        </p:nvSpPr>
        <p:spPr>
          <a:xfrm xmlns:a="http://schemas.openxmlformats.org/drawingml/2006/main" rot="0">
            <a:off x="7001751" y="67056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prstDash val="solid"/>
          </a:ln>
        </p:spPr>
      </p:sp>
      <p:sp>
        <p:nvSpPr>
          <p:cNvPr id="48" name="ellipse_047">
            <a:extLst xmlns:a="http://schemas.openxmlformats.org/drawingml/2006/main">
              <a:ext uri="{FF2B5EF4-FFF2-40B4-BE49-F238E27FC236}">
                <a16:creationId xmlns:a16="http://schemas.microsoft.com/office/drawing/2014/main" id="{8EAD614E-03F2-4D80-B44A-0FC56563ACE2}"/>
              </a:ext>
            </a:extLst>
          </p:cNvPr>
          <p:cNvSpPr>
            <a:spLocks xmlns:a="http://schemas.openxmlformats.org/drawingml/2006/main" noGrp="1"/>
          </p:cNvSpPr>
          <p:nvPr/>
        </p:nvSpPr>
        <p:spPr>
          <a:xfrm xmlns:a="http://schemas.openxmlformats.org/drawingml/2006/main" rot="0">
            <a:off x="6831174" y="714375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prstDash val="solid"/>
          </a:ln>
        </p:spPr>
      </p:sp>
      <p:sp>
        <p:nvSpPr>
          <p:cNvPr id="49" name="ellipse_048">
            <a:extLst xmlns:a="http://schemas.openxmlformats.org/drawingml/2006/main">
              <a:ext uri="{FF2B5EF4-FFF2-40B4-BE49-F238E27FC236}">
                <a16:creationId xmlns:a16="http://schemas.microsoft.com/office/drawing/2014/main" id="{F9CB9665-0716-4F76-9069-AF164D519C6F}"/>
              </a:ext>
            </a:extLst>
          </p:cNvPr>
          <p:cNvSpPr>
            <a:spLocks xmlns:a="http://schemas.openxmlformats.org/drawingml/2006/main" noGrp="1"/>
          </p:cNvSpPr>
          <p:nvPr/>
        </p:nvSpPr>
        <p:spPr>
          <a:xfrm xmlns:a="http://schemas.openxmlformats.org/drawingml/2006/main" rot="0">
            <a:off x="6844168" y="7581900"/>
            <a:ext cx="76200" cy="76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009E73"/>
            </a:solidFill>
            <a:prstDash val="solid"/>
          </a:ln>
        </p:spPr>
      </p:sp>
      <p:sp>
        <p:nvSpPr>
          <p:cNvPr id="50" name="text_049">
            <a:extLst xmlns:a="http://schemas.openxmlformats.org/drawingml/2006/main">
              <a:ext uri="{FF2B5EF4-FFF2-40B4-BE49-F238E27FC236}">
                <a16:creationId xmlns:a16="http://schemas.microsoft.com/office/drawing/2014/main" id="{1672EBC0-7C0D-4660-9BA4-6BB2BFA9592E}"/>
              </a:ext>
            </a:extLst>
          </p:cNvPr>
          <p:cNvSpPr>
            <a:spLocks xmlns:a="http://schemas.openxmlformats.org/drawingml/2006/main" noGrp="1"/>
          </p:cNvSpPr>
          <p:nvPr/>
        </p:nvSpPr>
        <p:spPr>
          <a:xfrm xmlns:a="http://schemas.openxmlformats.org/drawingml/2006/main" rot="0">
            <a:off x="6763034" y="6048375"/>
            <a:ext cx="228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1">
                <a:solidFill>
                  <a:srgbClr val="000000"/>
                </a:solidFill>
                <a:latin typeface="Arial"/>
                <a:ea typeface="Arial"/>
                <a:cs typeface="Arial"/>
              </a:defRPr>
            </a:defPPr>
            <a:lvl1pPr algn="l">
              <a:defRPr sz="1275" b="1">
                <a:solidFill>
                  <a:srgbClr val="000000"/>
                </a:solidFill>
                <a:latin typeface="Arial"/>
                <a:ea typeface="Arial"/>
                <a:cs typeface="Arial"/>
              </a:defRPr>
            </a:lvl1pPr>
            <a:lvl2pPr algn="l">
              <a:defRPr sz="1275" b="1">
                <a:solidFill>
                  <a:srgbClr val="000000"/>
                </a:solidFill>
                <a:latin typeface="Arial"/>
                <a:ea typeface="Arial"/>
                <a:cs typeface="Arial"/>
              </a:defRPr>
            </a:lvl2pPr>
            <a:lvl3pPr algn="l">
              <a:defRPr sz="1275" b="1">
                <a:solidFill>
                  <a:srgbClr val="000000"/>
                </a:solidFill>
                <a:latin typeface="Arial"/>
                <a:ea typeface="Arial"/>
                <a:cs typeface="Arial"/>
              </a:defRPr>
            </a:lvl3pPr>
            <a:lvl4pPr algn="l">
              <a:defRPr sz="1275" b="1">
                <a:solidFill>
                  <a:srgbClr val="000000"/>
                </a:solidFill>
                <a:latin typeface="Arial"/>
                <a:ea typeface="Arial"/>
                <a:cs typeface="Arial"/>
              </a:defRPr>
            </a:lvl4pPr>
            <a:lvl5pPr algn="l">
              <a:defRPr sz="1275" b="1">
                <a:solidFill>
                  <a:srgbClr val="000000"/>
                </a:solidFill>
                <a:latin typeface="Arial"/>
                <a:ea typeface="Arial"/>
                <a:cs typeface="Arial"/>
              </a:defRPr>
            </a:lvl5pPr>
            <a:lvl6pPr algn="l">
              <a:defRPr sz="1275" b="1">
                <a:solidFill>
                  <a:srgbClr val="000000"/>
                </a:solidFill>
                <a:latin typeface="Arial"/>
                <a:ea typeface="Arial"/>
                <a:cs typeface="Arial"/>
              </a:defRPr>
            </a:lvl6pPr>
            <a:lvl7pPr algn="l">
              <a:defRPr sz="1275" b="1">
                <a:solidFill>
                  <a:srgbClr val="000000"/>
                </a:solidFill>
                <a:latin typeface="Arial"/>
                <a:ea typeface="Arial"/>
                <a:cs typeface="Arial"/>
              </a:defRPr>
            </a:lvl7pPr>
            <a:lvl8pPr algn="l">
              <a:defRPr sz="1275" b="1">
                <a:solidFill>
                  <a:srgbClr val="000000"/>
                </a:solidFill>
                <a:latin typeface="Arial"/>
                <a:ea typeface="Arial"/>
                <a:cs typeface="Arial"/>
              </a:defRPr>
            </a:lvl8pPr>
            <a:lvl9pPr algn="l">
              <a:defRPr sz="1275" b="1">
                <a:solidFill>
                  <a:srgbClr val="000000"/>
                </a:solidFill>
                <a:latin typeface="Arial"/>
                <a:ea typeface="Arial"/>
                <a:cs typeface="Arial"/>
              </a:defRPr>
            </a:lvl9pPr>
          </a:lstStyle>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C</a:t>
            </a:r>
          </a:p>
        </p:txBody>
      </p:sp>
      <p:sp>
        <p:nvSpPr>
          <p:cNvPr id="51" name="text_050">
            <a:extLst xmlns:a="http://schemas.openxmlformats.org/drawingml/2006/main">
              <a:ext uri="{FF2B5EF4-FFF2-40B4-BE49-F238E27FC236}">
                <a16:creationId xmlns:a16="http://schemas.microsoft.com/office/drawing/2014/main" id="{63A34883-CB7A-4B7B-B690-3F1566D249A9}"/>
              </a:ext>
            </a:extLst>
          </p:cNvPr>
          <p:cNvSpPr>
            <a:spLocks xmlns:a="http://schemas.openxmlformats.org/drawingml/2006/main" noGrp="1"/>
          </p:cNvSpPr>
          <p:nvPr/>
        </p:nvSpPr>
        <p:spPr>
          <a:xfrm xmlns:a="http://schemas.openxmlformats.org/drawingml/2006/main" rot="0">
            <a:off x="4352925" y="7772400"/>
            <a:ext cx="342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52" name="text_051">
            <a:extLst xmlns:a="http://schemas.openxmlformats.org/drawingml/2006/main">
              <a:ext uri="{FF2B5EF4-FFF2-40B4-BE49-F238E27FC236}">
                <a16:creationId xmlns:a16="http://schemas.microsoft.com/office/drawing/2014/main" id="{D92648FE-B163-495C-BE7D-44B8FCEAB296}"/>
              </a:ext>
            </a:extLst>
          </p:cNvPr>
          <p:cNvSpPr>
            <a:spLocks xmlns:a="http://schemas.openxmlformats.org/drawingml/2006/main" noGrp="1"/>
          </p:cNvSpPr>
          <p:nvPr/>
        </p:nvSpPr>
        <p:spPr>
          <a:xfrm xmlns:a="http://schemas.openxmlformats.org/drawingml/2006/main" rot="0">
            <a:off x="5781675" y="7772400"/>
            <a:ext cx="342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0.5</a:t>
            </a:r>
          </a:p>
        </p:txBody>
      </p:sp>
      <p:sp>
        <p:nvSpPr>
          <p:cNvPr id="53" name="text_052">
            <a:extLst xmlns:a="http://schemas.openxmlformats.org/drawingml/2006/main">
              <a:ext uri="{FF2B5EF4-FFF2-40B4-BE49-F238E27FC236}">
                <a16:creationId xmlns:a16="http://schemas.microsoft.com/office/drawing/2014/main" id="{2E837758-8B84-4170-8865-05A9FFF513E8}"/>
              </a:ext>
            </a:extLst>
          </p:cNvPr>
          <p:cNvSpPr>
            <a:spLocks xmlns:a="http://schemas.openxmlformats.org/drawingml/2006/main" noGrp="1"/>
          </p:cNvSpPr>
          <p:nvPr/>
        </p:nvSpPr>
        <p:spPr>
          <a:xfrm xmlns:a="http://schemas.openxmlformats.org/drawingml/2006/main" rot="0">
            <a:off x="7210425" y="7772400"/>
            <a:ext cx="342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54" name="text_053">
            <a:extLst xmlns:a="http://schemas.openxmlformats.org/drawingml/2006/main">
              <a:ext uri="{FF2B5EF4-FFF2-40B4-BE49-F238E27FC236}">
                <a16:creationId xmlns:a16="http://schemas.microsoft.com/office/drawing/2014/main" id="{4CD812BE-BF74-45FC-8F49-39B08A4D66CC}"/>
              </a:ext>
            </a:extLst>
          </p:cNvPr>
          <p:cNvSpPr>
            <a:spLocks xmlns:a="http://schemas.openxmlformats.org/drawingml/2006/main" noGrp="1"/>
          </p:cNvSpPr>
          <p:nvPr/>
        </p:nvSpPr>
        <p:spPr>
          <a:xfrm xmlns:a="http://schemas.openxmlformats.org/drawingml/2006/main" rot="0">
            <a:off x="4010025" y="80200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xmlns:a="http://schemas.openxmlformats.org/drawingml/2006/main">
            <a:pPr algn="ctr">
              <a:defRPr sz="1275" b="0">
                <a:solidFill>
                  <a:srgbClr val="000000"/>
                </a:solidFill>
                <a:latin typeface="Arial"/>
                <a:ea typeface="Arial"/>
                <a:cs typeface="Arial"/>
              </a:defRPr>
            </a:pPr>
            <a:r>
              <a:rPr sz="1275" b="0">
                <a:solidFill>
                  <a:srgbClr val="000000"/>
                </a:solidFill>
                <a:latin typeface="Arial"/>
                <a:ea typeface="Arial"/>
                <a:cs typeface="Arial"/>
              </a:rPr>
              <a:t>Normalized x along fixed reference axis</a:t>
            </a:r>
          </a:p>
        </p:txBody>
      </p:sp>
      <p:sp>
        <p:nvSpPr>
          <p:cNvPr id="55" name="text_054">
            <a:extLst xmlns:a="http://schemas.openxmlformats.org/drawingml/2006/main">
              <a:ext uri="{FF2B5EF4-FFF2-40B4-BE49-F238E27FC236}">
                <a16:creationId xmlns:a16="http://schemas.microsoft.com/office/drawing/2014/main" id="{CD010770-2D93-48BA-B285-C5F1D2670940}"/>
              </a:ext>
            </a:extLst>
          </p:cNvPr>
          <p:cNvSpPr>
            <a:spLocks xmlns:a="http://schemas.openxmlformats.org/drawingml/2006/main" noGrp="1"/>
          </p:cNvSpPr>
          <p:nvPr/>
        </p:nvSpPr>
        <p:spPr>
          <a:xfrm xmlns:a="http://schemas.openxmlformats.org/drawingml/2006/main" rot="0">
            <a:off x="4010025" y="8439150"/>
            <a:ext cx="3762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f86: H=11.24% L; NMLE(R2)=1.003%</a:t>
            </a:r>
          </a:p>
        </p:txBody>
      </p:sp>
      <p:sp>
        <p:nvSpPr>
          <p:cNvPr id="56" name="text_055">
            <a:extLst xmlns:a="http://schemas.openxmlformats.org/drawingml/2006/main">
              <a:ext uri="{FF2B5EF4-FFF2-40B4-BE49-F238E27FC236}">
                <a16:creationId xmlns:a16="http://schemas.microsoft.com/office/drawing/2014/main" id="{371D539D-58E7-4C95-A85D-3190BB0FCC4B}"/>
              </a:ext>
            </a:extLst>
          </p:cNvPr>
          <p:cNvSpPr>
            <a:spLocks xmlns:a="http://schemas.openxmlformats.org/drawingml/2006/main" noGrp="1"/>
          </p:cNvSpPr>
          <p:nvPr/>
        </p:nvSpPr>
        <p:spPr>
          <a:xfrm xmlns:a="http://schemas.openxmlformats.org/drawingml/2006/main" rot="0">
            <a:off x="7915275" y="57150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000000"/>
                </a:solidFill>
                <a:latin typeface="Arial"/>
                <a:ea typeface="Arial"/>
                <a:cs typeface="Arial"/>
              </a:defRPr>
            </a:defPPr>
            <a:lvl1pPr algn="l">
              <a:defRPr sz="1650" b="1">
                <a:solidFill>
                  <a:srgbClr val="000000"/>
                </a:solidFill>
                <a:latin typeface="Arial"/>
                <a:ea typeface="Arial"/>
                <a:cs typeface="Arial"/>
              </a:defRPr>
            </a:lvl1pPr>
            <a:lvl2pPr algn="l">
              <a:defRPr sz="1650" b="1">
                <a:solidFill>
                  <a:srgbClr val="000000"/>
                </a:solidFill>
                <a:latin typeface="Arial"/>
                <a:ea typeface="Arial"/>
                <a:cs typeface="Arial"/>
              </a:defRPr>
            </a:lvl2pPr>
            <a:lvl3pPr algn="l">
              <a:defRPr sz="1650" b="1">
                <a:solidFill>
                  <a:srgbClr val="000000"/>
                </a:solidFill>
                <a:latin typeface="Arial"/>
                <a:ea typeface="Arial"/>
                <a:cs typeface="Arial"/>
              </a:defRPr>
            </a:lvl3pPr>
            <a:lvl4pPr algn="l">
              <a:defRPr sz="1650" b="1">
                <a:solidFill>
                  <a:srgbClr val="000000"/>
                </a:solidFill>
                <a:latin typeface="Arial"/>
                <a:ea typeface="Arial"/>
                <a:cs typeface="Arial"/>
              </a:defRPr>
            </a:lvl4pPr>
            <a:lvl5pPr algn="l">
              <a:defRPr sz="1650" b="1">
                <a:solidFill>
                  <a:srgbClr val="000000"/>
                </a:solidFill>
                <a:latin typeface="Arial"/>
                <a:ea typeface="Arial"/>
                <a:cs typeface="Arial"/>
              </a:defRPr>
            </a:lvl5pPr>
            <a:lvl6pPr algn="l">
              <a:defRPr sz="1650" b="1">
                <a:solidFill>
                  <a:srgbClr val="000000"/>
                </a:solidFill>
                <a:latin typeface="Arial"/>
                <a:ea typeface="Arial"/>
                <a:cs typeface="Arial"/>
              </a:defRPr>
            </a:lvl6pPr>
            <a:lvl7pPr algn="l">
              <a:defRPr sz="1650" b="1">
                <a:solidFill>
                  <a:srgbClr val="000000"/>
                </a:solidFill>
                <a:latin typeface="Arial"/>
                <a:ea typeface="Arial"/>
                <a:cs typeface="Arial"/>
              </a:defRPr>
            </a:lvl7pPr>
            <a:lvl8pPr algn="l">
              <a:defRPr sz="1650" b="1">
                <a:solidFill>
                  <a:srgbClr val="000000"/>
                </a:solidFill>
                <a:latin typeface="Arial"/>
                <a:ea typeface="Arial"/>
                <a:cs typeface="Arial"/>
              </a:defRPr>
            </a:lvl8pPr>
            <a:lvl9pPr algn="l">
              <a:defRPr sz="1650" b="1">
                <a:solidFill>
                  <a:srgbClr val="000000"/>
                </a:solidFill>
                <a:latin typeface="Arial"/>
                <a:ea typeface="Arial"/>
                <a:cs typeface="Arial"/>
              </a:defRPr>
            </a:lvl9pPr>
          </a:lstStyle>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(f) Saved scalar profiles, same frame</a:t>
            </a:r>
          </a:p>
        </p:txBody>
      </p:sp>
      <p:sp>
        <p:nvSpPr>
          <p:cNvPr id="57" name="rect_056">
            <a:extLst xmlns:a="http://schemas.openxmlformats.org/drawingml/2006/main">
              <a:ext uri="{FF2B5EF4-FFF2-40B4-BE49-F238E27FC236}">
                <a16:creationId xmlns:a16="http://schemas.microsoft.com/office/drawing/2014/main" id="{A1409A1C-7A48-4B37-8F0A-8D70AF17D889}"/>
              </a:ext>
            </a:extLst>
          </p:cNvPr>
          <p:cNvSpPr>
            <a:spLocks xmlns:a="http://schemas.openxmlformats.org/drawingml/2006/main" noGrp="1"/>
          </p:cNvSpPr>
          <p:nvPr/>
        </p:nvSpPr>
        <p:spPr>
          <a:xfrm xmlns:a="http://schemas.openxmlformats.org/drawingml/2006/main" rot="0">
            <a:off x="8524875" y="6200775"/>
            <a:ext cx="2924175" cy="1524000"/>
          </a:xfrm>
          <a:prstGeom xmlns:a="http://schemas.openxmlformats.org/drawingml/2006/main" prst="rect">
            <a:avLst/>
          </a:prstGeom>
          <a:noFill xmlns:a="http://schemas.openxmlformats.org/drawingml/2006/main"/>
          <a:ln xmlns:a="http://schemas.openxmlformats.org/drawingml/2006/main" w="6668">
            <a:solidFill>
              <a:srgbClr val="7B8790"/>
            </a:solidFill>
            <a:prstDash val="solid"/>
          </a:ln>
        </p:spPr>
      </p:sp>
      <p:sp>
        <p:nvSpPr>
          <p:cNvPr id="58" name="text_057">
            <a:extLst xmlns:a="http://schemas.openxmlformats.org/drawingml/2006/main">
              <a:ext uri="{FF2B5EF4-FFF2-40B4-BE49-F238E27FC236}">
                <a16:creationId xmlns:a16="http://schemas.microsoft.com/office/drawing/2014/main" id="{8D8DA81F-28E0-4B4C-98E1-BC2C7F1C14F3}"/>
              </a:ext>
            </a:extLst>
          </p:cNvPr>
          <p:cNvSpPr>
            <a:spLocks xmlns:a="http://schemas.openxmlformats.org/drawingml/2006/main" noGrp="1"/>
          </p:cNvSpPr>
          <p:nvPr/>
        </p:nvSpPr>
        <p:spPr>
          <a:xfrm xmlns:a="http://schemas.openxmlformats.org/drawingml/2006/main" rot="0">
            <a:off x="8296275"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59" name="line_058">
            <a:extLst xmlns:a="http://schemas.openxmlformats.org/drawingml/2006/main">
              <a:ext uri="{FF2B5EF4-FFF2-40B4-BE49-F238E27FC236}">
                <a16:creationId xmlns:a16="http://schemas.microsoft.com/office/drawing/2014/main" id="{C5FE29E2-995C-4ABE-8850-B829CC96B89D}"/>
              </a:ext>
            </a:extLst>
          </p:cNvPr>
          <p:cNvSpPr>
            <a:spLocks xmlns:a="http://schemas.openxmlformats.org/drawingml/2006/main" noGrp="1"/>
          </p:cNvSpPr>
          <p:nvPr/>
        </p:nvSpPr>
        <p:spPr>
          <a:xfrm xmlns:a="http://schemas.openxmlformats.org/drawingml/2006/main">
            <a:off x="8524875"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60" name="text_059">
            <a:extLst xmlns:a="http://schemas.openxmlformats.org/drawingml/2006/main">
              <a:ext uri="{FF2B5EF4-FFF2-40B4-BE49-F238E27FC236}">
                <a16:creationId xmlns:a16="http://schemas.microsoft.com/office/drawing/2014/main" id="{E271F3AE-7DCF-4ED9-88CD-4795000FD6E8}"/>
              </a:ext>
            </a:extLst>
          </p:cNvPr>
          <p:cNvSpPr>
            <a:spLocks xmlns:a="http://schemas.openxmlformats.org/drawingml/2006/main" noGrp="1"/>
          </p:cNvSpPr>
          <p:nvPr/>
        </p:nvSpPr>
        <p:spPr>
          <a:xfrm xmlns:a="http://schemas.openxmlformats.org/drawingml/2006/main" rot="0">
            <a:off x="9758363"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0.5</a:t>
            </a:r>
          </a:p>
        </p:txBody>
      </p:sp>
      <p:sp>
        <p:nvSpPr>
          <p:cNvPr id="61" name="line_060">
            <a:extLst xmlns:a="http://schemas.openxmlformats.org/drawingml/2006/main">
              <a:ext uri="{FF2B5EF4-FFF2-40B4-BE49-F238E27FC236}">
                <a16:creationId xmlns:a16="http://schemas.microsoft.com/office/drawing/2014/main" id="{7E78C108-994B-4684-9348-C9BF780060C7}"/>
              </a:ext>
            </a:extLst>
          </p:cNvPr>
          <p:cNvSpPr>
            <a:spLocks xmlns:a="http://schemas.openxmlformats.org/drawingml/2006/main" noGrp="1"/>
          </p:cNvSpPr>
          <p:nvPr/>
        </p:nvSpPr>
        <p:spPr>
          <a:xfrm xmlns:a="http://schemas.openxmlformats.org/drawingml/2006/main">
            <a:off x="9986963"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62" name="text_061">
            <a:extLst xmlns:a="http://schemas.openxmlformats.org/drawingml/2006/main">
              <a:ext uri="{FF2B5EF4-FFF2-40B4-BE49-F238E27FC236}">
                <a16:creationId xmlns:a16="http://schemas.microsoft.com/office/drawing/2014/main" id="{24A7B85D-15D6-414D-A72F-AA5763FF1429}"/>
              </a:ext>
            </a:extLst>
          </p:cNvPr>
          <p:cNvSpPr>
            <a:spLocks xmlns:a="http://schemas.openxmlformats.org/drawingml/2006/main" noGrp="1"/>
          </p:cNvSpPr>
          <p:nvPr/>
        </p:nvSpPr>
        <p:spPr>
          <a:xfrm xmlns:a="http://schemas.openxmlformats.org/drawingml/2006/main" rot="0">
            <a:off x="11220450" y="7772400"/>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00" b="0">
                <a:solidFill>
                  <a:srgbClr val="000000"/>
                </a:solidFill>
                <a:latin typeface="Arial"/>
                <a:ea typeface="Arial"/>
                <a:cs typeface="Arial"/>
              </a:defRPr>
            </a:defPPr>
            <a:lvl1pPr algn="ctr">
              <a:defRPr sz="1200" b="0">
                <a:solidFill>
                  <a:srgbClr val="000000"/>
                </a:solidFill>
                <a:latin typeface="Arial"/>
                <a:ea typeface="Arial"/>
                <a:cs typeface="Arial"/>
              </a:defRPr>
            </a:lvl1pPr>
            <a:lvl2pPr algn="ctr">
              <a:defRPr sz="1200" b="0">
                <a:solidFill>
                  <a:srgbClr val="000000"/>
                </a:solidFill>
                <a:latin typeface="Arial"/>
                <a:ea typeface="Arial"/>
                <a:cs typeface="Arial"/>
              </a:defRPr>
            </a:lvl2pPr>
            <a:lvl3pPr algn="ctr">
              <a:defRPr sz="1200" b="0">
                <a:solidFill>
                  <a:srgbClr val="000000"/>
                </a:solidFill>
                <a:latin typeface="Arial"/>
                <a:ea typeface="Arial"/>
                <a:cs typeface="Arial"/>
              </a:defRPr>
            </a:lvl3pPr>
            <a:lvl4pPr algn="ctr">
              <a:defRPr sz="1200" b="0">
                <a:solidFill>
                  <a:srgbClr val="000000"/>
                </a:solidFill>
                <a:latin typeface="Arial"/>
                <a:ea typeface="Arial"/>
                <a:cs typeface="Arial"/>
              </a:defRPr>
            </a:lvl4pPr>
            <a:lvl5pPr algn="ctr">
              <a:defRPr sz="1200" b="0">
                <a:solidFill>
                  <a:srgbClr val="000000"/>
                </a:solidFill>
                <a:latin typeface="Arial"/>
                <a:ea typeface="Arial"/>
                <a:cs typeface="Arial"/>
              </a:defRPr>
            </a:lvl5pPr>
            <a:lvl6pPr algn="ctr">
              <a:defRPr sz="1200" b="0">
                <a:solidFill>
                  <a:srgbClr val="000000"/>
                </a:solidFill>
                <a:latin typeface="Arial"/>
                <a:ea typeface="Arial"/>
                <a:cs typeface="Arial"/>
              </a:defRPr>
            </a:lvl6pPr>
            <a:lvl7pPr algn="ctr">
              <a:defRPr sz="1200" b="0">
                <a:solidFill>
                  <a:srgbClr val="000000"/>
                </a:solidFill>
                <a:latin typeface="Arial"/>
                <a:ea typeface="Arial"/>
                <a:cs typeface="Arial"/>
              </a:defRPr>
            </a:lvl7pPr>
            <a:lvl8pPr algn="ctr">
              <a:defRPr sz="1200" b="0">
                <a:solidFill>
                  <a:srgbClr val="000000"/>
                </a:solidFill>
                <a:latin typeface="Arial"/>
                <a:ea typeface="Arial"/>
                <a:cs typeface="Arial"/>
              </a:defRPr>
            </a:lvl8pPr>
            <a:lvl9pPr algn="ctr">
              <a:defRPr sz="1200" b="0">
                <a:solidFill>
                  <a:srgbClr val="000000"/>
                </a:solidFill>
                <a:latin typeface="Arial"/>
                <a:ea typeface="Arial"/>
                <a:cs typeface="Arial"/>
              </a:defRPr>
            </a:lvl9pPr>
          </a:lstStyle>
          <a:p xmlns:a="http://schemas.openxmlformats.org/drawingml/2006/main">
            <a:pPr algn="ctr">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63" name="line_062">
            <a:extLst xmlns:a="http://schemas.openxmlformats.org/drawingml/2006/main">
              <a:ext uri="{FF2B5EF4-FFF2-40B4-BE49-F238E27FC236}">
                <a16:creationId xmlns:a16="http://schemas.microsoft.com/office/drawing/2014/main" id="{C0848030-C3FB-4438-B4BF-BC59A5F7DD64}"/>
              </a:ext>
            </a:extLst>
          </p:cNvPr>
          <p:cNvSpPr>
            <a:spLocks xmlns:a="http://schemas.openxmlformats.org/drawingml/2006/main" noGrp="1"/>
          </p:cNvSpPr>
          <p:nvPr/>
        </p:nvSpPr>
        <p:spPr>
          <a:xfrm xmlns:a="http://schemas.openxmlformats.org/drawingml/2006/main">
            <a:off x="11449050" y="7724775"/>
            <a:ext cx="95" cy="38100"/>
          </a:xfrm>
          <a:custGeom xmlns:a="http://schemas.openxmlformats.org/drawingml/2006/main">
            <a:pathLst>
              <a:path w="95" h="38100">
                <a:moveTo>
                  <a:pt x="0" y="0"/>
                </a:moveTo>
                <a:lnTo>
                  <a:pt x="0" y="38100"/>
                </a:lnTo>
              </a:path>
            </a:pathLst>
          </a:custGeom>
          <a:noFill xmlns:a="http://schemas.openxmlformats.org/drawingml/2006/main"/>
          <a:ln xmlns:a="http://schemas.openxmlformats.org/drawingml/2006/main" w="6668">
            <a:solidFill>
              <a:srgbClr val="000000"/>
            </a:solidFill>
            <a:prstDash val="solid"/>
          </a:ln>
        </p:spPr>
      </p:sp>
      <p:sp>
        <p:nvSpPr>
          <p:cNvPr id="64" name="text_063">
            <a:extLst xmlns:a="http://schemas.openxmlformats.org/drawingml/2006/main">
              <a:ext uri="{FF2B5EF4-FFF2-40B4-BE49-F238E27FC236}">
                <a16:creationId xmlns:a16="http://schemas.microsoft.com/office/drawing/2014/main" id="{D75A5F28-204E-4CE5-B933-883B9B68ECEE}"/>
              </a:ext>
            </a:extLst>
          </p:cNvPr>
          <p:cNvSpPr>
            <a:spLocks xmlns:a="http://schemas.openxmlformats.org/drawingml/2006/main" noGrp="1"/>
          </p:cNvSpPr>
          <p:nvPr/>
        </p:nvSpPr>
        <p:spPr>
          <a:xfrm xmlns:a="http://schemas.openxmlformats.org/drawingml/2006/main" rot="0">
            <a:off x="8001000" y="7638597"/>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-2.11</a:t>
            </a:r>
          </a:p>
        </p:txBody>
      </p:sp>
      <p:sp>
        <p:nvSpPr>
          <p:cNvPr id="65" name="line_064">
            <a:extLst xmlns:a="http://schemas.openxmlformats.org/drawingml/2006/main">
              <a:ext uri="{FF2B5EF4-FFF2-40B4-BE49-F238E27FC236}">
                <a16:creationId xmlns:a16="http://schemas.microsoft.com/office/drawing/2014/main" id="{0D0C371E-ECE0-41C8-94B1-07727FAA72C7}"/>
              </a:ext>
            </a:extLst>
          </p:cNvPr>
          <p:cNvSpPr>
            <a:spLocks xmlns:a="http://schemas.openxmlformats.org/drawingml/2006/main" noGrp="1"/>
          </p:cNvSpPr>
          <p:nvPr/>
        </p:nvSpPr>
        <p:spPr>
          <a:xfrm xmlns:a="http://schemas.openxmlformats.org/drawingml/2006/main">
            <a:off x="8486775" y="7724322"/>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66" name="text_065">
            <a:extLst xmlns:a="http://schemas.openxmlformats.org/drawingml/2006/main">
              <a:ext uri="{FF2B5EF4-FFF2-40B4-BE49-F238E27FC236}">
                <a16:creationId xmlns:a16="http://schemas.microsoft.com/office/drawing/2014/main" id="{A68BF60D-BA27-4D0E-BCB2-BC5BF920B4F6}"/>
              </a:ext>
            </a:extLst>
          </p:cNvPr>
          <p:cNvSpPr>
            <a:spLocks xmlns:a="http://schemas.openxmlformats.org/drawingml/2006/main" noGrp="1"/>
          </p:cNvSpPr>
          <p:nvPr/>
        </p:nvSpPr>
        <p:spPr>
          <a:xfrm xmlns:a="http://schemas.openxmlformats.org/drawingml/2006/main" rot="0">
            <a:off x="8001000" y="7217971"/>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67" name="line_066">
            <a:extLst xmlns:a="http://schemas.openxmlformats.org/drawingml/2006/main">
              <a:ext uri="{FF2B5EF4-FFF2-40B4-BE49-F238E27FC236}">
                <a16:creationId xmlns:a16="http://schemas.microsoft.com/office/drawing/2014/main" id="{17413A31-C99A-40F1-B306-E285AFAC8DB3}"/>
              </a:ext>
            </a:extLst>
          </p:cNvPr>
          <p:cNvSpPr>
            <a:spLocks xmlns:a="http://schemas.openxmlformats.org/drawingml/2006/main" noGrp="1"/>
          </p:cNvSpPr>
          <p:nvPr/>
        </p:nvSpPr>
        <p:spPr>
          <a:xfrm xmlns:a="http://schemas.openxmlformats.org/drawingml/2006/main">
            <a:off x="8486775" y="7303696"/>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68" name="text_067">
            <a:extLst xmlns:a="http://schemas.openxmlformats.org/drawingml/2006/main">
              <a:ext uri="{FF2B5EF4-FFF2-40B4-BE49-F238E27FC236}">
                <a16:creationId xmlns:a16="http://schemas.microsoft.com/office/drawing/2014/main" id="{AC0EDB2A-BBC5-47D6-9A3A-4DAFAE2B9E3B}"/>
              </a:ext>
            </a:extLst>
          </p:cNvPr>
          <p:cNvSpPr>
            <a:spLocks xmlns:a="http://schemas.openxmlformats.org/drawingml/2006/main" noGrp="1"/>
          </p:cNvSpPr>
          <p:nvPr/>
        </p:nvSpPr>
        <p:spPr>
          <a:xfrm xmlns:a="http://schemas.openxmlformats.org/drawingml/2006/main" rot="0">
            <a:off x="8001000" y="6115574"/>
            <a:ext cx="457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000000"/>
                </a:solidFill>
                <a:latin typeface="Arial"/>
                <a:ea typeface="Arial"/>
                <a:cs typeface="Arial"/>
              </a:defRPr>
            </a:defPPr>
            <a:lvl1pPr algn="r">
              <a:defRPr sz="1200" b="0">
                <a:solidFill>
                  <a:srgbClr val="000000"/>
                </a:solidFill>
                <a:latin typeface="Arial"/>
                <a:ea typeface="Arial"/>
                <a:cs typeface="Arial"/>
              </a:defRPr>
            </a:lvl1pPr>
            <a:lvl2pPr algn="r">
              <a:defRPr sz="1200" b="0">
                <a:solidFill>
                  <a:srgbClr val="000000"/>
                </a:solidFill>
                <a:latin typeface="Arial"/>
                <a:ea typeface="Arial"/>
                <a:cs typeface="Arial"/>
              </a:defRPr>
            </a:lvl2pPr>
            <a:lvl3pPr algn="r">
              <a:defRPr sz="1200" b="0">
                <a:solidFill>
                  <a:srgbClr val="000000"/>
                </a:solidFill>
                <a:latin typeface="Arial"/>
                <a:ea typeface="Arial"/>
                <a:cs typeface="Arial"/>
              </a:defRPr>
            </a:lvl3pPr>
            <a:lvl4pPr algn="r">
              <a:defRPr sz="1200" b="0">
                <a:solidFill>
                  <a:srgbClr val="000000"/>
                </a:solidFill>
                <a:latin typeface="Arial"/>
                <a:ea typeface="Arial"/>
                <a:cs typeface="Arial"/>
              </a:defRPr>
            </a:lvl4pPr>
            <a:lvl5pPr algn="r">
              <a:defRPr sz="1200" b="0">
                <a:solidFill>
                  <a:srgbClr val="000000"/>
                </a:solidFill>
                <a:latin typeface="Arial"/>
                <a:ea typeface="Arial"/>
                <a:cs typeface="Arial"/>
              </a:defRPr>
            </a:lvl5pPr>
            <a:lvl6pPr algn="r">
              <a:defRPr sz="1200" b="0">
                <a:solidFill>
                  <a:srgbClr val="000000"/>
                </a:solidFill>
                <a:latin typeface="Arial"/>
                <a:ea typeface="Arial"/>
                <a:cs typeface="Arial"/>
              </a:defRPr>
            </a:lvl6pPr>
            <a:lvl7pPr algn="r">
              <a:defRPr sz="1200" b="0">
                <a:solidFill>
                  <a:srgbClr val="000000"/>
                </a:solidFill>
                <a:latin typeface="Arial"/>
                <a:ea typeface="Arial"/>
                <a:cs typeface="Arial"/>
              </a:defRPr>
            </a:lvl7pPr>
            <a:lvl8pPr algn="r">
              <a:defRPr sz="1200" b="0">
                <a:solidFill>
                  <a:srgbClr val="000000"/>
                </a:solidFill>
                <a:latin typeface="Arial"/>
                <a:ea typeface="Arial"/>
                <a:cs typeface="Arial"/>
              </a:defRPr>
            </a:lvl8pPr>
            <a:lvl9pPr algn="r">
              <a:defRPr sz="1200" b="0">
                <a:solidFill>
                  <a:srgbClr val="000000"/>
                </a:solidFill>
                <a:latin typeface="Arial"/>
                <a:ea typeface="Arial"/>
                <a:cs typeface="Arial"/>
              </a:defRPr>
            </a:lvl9pPr>
          </a:lstStyle>
          <a:p xmlns:a="http://schemas.openxmlformats.org/drawingml/2006/main">
            <a:pPr algn="r">
              <a:defRPr sz="1200" b="0">
                <a:solidFill>
                  <a:srgbClr val="000000"/>
                </a:solidFill>
                <a:latin typeface="Arial"/>
                <a:ea typeface="Arial"/>
                <a:cs typeface="Arial"/>
              </a:defRPr>
            </a:pPr>
            <a:r>
              <a:rPr sz="1200" b="0">
                <a:solidFill>
                  <a:srgbClr val="000000"/>
                </a:solidFill>
                <a:latin typeface="Arial"/>
                <a:ea typeface="Arial"/>
                <a:cs typeface="Arial"/>
              </a:rPr>
              <a:t>5.53</a:t>
            </a:r>
          </a:p>
        </p:txBody>
      </p:sp>
      <p:sp>
        <p:nvSpPr>
          <p:cNvPr id="69" name="line_068">
            <a:extLst xmlns:a="http://schemas.openxmlformats.org/drawingml/2006/main">
              <a:ext uri="{FF2B5EF4-FFF2-40B4-BE49-F238E27FC236}">
                <a16:creationId xmlns:a16="http://schemas.microsoft.com/office/drawing/2014/main" id="{2EF0C38F-FE42-4B9C-A9E9-018AD974F0F2}"/>
              </a:ext>
            </a:extLst>
          </p:cNvPr>
          <p:cNvSpPr>
            <a:spLocks xmlns:a="http://schemas.openxmlformats.org/drawingml/2006/main" noGrp="1"/>
          </p:cNvSpPr>
          <p:nvPr/>
        </p:nvSpPr>
        <p:spPr>
          <a:xfrm xmlns:a="http://schemas.openxmlformats.org/drawingml/2006/main">
            <a:off x="8486775" y="6201299"/>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6668">
            <a:solidFill>
              <a:srgbClr val="000000"/>
            </a:solidFill>
            <a:prstDash val="solid"/>
          </a:ln>
        </p:spPr>
      </p:sp>
      <p:sp>
        <p:nvSpPr>
          <p:cNvPr id="70" name="text_069">
            <a:extLst xmlns:a="http://schemas.openxmlformats.org/drawingml/2006/main">
              <a:ext uri="{FF2B5EF4-FFF2-40B4-BE49-F238E27FC236}">
                <a16:creationId xmlns:a16="http://schemas.microsoft.com/office/drawing/2014/main" id="{A3774B5B-753E-425B-B9F5-94349B2B476E}"/>
              </a:ext>
            </a:extLst>
          </p:cNvPr>
          <p:cNvSpPr>
            <a:spLocks xmlns:a="http://schemas.openxmlformats.org/drawingml/2006/main" noGrp="1"/>
          </p:cNvSpPr>
          <p:nvPr/>
        </p:nvSpPr>
        <p:spPr>
          <a:xfrm xmlns:a="http://schemas.openxmlformats.org/drawingml/2006/main" rot="0">
            <a:off x="8524875" y="8010525"/>
            <a:ext cx="2924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275" b="0">
                <a:solidFill>
                  <a:srgbClr val="000000"/>
                </a:solidFill>
                <a:latin typeface="Arial"/>
                <a:ea typeface="Arial"/>
                <a:cs typeface="Arial"/>
              </a:defRPr>
            </a:defPPr>
            <a:lvl1pPr algn="ctr">
              <a:defRPr sz="1275" b="0">
                <a:solidFill>
                  <a:srgbClr val="000000"/>
                </a:solidFill>
                <a:latin typeface="Arial"/>
                <a:ea typeface="Arial"/>
                <a:cs typeface="Arial"/>
              </a:defRPr>
            </a:lvl1pPr>
            <a:lvl2pPr algn="ctr">
              <a:defRPr sz="1275" b="0">
                <a:solidFill>
                  <a:srgbClr val="000000"/>
                </a:solidFill>
                <a:latin typeface="Arial"/>
                <a:ea typeface="Arial"/>
                <a:cs typeface="Arial"/>
              </a:defRPr>
            </a:lvl2pPr>
            <a:lvl3pPr algn="ctr">
              <a:defRPr sz="1275" b="0">
                <a:solidFill>
                  <a:srgbClr val="000000"/>
                </a:solidFill>
                <a:latin typeface="Arial"/>
                <a:ea typeface="Arial"/>
                <a:cs typeface="Arial"/>
              </a:defRPr>
            </a:lvl3pPr>
            <a:lvl4pPr algn="ctr">
              <a:defRPr sz="1275" b="0">
                <a:solidFill>
                  <a:srgbClr val="000000"/>
                </a:solidFill>
                <a:latin typeface="Arial"/>
                <a:ea typeface="Arial"/>
                <a:cs typeface="Arial"/>
              </a:defRPr>
            </a:lvl4pPr>
            <a:lvl5pPr algn="ctr">
              <a:defRPr sz="1275" b="0">
                <a:solidFill>
                  <a:srgbClr val="000000"/>
                </a:solidFill>
                <a:latin typeface="Arial"/>
                <a:ea typeface="Arial"/>
                <a:cs typeface="Arial"/>
              </a:defRPr>
            </a:lvl5pPr>
            <a:lvl6pPr algn="ctr">
              <a:defRPr sz="1275" b="0">
                <a:solidFill>
                  <a:srgbClr val="000000"/>
                </a:solidFill>
                <a:latin typeface="Arial"/>
                <a:ea typeface="Arial"/>
                <a:cs typeface="Arial"/>
              </a:defRPr>
            </a:lvl6pPr>
            <a:lvl7pPr algn="ctr">
              <a:defRPr sz="1275" b="0">
                <a:solidFill>
                  <a:srgbClr val="000000"/>
                </a:solidFill>
                <a:latin typeface="Arial"/>
                <a:ea typeface="Arial"/>
                <a:cs typeface="Arial"/>
              </a:defRPr>
            </a:lvl7pPr>
            <a:lvl8pPr algn="ctr">
              <a:defRPr sz="1275" b="0">
                <a:solidFill>
                  <a:srgbClr val="000000"/>
                </a:solidFill>
                <a:latin typeface="Arial"/>
                <a:ea typeface="Arial"/>
                <a:cs typeface="Arial"/>
              </a:defRPr>
            </a:lvl8pPr>
            <a:lvl9pPr algn="ctr">
              <a:defRPr sz="1275" b="0">
                <a:solidFill>
                  <a:srgbClr val="000000"/>
                </a:solidFill>
                <a:latin typeface="Arial"/>
                <a:ea typeface="Arial"/>
                <a:cs typeface="Arial"/>
              </a:defRPr>
            </a:lvl9pPr>
          </a:lstStyle>
          <a:p xmlns:a="http://schemas.openxmlformats.org/drawingml/2006/main">
            <a:pPr algn="ctr">
              <a:defRPr sz="1275" b="0">
                <a:solidFill>
                  <a:srgbClr val="000000"/>
                </a:solidFill>
                <a:latin typeface="Arial"/>
                <a:ea typeface="Arial"/>
                <a:cs typeface="Arial"/>
              </a:defRPr>
            </a:pPr>
            <a:r>
              <a:rPr sz="1275" b="0">
                <a:solidFill>
                  <a:srgbClr val="000000"/>
                </a:solidFill>
                <a:latin typeface="Arial"/>
                <a:ea typeface="Arial"/>
                <a:cs typeface="Arial"/>
              </a:rPr>
              <a:t>Normalized reference coordinate</a:t>
            </a:r>
          </a:p>
        </p:txBody>
      </p:sp>
      <p:sp>
        <p:nvSpPr>
          <p:cNvPr id="71" name="complete_saved_P_Q_profile">
            <a:extLst xmlns:a="http://schemas.openxmlformats.org/drawingml/2006/main">
              <a:ext uri="{FF2B5EF4-FFF2-40B4-BE49-F238E27FC236}">
                <a16:creationId xmlns:a16="http://schemas.microsoft.com/office/drawing/2014/main" id="{4EFEC1EF-9D7A-4249-9CF0-8C60982AB9F3}"/>
              </a:ext>
            </a:extLst>
          </p:cNvPr>
          <p:cNvSpPr>
            <a:spLocks xmlns:a="http://schemas.openxmlformats.org/drawingml/2006/main" noGrp="1"/>
          </p:cNvSpPr>
          <p:nvPr/>
        </p:nvSpPr>
        <p:spPr>
          <a:xfrm xmlns:a="http://schemas.openxmlformats.org/drawingml/2006/main">
            <a:off x="8524875" y="6200775"/>
            <a:ext cx="2924175" cy="1524000"/>
          </a:xfrm>
          <a:custGeom xmlns:a="http://schemas.openxmlformats.org/drawingml/2006/main">
            <a:pathLst>
              <a:path w="2924175" h="1524000">
                <a:moveTo>
                  <a:pt x="0" y="1524000"/>
                </a:moveTo>
                <a:lnTo>
                  <a:pt x="2499" y="1274395"/>
                </a:lnTo>
                <a:lnTo>
                  <a:pt x="6425" y="1199462"/>
                </a:lnTo>
                <a:lnTo>
                  <a:pt x="15617" y="1147112"/>
                </a:lnTo>
                <a:lnTo>
                  <a:pt x="19544" y="1139103"/>
                </a:lnTo>
                <a:lnTo>
                  <a:pt x="30431" y="1128165"/>
                </a:lnTo>
                <a:lnTo>
                  <a:pt x="47655" y="1120415"/>
                </a:lnTo>
                <a:lnTo>
                  <a:pt x="69698" y="1116311"/>
                </a:lnTo>
                <a:lnTo>
                  <a:pt x="156351" y="1111314"/>
                </a:lnTo>
                <a:lnTo>
                  <a:pt x="531968" y="1102951"/>
                </a:lnTo>
                <a:lnTo>
                  <a:pt x="532147" y="1006382"/>
                </a:lnTo>
                <a:lnTo>
                  <a:pt x="532236" y="1102939"/>
                </a:lnTo>
                <a:lnTo>
                  <a:pt x="541874" y="1102921"/>
                </a:lnTo>
                <a:lnTo>
                  <a:pt x="542053" y="1071372"/>
                </a:lnTo>
                <a:lnTo>
                  <a:pt x="542410" y="1102921"/>
                </a:lnTo>
                <a:lnTo>
                  <a:pt x="548121" y="1100760"/>
                </a:lnTo>
                <a:lnTo>
                  <a:pt x="550263" y="1096131"/>
                </a:lnTo>
                <a:lnTo>
                  <a:pt x="552137" y="1057084"/>
                </a:lnTo>
                <a:lnTo>
                  <a:pt x="552940" y="229346"/>
                </a:lnTo>
                <a:lnTo>
                  <a:pt x="554100" y="999632"/>
                </a:lnTo>
                <a:lnTo>
                  <a:pt x="555439" y="1057052"/>
                </a:lnTo>
                <a:lnTo>
                  <a:pt x="562043" y="1039785"/>
                </a:lnTo>
                <a:lnTo>
                  <a:pt x="562310" y="1031419"/>
                </a:lnTo>
                <a:lnTo>
                  <a:pt x="565166" y="807359"/>
                </a:lnTo>
                <a:lnTo>
                  <a:pt x="565345" y="0"/>
                </a:lnTo>
                <a:lnTo>
                  <a:pt x="565523" y="344437"/>
                </a:lnTo>
                <a:lnTo>
                  <a:pt x="570431" y="807287"/>
                </a:lnTo>
                <a:lnTo>
                  <a:pt x="575429" y="157095"/>
                </a:lnTo>
                <a:lnTo>
                  <a:pt x="577838" y="1039831"/>
                </a:lnTo>
                <a:lnTo>
                  <a:pt x="585246" y="1002132"/>
                </a:lnTo>
                <a:lnTo>
                  <a:pt x="585424" y="925782"/>
                </a:lnTo>
                <a:lnTo>
                  <a:pt x="585513" y="999541"/>
                </a:lnTo>
                <a:lnTo>
                  <a:pt x="590868" y="956896"/>
                </a:lnTo>
                <a:lnTo>
                  <a:pt x="595062" y="898950"/>
                </a:lnTo>
                <a:lnTo>
                  <a:pt x="595151" y="853211"/>
                </a:lnTo>
                <a:lnTo>
                  <a:pt x="595241" y="898333"/>
                </a:lnTo>
                <a:lnTo>
                  <a:pt x="604879" y="896986"/>
                </a:lnTo>
                <a:lnTo>
                  <a:pt x="604968" y="854437"/>
                </a:lnTo>
                <a:lnTo>
                  <a:pt x="605057" y="896281"/>
                </a:lnTo>
                <a:lnTo>
                  <a:pt x="610144" y="867579"/>
                </a:lnTo>
                <a:lnTo>
                  <a:pt x="614606" y="825158"/>
                </a:lnTo>
                <a:lnTo>
                  <a:pt x="614784" y="750847"/>
                </a:lnTo>
                <a:lnTo>
                  <a:pt x="614963" y="824562"/>
                </a:lnTo>
                <a:lnTo>
                  <a:pt x="619871" y="824850"/>
                </a:lnTo>
                <a:lnTo>
                  <a:pt x="624779" y="750663"/>
                </a:lnTo>
                <a:lnTo>
                  <a:pt x="629420" y="1001441"/>
                </a:lnTo>
                <a:lnTo>
                  <a:pt x="634596" y="927551"/>
                </a:lnTo>
                <a:lnTo>
                  <a:pt x="634864" y="581205"/>
                </a:lnTo>
                <a:lnTo>
                  <a:pt x="635488" y="927422"/>
                </a:lnTo>
                <a:lnTo>
                  <a:pt x="640397" y="927436"/>
                </a:lnTo>
                <a:lnTo>
                  <a:pt x="645216" y="870580"/>
                </a:lnTo>
                <a:lnTo>
                  <a:pt x="645483" y="533202"/>
                </a:lnTo>
                <a:lnTo>
                  <a:pt x="645751" y="893369"/>
                </a:lnTo>
                <a:lnTo>
                  <a:pt x="648339" y="946948"/>
                </a:lnTo>
                <a:lnTo>
                  <a:pt x="657353" y="997570"/>
                </a:lnTo>
                <a:lnTo>
                  <a:pt x="677075" y="1049987"/>
                </a:lnTo>
                <a:lnTo>
                  <a:pt x="677253" y="1011423"/>
                </a:lnTo>
                <a:lnTo>
                  <a:pt x="677343" y="1049997"/>
                </a:lnTo>
                <a:lnTo>
                  <a:pt x="686892" y="1055185"/>
                </a:lnTo>
                <a:lnTo>
                  <a:pt x="686981" y="1014790"/>
                </a:lnTo>
                <a:lnTo>
                  <a:pt x="687070" y="1055185"/>
                </a:lnTo>
                <a:lnTo>
                  <a:pt x="718483" y="1072409"/>
                </a:lnTo>
                <a:lnTo>
                  <a:pt x="739544" y="1061229"/>
                </a:lnTo>
                <a:lnTo>
                  <a:pt x="739722" y="978725"/>
                </a:lnTo>
                <a:lnTo>
                  <a:pt x="739812" y="1061212"/>
                </a:lnTo>
                <a:lnTo>
                  <a:pt x="784611" y="1059122"/>
                </a:lnTo>
                <a:lnTo>
                  <a:pt x="784789" y="986910"/>
                </a:lnTo>
                <a:lnTo>
                  <a:pt x="784879" y="1059120"/>
                </a:lnTo>
                <a:lnTo>
                  <a:pt x="1005751" y="1040487"/>
                </a:lnTo>
                <a:lnTo>
                  <a:pt x="1006465" y="984750"/>
                </a:lnTo>
                <a:lnTo>
                  <a:pt x="1006733" y="1040409"/>
                </a:lnTo>
                <a:lnTo>
                  <a:pt x="1016282" y="1040389"/>
                </a:lnTo>
                <a:lnTo>
                  <a:pt x="1016549" y="984675"/>
                </a:lnTo>
                <a:lnTo>
                  <a:pt x="1016906" y="1040333"/>
                </a:lnTo>
                <a:lnTo>
                  <a:pt x="1031274" y="1040389"/>
                </a:lnTo>
                <a:lnTo>
                  <a:pt x="1038414" y="1023515"/>
                </a:lnTo>
                <a:lnTo>
                  <a:pt x="1045553" y="1017890"/>
                </a:lnTo>
                <a:lnTo>
                  <a:pt x="1047070" y="910945"/>
                </a:lnTo>
                <a:lnTo>
                  <a:pt x="1049837" y="1040376"/>
                </a:lnTo>
                <a:lnTo>
                  <a:pt x="1068220" y="1068981"/>
                </a:lnTo>
                <a:lnTo>
                  <a:pt x="1076252" y="1048148"/>
                </a:lnTo>
                <a:lnTo>
                  <a:pt x="1083570" y="1001233"/>
                </a:lnTo>
                <a:lnTo>
                  <a:pt x="1083748" y="837440"/>
                </a:lnTo>
                <a:lnTo>
                  <a:pt x="1084284" y="1001071"/>
                </a:lnTo>
                <a:lnTo>
                  <a:pt x="1126763" y="996212"/>
                </a:lnTo>
                <a:lnTo>
                  <a:pt x="1127030" y="840719"/>
                </a:lnTo>
                <a:lnTo>
                  <a:pt x="1127387" y="995219"/>
                </a:lnTo>
                <a:lnTo>
                  <a:pt x="1435895" y="995482"/>
                </a:lnTo>
                <a:lnTo>
                  <a:pt x="1436074" y="936068"/>
                </a:lnTo>
                <a:lnTo>
                  <a:pt x="1436520" y="1001043"/>
                </a:lnTo>
                <a:lnTo>
                  <a:pt x="1445801" y="1064154"/>
                </a:lnTo>
                <a:lnTo>
                  <a:pt x="1446247" y="967723"/>
                </a:lnTo>
                <a:lnTo>
                  <a:pt x="1447407" y="1064116"/>
                </a:lnTo>
                <a:lnTo>
                  <a:pt x="1457045" y="1065406"/>
                </a:lnTo>
                <a:lnTo>
                  <a:pt x="1457492" y="967525"/>
                </a:lnTo>
                <a:lnTo>
                  <a:pt x="1458741" y="1065409"/>
                </a:lnTo>
                <a:lnTo>
                  <a:pt x="1566902" y="1073415"/>
                </a:lnTo>
                <a:lnTo>
                  <a:pt x="1568062" y="982527"/>
                </a:lnTo>
                <a:lnTo>
                  <a:pt x="1568597" y="1073431"/>
                </a:lnTo>
                <a:lnTo>
                  <a:pt x="1578146" y="1073739"/>
                </a:lnTo>
                <a:lnTo>
                  <a:pt x="1578592" y="983600"/>
                </a:lnTo>
                <a:lnTo>
                  <a:pt x="1579842" y="1073717"/>
                </a:lnTo>
                <a:lnTo>
                  <a:pt x="1834358" y="1087962"/>
                </a:lnTo>
                <a:lnTo>
                  <a:pt x="1854170" y="1083254"/>
                </a:lnTo>
                <a:lnTo>
                  <a:pt x="1856312" y="888722"/>
                </a:lnTo>
                <a:lnTo>
                  <a:pt x="1857026" y="1048686"/>
                </a:lnTo>
                <a:lnTo>
                  <a:pt x="1861934" y="1083203"/>
                </a:lnTo>
                <a:lnTo>
                  <a:pt x="1866753" y="1044997"/>
                </a:lnTo>
                <a:lnTo>
                  <a:pt x="1867467" y="897531"/>
                </a:lnTo>
                <a:lnTo>
                  <a:pt x="1868716" y="1067258"/>
                </a:lnTo>
                <a:lnTo>
                  <a:pt x="1869609" y="1083123"/>
                </a:lnTo>
                <a:lnTo>
                  <a:pt x="1875231" y="1087983"/>
                </a:lnTo>
                <a:lnTo>
                  <a:pt x="1947873" y="1096042"/>
                </a:lnTo>
                <a:lnTo>
                  <a:pt x="1962063" y="1095205"/>
                </a:lnTo>
                <a:lnTo>
                  <a:pt x="1966257" y="1075642"/>
                </a:lnTo>
                <a:lnTo>
                  <a:pt x="1967417" y="1014281"/>
                </a:lnTo>
                <a:lnTo>
                  <a:pt x="1970005" y="1095209"/>
                </a:lnTo>
                <a:lnTo>
                  <a:pt x="1979554" y="1095108"/>
                </a:lnTo>
                <a:lnTo>
                  <a:pt x="1981696" y="1014324"/>
                </a:lnTo>
                <a:lnTo>
                  <a:pt x="1983213" y="1081252"/>
                </a:lnTo>
                <a:lnTo>
                  <a:pt x="1987497" y="1095107"/>
                </a:lnTo>
                <a:lnTo>
                  <a:pt x="2261289" y="1092203"/>
                </a:lnTo>
                <a:lnTo>
                  <a:pt x="2516520" y="1082893"/>
                </a:lnTo>
                <a:lnTo>
                  <a:pt x="2517680" y="1033748"/>
                </a:lnTo>
                <a:lnTo>
                  <a:pt x="2518126" y="1082884"/>
                </a:lnTo>
                <a:lnTo>
                  <a:pt x="2527764" y="1082402"/>
                </a:lnTo>
                <a:lnTo>
                  <a:pt x="2528835" y="1035484"/>
                </a:lnTo>
                <a:lnTo>
                  <a:pt x="2529192" y="1070931"/>
                </a:lnTo>
                <a:lnTo>
                  <a:pt x="2534101" y="1082481"/>
                </a:lnTo>
                <a:lnTo>
                  <a:pt x="2538920" y="1082391"/>
                </a:lnTo>
                <a:lnTo>
                  <a:pt x="2539812" y="946660"/>
                </a:lnTo>
                <a:lnTo>
                  <a:pt x="2540437" y="1091428"/>
                </a:lnTo>
                <a:lnTo>
                  <a:pt x="2541151" y="1096130"/>
                </a:lnTo>
                <a:lnTo>
                  <a:pt x="2547219" y="1101112"/>
                </a:lnTo>
                <a:lnTo>
                  <a:pt x="2550253" y="946257"/>
                </a:lnTo>
                <a:lnTo>
                  <a:pt x="2551503" y="1059764"/>
                </a:lnTo>
                <a:lnTo>
                  <a:pt x="2556411" y="1059797"/>
                </a:lnTo>
                <a:lnTo>
                  <a:pt x="2561230" y="1023114"/>
                </a:lnTo>
                <a:lnTo>
                  <a:pt x="2561587" y="951659"/>
                </a:lnTo>
                <a:lnTo>
                  <a:pt x="2562479" y="1054011"/>
                </a:lnTo>
                <a:lnTo>
                  <a:pt x="2566584" y="1099534"/>
                </a:lnTo>
                <a:lnTo>
                  <a:pt x="2572385" y="1090747"/>
                </a:lnTo>
                <a:lnTo>
                  <a:pt x="2574170" y="998513"/>
                </a:lnTo>
                <a:lnTo>
                  <a:pt x="2575241" y="1069189"/>
                </a:lnTo>
                <a:lnTo>
                  <a:pt x="2579346" y="1090729"/>
                </a:lnTo>
                <a:lnTo>
                  <a:pt x="2584254" y="1090739"/>
                </a:lnTo>
                <a:lnTo>
                  <a:pt x="2589073" y="1079632"/>
                </a:lnTo>
                <a:lnTo>
                  <a:pt x="2590858" y="1000546"/>
                </a:lnTo>
                <a:lnTo>
                  <a:pt x="2592286" y="1075634"/>
                </a:lnTo>
                <a:lnTo>
                  <a:pt x="2596213" y="1090738"/>
                </a:lnTo>
                <a:lnTo>
                  <a:pt x="2708121" y="1097843"/>
                </a:lnTo>
                <a:lnTo>
                  <a:pt x="2801646" y="1100571"/>
                </a:lnTo>
                <a:lnTo>
                  <a:pt x="2806109" y="1092615"/>
                </a:lnTo>
                <a:lnTo>
                  <a:pt x="2813159" y="1057310"/>
                </a:lnTo>
                <a:lnTo>
                  <a:pt x="2815568" y="976780"/>
                </a:lnTo>
                <a:lnTo>
                  <a:pt x="2820476" y="1012217"/>
                </a:lnTo>
                <a:lnTo>
                  <a:pt x="2825295" y="975374"/>
                </a:lnTo>
                <a:lnTo>
                  <a:pt x="2825920" y="1100738"/>
                </a:lnTo>
                <a:lnTo>
                  <a:pt x="2835023" y="1101998"/>
                </a:lnTo>
                <a:lnTo>
                  <a:pt x="2839931" y="1060895"/>
                </a:lnTo>
                <a:lnTo>
                  <a:pt x="2840734" y="986254"/>
                </a:lnTo>
                <a:lnTo>
                  <a:pt x="2841537" y="1061093"/>
                </a:lnTo>
                <a:lnTo>
                  <a:pt x="2846356" y="1091321"/>
                </a:lnTo>
                <a:lnTo>
                  <a:pt x="2851979" y="1099152"/>
                </a:lnTo>
                <a:lnTo>
                  <a:pt x="2869559" y="1102911"/>
                </a:lnTo>
                <a:lnTo>
                  <a:pt x="2923997" y="1103148"/>
                </a:lnTo>
                <a:lnTo>
                  <a:pt x="2924175" y="1070118"/>
                </a:lnTo>
              </a:path>
            </a:pathLst>
          </a:custGeom>
          <a:noFill xmlns:a="http://schemas.openxmlformats.org/drawingml/2006/main"/>
          <a:ln xmlns:a="http://schemas.openxmlformats.org/drawingml/2006/main" w="13335">
            <a:solidFill>
              <a:srgbClr val="0072B2"/>
            </a:solidFill>
            <a:prstDash val="dash"/>
          </a:ln>
        </p:spPr>
      </p:sp>
      <p:sp>
        <p:nvSpPr>
          <p:cNvPr id="72" name="complete_saved_R2_Q_profile">
            <a:extLst xmlns:a="http://schemas.openxmlformats.org/drawingml/2006/main">
              <a:ext uri="{FF2B5EF4-FFF2-40B4-BE49-F238E27FC236}">
                <a16:creationId xmlns:a16="http://schemas.microsoft.com/office/drawing/2014/main" id="{B3B7CB51-51A7-4246-A8C9-BFE6953DC349}"/>
              </a:ext>
            </a:extLst>
          </p:cNvPr>
          <p:cNvSpPr>
            <a:spLocks xmlns:a="http://schemas.openxmlformats.org/drawingml/2006/main" noGrp="1"/>
          </p:cNvSpPr>
          <p:nvPr/>
        </p:nvSpPr>
        <p:spPr>
          <a:xfrm xmlns:a="http://schemas.openxmlformats.org/drawingml/2006/main">
            <a:off x="8524875" y="6200775"/>
            <a:ext cx="2924175" cy="1524000"/>
          </a:xfrm>
          <a:custGeom xmlns:a="http://schemas.openxmlformats.org/drawingml/2006/main">
            <a:pathLst>
              <a:path w="2924175" h="1524000">
                <a:moveTo>
                  <a:pt x="0" y="1524000"/>
                </a:moveTo>
                <a:lnTo>
                  <a:pt x="2142" y="1200306"/>
                </a:lnTo>
                <a:lnTo>
                  <a:pt x="5176" y="1147783"/>
                </a:lnTo>
                <a:lnTo>
                  <a:pt x="10263" y="1128110"/>
                </a:lnTo>
                <a:lnTo>
                  <a:pt x="16063" y="1120384"/>
                </a:lnTo>
                <a:lnTo>
                  <a:pt x="24452" y="1115935"/>
                </a:lnTo>
                <a:lnTo>
                  <a:pt x="58185" y="1110526"/>
                </a:lnTo>
                <a:lnTo>
                  <a:pt x="122172" y="1105208"/>
                </a:lnTo>
                <a:lnTo>
                  <a:pt x="214983" y="1101849"/>
                </a:lnTo>
                <a:lnTo>
                  <a:pt x="224085" y="1098116"/>
                </a:lnTo>
                <a:lnTo>
                  <a:pt x="228280" y="1087979"/>
                </a:lnTo>
                <a:lnTo>
                  <a:pt x="230778" y="1072409"/>
                </a:lnTo>
                <a:lnTo>
                  <a:pt x="232742" y="996564"/>
                </a:lnTo>
                <a:lnTo>
                  <a:pt x="233813" y="229135"/>
                </a:lnTo>
                <a:lnTo>
                  <a:pt x="234705" y="1108708"/>
                </a:lnTo>
                <a:lnTo>
                  <a:pt x="234794" y="1057064"/>
                </a:lnTo>
                <a:lnTo>
                  <a:pt x="241309" y="1037402"/>
                </a:lnTo>
                <a:lnTo>
                  <a:pt x="244254" y="807359"/>
                </a:lnTo>
                <a:lnTo>
                  <a:pt x="244432" y="0"/>
                </a:lnTo>
                <a:lnTo>
                  <a:pt x="244700" y="344437"/>
                </a:lnTo>
                <a:lnTo>
                  <a:pt x="248448" y="489587"/>
                </a:lnTo>
                <a:lnTo>
                  <a:pt x="251393" y="858917"/>
                </a:lnTo>
                <a:lnTo>
                  <a:pt x="254517" y="342718"/>
                </a:lnTo>
                <a:lnTo>
                  <a:pt x="258176" y="157095"/>
                </a:lnTo>
                <a:lnTo>
                  <a:pt x="259514" y="1039785"/>
                </a:lnTo>
                <a:lnTo>
                  <a:pt x="263619" y="1072409"/>
                </a:lnTo>
                <a:lnTo>
                  <a:pt x="276292" y="1091438"/>
                </a:lnTo>
                <a:lnTo>
                  <a:pt x="358304" y="1091461"/>
                </a:lnTo>
                <a:lnTo>
                  <a:pt x="358483" y="1071372"/>
                </a:lnTo>
                <a:lnTo>
                  <a:pt x="358572" y="1091461"/>
                </a:lnTo>
                <a:lnTo>
                  <a:pt x="443976" y="1091461"/>
                </a:lnTo>
                <a:lnTo>
                  <a:pt x="449866" y="1084609"/>
                </a:lnTo>
                <a:lnTo>
                  <a:pt x="457184" y="1072409"/>
                </a:lnTo>
                <a:lnTo>
                  <a:pt x="465305" y="1002132"/>
                </a:lnTo>
                <a:lnTo>
                  <a:pt x="467625" y="854437"/>
                </a:lnTo>
                <a:lnTo>
                  <a:pt x="467804" y="898285"/>
                </a:lnTo>
                <a:lnTo>
                  <a:pt x="475835" y="947911"/>
                </a:lnTo>
                <a:lnTo>
                  <a:pt x="489311" y="947911"/>
                </a:lnTo>
                <a:lnTo>
                  <a:pt x="489400" y="925782"/>
                </a:lnTo>
                <a:lnTo>
                  <a:pt x="489489" y="947911"/>
                </a:lnTo>
                <a:lnTo>
                  <a:pt x="495558" y="947911"/>
                </a:lnTo>
                <a:lnTo>
                  <a:pt x="499217" y="853211"/>
                </a:lnTo>
                <a:lnTo>
                  <a:pt x="499306" y="947911"/>
                </a:lnTo>
                <a:lnTo>
                  <a:pt x="499395" y="898285"/>
                </a:lnTo>
                <a:lnTo>
                  <a:pt x="509926" y="867266"/>
                </a:lnTo>
                <a:lnTo>
                  <a:pt x="518582" y="824562"/>
                </a:lnTo>
                <a:lnTo>
                  <a:pt x="518761" y="750847"/>
                </a:lnTo>
                <a:lnTo>
                  <a:pt x="522955" y="804888"/>
                </a:lnTo>
                <a:lnTo>
                  <a:pt x="523669" y="876481"/>
                </a:lnTo>
                <a:lnTo>
                  <a:pt x="524204" y="810156"/>
                </a:lnTo>
                <a:lnTo>
                  <a:pt x="528577" y="750663"/>
                </a:lnTo>
                <a:lnTo>
                  <a:pt x="531165" y="875593"/>
                </a:lnTo>
                <a:lnTo>
                  <a:pt x="538751" y="956425"/>
                </a:lnTo>
                <a:lnTo>
                  <a:pt x="546604" y="1002132"/>
                </a:lnTo>
                <a:lnTo>
                  <a:pt x="546693" y="1053801"/>
                </a:lnTo>
                <a:lnTo>
                  <a:pt x="546782" y="1002131"/>
                </a:lnTo>
                <a:lnTo>
                  <a:pt x="559901" y="967201"/>
                </a:lnTo>
                <a:lnTo>
                  <a:pt x="569182" y="927422"/>
                </a:lnTo>
                <a:lnTo>
                  <a:pt x="569807" y="581205"/>
                </a:lnTo>
                <a:lnTo>
                  <a:pt x="569985" y="859019"/>
                </a:lnTo>
                <a:lnTo>
                  <a:pt x="574269" y="911129"/>
                </a:lnTo>
                <a:lnTo>
                  <a:pt x="574894" y="979066"/>
                </a:lnTo>
                <a:lnTo>
                  <a:pt x="575072" y="923302"/>
                </a:lnTo>
                <a:lnTo>
                  <a:pt x="579713" y="870580"/>
                </a:lnTo>
                <a:lnTo>
                  <a:pt x="579980" y="533202"/>
                </a:lnTo>
                <a:lnTo>
                  <a:pt x="580605" y="927364"/>
                </a:lnTo>
                <a:lnTo>
                  <a:pt x="591225" y="963622"/>
                </a:lnTo>
                <a:lnTo>
                  <a:pt x="605860" y="996825"/>
                </a:lnTo>
                <a:lnTo>
                  <a:pt x="638255" y="1038292"/>
                </a:lnTo>
                <a:lnTo>
                  <a:pt x="651463" y="1049987"/>
                </a:lnTo>
                <a:lnTo>
                  <a:pt x="651552" y="1101625"/>
                </a:lnTo>
                <a:lnTo>
                  <a:pt x="651641" y="1011423"/>
                </a:lnTo>
                <a:lnTo>
                  <a:pt x="651730" y="1049997"/>
                </a:lnTo>
                <a:lnTo>
                  <a:pt x="662886" y="1055180"/>
                </a:lnTo>
                <a:lnTo>
                  <a:pt x="662975" y="1106815"/>
                </a:lnTo>
                <a:lnTo>
                  <a:pt x="663064" y="1014790"/>
                </a:lnTo>
                <a:lnTo>
                  <a:pt x="663153" y="1055185"/>
                </a:lnTo>
                <a:lnTo>
                  <a:pt x="696887" y="1072409"/>
                </a:lnTo>
                <a:lnTo>
                  <a:pt x="696976" y="1124047"/>
                </a:lnTo>
                <a:lnTo>
                  <a:pt x="697065" y="1072411"/>
                </a:lnTo>
                <a:lnTo>
                  <a:pt x="719465" y="1061229"/>
                </a:lnTo>
                <a:lnTo>
                  <a:pt x="719643" y="978725"/>
                </a:lnTo>
                <a:lnTo>
                  <a:pt x="719732" y="1112843"/>
                </a:lnTo>
                <a:lnTo>
                  <a:pt x="719822" y="1061207"/>
                </a:lnTo>
                <a:lnTo>
                  <a:pt x="756857" y="1059122"/>
                </a:lnTo>
                <a:lnTo>
                  <a:pt x="757035" y="986910"/>
                </a:lnTo>
                <a:lnTo>
                  <a:pt x="758195" y="1072411"/>
                </a:lnTo>
                <a:lnTo>
                  <a:pt x="767477" y="1092654"/>
                </a:lnTo>
                <a:lnTo>
                  <a:pt x="774973" y="1098150"/>
                </a:lnTo>
                <a:lnTo>
                  <a:pt x="819058" y="1102827"/>
                </a:lnTo>
                <a:lnTo>
                  <a:pt x="888934" y="1102951"/>
                </a:lnTo>
                <a:lnTo>
                  <a:pt x="889023" y="1110750"/>
                </a:lnTo>
                <a:lnTo>
                  <a:pt x="889202" y="1006382"/>
                </a:lnTo>
                <a:lnTo>
                  <a:pt x="889291" y="1110750"/>
                </a:lnTo>
                <a:lnTo>
                  <a:pt x="889380" y="1102951"/>
                </a:lnTo>
                <a:lnTo>
                  <a:pt x="941587" y="1102852"/>
                </a:lnTo>
                <a:lnTo>
                  <a:pt x="975320" y="1098139"/>
                </a:lnTo>
                <a:lnTo>
                  <a:pt x="980942" y="1092699"/>
                </a:lnTo>
                <a:lnTo>
                  <a:pt x="987992" y="1072411"/>
                </a:lnTo>
                <a:lnTo>
                  <a:pt x="990134" y="984750"/>
                </a:lnTo>
                <a:lnTo>
                  <a:pt x="990402" y="1092039"/>
                </a:lnTo>
                <a:lnTo>
                  <a:pt x="990491" y="1040409"/>
                </a:lnTo>
                <a:lnTo>
                  <a:pt x="999951" y="1040389"/>
                </a:lnTo>
                <a:lnTo>
                  <a:pt x="1000218" y="984675"/>
                </a:lnTo>
                <a:lnTo>
                  <a:pt x="1000575" y="1040333"/>
                </a:lnTo>
                <a:lnTo>
                  <a:pt x="1025741" y="1069047"/>
                </a:lnTo>
                <a:lnTo>
                  <a:pt x="1025831" y="1092019"/>
                </a:lnTo>
                <a:lnTo>
                  <a:pt x="1025920" y="1069028"/>
                </a:lnTo>
                <a:lnTo>
                  <a:pt x="1031096" y="1064071"/>
                </a:lnTo>
                <a:lnTo>
                  <a:pt x="1037343" y="1048119"/>
                </a:lnTo>
                <a:lnTo>
                  <a:pt x="1047516" y="1001233"/>
                </a:lnTo>
                <a:lnTo>
                  <a:pt x="1048052" y="837440"/>
                </a:lnTo>
                <a:lnTo>
                  <a:pt x="1048230" y="1001233"/>
                </a:lnTo>
                <a:lnTo>
                  <a:pt x="1050640" y="1052702"/>
                </a:lnTo>
                <a:lnTo>
                  <a:pt x="1055816" y="1052702"/>
                </a:lnTo>
                <a:lnTo>
                  <a:pt x="1057779" y="1040419"/>
                </a:lnTo>
                <a:lnTo>
                  <a:pt x="1058939" y="910945"/>
                </a:lnTo>
                <a:lnTo>
                  <a:pt x="1062152" y="1040376"/>
                </a:lnTo>
                <a:lnTo>
                  <a:pt x="1070719" y="1052702"/>
                </a:lnTo>
                <a:lnTo>
                  <a:pt x="1092405" y="1052702"/>
                </a:lnTo>
                <a:lnTo>
                  <a:pt x="1094457" y="1046362"/>
                </a:lnTo>
                <a:lnTo>
                  <a:pt x="1103381" y="996212"/>
                </a:lnTo>
                <a:lnTo>
                  <a:pt x="1103560" y="840719"/>
                </a:lnTo>
                <a:lnTo>
                  <a:pt x="1104095" y="996212"/>
                </a:lnTo>
                <a:lnTo>
                  <a:pt x="1166386" y="1018113"/>
                </a:lnTo>
                <a:lnTo>
                  <a:pt x="1280437" y="1047619"/>
                </a:lnTo>
                <a:lnTo>
                  <a:pt x="1401716" y="1047838"/>
                </a:lnTo>
                <a:lnTo>
                  <a:pt x="1402430" y="967525"/>
                </a:lnTo>
                <a:lnTo>
                  <a:pt x="1402876" y="1047838"/>
                </a:lnTo>
                <a:lnTo>
                  <a:pt x="1412425" y="1047838"/>
                </a:lnTo>
                <a:lnTo>
                  <a:pt x="1412871" y="967723"/>
                </a:lnTo>
                <a:lnTo>
                  <a:pt x="1413585" y="1047838"/>
                </a:lnTo>
                <a:lnTo>
                  <a:pt x="1436698" y="1047838"/>
                </a:lnTo>
                <a:lnTo>
                  <a:pt x="1461775" y="1018113"/>
                </a:lnTo>
                <a:lnTo>
                  <a:pt x="1475340" y="996212"/>
                </a:lnTo>
                <a:lnTo>
                  <a:pt x="1475518" y="936068"/>
                </a:lnTo>
                <a:lnTo>
                  <a:pt x="1475697" y="995482"/>
                </a:lnTo>
                <a:lnTo>
                  <a:pt x="1479713" y="1008194"/>
                </a:lnTo>
                <a:lnTo>
                  <a:pt x="1494705" y="1041384"/>
                </a:lnTo>
                <a:lnTo>
                  <a:pt x="1509609" y="1062252"/>
                </a:lnTo>
                <a:lnTo>
                  <a:pt x="1521210" y="1068710"/>
                </a:lnTo>
                <a:lnTo>
                  <a:pt x="1547179" y="1073728"/>
                </a:lnTo>
                <a:lnTo>
                  <a:pt x="1547268" y="1125055"/>
                </a:lnTo>
                <a:lnTo>
                  <a:pt x="1548429" y="983600"/>
                </a:lnTo>
                <a:lnTo>
                  <a:pt x="1549053" y="1125055"/>
                </a:lnTo>
                <a:lnTo>
                  <a:pt x="1549143" y="1073728"/>
                </a:lnTo>
                <a:lnTo>
                  <a:pt x="1567705" y="1073415"/>
                </a:lnTo>
                <a:lnTo>
                  <a:pt x="1568686" y="982527"/>
                </a:lnTo>
                <a:lnTo>
                  <a:pt x="1569400" y="1073431"/>
                </a:lnTo>
                <a:lnTo>
                  <a:pt x="1819366" y="1087979"/>
                </a:lnTo>
                <a:lnTo>
                  <a:pt x="1819455" y="1139614"/>
                </a:lnTo>
                <a:lnTo>
                  <a:pt x="1819544" y="1087983"/>
                </a:lnTo>
                <a:lnTo>
                  <a:pt x="1837839" y="1083151"/>
                </a:lnTo>
                <a:lnTo>
                  <a:pt x="1839980" y="888722"/>
                </a:lnTo>
                <a:lnTo>
                  <a:pt x="1840694" y="1047903"/>
                </a:lnTo>
                <a:lnTo>
                  <a:pt x="1845513" y="1081931"/>
                </a:lnTo>
                <a:lnTo>
                  <a:pt x="1845603" y="1134834"/>
                </a:lnTo>
                <a:lnTo>
                  <a:pt x="1845692" y="1081875"/>
                </a:lnTo>
                <a:lnTo>
                  <a:pt x="1850422" y="1047012"/>
                </a:lnTo>
                <a:lnTo>
                  <a:pt x="1851136" y="897531"/>
                </a:lnTo>
                <a:lnTo>
                  <a:pt x="1853188" y="1083123"/>
                </a:lnTo>
                <a:lnTo>
                  <a:pt x="1858989" y="1087983"/>
                </a:lnTo>
                <a:lnTo>
                  <a:pt x="1935558" y="1096131"/>
                </a:lnTo>
                <a:lnTo>
                  <a:pt x="1935647" y="1147762"/>
                </a:lnTo>
                <a:lnTo>
                  <a:pt x="1935737" y="1096130"/>
                </a:lnTo>
                <a:lnTo>
                  <a:pt x="1948766" y="1095209"/>
                </a:lnTo>
                <a:lnTo>
                  <a:pt x="1950997" y="1014281"/>
                </a:lnTo>
                <a:lnTo>
                  <a:pt x="1952335" y="1078900"/>
                </a:lnTo>
                <a:lnTo>
                  <a:pt x="1956708" y="1095205"/>
                </a:lnTo>
                <a:lnTo>
                  <a:pt x="1956798" y="1146839"/>
                </a:lnTo>
                <a:lnTo>
                  <a:pt x="1956887" y="1095208"/>
                </a:lnTo>
                <a:lnTo>
                  <a:pt x="1966614" y="1095108"/>
                </a:lnTo>
                <a:lnTo>
                  <a:pt x="1969024" y="1014324"/>
                </a:lnTo>
                <a:lnTo>
                  <a:pt x="1970362" y="1078945"/>
                </a:lnTo>
                <a:lnTo>
                  <a:pt x="1974467" y="1095107"/>
                </a:lnTo>
                <a:lnTo>
                  <a:pt x="2163927" y="1101112"/>
                </a:lnTo>
                <a:lnTo>
                  <a:pt x="2164016" y="1146738"/>
                </a:lnTo>
                <a:lnTo>
                  <a:pt x="2164105" y="1101112"/>
                </a:lnTo>
                <a:lnTo>
                  <a:pt x="2200070" y="1099168"/>
                </a:lnTo>
                <a:lnTo>
                  <a:pt x="2211314" y="1093753"/>
                </a:lnTo>
                <a:lnTo>
                  <a:pt x="2227199" y="1081319"/>
                </a:lnTo>
                <a:lnTo>
                  <a:pt x="2241121" y="1060230"/>
                </a:lnTo>
                <a:lnTo>
                  <a:pt x="2242459" y="946257"/>
                </a:lnTo>
                <a:lnTo>
                  <a:pt x="2242906" y="1039023"/>
                </a:lnTo>
                <a:lnTo>
                  <a:pt x="2247725" y="1059048"/>
                </a:lnTo>
                <a:lnTo>
                  <a:pt x="2247814" y="1111427"/>
                </a:lnTo>
                <a:lnTo>
                  <a:pt x="2247903" y="1058451"/>
                </a:lnTo>
                <a:lnTo>
                  <a:pt x="2252633" y="1023114"/>
                </a:lnTo>
                <a:lnTo>
                  <a:pt x="2252990" y="951659"/>
                </a:lnTo>
                <a:lnTo>
                  <a:pt x="2254150" y="1059741"/>
                </a:lnTo>
                <a:lnTo>
                  <a:pt x="2266644" y="1076677"/>
                </a:lnTo>
                <a:lnTo>
                  <a:pt x="2280476" y="1088463"/>
                </a:lnTo>
                <a:lnTo>
                  <a:pt x="2298057" y="1097074"/>
                </a:lnTo>
                <a:lnTo>
                  <a:pt x="2309926" y="1099534"/>
                </a:lnTo>
                <a:lnTo>
                  <a:pt x="2310015" y="1146738"/>
                </a:lnTo>
                <a:lnTo>
                  <a:pt x="2310104" y="1099535"/>
                </a:lnTo>
                <a:lnTo>
                  <a:pt x="2394884" y="1090444"/>
                </a:lnTo>
                <a:lnTo>
                  <a:pt x="2398543" y="1068189"/>
                </a:lnTo>
                <a:lnTo>
                  <a:pt x="2399614" y="998513"/>
                </a:lnTo>
                <a:lnTo>
                  <a:pt x="2401220" y="1077893"/>
                </a:lnTo>
                <a:lnTo>
                  <a:pt x="2406218" y="1090355"/>
                </a:lnTo>
                <a:lnTo>
                  <a:pt x="2406307" y="1142369"/>
                </a:lnTo>
                <a:lnTo>
                  <a:pt x="2406396" y="1090331"/>
                </a:lnTo>
                <a:lnTo>
                  <a:pt x="2411394" y="1076222"/>
                </a:lnTo>
                <a:lnTo>
                  <a:pt x="2412911" y="1000546"/>
                </a:lnTo>
                <a:lnTo>
                  <a:pt x="2414071" y="1070860"/>
                </a:lnTo>
                <a:lnTo>
                  <a:pt x="2417640" y="1090329"/>
                </a:lnTo>
                <a:lnTo>
                  <a:pt x="2494120" y="1100353"/>
                </a:lnTo>
                <a:lnTo>
                  <a:pt x="2612722" y="1101998"/>
                </a:lnTo>
                <a:lnTo>
                  <a:pt x="2612812" y="1146738"/>
                </a:lnTo>
                <a:lnTo>
                  <a:pt x="2612901" y="1093023"/>
                </a:lnTo>
                <a:lnTo>
                  <a:pt x="2618345" y="1058951"/>
                </a:lnTo>
                <a:lnTo>
                  <a:pt x="2619058" y="986254"/>
                </a:lnTo>
                <a:lnTo>
                  <a:pt x="2619862" y="1061093"/>
                </a:lnTo>
                <a:lnTo>
                  <a:pt x="2625216" y="1093156"/>
                </a:lnTo>
                <a:lnTo>
                  <a:pt x="2635479" y="1101997"/>
                </a:lnTo>
                <a:lnTo>
                  <a:pt x="2635568" y="1146738"/>
                </a:lnTo>
                <a:lnTo>
                  <a:pt x="2635657" y="1101998"/>
                </a:lnTo>
                <a:lnTo>
                  <a:pt x="2708121" y="1098152"/>
                </a:lnTo>
                <a:lnTo>
                  <a:pt x="2721061" y="1096130"/>
                </a:lnTo>
                <a:lnTo>
                  <a:pt x="2727308" y="1092130"/>
                </a:lnTo>
                <a:lnTo>
                  <a:pt x="2730343" y="1082893"/>
                </a:lnTo>
                <a:lnTo>
                  <a:pt x="2730967" y="1033748"/>
                </a:lnTo>
                <a:lnTo>
                  <a:pt x="2731949" y="1134514"/>
                </a:lnTo>
                <a:lnTo>
                  <a:pt x="2732038" y="1082863"/>
                </a:lnTo>
                <a:lnTo>
                  <a:pt x="2750511" y="1082402"/>
                </a:lnTo>
                <a:lnTo>
                  <a:pt x="2751404" y="1035484"/>
                </a:lnTo>
                <a:lnTo>
                  <a:pt x="2752028" y="1082506"/>
                </a:lnTo>
                <a:lnTo>
                  <a:pt x="2758721" y="1092208"/>
                </a:lnTo>
                <a:lnTo>
                  <a:pt x="2771929" y="1096118"/>
                </a:lnTo>
                <a:lnTo>
                  <a:pt x="2798077" y="1098056"/>
                </a:lnTo>
                <a:lnTo>
                  <a:pt x="2883392" y="1101112"/>
                </a:lnTo>
                <a:lnTo>
                  <a:pt x="2883481" y="1134112"/>
                </a:lnTo>
                <a:lnTo>
                  <a:pt x="2883570" y="1101112"/>
                </a:lnTo>
                <a:lnTo>
                  <a:pt x="2889549" y="1100607"/>
                </a:lnTo>
                <a:lnTo>
                  <a:pt x="2891780" y="1078927"/>
                </a:lnTo>
                <a:lnTo>
                  <a:pt x="2893654" y="976780"/>
                </a:lnTo>
                <a:lnTo>
                  <a:pt x="2893833" y="1063847"/>
                </a:lnTo>
                <a:lnTo>
                  <a:pt x="2903828" y="1063723"/>
                </a:lnTo>
                <a:lnTo>
                  <a:pt x="2904274" y="946660"/>
                </a:lnTo>
                <a:lnTo>
                  <a:pt x="2904631" y="1063847"/>
                </a:lnTo>
                <a:lnTo>
                  <a:pt x="2914180" y="1063847"/>
                </a:lnTo>
                <a:lnTo>
                  <a:pt x="2914358" y="975374"/>
                </a:lnTo>
                <a:lnTo>
                  <a:pt x="2914537" y="1100757"/>
                </a:lnTo>
                <a:lnTo>
                  <a:pt x="2923907" y="1103148"/>
                </a:lnTo>
                <a:lnTo>
                  <a:pt x="2923997" y="1154778"/>
                </a:lnTo>
                <a:lnTo>
                  <a:pt x="2924175" y="1070118"/>
                </a:lnTo>
              </a:path>
            </a:pathLst>
          </a:custGeom>
          <a:noFill xmlns:a="http://schemas.openxmlformats.org/drawingml/2006/main"/>
          <a:ln xmlns:a="http://schemas.openxmlformats.org/drawingml/2006/main" w="13335">
            <a:solidFill>
              <a:srgbClr val="009E73"/>
            </a:solidFill>
            <a:prstDash val="solid"/>
          </a:ln>
        </p:spPr>
      </p:sp>
      <p:sp>
        <p:nvSpPr>
          <p:cNvPr id="73" name="text_072">
            <a:extLst xmlns:a="http://schemas.openxmlformats.org/drawingml/2006/main">
              <a:ext uri="{FF2B5EF4-FFF2-40B4-BE49-F238E27FC236}">
                <a16:creationId xmlns:a16="http://schemas.microsoft.com/office/drawing/2014/main" id="{73A5D9D2-AEEE-46C4-8F74-5266BB7821F0}"/>
              </a:ext>
            </a:extLst>
          </p:cNvPr>
          <p:cNvSpPr>
            <a:spLocks xmlns:a="http://schemas.openxmlformats.org/drawingml/2006/main" noGrp="1"/>
          </p:cNvSpPr>
          <p:nvPr/>
        </p:nvSpPr>
        <p:spPr>
          <a:xfrm xmlns:a="http://schemas.openxmlformats.org/drawingml/2006/main" rot="0">
            <a:off x="7981950" y="616267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1">
                <a:solidFill>
                  <a:srgbClr val="000000"/>
                </a:solidFill>
                <a:latin typeface="Arial"/>
                <a:ea typeface="Arial"/>
                <a:cs typeface="Arial"/>
              </a:defRPr>
            </a:defPPr>
            <a:lvl1pPr algn="l">
              <a:defRPr sz="1350" b="1">
                <a:solidFill>
                  <a:srgbClr val="000000"/>
                </a:solidFill>
                <a:latin typeface="Arial"/>
                <a:ea typeface="Arial"/>
                <a:cs typeface="Arial"/>
              </a:defRPr>
            </a:lvl1pPr>
            <a:lvl2pPr algn="l">
              <a:defRPr sz="1350" b="1">
                <a:solidFill>
                  <a:srgbClr val="000000"/>
                </a:solidFill>
                <a:latin typeface="Arial"/>
                <a:ea typeface="Arial"/>
                <a:cs typeface="Arial"/>
              </a:defRPr>
            </a:lvl2pPr>
            <a:lvl3pPr algn="l">
              <a:defRPr sz="1350" b="1">
                <a:solidFill>
                  <a:srgbClr val="000000"/>
                </a:solidFill>
                <a:latin typeface="Arial"/>
                <a:ea typeface="Arial"/>
                <a:cs typeface="Arial"/>
              </a:defRPr>
            </a:lvl3pPr>
            <a:lvl4pPr algn="l">
              <a:defRPr sz="1350" b="1">
                <a:solidFill>
                  <a:srgbClr val="000000"/>
                </a:solidFill>
                <a:latin typeface="Arial"/>
                <a:ea typeface="Arial"/>
                <a:cs typeface="Arial"/>
              </a:defRPr>
            </a:lvl4pPr>
            <a:lvl5pPr algn="l">
              <a:defRPr sz="1350" b="1">
                <a:solidFill>
                  <a:srgbClr val="000000"/>
                </a:solidFill>
                <a:latin typeface="Arial"/>
                <a:ea typeface="Arial"/>
                <a:cs typeface="Arial"/>
              </a:defRPr>
            </a:lvl5pPr>
            <a:lvl6pPr algn="l">
              <a:defRPr sz="1350" b="1">
                <a:solidFill>
                  <a:srgbClr val="000000"/>
                </a:solidFill>
                <a:latin typeface="Arial"/>
                <a:ea typeface="Arial"/>
                <a:cs typeface="Arial"/>
              </a:defRPr>
            </a:lvl6pPr>
            <a:lvl7pPr algn="l">
              <a:defRPr sz="1350" b="1">
                <a:solidFill>
                  <a:srgbClr val="000000"/>
                </a:solidFill>
                <a:latin typeface="Arial"/>
                <a:ea typeface="Arial"/>
                <a:cs typeface="Arial"/>
              </a:defRPr>
            </a:lvl7pPr>
            <a:lvl8pPr algn="l">
              <a:defRPr sz="1350" b="1">
                <a:solidFill>
                  <a:srgbClr val="000000"/>
                </a:solidFill>
                <a:latin typeface="Arial"/>
                <a:ea typeface="Arial"/>
                <a:cs typeface="Arial"/>
              </a:defRPr>
            </a:lvl8pPr>
            <a:lvl9pPr algn="l">
              <a:defRPr sz="1350" b="1">
                <a:solidFill>
                  <a:srgbClr val="000000"/>
                </a:solidFill>
                <a:latin typeface="Arial"/>
                <a:ea typeface="Arial"/>
                <a:cs typeface="Arial"/>
              </a:defRPr>
            </a:lvl9pPr>
          </a:lstStyle>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Q</a:t>
            </a:r>
          </a:p>
        </p:txBody>
      </p:sp>
      <p:sp>
        <p:nvSpPr>
          <p:cNvPr id="74" name="text_073">
            <a:extLst xmlns:a="http://schemas.openxmlformats.org/drawingml/2006/main">
              <a:ext uri="{FF2B5EF4-FFF2-40B4-BE49-F238E27FC236}">
                <a16:creationId xmlns:a16="http://schemas.microsoft.com/office/drawing/2014/main" id="{79E855F2-509A-41AC-B6E4-6D5D315FD655}"/>
              </a:ext>
            </a:extLst>
          </p:cNvPr>
          <p:cNvSpPr>
            <a:spLocks xmlns:a="http://schemas.openxmlformats.org/drawingml/2006/main" noGrp="1"/>
          </p:cNvSpPr>
          <p:nvPr/>
        </p:nvSpPr>
        <p:spPr>
          <a:xfrm xmlns:a="http://schemas.openxmlformats.org/drawingml/2006/main" rot="0">
            <a:off x="8286750" y="8448675"/>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 (dashed)</a:t>
            </a:r>
          </a:p>
        </p:txBody>
      </p:sp>
      <p:sp>
        <p:nvSpPr>
          <p:cNvPr id="75" name="line_074">
            <a:extLst xmlns:a="http://schemas.openxmlformats.org/drawingml/2006/main">
              <a:ext uri="{FF2B5EF4-FFF2-40B4-BE49-F238E27FC236}">
                <a16:creationId xmlns:a16="http://schemas.microsoft.com/office/drawing/2014/main" id="{57284B00-EF33-469F-ACB8-97BA27481C81}"/>
              </a:ext>
            </a:extLst>
          </p:cNvPr>
          <p:cNvSpPr>
            <a:spLocks xmlns:a="http://schemas.openxmlformats.org/drawingml/2006/main" noGrp="1"/>
          </p:cNvSpPr>
          <p:nvPr/>
        </p:nvSpPr>
        <p:spPr>
          <a:xfrm xmlns:a="http://schemas.openxmlformats.org/drawingml/2006/main">
            <a:off x="8001000" y="8534400"/>
            <a:ext cx="238125" cy="95"/>
          </a:xfrm>
          <a:custGeom xmlns:a="http://schemas.openxmlformats.org/drawingml/2006/main">
            <a:pathLst>
              <a:path w="238125" h="95">
                <a:moveTo>
                  <a:pt x="0" y="0"/>
                </a:moveTo>
                <a:lnTo>
                  <a:pt x="238125" y="0"/>
                </a:lnTo>
              </a:path>
            </a:pathLst>
          </a:custGeom>
          <a:noFill xmlns:a="http://schemas.openxmlformats.org/drawingml/2006/main"/>
          <a:ln xmlns:a="http://schemas.openxmlformats.org/drawingml/2006/main" w="15240">
            <a:solidFill>
              <a:srgbClr val="0072B2"/>
            </a:solidFill>
            <a:prstDash val="dash"/>
          </a:ln>
        </p:spPr>
      </p:sp>
      <p:sp>
        <p:nvSpPr>
          <p:cNvPr id="76" name="text_075">
            <a:extLst xmlns:a="http://schemas.openxmlformats.org/drawingml/2006/main">
              <a:ext uri="{FF2B5EF4-FFF2-40B4-BE49-F238E27FC236}">
                <a16:creationId xmlns:a16="http://schemas.microsoft.com/office/drawing/2014/main" id="{A4D6AAE0-E1B9-4C21-9DAA-D5BD59AC93FD}"/>
              </a:ext>
            </a:extLst>
          </p:cNvPr>
          <p:cNvSpPr>
            <a:spLocks xmlns:a="http://schemas.openxmlformats.org/drawingml/2006/main" noGrp="1"/>
          </p:cNvSpPr>
          <p:nvPr/>
        </p:nvSpPr>
        <p:spPr>
          <a:xfrm xmlns:a="http://schemas.openxmlformats.org/drawingml/2006/main" rot="0">
            <a:off x="10572750" y="8448675"/>
            <a:ext cx="619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R2</a:t>
            </a:r>
          </a:p>
        </p:txBody>
      </p:sp>
      <p:sp>
        <p:nvSpPr>
          <p:cNvPr id="77" name="line_076">
            <a:extLst xmlns:a="http://schemas.openxmlformats.org/drawingml/2006/main">
              <a:ext uri="{FF2B5EF4-FFF2-40B4-BE49-F238E27FC236}">
                <a16:creationId xmlns:a16="http://schemas.microsoft.com/office/drawing/2014/main" id="{A638E7E5-DEF2-47E9-85BE-7A34A0E8A4FF}"/>
              </a:ext>
            </a:extLst>
          </p:cNvPr>
          <p:cNvSpPr>
            <a:spLocks xmlns:a="http://schemas.openxmlformats.org/drawingml/2006/main" noGrp="1"/>
          </p:cNvSpPr>
          <p:nvPr/>
        </p:nvSpPr>
        <p:spPr>
          <a:xfrm xmlns:a="http://schemas.openxmlformats.org/drawingml/2006/main">
            <a:off x="10220325" y="8534400"/>
            <a:ext cx="295275" cy="95"/>
          </a:xfrm>
          <a:custGeom xmlns:a="http://schemas.openxmlformats.org/drawingml/2006/main">
            <a:pathLst>
              <a:path w="295275" h="95">
                <a:moveTo>
                  <a:pt x="0" y="0"/>
                </a:moveTo>
                <a:lnTo>
                  <a:pt x="295275" y="0"/>
                </a:lnTo>
              </a:path>
            </a:pathLst>
          </a:custGeom>
          <a:noFill xmlns:a="http://schemas.openxmlformats.org/drawingml/2006/main"/>
          <a:ln xmlns:a="http://schemas.openxmlformats.org/drawingml/2006/main" w="15240">
            <a:solidFill>
              <a:srgbClr val="009E73"/>
            </a:solidFill>
            <a:prstDash val="solid"/>
          </a:ln>
        </p:spPr>
      </p:sp>
      <p:sp>
        <p:nvSpPr>
          <p:cNvPr id="78" name="text_077">
            <a:extLst xmlns:a="http://schemas.openxmlformats.org/drawingml/2006/main">
              <a:ext uri="{FF2B5EF4-FFF2-40B4-BE49-F238E27FC236}">
                <a16:creationId xmlns:a16="http://schemas.microsoft.com/office/drawing/2014/main" id="{C91327F3-FBB3-4CE2-BDAD-1C853DAFF1A4}"/>
              </a:ext>
            </a:extLst>
          </p:cNvPr>
          <p:cNvSpPr>
            <a:spLocks xmlns:a="http://schemas.openxmlformats.org/drawingml/2006/main" noGrp="1"/>
          </p:cNvSpPr>
          <p:nvPr/>
        </p:nvSpPr>
        <p:spPr>
          <a:xfrm xmlns:a="http://schemas.openxmlformats.org/drawingml/2006/main" rot="0">
            <a:off x="7915275" y="81915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000000"/>
                </a:solidFill>
                <a:latin typeface="Arial"/>
                <a:ea typeface="Arial"/>
                <a:cs typeface="Arial"/>
              </a:defRPr>
            </a:defPPr>
            <a:lvl1pPr algn="l">
              <a:defRPr sz="1125" b="0">
                <a:solidFill>
                  <a:srgbClr val="000000"/>
                </a:solidFill>
                <a:latin typeface="Arial"/>
                <a:ea typeface="Arial"/>
                <a:cs typeface="Arial"/>
              </a:defRPr>
            </a:lvl1pPr>
            <a:lvl2pPr algn="l">
              <a:defRPr sz="1125" b="0">
                <a:solidFill>
                  <a:srgbClr val="000000"/>
                </a:solidFill>
                <a:latin typeface="Arial"/>
                <a:ea typeface="Arial"/>
                <a:cs typeface="Arial"/>
              </a:defRPr>
            </a:lvl2pPr>
            <a:lvl3pPr algn="l">
              <a:defRPr sz="1125" b="0">
                <a:solidFill>
                  <a:srgbClr val="000000"/>
                </a:solidFill>
                <a:latin typeface="Arial"/>
                <a:ea typeface="Arial"/>
                <a:cs typeface="Arial"/>
              </a:defRPr>
            </a:lvl3pPr>
            <a:lvl4pPr algn="l">
              <a:defRPr sz="1125" b="0">
                <a:solidFill>
                  <a:srgbClr val="000000"/>
                </a:solidFill>
                <a:latin typeface="Arial"/>
                <a:ea typeface="Arial"/>
                <a:cs typeface="Arial"/>
              </a:defRPr>
            </a:lvl4pPr>
            <a:lvl5pPr algn="l">
              <a:defRPr sz="1125" b="0">
                <a:solidFill>
                  <a:srgbClr val="000000"/>
                </a:solidFill>
                <a:latin typeface="Arial"/>
                <a:ea typeface="Arial"/>
                <a:cs typeface="Arial"/>
              </a:defRPr>
            </a:lvl5pPr>
            <a:lvl6pPr algn="l">
              <a:defRPr sz="1125" b="0">
                <a:solidFill>
                  <a:srgbClr val="000000"/>
                </a:solidFill>
                <a:latin typeface="Arial"/>
                <a:ea typeface="Arial"/>
                <a:cs typeface="Arial"/>
              </a:defRPr>
            </a:lvl6pPr>
            <a:lvl7pPr algn="l">
              <a:defRPr sz="1125" b="0">
                <a:solidFill>
                  <a:srgbClr val="000000"/>
                </a:solidFill>
                <a:latin typeface="Arial"/>
                <a:ea typeface="Arial"/>
                <a:cs typeface="Arial"/>
              </a:defRPr>
            </a:lvl7pPr>
            <a:lvl8pPr algn="l">
              <a:defRPr sz="1125" b="0">
                <a:solidFill>
                  <a:srgbClr val="000000"/>
                </a:solidFill>
                <a:latin typeface="Arial"/>
                <a:ea typeface="Arial"/>
                <a:cs typeface="Arial"/>
              </a:defRPr>
            </a:lvl8pPr>
            <a:lvl9pPr algn="l">
              <a:defRPr sz="1125" b="0">
                <a:solidFill>
                  <a:srgbClr val="000000"/>
                </a:solidFill>
                <a:latin typeface="Arial"/>
                <a:ea typeface="Arial"/>
                <a:cs typeface="Arial"/>
              </a:defRPr>
            </a:lvl9pPr>
          </a:lstStyle>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AB: Qmerge 0.034 (source/P), -0.225 (R2)</a:t>
            </a:r>
          </a:p>
        </p:txBody>
      </p:sp>
    </p:spTree>
    <p:extLst>
      <p:ext uri="{BB962C8B-B14F-4D97-AF65-F5344CB8AC3E}">
        <p14:creationId xmlns:p14="http://schemas.microsoft.com/office/powerpoint/2010/main" val="1965287984"/>
      </p:ext>
    </p:extLst>
  </p:cSld>
</p:sld>
</file>

<file path=ppt/submission_case/ppt/tableStyles.xml><?xml version="1.0" encoding="utf-8"?>
<a:tblStyleLst xmlns:a="http://schemas.openxmlformats.org/drawingml/2006/main" def="{5C22544A-7EE6-4342-B048-85BDC9FD1C3A}"/>
</file>

<file path=ppt/submission_case/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2026-10-22T02:07:57.6960000Z</dcterms:created>
  <dcterms:modified xsi:type="dcterms:W3CDTF">2026-10-22T02:07:57.6960000Z</dcterms:modified>
</coreProperties>
</file>